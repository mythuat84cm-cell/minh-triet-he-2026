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7D0DB6-B5C3-4C42-A278-F485C8FD98C4}" type="doc">
      <dgm:prSet loTypeId="urn:microsoft.com/office/officeart/2005/8/layout/venn2" loCatId="relationship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FE85689-891F-43D3-9F7B-EE8D68EC3D13}">
      <dgm:prSet phldrT="[Text]" custT="1"/>
      <dgm:spPr/>
      <dgm:t>
        <a:bodyPr/>
        <a:lstStyle/>
        <a:p>
          <a:r>
            <a:rPr lang="en-US" sz="1600" b="1" dirty="0" err="1"/>
            <a:t>Vô</a:t>
          </a:r>
          <a:r>
            <a:rPr lang="en-US" sz="1600" b="1" dirty="0"/>
            <a:t> </a:t>
          </a:r>
          <a:r>
            <a:rPr lang="en-US" sz="1600" b="1" dirty="0" err="1"/>
            <a:t>biên</a:t>
          </a:r>
          <a:r>
            <a:rPr lang="en-US" sz="1600" b="1" dirty="0"/>
            <a:t>/ </a:t>
          </a:r>
          <a:r>
            <a:rPr lang="en-US" sz="1600" b="1" dirty="0" err="1"/>
            <a:t>Thiên</a:t>
          </a:r>
          <a:r>
            <a:rPr lang="en-US" sz="1600" b="1" dirty="0"/>
            <a:t> </a:t>
          </a:r>
          <a:r>
            <a:rPr lang="en-US" sz="1600" b="1" dirty="0" err="1"/>
            <a:t>tài</a:t>
          </a:r>
          <a:endParaRPr lang="en-US" sz="1600" b="1" dirty="0"/>
        </a:p>
      </dgm:t>
    </dgm:pt>
    <dgm:pt modelId="{BDBD7CA2-9E4F-4794-8D9D-0BC3156B066B}" type="parTrans" cxnId="{C51B2C0D-A4D7-4759-BC99-E22045215146}">
      <dgm:prSet/>
      <dgm:spPr/>
      <dgm:t>
        <a:bodyPr/>
        <a:lstStyle/>
        <a:p>
          <a:endParaRPr lang="en-US" sz="1600" b="1"/>
        </a:p>
      </dgm:t>
    </dgm:pt>
    <dgm:pt modelId="{AD614534-8CF6-4043-A674-CD5E2ECD5622}" type="sibTrans" cxnId="{C51B2C0D-A4D7-4759-BC99-E22045215146}">
      <dgm:prSet/>
      <dgm:spPr/>
      <dgm:t>
        <a:bodyPr/>
        <a:lstStyle/>
        <a:p>
          <a:endParaRPr lang="en-US" sz="1600" b="1"/>
        </a:p>
      </dgm:t>
    </dgm:pt>
    <dgm:pt modelId="{2A434C25-3C55-4141-A7FC-66AC5A9F9EE0}">
      <dgm:prSet phldrT="[Text]" custT="1"/>
      <dgm:spPr/>
      <dgm:t>
        <a:bodyPr/>
        <a:lstStyle/>
        <a:p>
          <a:r>
            <a:rPr lang="en-US" sz="1600" b="1" dirty="0" err="1"/>
            <a:t>Cận</a:t>
          </a:r>
          <a:r>
            <a:rPr lang="en-US" sz="1600" b="1" dirty="0"/>
            <a:t> </a:t>
          </a:r>
          <a:r>
            <a:rPr lang="en-US" sz="1600" b="1" dirty="0" err="1"/>
            <a:t>biên</a:t>
          </a:r>
          <a:r>
            <a:rPr lang="en-US" sz="1600" b="1" dirty="0"/>
            <a:t>/ </a:t>
          </a:r>
          <a:r>
            <a:rPr lang="en-US" sz="1600" b="1" dirty="0" err="1"/>
            <a:t>Người</a:t>
          </a:r>
          <a:r>
            <a:rPr lang="en-US" sz="1600" b="1" dirty="0"/>
            <a:t> </a:t>
          </a:r>
          <a:r>
            <a:rPr lang="en-US" sz="1600" b="1" dirty="0" err="1"/>
            <a:t>tài</a:t>
          </a:r>
          <a:endParaRPr lang="en-US" sz="1600" b="1" dirty="0"/>
        </a:p>
      </dgm:t>
    </dgm:pt>
    <dgm:pt modelId="{515EDEAC-B396-4F32-9EB6-DA5E96DF97BB}" type="parTrans" cxnId="{1A246890-15D4-47E2-9439-869246509E8C}">
      <dgm:prSet/>
      <dgm:spPr/>
      <dgm:t>
        <a:bodyPr/>
        <a:lstStyle/>
        <a:p>
          <a:endParaRPr lang="en-US" sz="1600" b="1"/>
        </a:p>
      </dgm:t>
    </dgm:pt>
    <dgm:pt modelId="{27E140D2-850B-4D61-9344-A517E553F165}" type="sibTrans" cxnId="{1A246890-15D4-47E2-9439-869246509E8C}">
      <dgm:prSet/>
      <dgm:spPr/>
      <dgm:t>
        <a:bodyPr/>
        <a:lstStyle/>
        <a:p>
          <a:endParaRPr lang="en-US" sz="1600" b="1"/>
        </a:p>
      </dgm:t>
    </dgm:pt>
    <dgm:pt modelId="{D7E88007-2DF4-4C08-A95A-215B46379DDA}">
      <dgm:prSet phldrT="[Text]" custT="1"/>
      <dgm:spPr/>
      <dgm:t>
        <a:bodyPr/>
        <a:lstStyle/>
        <a:p>
          <a:r>
            <a:rPr lang="en-US" sz="1600" b="1" dirty="0" err="1"/>
            <a:t>Kiến</a:t>
          </a:r>
          <a:r>
            <a:rPr lang="en-US" sz="1600" b="1" dirty="0"/>
            <a:t> </a:t>
          </a:r>
          <a:r>
            <a:rPr lang="en-US" sz="1600" b="1" dirty="0" err="1"/>
            <a:t>thứ</a:t>
          </a:r>
          <a:r>
            <a:rPr lang="en-US" sz="1600" b="1" dirty="0"/>
            <a:t> </a:t>
          </a:r>
          <a:r>
            <a:rPr lang="en-US" sz="1600" b="1" dirty="0" err="1"/>
            <a:t>nội</a:t>
          </a:r>
          <a:r>
            <a:rPr lang="en-US" sz="1600" b="1" dirty="0"/>
            <a:t> </a:t>
          </a:r>
          <a:r>
            <a:rPr lang="en-US" sz="1600" b="1" dirty="0" err="1"/>
            <a:t>biên</a:t>
          </a:r>
          <a:r>
            <a:rPr lang="en-US" sz="1600" b="1" dirty="0"/>
            <a:t>/ </a:t>
          </a:r>
          <a:r>
            <a:rPr lang="en-US" sz="1600" b="1" dirty="0" err="1"/>
            <a:t>Người</a:t>
          </a:r>
          <a:r>
            <a:rPr lang="en-US" sz="1600" b="1" dirty="0"/>
            <a:t> </a:t>
          </a:r>
          <a:r>
            <a:rPr lang="en-US" sz="1600" b="1" dirty="0" err="1"/>
            <a:t>có</a:t>
          </a:r>
          <a:r>
            <a:rPr lang="en-US" sz="1600" b="1" dirty="0"/>
            <a:t> </a:t>
          </a:r>
          <a:r>
            <a:rPr lang="en-US" sz="1600" b="1" dirty="0" err="1"/>
            <a:t>năng</a:t>
          </a:r>
          <a:r>
            <a:rPr lang="en-US" sz="1600" b="1" dirty="0"/>
            <a:t> </a:t>
          </a:r>
          <a:r>
            <a:rPr lang="en-US" sz="1600" b="1" dirty="0" err="1"/>
            <a:t>lực</a:t>
          </a:r>
          <a:endParaRPr lang="en-US" sz="1600" b="1" dirty="0"/>
        </a:p>
      </dgm:t>
    </dgm:pt>
    <dgm:pt modelId="{B3A9B732-9F88-471C-AA8F-5C7431F5E2CF}" type="parTrans" cxnId="{199B4A80-1851-4E95-957A-7A5767F10593}">
      <dgm:prSet/>
      <dgm:spPr/>
      <dgm:t>
        <a:bodyPr/>
        <a:lstStyle/>
        <a:p>
          <a:endParaRPr lang="en-US" sz="1600" b="1"/>
        </a:p>
      </dgm:t>
    </dgm:pt>
    <dgm:pt modelId="{900F3D20-1314-4937-A0CA-39547A273FE5}" type="sibTrans" cxnId="{199B4A80-1851-4E95-957A-7A5767F10593}">
      <dgm:prSet/>
      <dgm:spPr/>
      <dgm:t>
        <a:bodyPr/>
        <a:lstStyle/>
        <a:p>
          <a:endParaRPr lang="en-US" sz="1600" b="1"/>
        </a:p>
      </dgm:t>
    </dgm:pt>
    <dgm:pt modelId="{BEF7662F-2BB4-4257-B142-729BCEAA3088}" type="pres">
      <dgm:prSet presAssocID="{467D0DB6-B5C3-4C42-A278-F485C8FD98C4}" presName="Name0" presStyleCnt="0">
        <dgm:presLayoutVars>
          <dgm:chMax val="7"/>
          <dgm:resizeHandles val="exact"/>
        </dgm:presLayoutVars>
      </dgm:prSet>
      <dgm:spPr/>
    </dgm:pt>
    <dgm:pt modelId="{35655D3B-9BA3-4644-82C0-78B608C6A839}" type="pres">
      <dgm:prSet presAssocID="{467D0DB6-B5C3-4C42-A278-F485C8FD98C4}" presName="comp1" presStyleCnt="0"/>
      <dgm:spPr/>
    </dgm:pt>
    <dgm:pt modelId="{DC0CF523-DA52-4B09-8BDA-5C9B5CD2E454}" type="pres">
      <dgm:prSet presAssocID="{467D0DB6-B5C3-4C42-A278-F485C8FD98C4}" presName="circle1" presStyleLbl="node1" presStyleIdx="0" presStyleCnt="3"/>
      <dgm:spPr/>
    </dgm:pt>
    <dgm:pt modelId="{870C14A9-E8AD-4515-85C3-6F8ED2D41E99}" type="pres">
      <dgm:prSet presAssocID="{467D0DB6-B5C3-4C42-A278-F485C8FD98C4}" presName="c1text" presStyleLbl="node1" presStyleIdx="0" presStyleCnt="3">
        <dgm:presLayoutVars>
          <dgm:bulletEnabled val="1"/>
        </dgm:presLayoutVars>
      </dgm:prSet>
      <dgm:spPr/>
    </dgm:pt>
    <dgm:pt modelId="{386111CC-B106-49D7-8393-A1FE440449AB}" type="pres">
      <dgm:prSet presAssocID="{467D0DB6-B5C3-4C42-A278-F485C8FD98C4}" presName="comp2" presStyleCnt="0"/>
      <dgm:spPr/>
    </dgm:pt>
    <dgm:pt modelId="{8200411C-71DB-41EF-A4C8-9252F4164DF3}" type="pres">
      <dgm:prSet presAssocID="{467D0DB6-B5C3-4C42-A278-F485C8FD98C4}" presName="circle2" presStyleLbl="node1" presStyleIdx="1" presStyleCnt="3"/>
      <dgm:spPr/>
    </dgm:pt>
    <dgm:pt modelId="{AD8E7EBD-F342-44B0-A86F-8875509ED386}" type="pres">
      <dgm:prSet presAssocID="{467D0DB6-B5C3-4C42-A278-F485C8FD98C4}" presName="c2text" presStyleLbl="node1" presStyleIdx="1" presStyleCnt="3">
        <dgm:presLayoutVars>
          <dgm:bulletEnabled val="1"/>
        </dgm:presLayoutVars>
      </dgm:prSet>
      <dgm:spPr/>
    </dgm:pt>
    <dgm:pt modelId="{BF1C6A28-DADC-4E0E-80FA-577F073D7F4D}" type="pres">
      <dgm:prSet presAssocID="{467D0DB6-B5C3-4C42-A278-F485C8FD98C4}" presName="comp3" presStyleCnt="0"/>
      <dgm:spPr/>
    </dgm:pt>
    <dgm:pt modelId="{649C4F7A-E26C-4A82-9458-0A46E5FE5638}" type="pres">
      <dgm:prSet presAssocID="{467D0DB6-B5C3-4C42-A278-F485C8FD98C4}" presName="circle3" presStyleLbl="node1" presStyleIdx="2" presStyleCnt="3"/>
      <dgm:spPr/>
    </dgm:pt>
    <dgm:pt modelId="{249FF0E6-724A-45C5-A706-E9BEFAAA6350}" type="pres">
      <dgm:prSet presAssocID="{467D0DB6-B5C3-4C42-A278-F485C8FD98C4}" presName="c3text" presStyleLbl="node1" presStyleIdx="2" presStyleCnt="3">
        <dgm:presLayoutVars>
          <dgm:bulletEnabled val="1"/>
        </dgm:presLayoutVars>
      </dgm:prSet>
      <dgm:spPr/>
    </dgm:pt>
  </dgm:ptLst>
  <dgm:cxnLst>
    <dgm:cxn modelId="{C51B2C0D-A4D7-4759-BC99-E22045215146}" srcId="{467D0DB6-B5C3-4C42-A278-F485C8FD98C4}" destId="{3FE85689-891F-43D3-9F7B-EE8D68EC3D13}" srcOrd="0" destOrd="0" parTransId="{BDBD7CA2-9E4F-4794-8D9D-0BC3156B066B}" sibTransId="{AD614534-8CF6-4043-A674-CD5E2ECD5622}"/>
    <dgm:cxn modelId="{035EE01E-39ED-434F-A0D2-BCDB45B7A250}" type="presOf" srcId="{D7E88007-2DF4-4C08-A95A-215B46379DDA}" destId="{249FF0E6-724A-45C5-A706-E9BEFAAA6350}" srcOrd="1" destOrd="0" presId="urn:microsoft.com/office/officeart/2005/8/layout/venn2"/>
    <dgm:cxn modelId="{1D545F38-BDE1-4F6F-B38B-1E3725646857}" type="presOf" srcId="{467D0DB6-B5C3-4C42-A278-F485C8FD98C4}" destId="{BEF7662F-2BB4-4257-B142-729BCEAA3088}" srcOrd="0" destOrd="0" presId="urn:microsoft.com/office/officeart/2005/8/layout/venn2"/>
    <dgm:cxn modelId="{F54BA952-980F-496B-99D5-3B8F2AE2B415}" type="presOf" srcId="{3FE85689-891F-43D3-9F7B-EE8D68EC3D13}" destId="{870C14A9-E8AD-4515-85C3-6F8ED2D41E99}" srcOrd="1" destOrd="0" presId="urn:microsoft.com/office/officeart/2005/8/layout/venn2"/>
    <dgm:cxn modelId="{199B4A80-1851-4E95-957A-7A5767F10593}" srcId="{467D0DB6-B5C3-4C42-A278-F485C8FD98C4}" destId="{D7E88007-2DF4-4C08-A95A-215B46379DDA}" srcOrd="2" destOrd="0" parTransId="{B3A9B732-9F88-471C-AA8F-5C7431F5E2CF}" sibTransId="{900F3D20-1314-4937-A0CA-39547A273FE5}"/>
    <dgm:cxn modelId="{1A246890-15D4-47E2-9439-869246509E8C}" srcId="{467D0DB6-B5C3-4C42-A278-F485C8FD98C4}" destId="{2A434C25-3C55-4141-A7FC-66AC5A9F9EE0}" srcOrd="1" destOrd="0" parTransId="{515EDEAC-B396-4F32-9EB6-DA5E96DF97BB}" sibTransId="{27E140D2-850B-4D61-9344-A517E553F165}"/>
    <dgm:cxn modelId="{02B82AA0-7149-4DBB-B98E-2D16B7F87F53}" type="presOf" srcId="{D7E88007-2DF4-4C08-A95A-215B46379DDA}" destId="{649C4F7A-E26C-4A82-9458-0A46E5FE5638}" srcOrd="0" destOrd="0" presId="urn:microsoft.com/office/officeart/2005/8/layout/venn2"/>
    <dgm:cxn modelId="{98C0C2A1-0DE6-42A6-B302-014E8D9A5061}" type="presOf" srcId="{2A434C25-3C55-4141-A7FC-66AC5A9F9EE0}" destId="{8200411C-71DB-41EF-A4C8-9252F4164DF3}" srcOrd="0" destOrd="0" presId="urn:microsoft.com/office/officeart/2005/8/layout/venn2"/>
    <dgm:cxn modelId="{4519A7A7-CA3B-41D8-9E29-674CD3E27580}" type="presOf" srcId="{2A434C25-3C55-4141-A7FC-66AC5A9F9EE0}" destId="{AD8E7EBD-F342-44B0-A86F-8875509ED386}" srcOrd="1" destOrd="0" presId="urn:microsoft.com/office/officeart/2005/8/layout/venn2"/>
    <dgm:cxn modelId="{1EF17AAD-9570-4F71-8C9E-98A83162AA9B}" type="presOf" srcId="{3FE85689-891F-43D3-9F7B-EE8D68EC3D13}" destId="{DC0CF523-DA52-4B09-8BDA-5C9B5CD2E454}" srcOrd="0" destOrd="0" presId="urn:microsoft.com/office/officeart/2005/8/layout/venn2"/>
    <dgm:cxn modelId="{7E07C208-6999-4624-BBFB-DE1F42DD58EC}" type="presParOf" srcId="{BEF7662F-2BB4-4257-B142-729BCEAA3088}" destId="{35655D3B-9BA3-4644-82C0-78B608C6A839}" srcOrd="0" destOrd="0" presId="urn:microsoft.com/office/officeart/2005/8/layout/venn2"/>
    <dgm:cxn modelId="{60E798CF-6F8A-4499-A0DF-E57DBA0A220E}" type="presParOf" srcId="{35655D3B-9BA3-4644-82C0-78B608C6A839}" destId="{DC0CF523-DA52-4B09-8BDA-5C9B5CD2E454}" srcOrd="0" destOrd="0" presId="urn:microsoft.com/office/officeart/2005/8/layout/venn2"/>
    <dgm:cxn modelId="{5E319C12-FC86-45A6-8463-DC33B92B244A}" type="presParOf" srcId="{35655D3B-9BA3-4644-82C0-78B608C6A839}" destId="{870C14A9-E8AD-4515-85C3-6F8ED2D41E99}" srcOrd="1" destOrd="0" presId="urn:microsoft.com/office/officeart/2005/8/layout/venn2"/>
    <dgm:cxn modelId="{889ECFF3-0C82-43ED-BFC2-241F4246BA02}" type="presParOf" srcId="{BEF7662F-2BB4-4257-B142-729BCEAA3088}" destId="{386111CC-B106-49D7-8393-A1FE440449AB}" srcOrd="1" destOrd="0" presId="urn:microsoft.com/office/officeart/2005/8/layout/venn2"/>
    <dgm:cxn modelId="{1667430A-795D-4223-9E50-313F56F81E95}" type="presParOf" srcId="{386111CC-B106-49D7-8393-A1FE440449AB}" destId="{8200411C-71DB-41EF-A4C8-9252F4164DF3}" srcOrd="0" destOrd="0" presId="urn:microsoft.com/office/officeart/2005/8/layout/venn2"/>
    <dgm:cxn modelId="{82785515-4BA3-41F5-98B1-A4A11EF4D97F}" type="presParOf" srcId="{386111CC-B106-49D7-8393-A1FE440449AB}" destId="{AD8E7EBD-F342-44B0-A86F-8875509ED386}" srcOrd="1" destOrd="0" presId="urn:microsoft.com/office/officeart/2005/8/layout/venn2"/>
    <dgm:cxn modelId="{9D0F34BC-4C50-4244-ACB4-7C607EE3CC18}" type="presParOf" srcId="{BEF7662F-2BB4-4257-B142-729BCEAA3088}" destId="{BF1C6A28-DADC-4E0E-80FA-577F073D7F4D}" srcOrd="2" destOrd="0" presId="urn:microsoft.com/office/officeart/2005/8/layout/venn2"/>
    <dgm:cxn modelId="{B14474EF-C0C0-4732-9227-0E63C73417E7}" type="presParOf" srcId="{BF1C6A28-DADC-4E0E-80FA-577F073D7F4D}" destId="{649C4F7A-E26C-4A82-9458-0A46E5FE5638}" srcOrd="0" destOrd="0" presId="urn:microsoft.com/office/officeart/2005/8/layout/venn2"/>
    <dgm:cxn modelId="{F1F0200E-CC31-4B16-AFE2-D8F4F04B1CC5}" type="presParOf" srcId="{BF1C6A28-DADC-4E0E-80FA-577F073D7F4D}" destId="{249FF0E6-724A-45C5-A706-E9BEFAAA6350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CF523-DA52-4B09-8BDA-5C9B5CD2E454}">
      <dsp:nvSpPr>
        <dsp:cNvPr id="0" name=""/>
        <dsp:cNvSpPr/>
      </dsp:nvSpPr>
      <dsp:spPr>
        <a:xfrm>
          <a:off x="675517" y="0"/>
          <a:ext cx="3741850" cy="3741850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/>
            <a:t>Vô</a:t>
          </a:r>
          <a:r>
            <a:rPr lang="en-US" sz="1600" b="1" kern="1200" dirty="0"/>
            <a:t> </a:t>
          </a:r>
          <a:r>
            <a:rPr lang="en-US" sz="1600" b="1" kern="1200" dirty="0" err="1"/>
            <a:t>biên</a:t>
          </a:r>
          <a:r>
            <a:rPr lang="en-US" sz="1600" b="1" kern="1200" dirty="0"/>
            <a:t>/ </a:t>
          </a:r>
          <a:r>
            <a:rPr lang="en-US" sz="1600" b="1" kern="1200" dirty="0" err="1"/>
            <a:t>Thiên</a:t>
          </a:r>
          <a:r>
            <a:rPr lang="en-US" sz="1600" b="1" kern="1200" dirty="0"/>
            <a:t> </a:t>
          </a:r>
          <a:r>
            <a:rPr lang="en-US" sz="1600" b="1" kern="1200" dirty="0" err="1"/>
            <a:t>tài</a:t>
          </a:r>
          <a:endParaRPr lang="en-US" sz="1600" b="1" kern="1200" dirty="0"/>
        </a:p>
      </dsp:txBody>
      <dsp:txXfrm>
        <a:off x="1892554" y="187092"/>
        <a:ext cx="1307776" cy="561277"/>
      </dsp:txXfrm>
    </dsp:sp>
    <dsp:sp modelId="{8200411C-71DB-41EF-A4C8-9252F4164DF3}">
      <dsp:nvSpPr>
        <dsp:cNvPr id="0" name=""/>
        <dsp:cNvSpPr/>
      </dsp:nvSpPr>
      <dsp:spPr>
        <a:xfrm>
          <a:off x="1143248" y="935462"/>
          <a:ext cx="2806387" cy="2806387"/>
        </a:xfrm>
        <a:prstGeom prst="ellipse">
          <a:avLst/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/>
            <a:t>Cận</a:t>
          </a:r>
          <a:r>
            <a:rPr lang="en-US" sz="1600" b="1" kern="1200" dirty="0"/>
            <a:t> </a:t>
          </a:r>
          <a:r>
            <a:rPr lang="en-US" sz="1600" b="1" kern="1200" dirty="0" err="1"/>
            <a:t>biên</a:t>
          </a:r>
          <a:r>
            <a:rPr lang="en-US" sz="1600" b="1" kern="1200" dirty="0"/>
            <a:t>/ </a:t>
          </a:r>
          <a:r>
            <a:rPr lang="en-US" sz="1600" b="1" kern="1200" dirty="0" err="1"/>
            <a:t>Người</a:t>
          </a:r>
          <a:r>
            <a:rPr lang="en-US" sz="1600" b="1" kern="1200" dirty="0"/>
            <a:t> </a:t>
          </a:r>
          <a:r>
            <a:rPr lang="en-US" sz="1600" b="1" kern="1200" dirty="0" err="1"/>
            <a:t>tài</a:t>
          </a:r>
          <a:endParaRPr lang="en-US" sz="1600" b="1" kern="1200" dirty="0"/>
        </a:p>
      </dsp:txBody>
      <dsp:txXfrm>
        <a:off x="1892554" y="1110861"/>
        <a:ext cx="1307776" cy="526197"/>
      </dsp:txXfrm>
    </dsp:sp>
    <dsp:sp modelId="{649C4F7A-E26C-4A82-9458-0A46E5FE5638}">
      <dsp:nvSpPr>
        <dsp:cNvPr id="0" name=""/>
        <dsp:cNvSpPr/>
      </dsp:nvSpPr>
      <dsp:spPr>
        <a:xfrm>
          <a:off x="1610979" y="1870925"/>
          <a:ext cx="1870925" cy="1870925"/>
        </a:xfrm>
        <a:prstGeom prst="ellips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/>
            <a:t>Kiến</a:t>
          </a:r>
          <a:r>
            <a:rPr lang="en-US" sz="1600" b="1" kern="1200" dirty="0"/>
            <a:t> </a:t>
          </a:r>
          <a:r>
            <a:rPr lang="en-US" sz="1600" b="1" kern="1200" dirty="0" err="1"/>
            <a:t>thứ</a:t>
          </a:r>
          <a:r>
            <a:rPr lang="en-US" sz="1600" b="1" kern="1200" dirty="0"/>
            <a:t> </a:t>
          </a:r>
          <a:r>
            <a:rPr lang="en-US" sz="1600" b="1" kern="1200" dirty="0" err="1"/>
            <a:t>nội</a:t>
          </a:r>
          <a:r>
            <a:rPr lang="en-US" sz="1600" b="1" kern="1200" dirty="0"/>
            <a:t> </a:t>
          </a:r>
          <a:r>
            <a:rPr lang="en-US" sz="1600" b="1" kern="1200" dirty="0" err="1"/>
            <a:t>biên</a:t>
          </a:r>
          <a:r>
            <a:rPr lang="en-US" sz="1600" b="1" kern="1200" dirty="0"/>
            <a:t>/ </a:t>
          </a:r>
          <a:r>
            <a:rPr lang="en-US" sz="1600" b="1" kern="1200" dirty="0" err="1"/>
            <a:t>Người</a:t>
          </a:r>
          <a:r>
            <a:rPr lang="en-US" sz="1600" b="1" kern="1200" dirty="0"/>
            <a:t> </a:t>
          </a:r>
          <a:r>
            <a:rPr lang="en-US" sz="1600" b="1" kern="1200" dirty="0" err="1"/>
            <a:t>có</a:t>
          </a:r>
          <a:r>
            <a:rPr lang="en-US" sz="1600" b="1" kern="1200" dirty="0"/>
            <a:t> </a:t>
          </a:r>
          <a:r>
            <a:rPr lang="en-US" sz="1600" b="1" kern="1200" dirty="0" err="1"/>
            <a:t>năng</a:t>
          </a:r>
          <a:r>
            <a:rPr lang="en-US" sz="1600" b="1" kern="1200" dirty="0"/>
            <a:t> </a:t>
          </a:r>
          <a:r>
            <a:rPr lang="en-US" sz="1600" b="1" kern="1200" dirty="0" err="1"/>
            <a:t>lực</a:t>
          </a:r>
          <a:endParaRPr lang="en-US" sz="1600" b="1" kern="1200" dirty="0"/>
        </a:p>
      </dsp:txBody>
      <dsp:txXfrm>
        <a:off x="1884970" y="2338656"/>
        <a:ext cx="1322943" cy="935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0DCE-DF8F-435B-158F-C443512E5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AF35C-13D3-1DE5-A814-EC7D38A05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F2E48-DCFD-204D-1848-421C9267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1C3F-E6EB-4031-9DE8-BF93F0487E7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4FA49-7447-5290-FC1C-4B7ED21E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6F5E0-B8EC-4AB1-60B0-EDD35ECC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E622D-1F05-4991-A0BB-EB79C1401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59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418BE-1599-AF8A-F24F-DC775AB7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9F366-94B5-0E79-3339-BCAD2C619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E0B87-E8AF-9521-882B-6647A898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1C3F-E6EB-4031-9DE8-BF93F0487E7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FC9CE-D266-1F51-7D57-F632BAC6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F086B-CFDE-CC6D-3B90-EF02419C0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E622D-1F05-4991-A0BB-EB79C1401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11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26035-0813-86A1-06B1-E5B18B3C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BFEB6-45C9-D1FC-2F17-58CF25FD9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BE8C3-82F7-3C2D-87DC-C6969899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1C3F-E6EB-4031-9DE8-BF93F0487E7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6AF04-F7B9-7311-0F94-01D296C4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0989E-6B78-8666-44D0-BDF03326C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E622D-1F05-4991-A0BB-EB79C1401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996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FA462-B46A-5DBB-D6FD-A9804B99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F08C6-79EC-9182-31B6-735AF8262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75767-555A-77F6-7229-447D04467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1A310-87B1-531C-97E2-06C85813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1C3F-E6EB-4031-9DE8-BF93F0487E7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AD770-E526-A6A4-FF62-562D5A530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FFC4F-1C65-0588-FADF-4711A1D2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E622D-1F05-4991-A0BB-EB79C1401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5E46-EC8D-AFC6-5850-11E0463F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FE246-5172-10B6-58DE-CC1037307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6926A-5C65-37CE-7EFD-FE50414D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E6DC5F-DCBB-4E19-2445-1EA9E7ABB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F2DCF-C50E-89D0-3FBA-53EBA9EFC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665B8-0EFD-166A-4610-83FD154DD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1C3F-E6EB-4031-9DE8-BF93F0487E7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741BE1-3810-15FC-475B-BC7B37D3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7795BE-6C1B-9DFA-E33E-C12AE33D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E622D-1F05-4991-A0BB-EB79C1401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77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8EACB-29BA-770D-EF33-6C601F187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8CCC6-3E5A-31DE-AA2A-4CA8E902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1C3F-E6EB-4031-9DE8-BF93F0487E7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56294C-F105-3FB6-88EC-D4F1D042B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A57D4-11DB-A629-33EF-5311A64FE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E622D-1F05-4991-A0BB-EB79C1401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2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3A2B81-F8F5-39F5-9A2C-74EE1BD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1C3F-E6EB-4031-9DE8-BF93F0487E7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AFEB1-3489-6C13-CD0D-B8F55A672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835BA-6D74-3423-A725-3D542F803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E622D-1F05-4991-A0BB-EB79C1401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7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3318D-8084-050A-1296-5707E6A24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C350-E8D8-93CE-6C4A-C3F77F6D4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7C535-75AB-3EEE-83CD-2954413B7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A50F9-615E-2BE1-615A-37526CDC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1C3F-E6EB-4031-9DE8-BF93F0487E7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705F7-79A7-74C4-6356-0E92257C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65645-BDF3-EC56-3D49-9F86C2EE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E622D-1F05-4991-A0BB-EB79C1401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8B346-E027-B7D8-DDB3-39DDC48FF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B5E33B-4634-84DC-53CF-9B8B90C5D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22223-561F-5F70-087E-86B2B20CA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2A31B-4D08-ABAF-0928-5CD1CC13C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1C3F-E6EB-4031-9DE8-BF93F0487E7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80362-262D-18E1-2172-5E9BF1F7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AF3C6-708C-79F6-807B-1935561A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E622D-1F05-4991-A0BB-EB79C1401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81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AF80-F618-9E49-D5A5-8D1E72C6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A7F3B-AAB9-35BB-2532-04C8F869C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5C890-8A5D-F940-4128-EB392B944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1C3F-E6EB-4031-9DE8-BF93F0487E7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C1309-E7E4-BAA6-A69A-302BEDBB2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A63CF-A549-AAFF-4130-527A5887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E622D-1F05-4991-A0BB-EB79C1401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91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39B5EC-DE02-6552-9392-442449A7B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C17FA-DBF1-B082-F4D7-F0900A651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058C-095D-07C8-4CD5-AB4EF4ED1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1C3F-E6EB-4031-9DE8-BF93F0487E7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A826E-0360-D0B3-9AF4-7C8747C4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A7FA8-63A0-DF40-0DE2-C9F5999C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E622D-1F05-4991-A0BB-EB79C1401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8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3815EC-BAFC-D695-3427-BDB307F0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85863-5090-BC4A-1B6B-09182C290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223C6-0BD4-C7EC-FBD5-E578739F4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31C3F-E6EB-4031-9DE8-BF93F0487E7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3EAA1-BA75-140D-5413-DFB026EF1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B3572-ECEC-ADF8-C221-416B44FB6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E622D-1F05-4991-A0BB-EB79C1401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8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B30C-B637-CAB0-8E18-95D845817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7305" y="3128445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QUẢN TRỊ NHÂN TÀI</a:t>
            </a:r>
          </a:p>
        </p:txBody>
      </p:sp>
      <p:pic>
        <p:nvPicPr>
          <p:cNvPr id="1026" name="Picture 2" descr="8 bí kíp &quot;săn&quot; nhân tài từ các CEO - Tạp chí Tài chính">
            <a:extLst>
              <a:ext uri="{FF2B5EF4-FFF2-40B4-BE49-F238E27FC236}">
                <a16:creationId xmlns:a16="http://schemas.microsoft.com/office/drawing/2014/main" id="{DBE856D4-AE99-CE82-2270-786E75644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465" y="683493"/>
            <a:ext cx="5005679" cy="3537346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283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3838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906" y="1825625"/>
            <a:ext cx="9888894" cy="4351338"/>
          </a:xfrm>
        </p:spPr>
        <p:txBody>
          <a:bodyPr>
            <a:normAutofit/>
          </a:bodyPr>
          <a:lstStyle/>
          <a:p>
            <a:r>
              <a:rPr lang="en-US" sz="2000" dirty="0"/>
              <a:t>Con</a:t>
            </a:r>
          </a:p>
          <a:p>
            <a:pPr lvl="1"/>
            <a:r>
              <a:rPr lang="en-US" sz="1800" dirty="0" err="1"/>
              <a:t>Ngợm</a:t>
            </a:r>
            <a:endParaRPr lang="en-US" sz="1800" dirty="0"/>
          </a:p>
          <a:p>
            <a:pPr lvl="1"/>
            <a:r>
              <a:rPr lang="en-US" sz="1800" dirty="0" err="1"/>
              <a:t>Ngươi</a:t>
            </a:r>
            <a:endParaRPr lang="en-US" sz="1800" dirty="0"/>
          </a:p>
          <a:p>
            <a:r>
              <a:rPr lang="en-US" sz="2000" dirty="0" err="1"/>
              <a:t>Người</a:t>
            </a:r>
            <a:endParaRPr lang="en-US" sz="2000" dirty="0"/>
          </a:p>
          <a:p>
            <a:pPr lvl="1"/>
            <a:r>
              <a:rPr lang="en-US" sz="1800" dirty="0" err="1"/>
              <a:t>người</a:t>
            </a:r>
            <a:endParaRPr lang="en-US" sz="1800" dirty="0"/>
          </a:p>
          <a:p>
            <a:pPr lvl="1"/>
            <a:r>
              <a:rPr lang="en-US" sz="1800" dirty="0" err="1"/>
              <a:t>Người</a:t>
            </a:r>
            <a:endParaRPr lang="en-US" sz="1800" dirty="0"/>
          </a:p>
          <a:p>
            <a:r>
              <a:rPr lang="en-US" sz="2200" dirty="0"/>
              <a:t>Con </a:t>
            </a:r>
            <a:r>
              <a:rPr lang="en-US" sz="2200" dirty="0" err="1"/>
              <a:t>người</a:t>
            </a:r>
            <a:r>
              <a:rPr lang="en-US" sz="2200" dirty="0"/>
              <a:t> </a:t>
            </a:r>
            <a:r>
              <a:rPr lang="en-US" sz="2200" dirty="0" err="1"/>
              <a:t>khác</a:t>
            </a:r>
            <a:r>
              <a:rPr lang="en-US" sz="2200" dirty="0"/>
              <a:t> con </a:t>
            </a:r>
            <a:r>
              <a:rPr lang="en-US" sz="2200" dirty="0" err="1"/>
              <a:t>vật</a:t>
            </a:r>
            <a:r>
              <a:rPr lang="en-US" sz="2200" dirty="0"/>
              <a:t> ở </a:t>
            </a:r>
            <a:r>
              <a:rPr lang="en-US" sz="2200" dirty="0" err="1"/>
              <a:t>tính</a:t>
            </a:r>
            <a:r>
              <a:rPr lang="en-US" sz="2200" dirty="0"/>
              <a:t> </a:t>
            </a:r>
            <a:r>
              <a:rPr lang="en-US" sz="2200" dirty="0" err="1"/>
              <a:t>cộng</a:t>
            </a:r>
            <a:r>
              <a:rPr lang="en-US" sz="2200" dirty="0"/>
              <a:t> </a:t>
            </a:r>
            <a:r>
              <a:rPr lang="en-US" sz="2200" dirty="0" err="1"/>
              <a:t>đồng</a:t>
            </a:r>
            <a:r>
              <a:rPr lang="en-US" sz="2200" dirty="0"/>
              <a:t>, </a:t>
            </a:r>
            <a:r>
              <a:rPr lang="en-US" sz="2200" dirty="0" err="1"/>
              <a:t>minh</a:t>
            </a:r>
            <a:r>
              <a:rPr lang="en-US" sz="2200" dirty="0"/>
              <a:t> </a:t>
            </a:r>
            <a:r>
              <a:rPr lang="en-US" sz="2200" dirty="0" err="1"/>
              <a:t>định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thấu</a:t>
            </a:r>
            <a:r>
              <a:rPr lang="en-US" sz="2200" dirty="0"/>
              <a:t> </a:t>
            </a:r>
            <a:r>
              <a:rPr lang="en-US" sz="2200" dirty="0" err="1"/>
              <a:t>cảm</a:t>
            </a:r>
            <a:endParaRPr lang="en-US" sz="2200" dirty="0"/>
          </a:p>
          <a:p>
            <a:r>
              <a:rPr lang="en-US" sz="2200" dirty="0"/>
              <a:t>Con </a:t>
            </a:r>
            <a:r>
              <a:rPr lang="en-US" sz="2200" dirty="0" err="1"/>
              <a:t>người</a:t>
            </a:r>
            <a:r>
              <a:rPr lang="en-US" sz="2200" dirty="0"/>
              <a:t> </a:t>
            </a:r>
            <a:r>
              <a:rPr lang="en-US" sz="2200" dirty="0" err="1"/>
              <a:t>chỉ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con </a:t>
            </a:r>
            <a:r>
              <a:rPr lang="en-US" sz="2200" dirty="0" err="1"/>
              <a:t>người</a:t>
            </a:r>
            <a:r>
              <a:rPr lang="en-US" sz="2200" dirty="0"/>
              <a:t> </a:t>
            </a:r>
            <a:r>
              <a:rPr lang="en-US" sz="2200" dirty="0" err="1"/>
              <a:t>khi</a:t>
            </a:r>
            <a:r>
              <a:rPr lang="en-US" sz="2200" dirty="0"/>
              <a:t> </a:t>
            </a:r>
            <a:r>
              <a:rPr lang="en-US" sz="2200" dirty="0" err="1"/>
              <a:t>sống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pháp</a:t>
            </a:r>
            <a:r>
              <a:rPr lang="en-US" sz="2200" dirty="0"/>
              <a:t> </a:t>
            </a:r>
            <a:r>
              <a:rPr lang="en-US" sz="2200" dirty="0" err="1"/>
              <a:t>luật</a:t>
            </a:r>
            <a:endParaRPr lang="en-US" sz="2200" dirty="0"/>
          </a:p>
          <a:p>
            <a:r>
              <a:rPr lang="en-US" sz="2200" dirty="0" err="1"/>
              <a:t>Người</a:t>
            </a:r>
            <a:r>
              <a:rPr lang="en-US" sz="2200" dirty="0"/>
              <a:t> </a:t>
            </a:r>
            <a:r>
              <a:rPr lang="en-US" sz="2200" dirty="0" err="1"/>
              <a:t>tài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nguyên</a:t>
            </a:r>
            <a:r>
              <a:rPr lang="en-US" sz="2200" dirty="0"/>
              <a:t> </a:t>
            </a:r>
            <a:r>
              <a:rPr lang="en-US" sz="2200" dirty="0" err="1"/>
              <a:t>khí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công</a:t>
            </a:r>
            <a:r>
              <a:rPr lang="en-US" sz="2200" dirty="0"/>
              <a:t> ty,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dân</a:t>
            </a:r>
            <a:r>
              <a:rPr lang="en-US" sz="2200" dirty="0"/>
              <a:t> </a:t>
            </a:r>
            <a:r>
              <a:rPr lang="en-US" sz="2200" dirty="0" err="1"/>
              <a:t>tộc</a:t>
            </a:r>
            <a:endParaRPr lang="en-US" sz="2200" dirty="0"/>
          </a:p>
          <a:p>
            <a:r>
              <a:rPr lang="en-US" sz="2200" dirty="0" err="1"/>
              <a:t>Làm</a:t>
            </a:r>
            <a:r>
              <a:rPr lang="en-US" sz="2200" dirty="0"/>
              <a:t> </a:t>
            </a:r>
            <a:r>
              <a:rPr lang="en-US" sz="2200" dirty="0" err="1"/>
              <a:t>người</a:t>
            </a:r>
            <a:r>
              <a:rPr lang="en-US" sz="2200" dirty="0"/>
              <a:t> </a:t>
            </a:r>
            <a:r>
              <a:rPr lang="en-US" sz="2200" dirty="0" err="1"/>
              <a:t>cho</a:t>
            </a:r>
            <a:r>
              <a:rPr lang="en-US" sz="2200" dirty="0"/>
              <a:t> </a:t>
            </a:r>
            <a:r>
              <a:rPr lang="en-US" sz="2200" dirty="0" err="1"/>
              <a:t>đúng</a:t>
            </a:r>
            <a:r>
              <a:rPr lang="en-US" sz="2200" dirty="0"/>
              <a:t> </a:t>
            </a:r>
            <a:r>
              <a:rPr lang="en-US" sz="2200" dirty="0" err="1"/>
              <a:t>trước</a:t>
            </a:r>
            <a:r>
              <a:rPr lang="en-US" sz="2200" dirty="0"/>
              <a:t> </a:t>
            </a:r>
            <a:r>
              <a:rPr lang="en-US" sz="2200" dirty="0" err="1"/>
              <a:t>khi</a:t>
            </a:r>
            <a:r>
              <a:rPr lang="en-US" sz="2200" dirty="0"/>
              <a:t> </a:t>
            </a:r>
            <a:r>
              <a:rPr lang="en-US" sz="2200" dirty="0" err="1"/>
              <a:t>làm</a:t>
            </a:r>
            <a:r>
              <a:rPr lang="en-US" sz="2200" dirty="0"/>
              <a:t> </a:t>
            </a:r>
            <a:r>
              <a:rPr lang="en-US" sz="2200" dirty="0" err="1"/>
              <a:t>người</a:t>
            </a:r>
            <a:r>
              <a:rPr lang="en-US" sz="2200" dirty="0"/>
              <a:t>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tài</a:t>
            </a: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179582" y="1057639"/>
            <a:ext cx="18085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</a:t>
            </a:r>
            <a:r>
              <a:rPr lang="en-US" sz="36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Người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A3E65C-342F-ACB5-8FA5-22C766BC2DDD}"/>
              </a:ext>
            </a:extLst>
          </p:cNvPr>
          <p:cNvSpPr/>
          <p:nvPr/>
        </p:nvSpPr>
        <p:spPr>
          <a:xfrm>
            <a:off x="6540760" y="1165361"/>
            <a:ext cx="5449077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Không</a:t>
            </a:r>
            <a:r>
              <a:rPr lang="en-US" sz="3200" b="1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 </a:t>
            </a:r>
            <a:r>
              <a:rPr lang="en-US" sz="3200" b="1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phải</a:t>
            </a:r>
            <a:r>
              <a:rPr lang="en-US" sz="3200" b="1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 ai </a:t>
            </a:r>
            <a:r>
              <a:rPr lang="en-US" sz="3200" b="1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sinh</a:t>
            </a:r>
            <a:r>
              <a:rPr lang="en-US" sz="3200" b="1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 </a:t>
            </a:r>
            <a:r>
              <a:rPr lang="en-US" sz="3200" b="1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ra</a:t>
            </a:r>
            <a:r>
              <a:rPr lang="en-US" sz="3200" b="1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 </a:t>
            </a:r>
            <a:r>
              <a:rPr lang="en-US" sz="3200" b="1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là</a:t>
            </a:r>
            <a:r>
              <a:rPr lang="en-US" sz="3200" b="1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 con </a:t>
            </a:r>
            <a:r>
              <a:rPr lang="en-US" sz="3200" b="1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người</a:t>
            </a:r>
            <a:r>
              <a:rPr lang="en-US" sz="3200" b="1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 </a:t>
            </a:r>
            <a:r>
              <a:rPr lang="en-US" sz="3200" b="1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cũng</a:t>
            </a:r>
            <a:r>
              <a:rPr lang="en-US" sz="3200" b="1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 </a:t>
            </a:r>
            <a:r>
              <a:rPr lang="en-US" sz="3200" b="1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làm</a:t>
            </a:r>
            <a:r>
              <a:rPr lang="en-US" sz="3200" b="1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 </a:t>
            </a:r>
            <a:r>
              <a:rPr lang="en-US" sz="3200" b="1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được</a:t>
            </a:r>
            <a:r>
              <a:rPr lang="en-US" sz="3200" b="1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 “</a:t>
            </a:r>
            <a:r>
              <a:rPr lang="en-US" sz="3200" b="1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Người</a:t>
            </a:r>
            <a:r>
              <a:rPr lang="en-US" sz="3200" b="1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Condensed" panose="020B0502040204020203" pitchFamily="34" charset="0"/>
              </a:rPr>
              <a:t>”</a:t>
            </a:r>
          </a:p>
        </p:txBody>
      </p:sp>
      <p:pic>
        <p:nvPicPr>
          <p:cNvPr id="2050" name="Picture 2" descr="Hai Mặt - Thích Thanh Tuệ - VẤN ĐỀ CỦA CHÚNG TA - Ái Hữu Biên Hòa">
            <a:extLst>
              <a:ext uri="{FF2B5EF4-FFF2-40B4-BE49-F238E27FC236}">
                <a16:creationId xmlns:a16="http://schemas.microsoft.com/office/drawing/2014/main" id="{E52710A6-8862-4AA3-BA6F-4D7351F48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19168" y="2598198"/>
            <a:ext cx="2415851" cy="363893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78BBFDD-6610-7313-CB96-04B9384F20AF}"/>
              </a:ext>
            </a:extLst>
          </p:cNvPr>
          <p:cNvSpPr/>
          <p:nvPr/>
        </p:nvSpPr>
        <p:spPr>
          <a:xfrm>
            <a:off x="1464906" y="5800361"/>
            <a:ext cx="688579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è"/>
            </a:pPr>
            <a:r>
              <a:rPr lang="en-US" sz="1600" b="0" i="1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Người</a:t>
            </a:r>
            <a:r>
              <a:rPr lang="en-US" sz="1600" b="0" i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b="0" i="1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tài</a:t>
            </a:r>
            <a:r>
              <a:rPr lang="en-US" sz="1600" b="0" i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b="0" i="1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là</a:t>
            </a:r>
            <a:r>
              <a:rPr lang="en-US" sz="1600" b="0" i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b="0" i="1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hoàn</a:t>
            </a:r>
            <a:r>
              <a:rPr lang="en-US" sz="1600" b="0" i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b="0" i="1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toàn</a:t>
            </a:r>
            <a:r>
              <a:rPr lang="en-US" sz="1600" b="0" i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b="0" i="1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rèn</a:t>
            </a:r>
            <a:r>
              <a:rPr lang="en-US" sz="1600" b="0" i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b="0" i="1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luyện</a:t>
            </a:r>
            <a:r>
              <a:rPr lang="en-US" sz="1600" b="0" i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b="0" i="1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được</a:t>
            </a:r>
            <a:endParaRPr lang="en-US" sz="1600" b="0" i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Wingdings" panose="05000000000000000000" pitchFamily="2" charset="2"/>
            </a:endParaRPr>
          </a:p>
          <a:p>
            <a:pPr marL="457200" indent="-457200">
              <a:buFont typeface="Wingdings" panose="05000000000000000000" pitchFamily="2" charset="2"/>
              <a:buChar char="è"/>
            </a:pP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Bằng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cách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: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rèn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luyện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sâu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+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rèn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luyện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có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mục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đích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+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lặp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lại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+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có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thầy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chỉ</a:t>
            </a:r>
            <a:r>
              <a:rPr lang="en-US" sz="16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dẫn</a:t>
            </a:r>
            <a:endParaRPr lang="en-US" sz="1600" b="0" i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58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442927" cy="903838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52" y="1793792"/>
            <a:ext cx="9888894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khái</a:t>
            </a:r>
            <a:r>
              <a:rPr lang="en-US" sz="2000" dirty="0"/>
              <a:t> </a:t>
            </a:r>
            <a:r>
              <a:rPr lang="en-US" sz="2000" dirty="0" err="1"/>
              <a:t>niệm</a:t>
            </a:r>
            <a:r>
              <a:rPr lang="en-US" sz="2000" dirty="0"/>
              <a:t> </a:t>
            </a:r>
            <a:r>
              <a:rPr lang="en-US" sz="2000" dirty="0" err="1"/>
              <a:t>từng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/>
              <a:t>Trước</a:t>
            </a:r>
            <a:r>
              <a:rPr lang="en-US" sz="1800" dirty="0"/>
              <a:t> </a:t>
            </a:r>
            <a:r>
              <a:rPr lang="en-US" sz="1800" dirty="0" err="1"/>
              <a:t>đây</a:t>
            </a:r>
            <a:r>
              <a:rPr lang="en-US" sz="1800" dirty="0"/>
              <a:t> </a:t>
            </a:r>
            <a:r>
              <a:rPr lang="en-US" sz="1800" dirty="0" err="1"/>
              <a:t>nhân</a:t>
            </a:r>
            <a:r>
              <a:rPr lang="en-US" sz="1800" dirty="0"/>
              <a:t> </a:t>
            </a:r>
            <a:r>
              <a:rPr lang="en-US" sz="1800" dirty="0" err="1"/>
              <a:t>tài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năng</a:t>
            </a:r>
            <a:r>
              <a:rPr lang="en-US" sz="1800" dirty="0"/>
              <a:t> </a:t>
            </a:r>
            <a:r>
              <a:rPr lang="en-US" sz="1800" dirty="0" err="1"/>
              <a:t>lực</a:t>
            </a:r>
            <a:r>
              <a:rPr lang="en-US" sz="1800" dirty="0"/>
              <a:t> </a:t>
            </a:r>
            <a:r>
              <a:rPr lang="en-US" sz="1800" dirty="0" err="1"/>
              <a:t>vượt</a:t>
            </a:r>
            <a:r>
              <a:rPr lang="en-US" sz="1800" dirty="0"/>
              <a:t> </a:t>
            </a:r>
            <a:r>
              <a:rPr lang="en-US" sz="1800" dirty="0" err="1"/>
              <a:t>trội</a:t>
            </a:r>
            <a:r>
              <a:rPr lang="en-US" sz="1800" dirty="0"/>
              <a:t> ở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lĩnh</a:t>
            </a:r>
            <a:r>
              <a:rPr lang="en-US" sz="1800" dirty="0"/>
              <a:t> </a:t>
            </a:r>
            <a:r>
              <a:rPr lang="en-US" sz="1800" dirty="0" err="1"/>
              <a:t>vực</a:t>
            </a:r>
            <a:r>
              <a:rPr lang="en-US" sz="1800" dirty="0"/>
              <a:t> </a:t>
            </a:r>
            <a:r>
              <a:rPr lang="en-US" sz="1800" dirty="0" err="1"/>
              <a:t>nào</a:t>
            </a:r>
            <a:r>
              <a:rPr lang="en-US" sz="1800" dirty="0"/>
              <a:t> </a:t>
            </a:r>
            <a:r>
              <a:rPr lang="en-US" sz="1800" dirty="0" err="1"/>
              <a:t>đó</a:t>
            </a:r>
            <a:r>
              <a:rPr lang="en-US" sz="1800" dirty="0"/>
              <a:t>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/>
              <a:t>Thế</a:t>
            </a:r>
            <a:r>
              <a:rPr lang="en-US" sz="1800" dirty="0"/>
              <a:t> </a:t>
            </a:r>
            <a:r>
              <a:rPr lang="en-US" sz="1800" dirty="0" err="1"/>
              <a:t>kỷ</a:t>
            </a:r>
            <a:r>
              <a:rPr lang="en-US" sz="1800" dirty="0"/>
              <a:t> 19 </a:t>
            </a:r>
            <a:r>
              <a:rPr lang="en-US" sz="1800" dirty="0">
                <a:sym typeface="Wingdings" panose="05000000000000000000" pitchFamily="2" charset="2"/>
              </a:rPr>
              <a:t> </a:t>
            </a:r>
            <a:r>
              <a:rPr lang="en-US" sz="1800" dirty="0" err="1">
                <a:sym typeface="Wingdings" panose="05000000000000000000" pitchFamily="2" charset="2"/>
              </a:rPr>
              <a:t>nhân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tài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tổ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hợp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nhân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cách</a:t>
            </a:r>
            <a:endParaRPr lang="en-US" sz="18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minh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Sáng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cao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Động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mạnh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mẽ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chuyên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môn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chuyên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biệt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vượt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trội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Thế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kỷ</a:t>
            </a:r>
            <a:r>
              <a:rPr lang="en-US" sz="1800" dirty="0">
                <a:sym typeface="Wingdings" panose="05000000000000000000" pitchFamily="2" charset="2"/>
              </a:rPr>
              <a:t> 20  </a:t>
            </a:r>
            <a:r>
              <a:rPr lang="en-US" sz="1800" dirty="0" err="1">
                <a:sym typeface="Wingdings" panose="05000000000000000000" pitchFamily="2" charset="2"/>
              </a:rPr>
              <a:t>nhân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tài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gồm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các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cấp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độ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sau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lực</a:t>
            </a:r>
            <a:r>
              <a:rPr lang="en-US" sz="1400" dirty="0">
                <a:sym typeface="Wingdings" panose="05000000000000000000" pitchFamily="2" charset="2"/>
              </a:rPr>
              <a:t>:</a:t>
            </a:r>
            <a:endParaRPr lang="en-US" sz="14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Là</a:t>
            </a:r>
            <a:r>
              <a:rPr lang="en-US" sz="1200" dirty="0"/>
              <a:t> </a:t>
            </a:r>
            <a:r>
              <a:rPr lang="en-US" sz="1200" dirty="0" err="1"/>
              <a:t>người</a:t>
            </a:r>
            <a:r>
              <a:rPr lang="en-US" sz="1200" dirty="0"/>
              <a:t>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khả</a:t>
            </a:r>
            <a:r>
              <a:rPr lang="en-US" sz="1200" dirty="0"/>
              <a:t> </a:t>
            </a:r>
            <a:r>
              <a:rPr lang="en-US" sz="1200" dirty="0" err="1"/>
              <a:t>năng</a:t>
            </a:r>
            <a:r>
              <a:rPr lang="en-US" sz="1200" dirty="0"/>
              <a:t> </a:t>
            </a:r>
            <a:r>
              <a:rPr lang="en-US" sz="1200" dirty="0" err="1"/>
              <a:t>thành</a:t>
            </a:r>
            <a:r>
              <a:rPr lang="en-US" sz="1200" dirty="0"/>
              <a:t> </a:t>
            </a:r>
            <a:r>
              <a:rPr lang="en-US" sz="1200" dirty="0" err="1"/>
              <a:t>thục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chắc</a:t>
            </a:r>
            <a:r>
              <a:rPr lang="en-US" sz="1200" dirty="0"/>
              <a:t> </a:t>
            </a:r>
            <a:r>
              <a:rPr lang="en-US" sz="1200" dirty="0" err="1"/>
              <a:t>chắn</a:t>
            </a:r>
            <a:r>
              <a:rPr lang="en-US" sz="1200" dirty="0"/>
              <a:t> </a:t>
            </a:r>
            <a:r>
              <a:rPr lang="en-US" sz="1200" dirty="0" err="1"/>
              <a:t>một</a:t>
            </a:r>
            <a:r>
              <a:rPr lang="en-US" sz="1200" dirty="0"/>
              <a:t> </a:t>
            </a:r>
            <a:r>
              <a:rPr lang="en-US" sz="1200" dirty="0" err="1"/>
              <a:t>hoạt</a:t>
            </a:r>
            <a:r>
              <a:rPr lang="en-US" sz="1200" dirty="0"/>
              <a:t> </a:t>
            </a:r>
            <a:r>
              <a:rPr lang="en-US" sz="1200" dirty="0" err="1"/>
              <a:t>động</a:t>
            </a:r>
            <a:r>
              <a:rPr lang="en-US" sz="1200" dirty="0"/>
              <a:t> </a:t>
            </a:r>
            <a:r>
              <a:rPr lang="en-US" sz="1200" dirty="0" err="1"/>
              <a:t>nào</a:t>
            </a:r>
            <a:r>
              <a:rPr lang="en-US" sz="1200" dirty="0"/>
              <a:t> </a:t>
            </a:r>
            <a:r>
              <a:rPr lang="en-US" sz="1200" dirty="0" err="1"/>
              <a:t>đó</a:t>
            </a:r>
            <a:endParaRPr lang="en-US" sz="12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Họ</a:t>
            </a:r>
            <a:r>
              <a:rPr lang="en-US" sz="1200" dirty="0"/>
              <a:t>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năng</a:t>
            </a:r>
            <a:r>
              <a:rPr lang="en-US" sz="1200" dirty="0"/>
              <a:t> </a:t>
            </a:r>
            <a:r>
              <a:rPr lang="en-US" sz="1200" dirty="0" err="1"/>
              <a:t>khiếu</a:t>
            </a:r>
            <a:r>
              <a:rPr lang="en-US" sz="1200" dirty="0"/>
              <a:t>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Phát</a:t>
            </a:r>
            <a:r>
              <a:rPr lang="en-US" sz="1200" dirty="0"/>
              <a:t> </a:t>
            </a:r>
            <a:r>
              <a:rPr lang="en-US" sz="1200" dirty="0" err="1"/>
              <a:t>triển</a:t>
            </a:r>
            <a:r>
              <a:rPr lang="en-US" sz="1200" dirty="0"/>
              <a:t> </a:t>
            </a:r>
            <a:r>
              <a:rPr lang="en-US" sz="1200" dirty="0" err="1"/>
              <a:t>xã</a:t>
            </a:r>
            <a:r>
              <a:rPr lang="en-US" sz="1200" dirty="0"/>
              <a:t> </a:t>
            </a:r>
            <a:r>
              <a:rPr lang="en-US" sz="1200" dirty="0" err="1"/>
              <a:t>hội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</a:t>
            </a:r>
            <a:r>
              <a:rPr lang="en-US" sz="1200" dirty="0" err="1"/>
              <a:t>nên</a:t>
            </a:r>
            <a:endParaRPr lang="en-US" sz="12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Rèn</a:t>
            </a:r>
            <a:r>
              <a:rPr lang="en-US" sz="1200" dirty="0"/>
              <a:t> </a:t>
            </a:r>
            <a:r>
              <a:rPr lang="en-US" sz="1200" dirty="0" err="1"/>
              <a:t>luyện</a:t>
            </a:r>
            <a:r>
              <a:rPr lang="en-US" sz="1200" dirty="0"/>
              <a:t> </a:t>
            </a:r>
            <a:r>
              <a:rPr lang="en-US" sz="1200" dirty="0" err="1"/>
              <a:t>cá</a:t>
            </a:r>
            <a:r>
              <a:rPr lang="en-US" sz="1200" dirty="0"/>
              <a:t> </a:t>
            </a:r>
            <a:r>
              <a:rPr lang="en-US" sz="1200" dirty="0" err="1"/>
              <a:t>nhân</a:t>
            </a:r>
            <a:endParaRPr lang="en-US" sz="1200" dirty="0"/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/>
              <a:t>Người</a:t>
            </a:r>
            <a:r>
              <a:rPr lang="en-US" sz="1400" dirty="0"/>
              <a:t> </a:t>
            </a:r>
            <a:r>
              <a:rPr lang="en-US" sz="1400" dirty="0" err="1"/>
              <a:t>tài</a:t>
            </a:r>
            <a:endParaRPr lang="en-US" sz="14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Người</a:t>
            </a:r>
            <a:r>
              <a:rPr lang="en-US" sz="1200" dirty="0"/>
              <a:t>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năng</a:t>
            </a:r>
            <a:r>
              <a:rPr lang="en-US" sz="1200" dirty="0"/>
              <a:t> </a:t>
            </a:r>
            <a:r>
              <a:rPr lang="en-US" sz="1200" dirty="0" err="1"/>
              <a:t>lực</a:t>
            </a:r>
            <a:r>
              <a:rPr lang="en-US" sz="1200" dirty="0"/>
              <a:t> ở </a:t>
            </a:r>
            <a:r>
              <a:rPr lang="en-US" sz="1200" dirty="0" err="1"/>
              <a:t>mức</a:t>
            </a:r>
            <a:r>
              <a:rPr lang="en-US" sz="1200" dirty="0"/>
              <a:t> </a:t>
            </a:r>
            <a:r>
              <a:rPr lang="en-US" sz="1200" dirty="0" err="1"/>
              <a:t>chất</a:t>
            </a:r>
            <a:r>
              <a:rPr lang="en-US" sz="1200" dirty="0"/>
              <a:t> </a:t>
            </a:r>
            <a:r>
              <a:rPr lang="en-US" sz="1200" dirty="0" err="1"/>
              <a:t>lượng</a:t>
            </a:r>
            <a:r>
              <a:rPr lang="en-US" sz="1200" dirty="0"/>
              <a:t> </a:t>
            </a:r>
            <a:r>
              <a:rPr lang="en-US" sz="1200" dirty="0" err="1"/>
              <a:t>cao</a:t>
            </a:r>
            <a:r>
              <a:rPr lang="en-US" sz="1200" dirty="0"/>
              <a:t> </a:t>
            </a:r>
            <a:r>
              <a:rPr lang="en-US" sz="1200" dirty="0" err="1"/>
              <a:t>hơn</a:t>
            </a:r>
            <a:r>
              <a:rPr lang="en-US" sz="1200" dirty="0"/>
              <a:t> (</a:t>
            </a:r>
            <a:r>
              <a:rPr lang="en-US" sz="1200" dirty="0" err="1"/>
              <a:t>đạt</a:t>
            </a:r>
            <a:r>
              <a:rPr lang="en-US" sz="1200" dirty="0"/>
              <a:t> </a:t>
            </a:r>
            <a:r>
              <a:rPr lang="en-US" sz="1200" dirty="0" err="1"/>
              <a:t>mức</a:t>
            </a:r>
            <a:r>
              <a:rPr lang="en-US" sz="1200" dirty="0"/>
              <a:t> </a:t>
            </a:r>
            <a:r>
              <a:rPr lang="en-US" sz="1200" dirty="0" err="1"/>
              <a:t>xuất</a:t>
            </a:r>
            <a:r>
              <a:rPr lang="en-US" sz="1200" dirty="0"/>
              <a:t> </a:t>
            </a:r>
            <a:r>
              <a:rPr lang="en-US" sz="1200" dirty="0" err="1"/>
              <a:t>xắc</a:t>
            </a:r>
            <a:r>
              <a:rPr lang="en-US" sz="1200" dirty="0"/>
              <a:t> </a:t>
            </a:r>
            <a:r>
              <a:rPr lang="en-US" sz="1200" dirty="0" err="1"/>
              <a:t>theo</a:t>
            </a:r>
            <a:r>
              <a:rPr lang="en-US" sz="1200" dirty="0"/>
              <a:t> </a:t>
            </a:r>
            <a:r>
              <a:rPr lang="en-US" sz="1200" dirty="0" err="1"/>
              <a:t>thành</a:t>
            </a:r>
            <a:r>
              <a:rPr lang="en-US" sz="1200" dirty="0"/>
              <a:t> </a:t>
            </a:r>
            <a:r>
              <a:rPr lang="en-US" sz="1200" dirty="0" err="1"/>
              <a:t>tựu</a:t>
            </a:r>
            <a:r>
              <a:rPr lang="en-US" sz="1200" dirty="0"/>
              <a:t> </a:t>
            </a:r>
            <a:r>
              <a:rPr lang="en-US" sz="1200" dirty="0" err="1"/>
              <a:t>hoặc</a:t>
            </a:r>
            <a:r>
              <a:rPr lang="en-US" sz="1200" dirty="0"/>
              <a:t> </a:t>
            </a:r>
            <a:r>
              <a:rPr lang="en-US" sz="1200" dirty="0" err="1"/>
              <a:t>mới</a:t>
            </a:r>
            <a:r>
              <a:rPr lang="en-US" sz="1200" dirty="0"/>
              <a:t> </a:t>
            </a:r>
            <a:r>
              <a:rPr lang="en-US" sz="1200" dirty="0" err="1"/>
              <a:t>mẻ</a:t>
            </a:r>
            <a:r>
              <a:rPr lang="en-US" sz="1200" dirty="0"/>
              <a:t>)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Thành</a:t>
            </a:r>
            <a:r>
              <a:rPr lang="en-US" sz="1200" dirty="0"/>
              <a:t> </a:t>
            </a:r>
            <a:r>
              <a:rPr lang="en-US" sz="1200" dirty="0" err="1"/>
              <a:t>thục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chắc</a:t>
            </a:r>
            <a:r>
              <a:rPr lang="en-US" sz="1200" dirty="0"/>
              <a:t> </a:t>
            </a:r>
            <a:r>
              <a:rPr lang="en-US" sz="1200" dirty="0" err="1"/>
              <a:t>chắn</a:t>
            </a:r>
            <a:r>
              <a:rPr lang="en-US" sz="1200" dirty="0"/>
              <a:t> </a:t>
            </a:r>
            <a:r>
              <a:rPr lang="en-US" sz="1200" dirty="0" err="1"/>
              <a:t>cao</a:t>
            </a:r>
            <a:endParaRPr lang="en-US" sz="12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Phát</a:t>
            </a:r>
            <a:r>
              <a:rPr lang="en-US" sz="1200" dirty="0"/>
              <a:t> </a:t>
            </a:r>
            <a:r>
              <a:rPr lang="en-US" sz="1200" dirty="0" err="1"/>
              <a:t>triển</a:t>
            </a:r>
            <a:r>
              <a:rPr lang="en-US" sz="1200" dirty="0"/>
              <a:t> </a:t>
            </a:r>
            <a:r>
              <a:rPr lang="en-US" sz="1200" dirty="0" err="1"/>
              <a:t>xã</a:t>
            </a:r>
            <a:r>
              <a:rPr lang="en-US" sz="1200" dirty="0"/>
              <a:t> </a:t>
            </a:r>
            <a:r>
              <a:rPr lang="en-US" sz="1200" dirty="0" err="1"/>
              <a:t>hội</a:t>
            </a:r>
            <a:endParaRPr lang="en-US" sz="12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Rèn</a:t>
            </a:r>
            <a:r>
              <a:rPr lang="en-US" sz="1200" dirty="0"/>
              <a:t> </a:t>
            </a:r>
            <a:r>
              <a:rPr lang="en-US" sz="1200" dirty="0" err="1"/>
              <a:t>luyện</a:t>
            </a:r>
            <a:r>
              <a:rPr lang="en-US" sz="1200" dirty="0"/>
              <a:t> </a:t>
            </a:r>
            <a:r>
              <a:rPr lang="en-US" sz="1200" dirty="0" err="1"/>
              <a:t>cá</a:t>
            </a:r>
            <a:r>
              <a:rPr lang="en-US" sz="1200" dirty="0"/>
              <a:t> </a:t>
            </a:r>
            <a:r>
              <a:rPr lang="en-US" sz="1200" dirty="0" err="1"/>
              <a:t>nhân</a:t>
            </a:r>
            <a:endParaRPr lang="en-US" sz="12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Thực</a:t>
            </a:r>
            <a:r>
              <a:rPr lang="en-US" sz="1200" dirty="0"/>
              <a:t> </a:t>
            </a:r>
            <a:r>
              <a:rPr lang="en-US" sz="1200" dirty="0" err="1"/>
              <a:t>tiễn</a:t>
            </a:r>
            <a:r>
              <a:rPr lang="en-US" sz="1200" dirty="0"/>
              <a:t> </a:t>
            </a:r>
            <a:r>
              <a:rPr lang="en-US" sz="1200" dirty="0" err="1"/>
              <a:t>phong</a:t>
            </a:r>
            <a:r>
              <a:rPr lang="en-US" sz="1200" dirty="0"/>
              <a:t> </a:t>
            </a:r>
            <a:r>
              <a:rPr lang="en-US" sz="1200" dirty="0" err="1"/>
              <a:t>phú</a:t>
            </a:r>
            <a:r>
              <a:rPr lang="en-US" sz="1200" dirty="0"/>
              <a:t> (</a:t>
            </a:r>
            <a:r>
              <a:rPr lang="en-US" sz="1200" dirty="0" err="1"/>
              <a:t>rèn</a:t>
            </a:r>
            <a:r>
              <a:rPr lang="en-US" sz="1200" dirty="0"/>
              <a:t> </a:t>
            </a:r>
            <a:r>
              <a:rPr lang="en-US" sz="1200" dirty="0" err="1"/>
              <a:t>luyện</a:t>
            </a:r>
            <a:r>
              <a:rPr lang="en-US" sz="1200" dirty="0"/>
              <a:t> </a:t>
            </a:r>
            <a:r>
              <a:rPr lang="en-US" sz="1200" dirty="0" err="1"/>
              <a:t>sâu</a:t>
            </a:r>
            <a:r>
              <a:rPr lang="en-US" sz="1200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112364" y="1057639"/>
            <a:ext cx="36038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2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23251-2F2C-F98B-2AB6-95FA1E81D624}"/>
              </a:ext>
            </a:extLst>
          </p:cNvPr>
          <p:cNvSpPr txBox="1"/>
          <p:nvPr/>
        </p:nvSpPr>
        <p:spPr>
          <a:xfrm>
            <a:off x="7124885" y="1117963"/>
            <a:ext cx="4656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“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Người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tài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là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tài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sản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lớn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nhất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của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công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ty,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nhưng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người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tài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phù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hợp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mới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mang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lại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giá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trị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cho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800" b="1" i="1" dirty="0" err="1">
                <a:solidFill>
                  <a:srgbClr val="C00000"/>
                </a:solidFill>
                <a:latin typeface="Bahnschrift SemiCondensed" panose="020B0502040204020203" pitchFamily="34" charset="0"/>
              </a:rPr>
              <a:t>công</a:t>
            </a:r>
            <a:r>
              <a:rPr lang="en-US" sz="1800" b="1" i="1" dirty="0">
                <a:solidFill>
                  <a:srgbClr val="C00000"/>
                </a:solidFill>
                <a:latin typeface="Bahnschrift SemiCondensed" panose="020B0502040204020203" pitchFamily="34" charset="0"/>
              </a:rPr>
              <a:t> ty”</a:t>
            </a:r>
          </a:p>
        </p:txBody>
      </p:sp>
      <p:pic>
        <p:nvPicPr>
          <p:cNvPr id="1026" name="Picture 2" descr="Cty sẽ làm gì để tìm nhân tài có năng lực mới? | Anphabe">
            <a:extLst>
              <a:ext uri="{FF2B5EF4-FFF2-40B4-BE49-F238E27FC236}">
                <a16:creationId xmlns:a16="http://schemas.microsoft.com/office/drawing/2014/main" id="{6497B386-0D17-CFEE-30FB-5C87E62CB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919" y="3001710"/>
            <a:ext cx="2670653" cy="166470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8144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442927" cy="903838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52" y="1793792"/>
            <a:ext cx="9888894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khái</a:t>
            </a:r>
            <a:r>
              <a:rPr lang="en-US" sz="2000" dirty="0"/>
              <a:t> </a:t>
            </a:r>
            <a:r>
              <a:rPr lang="en-US" sz="2000" dirty="0" err="1"/>
              <a:t>niệm</a:t>
            </a:r>
            <a:r>
              <a:rPr lang="en-US" sz="2000" dirty="0"/>
              <a:t> </a:t>
            </a:r>
            <a:r>
              <a:rPr lang="en-US" sz="2000" dirty="0" err="1"/>
              <a:t>từng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/>
              <a:t>Thế</a:t>
            </a:r>
            <a:r>
              <a:rPr lang="en-US" sz="1800" dirty="0"/>
              <a:t> </a:t>
            </a:r>
            <a:r>
              <a:rPr lang="en-US" sz="1800" dirty="0" err="1"/>
              <a:t>kỷ</a:t>
            </a:r>
            <a:r>
              <a:rPr lang="en-US" sz="1800" dirty="0"/>
              <a:t> 2: </a:t>
            </a:r>
            <a:r>
              <a:rPr lang="en-US" sz="1800" dirty="0" err="1"/>
              <a:t>nhân</a:t>
            </a:r>
            <a:r>
              <a:rPr lang="en-US" sz="1800" dirty="0"/>
              <a:t> </a:t>
            </a:r>
            <a:r>
              <a:rPr lang="en-US" sz="1800" dirty="0" err="1"/>
              <a:t>tài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tổ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3 </a:t>
            </a:r>
            <a:r>
              <a:rPr lang="en-US" sz="1800" dirty="0" err="1"/>
              <a:t>yếu</a:t>
            </a:r>
            <a:r>
              <a:rPr lang="en-US" sz="1800" dirty="0"/>
              <a:t> </a:t>
            </a:r>
            <a:r>
              <a:rPr lang="en-US" sz="1800" dirty="0" err="1"/>
              <a:t>tố</a:t>
            </a:r>
            <a:r>
              <a:rPr lang="en-US" sz="1800" dirty="0"/>
              <a:t> (</a:t>
            </a:r>
            <a:r>
              <a:rPr lang="en-US" sz="1800" dirty="0" err="1"/>
              <a:t>Năng</a:t>
            </a:r>
            <a:r>
              <a:rPr lang="en-US" sz="1800" dirty="0"/>
              <a:t> </a:t>
            </a:r>
            <a:r>
              <a:rPr lang="en-US" sz="1800" dirty="0" err="1"/>
              <a:t>lực</a:t>
            </a:r>
            <a:r>
              <a:rPr lang="en-US" sz="1800" dirty="0"/>
              <a:t> + Cam </a:t>
            </a:r>
            <a:r>
              <a:rPr lang="en-US" sz="1800" dirty="0" err="1"/>
              <a:t>kết</a:t>
            </a:r>
            <a:r>
              <a:rPr lang="en-US" sz="1800" dirty="0"/>
              <a:t> + </a:t>
            </a:r>
            <a:r>
              <a:rPr lang="en-US" sz="1800" dirty="0" err="1"/>
              <a:t>Cống</a:t>
            </a:r>
            <a:r>
              <a:rPr lang="en-US" sz="1800" dirty="0"/>
              <a:t> </a:t>
            </a:r>
            <a:r>
              <a:rPr lang="en-US" sz="1800" dirty="0" err="1"/>
              <a:t>hiến</a:t>
            </a:r>
            <a:r>
              <a:rPr lang="en-US" sz="1800" dirty="0"/>
              <a:t>)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/>
              <a:t>Năng</a:t>
            </a:r>
            <a:r>
              <a:rPr lang="en-US" sz="1400" dirty="0"/>
              <a:t> </a:t>
            </a:r>
            <a:r>
              <a:rPr lang="en-US" sz="1400" dirty="0" err="1"/>
              <a:t>lực</a:t>
            </a:r>
            <a:r>
              <a:rPr lang="en-US" sz="1400" dirty="0"/>
              <a:t>: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Kiến</a:t>
            </a:r>
            <a:r>
              <a:rPr lang="en-US" sz="1200" dirty="0"/>
              <a:t> </a:t>
            </a:r>
            <a:r>
              <a:rPr lang="en-US" sz="1200" dirty="0" err="1"/>
              <a:t>thức</a:t>
            </a:r>
            <a:r>
              <a:rPr lang="en-US" sz="1200" dirty="0"/>
              <a:t> + </a:t>
            </a:r>
            <a:r>
              <a:rPr lang="en-US" sz="1200" dirty="0" err="1"/>
              <a:t>Kỹ</a:t>
            </a:r>
            <a:r>
              <a:rPr lang="en-US" sz="1200" dirty="0"/>
              <a:t> </a:t>
            </a:r>
            <a:r>
              <a:rPr lang="en-US" sz="1200" dirty="0" err="1"/>
              <a:t>năng</a:t>
            </a:r>
            <a:r>
              <a:rPr lang="en-US" sz="1200" dirty="0"/>
              <a:t> + </a:t>
            </a:r>
            <a:r>
              <a:rPr lang="en-US" sz="1200" dirty="0" err="1"/>
              <a:t>Thái</a:t>
            </a:r>
            <a:r>
              <a:rPr lang="en-US" sz="1200" dirty="0"/>
              <a:t> </a:t>
            </a:r>
            <a:r>
              <a:rPr lang="en-US" sz="1200" dirty="0" err="1"/>
              <a:t>độ</a:t>
            </a:r>
            <a:endParaRPr lang="en-US" sz="12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Phù</a:t>
            </a:r>
            <a:r>
              <a:rPr lang="en-US" sz="1200" dirty="0"/>
              <a:t> </a:t>
            </a:r>
            <a:r>
              <a:rPr lang="en-US" sz="1200" dirty="0" err="1"/>
              <a:t>hợp</a:t>
            </a:r>
            <a:r>
              <a:rPr lang="en-US" sz="1200" dirty="0"/>
              <a:t> </a:t>
            </a:r>
            <a:r>
              <a:rPr lang="en-US" sz="1200" dirty="0" err="1"/>
              <a:t>với</a:t>
            </a:r>
            <a:r>
              <a:rPr lang="en-US" sz="1200" dirty="0"/>
              <a:t> </a:t>
            </a:r>
            <a:r>
              <a:rPr lang="en-US" sz="1200" dirty="0" err="1"/>
              <a:t>công</a:t>
            </a:r>
            <a:r>
              <a:rPr lang="en-US" sz="1200" dirty="0"/>
              <a:t> </a:t>
            </a:r>
            <a:r>
              <a:rPr lang="en-US" sz="1200" dirty="0" err="1"/>
              <a:t>việc</a:t>
            </a:r>
            <a:r>
              <a:rPr lang="en-US" sz="1200" dirty="0"/>
              <a:t> </a:t>
            </a:r>
            <a:r>
              <a:rPr lang="en-US" sz="1200" dirty="0" err="1"/>
              <a:t>thời</a:t>
            </a:r>
            <a:r>
              <a:rPr lang="en-US" sz="1200" dirty="0"/>
              <a:t> </a:t>
            </a:r>
            <a:r>
              <a:rPr lang="en-US" sz="1200" dirty="0" err="1"/>
              <a:t>đại</a:t>
            </a:r>
            <a:endParaRPr lang="en-US" sz="12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Phù</a:t>
            </a:r>
            <a:r>
              <a:rPr lang="en-US" sz="1200" dirty="0"/>
              <a:t> </a:t>
            </a:r>
            <a:r>
              <a:rPr lang="en-US" sz="1200" dirty="0" err="1"/>
              <a:t>hợp</a:t>
            </a:r>
            <a:r>
              <a:rPr lang="en-US" sz="1200" dirty="0"/>
              <a:t> </a:t>
            </a:r>
            <a:r>
              <a:rPr lang="en-US" sz="1200" dirty="0" err="1"/>
              <a:t>với</a:t>
            </a:r>
            <a:r>
              <a:rPr lang="en-US" sz="1200" dirty="0"/>
              <a:t> </a:t>
            </a:r>
            <a:r>
              <a:rPr lang="en-US" sz="1200" dirty="0" err="1"/>
              <a:t>công</a:t>
            </a:r>
            <a:r>
              <a:rPr lang="en-US" sz="1200" dirty="0"/>
              <a:t> </a:t>
            </a:r>
            <a:r>
              <a:rPr lang="en-US" sz="1200" dirty="0" err="1"/>
              <a:t>việc</a:t>
            </a:r>
            <a:r>
              <a:rPr lang="en-US" sz="1200" dirty="0"/>
              <a:t> </a:t>
            </a:r>
            <a:r>
              <a:rPr lang="en-US" sz="1200" dirty="0" err="1"/>
              <a:t>tương</a:t>
            </a:r>
            <a:r>
              <a:rPr lang="en-US" sz="1200" dirty="0"/>
              <a:t> </a:t>
            </a:r>
            <a:r>
              <a:rPr lang="en-US" sz="1200" dirty="0" err="1"/>
              <a:t>lai</a:t>
            </a:r>
            <a:endParaRPr lang="en-US" sz="1200" dirty="0"/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/>
              <a:t>Cam </a:t>
            </a:r>
            <a:r>
              <a:rPr lang="en-US" sz="1400" dirty="0" err="1"/>
              <a:t>kết</a:t>
            </a:r>
            <a:r>
              <a:rPr lang="en-US" sz="1400" dirty="0"/>
              <a:t>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Nãy</a:t>
            </a:r>
            <a:r>
              <a:rPr lang="en-US" sz="1200" dirty="0"/>
              <a:t> </a:t>
            </a:r>
            <a:r>
              <a:rPr lang="en-US" sz="1200" dirty="0" err="1"/>
              <a:t>sinh</a:t>
            </a:r>
            <a:r>
              <a:rPr lang="en-US" sz="1200" dirty="0"/>
              <a:t> </a:t>
            </a:r>
            <a:r>
              <a:rPr lang="en-US" sz="1200" dirty="0" err="1"/>
              <a:t>từ</a:t>
            </a:r>
            <a:r>
              <a:rPr lang="en-US" sz="1200" dirty="0"/>
              <a:t> </a:t>
            </a:r>
            <a:r>
              <a:rPr lang="en-US" sz="1200" dirty="0" err="1"/>
              <a:t>họ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người</a:t>
            </a:r>
            <a:r>
              <a:rPr lang="en-US" sz="1200" dirty="0"/>
              <a:t> </a:t>
            </a:r>
            <a:r>
              <a:rPr lang="en-US" sz="1200" dirty="0" err="1"/>
              <a:t>lãnh</a:t>
            </a:r>
            <a:r>
              <a:rPr lang="en-US" sz="1200" dirty="0"/>
              <a:t> </a:t>
            </a:r>
            <a:r>
              <a:rPr lang="en-US" sz="1200" dirty="0" err="1"/>
              <a:t>đạo</a:t>
            </a:r>
            <a:endParaRPr lang="en-US" sz="12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Sẵn</a:t>
            </a:r>
            <a:r>
              <a:rPr lang="en-US" sz="1200" dirty="0"/>
              <a:t> </a:t>
            </a:r>
            <a:r>
              <a:rPr lang="en-US" sz="1200" dirty="0" err="1"/>
              <a:t>sàng</a:t>
            </a:r>
            <a:r>
              <a:rPr lang="en-US" sz="1200" dirty="0"/>
              <a:t> </a:t>
            </a:r>
            <a:r>
              <a:rPr lang="en-US" sz="1200" dirty="0" err="1"/>
              <a:t>công</a:t>
            </a:r>
            <a:r>
              <a:rPr lang="en-US" sz="1200" dirty="0"/>
              <a:t> </a:t>
            </a:r>
            <a:r>
              <a:rPr lang="en-US" sz="1200" dirty="0" err="1"/>
              <a:t>hiến</a:t>
            </a:r>
            <a:r>
              <a:rPr lang="en-US" sz="1200" dirty="0"/>
              <a:t> </a:t>
            </a:r>
            <a:r>
              <a:rPr lang="en-US" sz="1200" dirty="0" err="1"/>
              <a:t>hết</a:t>
            </a:r>
            <a:r>
              <a:rPr lang="en-US" sz="1200" dirty="0"/>
              <a:t> </a:t>
            </a:r>
            <a:r>
              <a:rPr lang="en-US" sz="1200" dirty="0" err="1"/>
              <a:t>mình</a:t>
            </a:r>
            <a:r>
              <a:rPr lang="en-US" sz="1200" dirty="0"/>
              <a:t> </a:t>
            </a:r>
            <a:r>
              <a:rPr lang="en-US" sz="1200" dirty="0" err="1"/>
              <a:t>cho</a:t>
            </a:r>
            <a:r>
              <a:rPr lang="en-US" sz="1200" dirty="0"/>
              <a:t> </a:t>
            </a:r>
            <a:r>
              <a:rPr lang="en-US" sz="1200" dirty="0" err="1"/>
              <a:t>cty</a:t>
            </a:r>
            <a:endParaRPr lang="en-US" sz="12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Nếu</a:t>
            </a:r>
            <a:r>
              <a:rPr lang="en-US" sz="1200" dirty="0"/>
              <a:t> </a:t>
            </a:r>
            <a:r>
              <a:rPr lang="en-US" sz="1200" dirty="0" err="1"/>
              <a:t>cho</a:t>
            </a:r>
            <a:r>
              <a:rPr lang="en-US" sz="1200" dirty="0"/>
              <a:t> </a:t>
            </a:r>
            <a:r>
              <a:rPr lang="en-US" sz="1200" dirty="0" err="1"/>
              <a:t>họ</a:t>
            </a:r>
            <a:r>
              <a:rPr lang="en-US" sz="1200" dirty="0"/>
              <a:t> cam </a:t>
            </a:r>
            <a:r>
              <a:rPr lang="en-US" sz="1200" dirty="0" err="1"/>
              <a:t>kết</a:t>
            </a:r>
            <a:r>
              <a:rPr lang="en-US" sz="1200" dirty="0"/>
              <a:t> </a:t>
            </a:r>
            <a:r>
              <a:rPr lang="en-US" sz="1200" dirty="0" err="1"/>
              <a:t>họ</a:t>
            </a:r>
            <a:r>
              <a:rPr lang="en-US" sz="1200" dirty="0"/>
              <a:t> </a:t>
            </a:r>
            <a:r>
              <a:rPr lang="en-US" sz="1200" dirty="0" err="1"/>
              <a:t>sẽ</a:t>
            </a:r>
            <a:r>
              <a:rPr lang="en-US" sz="1200" dirty="0"/>
              <a:t> </a:t>
            </a:r>
            <a:r>
              <a:rPr lang="en-US" sz="1200" dirty="0" err="1"/>
              <a:t>nhận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(</a:t>
            </a:r>
            <a:r>
              <a:rPr lang="en-US" sz="1200" dirty="0" err="1"/>
              <a:t>tầm</a:t>
            </a:r>
            <a:r>
              <a:rPr lang="en-US" sz="1200" dirty="0"/>
              <a:t> </a:t>
            </a:r>
            <a:r>
              <a:rPr lang="en-US" sz="1200" dirty="0" err="1"/>
              <a:t>nhìn</a:t>
            </a:r>
            <a:r>
              <a:rPr lang="en-US" sz="1200" dirty="0"/>
              <a:t>, </a:t>
            </a:r>
            <a:r>
              <a:rPr lang="en-US" sz="1200" dirty="0" err="1"/>
              <a:t>tính</a:t>
            </a:r>
            <a:r>
              <a:rPr lang="en-US" sz="1200" dirty="0"/>
              <a:t> </a:t>
            </a:r>
            <a:r>
              <a:rPr lang="en-US" sz="1200" dirty="0" err="1"/>
              <a:t>phát</a:t>
            </a:r>
            <a:r>
              <a:rPr lang="en-US" sz="1200" dirty="0"/>
              <a:t> </a:t>
            </a:r>
            <a:r>
              <a:rPr lang="en-US" sz="1200" dirty="0" err="1"/>
              <a:t>triển</a:t>
            </a:r>
            <a:r>
              <a:rPr lang="en-US" sz="1200" dirty="0"/>
              <a:t>, </a:t>
            </a:r>
            <a:r>
              <a:rPr lang="en-US" sz="1200" dirty="0" err="1"/>
              <a:t>sự</a:t>
            </a:r>
            <a:r>
              <a:rPr lang="en-US" sz="1200" dirty="0"/>
              <a:t> </a:t>
            </a:r>
            <a:r>
              <a:rPr lang="en-US" sz="1200" dirty="0" err="1"/>
              <a:t>cống</a:t>
            </a:r>
            <a:r>
              <a:rPr lang="en-US" sz="1200" dirty="0"/>
              <a:t> </a:t>
            </a:r>
            <a:r>
              <a:rPr lang="en-US" sz="1200" dirty="0" err="1"/>
              <a:t>hiến</a:t>
            </a:r>
            <a:r>
              <a:rPr lang="en-US" sz="1200" dirty="0"/>
              <a:t>, </a:t>
            </a:r>
            <a:r>
              <a:rPr lang="en-US" sz="1200" dirty="0" err="1"/>
              <a:t>sự</a:t>
            </a:r>
            <a:r>
              <a:rPr lang="en-US" sz="1200" dirty="0"/>
              <a:t> </a:t>
            </a:r>
            <a:r>
              <a:rPr lang="en-US" sz="1200" dirty="0" err="1"/>
              <a:t>đãi</a:t>
            </a:r>
            <a:r>
              <a:rPr lang="en-US" sz="1200" dirty="0"/>
              <a:t> </a:t>
            </a:r>
            <a:r>
              <a:rPr lang="en-US" sz="1200" dirty="0" err="1"/>
              <a:t>ngộ</a:t>
            </a:r>
            <a:r>
              <a:rPr lang="en-US" sz="1200" dirty="0"/>
              <a:t>…)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/>
              <a:t>Cống</a:t>
            </a:r>
            <a:r>
              <a:rPr lang="en-US" sz="1400" dirty="0"/>
              <a:t> </a:t>
            </a:r>
            <a:r>
              <a:rPr lang="en-US" sz="1400" dirty="0" err="1"/>
              <a:t>hiến</a:t>
            </a:r>
            <a:r>
              <a:rPr lang="en-US" sz="1400" dirty="0"/>
              <a:t>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Là</a:t>
            </a:r>
            <a:r>
              <a:rPr lang="en-US" sz="1200" dirty="0"/>
              <a:t> </a:t>
            </a:r>
            <a:r>
              <a:rPr lang="en-US" sz="1200" dirty="0" err="1"/>
              <a:t>họ</a:t>
            </a:r>
            <a:r>
              <a:rPr lang="en-US" sz="1200" dirty="0"/>
              <a:t> </a:t>
            </a:r>
            <a:r>
              <a:rPr lang="en-US" sz="1200" dirty="0" err="1"/>
              <a:t>biết</a:t>
            </a:r>
            <a:r>
              <a:rPr lang="en-US" sz="1200" dirty="0"/>
              <a:t> </a:t>
            </a:r>
            <a:r>
              <a:rPr lang="en-US" sz="1200" dirty="0" err="1"/>
              <a:t>rõ</a:t>
            </a:r>
            <a:r>
              <a:rPr lang="en-US" sz="1200" dirty="0"/>
              <a:t> ý </a:t>
            </a:r>
            <a:r>
              <a:rPr lang="en-US" sz="1200" dirty="0" err="1"/>
              <a:t>nghĩa</a:t>
            </a:r>
            <a:r>
              <a:rPr lang="en-US" sz="1200" dirty="0"/>
              <a:t>, </a:t>
            </a:r>
            <a:r>
              <a:rPr lang="en-US" sz="1200" dirty="0" err="1"/>
              <a:t>mục</a:t>
            </a:r>
            <a:r>
              <a:rPr lang="en-US" sz="1200" dirty="0"/>
              <a:t> </a:t>
            </a:r>
            <a:r>
              <a:rPr lang="en-US" sz="1200" dirty="0" err="1"/>
              <a:t>đích</a:t>
            </a:r>
            <a:r>
              <a:rPr lang="en-US" sz="1200" dirty="0"/>
              <a:t> </a:t>
            </a:r>
            <a:r>
              <a:rPr lang="en-US" sz="1200" dirty="0" err="1"/>
              <a:t>việc</a:t>
            </a:r>
            <a:r>
              <a:rPr lang="en-US" sz="1200" dirty="0"/>
              <a:t> </a:t>
            </a:r>
            <a:r>
              <a:rPr lang="en-US" sz="1200" dirty="0" err="1"/>
              <a:t>mình</a:t>
            </a:r>
            <a:r>
              <a:rPr lang="en-US" sz="1200" dirty="0"/>
              <a:t> </a:t>
            </a:r>
            <a:r>
              <a:rPr lang="en-US" sz="1200" dirty="0" err="1"/>
              <a:t>làm</a:t>
            </a:r>
            <a:r>
              <a:rPr lang="en-US" sz="1200" dirty="0"/>
              <a:t>, </a:t>
            </a:r>
            <a:r>
              <a:rPr lang="en-US" sz="1200" dirty="0" err="1"/>
              <a:t>việc</a:t>
            </a:r>
            <a:r>
              <a:rPr lang="en-US" sz="1200" dirty="0"/>
              <a:t> </a:t>
            </a:r>
            <a:r>
              <a:rPr lang="en-US" sz="1200" dirty="0" err="1"/>
              <a:t>đáng</a:t>
            </a:r>
            <a:r>
              <a:rPr lang="en-US" sz="1200" dirty="0"/>
              <a:t> </a:t>
            </a:r>
            <a:r>
              <a:rPr lang="en-US" sz="1200" dirty="0" err="1"/>
              <a:t>làm</a:t>
            </a:r>
            <a:endParaRPr lang="en-US" sz="12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Tạo</a:t>
            </a:r>
            <a:r>
              <a:rPr lang="en-US" sz="1200" dirty="0"/>
              <a:t> </a:t>
            </a:r>
            <a:r>
              <a:rPr lang="en-US" sz="1200" dirty="0" err="1"/>
              <a:t>ra</a:t>
            </a:r>
            <a:r>
              <a:rPr lang="en-US" sz="1200" dirty="0"/>
              <a:t> </a:t>
            </a:r>
            <a:r>
              <a:rPr lang="en-US" sz="1200" dirty="0" err="1"/>
              <a:t>giá</a:t>
            </a:r>
            <a:r>
              <a:rPr lang="en-US" sz="1200" dirty="0"/>
              <a:t>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hết</a:t>
            </a:r>
            <a:r>
              <a:rPr lang="en-US" sz="1200" dirty="0"/>
              <a:t> </a:t>
            </a:r>
            <a:r>
              <a:rPr lang="en-US" sz="1200" dirty="0" err="1"/>
              <a:t>mực</a:t>
            </a:r>
            <a:r>
              <a:rPr lang="en-US" sz="1200" dirty="0"/>
              <a:t> </a:t>
            </a:r>
            <a:r>
              <a:rPr lang="en-US" sz="1200" dirty="0" err="1"/>
              <a:t>cho</a:t>
            </a:r>
            <a:r>
              <a:rPr lang="en-US" sz="1200" dirty="0"/>
              <a:t> </a:t>
            </a:r>
            <a:r>
              <a:rPr lang="en-US" sz="1200" dirty="0" err="1"/>
              <a:t>cty</a:t>
            </a:r>
            <a:r>
              <a:rPr lang="en-US" sz="1200" dirty="0"/>
              <a:t>, </a:t>
            </a:r>
            <a:r>
              <a:rPr lang="en-US" sz="1200" dirty="0" err="1"/>
              <a:t>khách</a:t>
            </a:r>
            <a:r>
              <a:rPr lang="en-US" sz="1200" dirty="0"/>
              <a:t> </a:t>
            </a:r>
            <a:r>
              <a:rPr lang="en-US" sz="1200" dirty="0" err="1"/>
              <a:t>hàng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bản</a:t>
            </a:r>
            <a:r>
              <a:rPr lang="en-US" sz="1200" dirty="0"/>
              <a:t> </a:t>
            </a:r>
            <a:r>
              <a:rPr lang="en-US" sz="1200" dirty="0" err="1"/>
              <a:t>thân</a:t>
            </a:r>
            <a:r>
              <a:rPr lang="en-US" sz="1200" dirty="0"/>
              <a:t> </a:t>
            </a:r>
            <a:r>
              <a:rPr lang="en-US" sz="1200" dirty="0" err="1"/>
              <a:t>lâu</a:t>
            </a:r>
            <a:r>
              <a:rPr lang="en-US" sz="1200" dirty="0"/>
              <a:t> </a:t>
            </a:r>
            <a:r>
              <a:rPr lang="en-US" sz="1200" dirty="0" err="1"/>
              <a:t>dài</a:t>
            </a:r>
            <a:endParaRPr lang="en-US" sz="1200" dirty="0"/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200" dirty="0" err="1"/>
              <a:t>Người</a:t>
            </a:r>
            <a:r>
              <a:rPr lang="en-US" sz="1200" dirty="0"/>
              <a:t> ta </a:t>
            </a:r>
            <a:r>
              <a:rPr lang="en-US" sz="1200" dirty="0" err="1"/>
              <a:t>sẽ</a:t>
            </a:r>
            <a:r>
              <a:rPr lang="en-US" sz="1200" dirty="0"/>
              <a:t> </a:t>
            </a:r>
            <a:r>
              <a:rPr lang="en-US" sz="1200" dirty="0" err="1"/>
              <a:t>cống</a:t>
            </a:r>
            <a:r>
              <a:rPr lang="en-US" sz="1200" dirty="0"/>
              <a:t> </a:t>
            </a:r>
            <a:r>
              <a:rPr lang="en-US" sz="1200" dirty="0" err="1"/>
              <a:t>hiến</a:t>
            </a:r>
            <a:r>
              <a:rPr lang="en-US" sz="1200" dirty="0"/>
              <a:t> </a:t>
            </a:r>
            <a:r>
              <a:rPr lang="en-US" sz="1200" dirty="0" err="1"/>
              <a:t>khi</a:t>
            </a:r>
            <a:r>
              <a:rPr lang="en-US" sz="1200" dirty="0"/>
              <a:t>: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200" dirty="0" err="1"/>
              <a:t>Vị</a:t>
            </a:r>
            <a:r>
              <a:rPr lang="en-US" sz="1200" dirty="0"/>
              <a:t> </a:t>
            </a:r>
            <a:r>
              <a:rPr lang="en-US" sz="1200" dirty="0" err="1"/>
              <a:t>trí</a:t>
            </a:r>
            <a:r>
              <a:rPr lang="en-US" sz="1200" dirty="0"/>
              <a:t> + </a:t>
            </a:r>
            <a:r>
              <a:rPr lang="en-US" sz="1200" dirty="0" err="1"/>
              <a:t>trách</a:t>
            </a:r>
            <a:r>
              <a:rPr lang="en-US" sz="1200" dirty="0"/>
              <a:t> </a:t>
            </a:r>
            <a:r>
              <a:rPr lang="en-US" sz="1200" dirty="0" err="1"/>
              <a:t>nhiệm</a:t>
            </a:r>
            <a:r>
              <a:rPr lang="en-US" sz="1200" dirty="0"/>
              <a:t> </a:t>
            </a:r>
            <a:r>
              <a:rPr lang="en-US" sz="1200" dirty="0" err="1"/>
              <a:t>rỏ</a:t>
            </a:r>
            <a:r>
              <a:rPr lang="en-US" sz="1200" dirty="0"/>
              <a:t> </a:t>
            </a:r>
            <a:r>
              <a:rPr lang="en-US" sz="1200" dirty="0" err="1"/>
              <a:t>ràng</a:t>
            </a:r>
            <a:endParaRPr lang="en-US" sz="1200" dirty="0"/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200" dirty="0" err="1"/>
              <a:t>Họ</a:t>
            </a:r>
            <a:r>
              <a:rPr lang="en-US" sz="1200" dirty="0"/>
              <a:t> </a:t>
            </a:r>
            <a:r>
              <a:rPr lang="en-US" sz="1200" dirty="0" err="1"/>
              <a:t>sẽ</a:t>
            </a:r>
            <a:r>
              <a:rPr lang="en-US" sz="1200" dirty="0"/>
              <a:t> </a:t>
            </a:r>
            <a:r>
              <a:rPr lang="en-US" sz="1200" dirty="0" err="1"/>
              <a:t>muốn</a:t>
            </a:r>
            <a:r>
              <a:rPr lang="en-US" sz="1200" dirty="0"/>
              <a:t> </a:t>
            </a:r>
            <a:r>
              <a:rPr lang="en-US" sz="1200" dirty="0" err="1"/>
              <a:t>biết</a:t>
            </a:r>
            <a:r>
              <a:rPr lang="en-US" sz="1200" dirty="0"/>
              <a:t> </a:t>
            </a:r>
            <a:r>
              <a:rPr lang="en-US" sz="1200" dirty="0" err="1"/>
              <a:t>mình</a:t>
            </a:r>
            <a:r>
              <a:rPr lang="en-US" sz="1200" dirty="0"/>
              <a:t> </a:t>
            </a:r>
            <a:r>
              <a:rPr lang="en-US" sz="1200" dirty="0" err="1"/>
              <a:t>đi</a:t>
            </a:r>
            <a:r>
              <a:rPr lang="en-US" sz="1200" dirty="0"/>
              <a:t> </a:t>
            </a:r>
            <a:r>
              <a:rPr lang="en-US" sz="1200" dirty="0" err="1"/>
              <a:t>đến</a:t>
            </a:r>
            <a:r>
              <a:rPr lang="en-US" sz="1200" dirty="0"/>
              <a:t> </a:t>
            </a:r>
            <a:r>
              <a:rPr lang="en-US" sz="1200" dirty="0" err="1"/>
              <a:t>đâu</a:t>
            </a:r>
            <a:r>
              <a:rPr lang="en-US" sz="1200" dirty="0"/>
              <a:t>, </a:t>
            </a:r>
            <a:r>
              <a:rPr lang="en-US" sz="1200" dirty="0" err="1"/>
              <a:t>cty</a:t>
            </a:r>
            <a:r>
              <a:rPr lang="en-US" sz="1200" dirty="0"/>
              <a:t> </a:t>
            </a:r>
            <a:r>
              <a:rPr lang="en-US" sz="1200" dirty="0" err="1"/>
              <a:t>giúp</a:t>
            </a:r>
            <a:r>
              <a:rPr lang="en-US" sz="1200" dirty="0"/>
              <a:t> </a:t>
            </a:r>
            <a:r>
              <a:rPr lang="en-US" sz="1200" dirty="0" err="1"/>
              <a:t>họ</a:t>
            </a:r>
            <a:r>
              <a:rPr lang="en-US" sz="1200" dirty="0"/>
              <a:t> </a:t>
            </a:r>
            <a:r>
              <a:rPr lang="en-US" sz="1200" dirty="0" err="1"/>
              <a:t>điều</a:t>
            </a:r>
            <a:r>
              <a:rPr lang="en-US" sz="1200" dirty="0"/>
              <a:t> </a:t>
            </a:r>
            <a:r>
              <a:rPr lang="en-US" sz="1200" dirty="0" err="1"/>
              <a:t>gì</a:t>
            </a:r>
            <a:r>
              <a:rPr lang="en-US" sz="1200" dirty="0"/>
              <a:t>?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200" dirty="0" err="1"/>
              <a:t>Tôi</a:t>
            </a:r>
            <a:r>
              <a:rPr lang="en-US" sz="1200" dirty="0"/>
              <a:t> </a:t>
            </a:r>
            <a:r>
              <a:rPr lang="en-US" sz="1200" dirty="0" err="1"/>
              <a:t>sẽ</a:t>
            </a:r>
            <a:r>
              <a:rPr lang="en-US" sz="1200" dirty="0"/>
              <a:t> </a:t>
            </a:r>
            <a:r>
              <a:rPr lang="en-US" sz="1200" dirty="0" err="1"/>
              <a:t>làm</a:t>
            </a:r>
            <a:r>
              <a:rPr lang="en-US" sz="1200" dirty="0"/>
              <a:t> </a:t>
            </a:r>
            <a:r>
              <a:rPr lang="en-US" sz="1200" dirty="0" err="1"/>
              <a:t>với</a:t>
            </a:r>
            <a:r>
              <a:rPr lang="en-US" sz="1200" dirty="0"/>
              <a:t> ai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làm</a:t>
            </a:r>
            <a:r>
              <a:rPr lang="en-US" sz="1200" dirty="0"/>
              <a:t> </a:t>
            </a:r>
            <a:r>
              <a:rPr lang="en-US" sz="1200" dirty="0" err="1"/>
              <a:t>sao</a:t>
            </a:r>
            <a:r>
              <a:rPr lang="en-US" sz="1200" dirty="0"/>
              <a:t> </a:t>
            </a:r>
            <a:r>
              <a:rPr lang="en-US" sz="1200" dirty="0" err="1"/>
              <a:t>tôi</a:t>
            </a:r>
            <a:r>
              <a:rPr lang="en-US" sz="1200" dirty="0"/>
              <a:t>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tinh</a:t>
            </a:r>
            <a:r>
              <a:rPr lang="en-US" sz="1200" dirty="0"/>
              <a:t> </a:t>
            </a:r>
            <a:r>
              <a:rPr lang="en-US" sz="1200" dirty="0" err="1"/>
              <a:t>thần</a:t>
            </a:r>
            <a:r>
              <a:rPr lang="en-US" sz="1200" dirty="0"/>
              <a:t> </a:t>
            </a:r>
            <a:r>
              <a:rPr lang="en-US" sz="1200" dirty="0" err="1"/>
              <a:t>tốt</a:t>
            </a:r>
            <a:r>
              <a:rPr lang="en-US" sz="1200" dirty="0"/>
              <a:t> </a:t>
            </a:r>
            <a:r>
              <a:rPr lang="en-US" sz="1200" dirty="0" err="1"/>
              <a:t>nhất</a:t>
            </a:r>
            <a:r>
              <a:rPr lang="en-US" sz="1200" dirty="0"/>
              <a:t>?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200" dirty="0" err="1"/>
              <a:t>Thử</a:t>
            </a:r>
            <a:r>
              <a:rPr lang="en-US" sz="1200" dirty="0"/>
              <a:t> </a:t>
            </a:r>
            <a:r>
              <a:rPr lang="en-US" sz="1200" dirty="0" err="1"/>
              <a:t>thách</a:t>
            </a:r>
            <a:r>
              <a:rPr lang="en-US" sz="1200" dirty="0"/>
              <a:t> </a:t>
            </a:r>
            <a:r>
              <a:rPr lang="en-US" sz="1200" dirty="0" err="1"/>
              <a:t>nào</a:t>
            </a:r>
            <a:r>
              <a:rPr lang="en-US" sz="1200" dirty="0"/>
              <a:t> </a:t>
            </a:r>
            <a:r>
              <a:rPr lang="en-US" sz="1200" dirty="0" err="1"/>
              <a:t>tôi</a:t>
            </a:r>
            <a:r>
              <a:rPr lang="en-US" sz="1200" dirty="0"/>
              <a:t> </a:t>
            </a:r>
            <a:r>
              <a:rPr lang="en-US" sz="1200" dirty="0" err="1"/>
              <a:t>phải</a:t>
            </a:r>
            <a:r>
              <a:rPr lang="en-US" sz="1200" dirty="0"/>
              <a:t> </a:t>
            </a:r>
            <a:r>
              <a:rPr lang="en-US" sz="1200" dirty="0" err="1"/>
              <a:t>vượt</a:t>
            </a:r>
            <a:r>
              <a:rPr lang="en-US" sz="1200" dirty="0"/>
              <a:t> qua? </a:t>
            </a:r>
            <a:r>
              <a:rPr lang="en-US" sz="1200" dirty="0" err="1"/>
              <a:t>Nguồn</a:t>
            </a:r>
            <a:r>
              <a:rPr lang="en-US" sz="1200" dirty="0"/>
              <a:t> </a:t>
            </a:r>
            <a:r>
              <a:rPr lang="en-US" sz="1200" dirty="0" err="1"/>
              <a:t>lực</a:t>
            </a:r>
            <a:r>
              <a:rPr lang="en-US" sz="1200" dirty="0"/>
              <a:t> </a:t>
            </a:r>
            <a:r>
              <a:rPr lang="en-US" sz="1200" dirty="0" err="1"/>
              <a:t>nào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hỗ</a:t>
            </a:r>
            <a:r>
              <a:rPr lang="en-US" sz="1200" dirty="0"/>
              <a:t> </a:t>
            </a:r>
            <a:r>
              <a:rPr lang="en-US" sz="1200" dirty="0" err="1"/>
              <a:t>trợ</a:t>
            </a:r>
            <a:r>
              <a:rPr lang="en-US" sz="1200" dirty="0"/>
              <a:t>?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200" dirty="0" err="1"/>
              <a:t>Cảm</a:t>
            </a:r>
            <a:r>
              <a:rPr lang="en-US" sz="1200" dirty="0"/>
              <a:t> </a:t>
            </a:r>
            <a:r>
              <a:rPr lang="en-US" sz="1200" dirty="0" err="1"/>
              <a:t>hứng</a:t>
            </a:r>
            <a:r>
              <a:rPr lang="en-US" sz="1200" dirty="0"/>
              <a:t> </a:t>
            </a:r>
            <a:r>
              <a:rPr lang="en-US" sz="1200" dirty="0" err="1"/>
              <a:t>của</a:t>
            </a:r>
            <a:r>
              <a:rPr lang="en-US" sz="1200" dirty="0"/>
              <a:t> </a:t>
            </a:r>
            <a:r>
              <a:rPr lang="en-US" sz="1200" dirty="0" err="1"/>
              <a:t>tôi</a:t>
            </a:r>
            <a:r>
              <a:rPr lang="en-US" sz="1200" dirty="0"/>
              <a:t> ở </a:t>
            </a:r>
            <a:r>
              <a:rPr lang="en-US" sz="1200" dirty="0" err="1"/>
              <a:t>đâu</a:t>
            </a:r>
            <a:r>
              <a:rPr lang="en-US" sz="1200" dirty="0"/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112364" y="1057639"/>
            <a:ext cx="36038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81273F-709B-109C-F5D5-4847019206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291"/>
          <a:stretch/>
        </p:blipFill>
        <p:spPr>
          <a:xfrm>
            <a:off x="8755376" y="4437529"/>
            <a:ext cx="3026262" cy="19453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374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442927" cy="903838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52" y="1793792"/>
            <a:ext cx="637066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Thiên</a:t>
            </a:r>
            <a:r>
              <a:rPr lang="en-US" sz="2000" dirty="0"/>
              <a:t> </a:t>
            </a:r>
            <a:r>
              <a:rPr lang="en-US" sz="2000" dirty="0" err="1"/>
              <a:t>tài</a:t>
            </a:r>
            <a:r>
              <a:rPr lang="en-US" sz="2000" dirty="0"/>
              <a:t> (</a:t>
            </a:r>
            <a:r>
              <a:rPr lang="en-US" sz="2000" dirty="0" err="1"/>
              <a:t>chỉ</a:t>
            </a:r>
            <a:r>
              <a:rPr lang="en-US" sz="2000" dirty="0"/>
              <a:t> 0,00001%)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Từ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bẩm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tạo</a:t>
            </a:r>
            <a:r>
              <a:rPr lang="en-US" sz="1600" dirty="0">
                <a:sym typeface="Wingdings" panose="05000000000000000000" pitchFamily="2" charset="2"/>
              </a:rPr>
              <a:t> ở </a:t>
            </a:r>
            <a:r>
              <a:rPr lang="en-US" sz="1600" dirty="0" err="1">
                <a:sym typeface="Wingdings" panose="05000000000000000000" pitchFamily="2" charset="2"/>
              </a:rPr>
              <a:t>mức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những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minh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năng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lực</a:t>
            </a:r>
            <a:endParaRPr lang="en-US" sz="12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tài</a:t>
            </a:r>
            <a:endParaRPr lang="en-US" sz="12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Thiên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tài</a:t>
            </a:r>
            <a:endParaRPr lang="en-US" sz="12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112364" y="1057639"/>
            <a:ext cx="36038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81D2B4C-4A2F-DEC4-684B-9F6F79B6D9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3990429"/>
              </p:ext>
            </p:extLst>
          </p:nvPr>
        </p:nvGraphicFramePr>
        <p:xfrm>
          <a:off x="6695662" y="2790930"/>
          <a:ext cx="5092885" cy="3741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147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442927" cy="903838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52" y="1793792"/>
            <a:ext cx="637066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Di </a:t>
            </a:r>
            <a:r>
              <a:rPr lang="en-US" sz="2000" dirty="0" err="1"/>
              <a:t>truyền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hai</a:t>
            </a:r>
            <a:r>
              <a:rPr lang="en-US" sz="2000" dirty="0"/>
              <a:t> </a:t>
            </a:r>
            <a:r>
              <a:rPr lang="en-US" sz="2000" dirty="0" err="1"/>
              <a:t>dòng</a:t>
            </a:r>
            <a:r>
              <a:rPr lang="en-US" sz="2000" dirty="0"/>
              <a:t> Cha + </a:t>
            </a:r>
            <a:r>
              <a:rPr lang="en-US" sz="2000" dirty="0" err="1"/>
              <a:t>Mẹ</a:t>
            </a: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err="1">
                <a:sym typeface="Wingdings" panose="05000000000000000000" pitchFamily="2" charset="2"/>
              </a:rPr>
              <a:t>Ảnh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hưởng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bởi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môi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trường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tự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nhiên</a:t>
            </a:r>
            <a:r>
              <a:rPr lang="en-US" sz="2000" dirty="0">
                <a:sym typeface="Wingdings" panose="05000000000000000000" pitchFamily="2" charset="2"/>
              </a:rPr>
              <a:t> + </a:t>
            </a:r>
            <a:r>
              <a:rPr lang="en-US" sz="2000" dirty="0" err="1">
                <a:sym typeface="Wingdings" panose="05000000000000000000" pitchFamily="2" charset="2"/>
              </a:rPr>
              <a:t>Xã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hội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err="1">
                <a:sym typeface="Wingdings" panose="05000000000000000000" pitchFamily="2" charset="2"/>
              </a:rPr>
              <a:t>Quá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trình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rèn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luyện</a:t>
            </a:r>
            <a:r>
              <a:rPr lang="en-US" sz="2000" dirty="0">
                <a:sym typeface="Wingdings" panose="05000000000000000000" pitchFamily="2" charset="2"/>
              </a:rPr>
              <a:t>   </a:t>
            </a:r>
            <a:r>
              <a:rPr lang="en-US" sz="2000" dirty="0" err="1">
                <a:sym typeface="Wingdings" panose="05000000000000000000" pitchFamily="2" charset="2"/>
              </a:rPr>
              <a:t>Thời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lượng</a:t>
            </a:r>
            <a:r>
              <a:rPr lang="en-US" sz="2000" dirty="0">
                <a:sym typeface="Wingdings" panose="05000000000000000000" pitchFamily="2" charset="2"/>
              </a:rPr>
              <a:t> + </a:t>
            </a:r>
            <a:r>
              <a:rPr lang="en-US" sz="2000" dirty="0" err="1">
                <a:sym typeface="Wingdings" panose="05000000000000000000" pitchFamily="2" charset="2"/>
              </a:rPr>
              <a:t>cách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thức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rèn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luyện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err="1">
                <a:sym typeface="Wingdings" panose="05000000000000000000" pitchFamily="2" charset="2"/>
              </a:rPr>
              <a:t>Rèn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luyện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sâu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endParaRPr lang="en-US" sz="12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937468" y="972058"/>
            <a:ext cx="587205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3.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Các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yếu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tố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xác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định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nhân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 descr="Các phương pháp rèn luyện trí nhớ siêu tốt của tỷ phú Bill Gates - Benh.vn">
            <a:extLst>
              <a:ext uri="{FF2B5EF4-FFF2-40B4-BE49-F238E27FC236}">
                <a16:creationId xmlns:a16="http://schemas.microsoft.com/office/drawing/2014/main" id="{17133D65-7435-CFFC-946E-990809D8E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712" y="3722594"/>
            <a:ext cx="3135406" cy="3135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64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442927" cy="903838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52" y="1793792"/>
            <a:ext cx="637066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Năng</a:t>
            </a:r>
            <a:r>
              <a:rPr lang="en-US" sz="2000" dirty="0"/>
              <a:t> </a:t>
            </a:r>
            <a:r>
              <a:rPr lang="en-US" sz="2000" dirty="0" err="1"/>
              <a:t>lực</a:t>
            </a:r>
            <a:r>
              <a:rPr lang="en-US" sz="2000" dirty="0"/>
              <a:t> </a:t>
            </a:r>
            <a:r>
              <a:rPr lang="en-US" sz="2000" dirty="0" err="1"/>
              <a:t>trí</a:t>
            </a:r>
            <a:r>
              <a:rPr lang="en-US" sz="2000" dirty="0"/>
              <a:t> </a:t>
            </a:r>
            <a:r>
              <a:rPr lang="en-US" sz="2000" dirty="0" err="1"/>
              <a:t>tuệ</a:t>
            </a:r>
            <a:r>
              <a:rPr lang="en-US" sz="2000" dirty="0"/>
              <a:t> (</a:t>
            </a:r>
            <a:r>
              <a:rPr lang="en-US" sz="2000" dirty="0" err="1"/>
              <a:t>sức</a:t>
            </a:r>
            <a:r>
              <a:rPr lang="en-US" sz="2000" dirty="0"/>
              <a:t> </a:t>
            </a:r>
            <a:r>
              <a:rPr lang="en-US" sz="2000" dirty="0" err="1"/>
              <a:t>khoẻ</a:t>
            </a:r>
            <a:r>
              <a:rPr lang="en-US" sz="2000" dirty="0"/>
              <a:t> </a:t>
            </a:r>
            <a:r>
              <a:rPr lang="en-US" sz="2000" dirty="0" err="1"/>
              <a:t>nảo</a:t>
            </a:r>
            <a:r>
              <a:rPr lang="en-US" sz="2000" dirty="0"/>
              <a:t>)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 err="1">
                <a:sym typeface="Wingdings" panose="05000000000000000000" pitchFamily="2" charset="2"/>
              </a:rPr>
              <a:t>Sự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thông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minh</a:t>
            </a:r>
            <a:r>
              <a:rPr lang="en-US" sz="2000" dirty="0">
                <a:sym typeface="Wingdings" panose="05000000000000000000" pitchFamily="2" charset="2"/>
              </a:rPr>
              <a:t> IQ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Tư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duy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tốt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Khả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tích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Khả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tổng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hợp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Khả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đỉnh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cao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Khả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tiếp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nhanh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Nhớ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lâu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Khả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hiểu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kỷ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hiểu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sâu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Phản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xạ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nhanh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đúng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Rất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hoạt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Đỉnh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tạo</a:t>
            </a:r>
            <a:r>
              <a:rPr lang="en-US" sz="1600" dirty="0">
                <a:sym typeface="Wingdings" panose="05000000000000000000" pitchFamily="2" charset="2"/>
              </a:rPr>
              <a:t> (</a:t>
            </a:r>
            <a:r>
              <a:rPr lang="en-US" sz="1600" dirty="0" err="1">
                <a:sym typeface="Wingdings" panose="05000000000000000000" pitchFamily="2" charset="2"/>
              </a:rPr>
              <a:t>tạo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biệt</a:t>
            </a:r>
            <a:r>
              <a:rPr lang="en-US" sz="1600" dirty="0">
                <a:sym typeface="Wingdings" panose="05000000000000000000" pitchFamily="2" charset="2"/>
              </a:rPr>
              <a:t>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Rất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kiên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ham </a:t>
            </a:r>
            <a:r>
              <a:rPr lang="en-US" sz="1600" dirty="0" err="1">
                <a:sym typeface="Wingdings" panose="05000000000000000000" pitchFamily="2" charset="2"/>
              </a:rPr>
              <a:t>học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sỏi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endParaRPr lang="en-US" sz="12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236554" y="1033500"/>
            <a:ext cx="495116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4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Biểu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hiện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702076-7986-72A8-BC5E-34224D7CC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815" y="3042723"/>
            <a:ext cx="4120804" cy="321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06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442927" cy="903838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005" y="2348205"/>
            <a:ext cx="637066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Năng</a:t>
            </a:r>
            <a:r>
              <a:rPr lang="en-US" sz="2000" dirty="0"/>
              <a:t> </a:t>
            </a:r>
            <a:r>
              <a:rPr lang="en-US" sz="2000" dirty="0" err="1"/>
              <a:t>lưc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tiễn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 err="1">
                <a:sym typeface="Wingdings" panose="05000000000000000000" pitchFamily="2" charset="2"/>
              </a:rPr>
              <a:t>Thông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minh</a:t>
            </a:r>
            <a:r>
              <a:rPr lang="en-US" sz="2000" dirty="0">
                <a:sym typeface="Wingdings" panose="05000000000000000000" pitchFamily="2" charset="2"/>
              </a:rPr>
              <a:t> EQ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Khả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năng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giao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tiếp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tốt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Biết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sàng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lọc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thông</a:t>
            </a:r>
            <a:r>
              <a:rPr lang="en-US" sz="1800" dirty="0">
                <a:sym typeface="Wingdings" panose="05000000000000000000" pitchFamily="2" charset="2"/>
              </a:rPr>
              <a:t> tin </a:t>
            </a:r>
            <a:r>
              <a:rPr lang="en-US" sz="1800" dirty="0" err="1">
                <a:sym typeface="Wingdings" panose="05000000000000000000" pitchFamily="2" charset="2"/>
              </a:rPr>
              <a:t>hữu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ích</a:t>
            </a:r>
            <a:r>
              <a:rPr lang="en-US" sz="1800" dirty="0">
                <a:sym typeface="Wingdings" panose="05000000000000000000" pitchFamily="2" charset="2"/>
              </a:rPr>
              <a:t>, </a:t>
            </a:r>
            <a:r>
              <a:rPr lang="en-US" sz="1800" dirty="0" err="1">
                <a:sym typeface="Wingdings" panose="05000000000000000000" pitchFamily="2" charset="2"/>
              </a:rPr>
              <a:t>đúng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đắn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Biết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trình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bày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ngắn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gọn</a:t>
            </a:r>
            <a:r>
              <a:rPr lang="en-US" sz="1800" dirty="0">
                <a:sym typeface="Wingdings" panose="05000000000000000000" pitchFamily="2" charset="2"/>
              </a:rPr>
              <a:t>, </a:t>
            </a:r>
            <a:r>
              <a:rPr lang="en-US" sz="1800" dirty="0" err="1">
                <a:sym typeface="Wingdings" panose="05000000000000000000" pitchFamily="2" charset="2"/>
              </a:rPr>
              <a:t>rỏ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ràng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Kỹ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năng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quan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sát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tốt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Đánh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giá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vấn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đề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giải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quyết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vấn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đề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tốt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endParaRPr lang="en-US" sz="12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236554" y="1033500"/>
            <a:ext cx="495116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Biểu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hiện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46" name="Picture 2" descr="7 nguyên tắc rèn luyện kỷ luật bản thân để trở nên xuất sắc hơn | AIA  Vietnam">
            <a:extLst>
              <a:ext uri="{FF2B5EF4-FFF2-40B4-BE49-F238E27FC236}">
                <a16:creationId xmlns:a16="http://schemas.microsoft.com/office/drawing/2014/main" id="{65980FA4-D450-0EBC-2E72-2DE5BA321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82" y="2348205"/>
            <a:ext cx="4581961" cy="2577353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05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442927" cy="903838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005" y="2348205"/>
            <a:ext cx="637066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Phẩm</a:t>
            </a:r>
            <a:r>
              <a:rPr lang="en-US" sz="2000" dirty="0"/>
              <a:t> </a:t>
            </a:r>
            <a:r>
              <a:rPr lang="en-US" sz="2000" dirty="0" err="1"/>
              <a:t>chất</a:t>
            </a:r>
            <a:r>
              <a:rPr lang="en-US" sz="2000" dirty="0"/>
              <a:t>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 Cam </a:t>
            </a:r>
            <a:r>
              <a:rPr lang="en-US" sz="2000" dirty="0" err="1">
                <a:sym typeface="Wingdings" panose="05000000000000000000" pitchFamily="2" charset="2"/>
              </a:rPr>
              <a:t>kết</a:t>
            </a:r>
            <a:r>
              <a:rPr lang="en-US" sz="2000" dirty="0">
                <a:sym typeface="Wingdings" panose="05000000000000000000" pitchFamily="2" charset="2"/>
              </a:rPr>
              <a:t> + </a:t>
            </a:r>
            <a:r>
              <a:rPr lang="en-US" sz="2000" dirty="0" err="1">
                <a:sym typeface="Wingdings" panose="05000000000000000000" pitchFamily="2" charset="2"/>
              </a:rPr>
              <a:t>Cống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hiến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Giàu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lòng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nhân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ái</a:t>
            </a:r>
            <a:r>
              <a:rPr lang="en-US" sz="1800" dirty="0">
                <a:sym typeface="Wingdings" panose="05000000000000000000" pitchFamily="2" charset="2"/>
              </a:rPr>
              <a:t>  Cho </a:t>
            </a:r>
            <a:r>
              <a:rPr lang="en-US" sz="1800" dirty="0" err="1">
                <a:sym typeface="Wingdings" panose="05000000000000000000" pitchFamily="2" charset="2"/>
              </a:rPr>
              <a:t>đi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tính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toán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Giàu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tình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thương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Động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cơ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trong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sáng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Mục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tiêu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cao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cả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ym typeface="Wingdings" panose="05000000000000000000" pitchFamily="2" charset="2"/>
              </a:rPr>
              <a:t>Ý </a:t>
            </a:r>
            <a:r>
              <a:rPr lang="en-US" sz="1800" dirty="0" err="1">
                <a:sym typeface="Wingdings" panose="05000000000000000000" pitchFamily="2" charset="2"/>
              </a:rPr>
              <a:t>chí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tuyệt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vời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Nghị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lực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Trách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nhiệm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cao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tư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lợi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lý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tưởng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cá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nhân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endParaRPr lang="en-US" sz="12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236554" y="1033500"/>
            <a:ext cx="495116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Biểu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hiện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170" name="Picture 2" descr="Không muốn sống cuộc đời tầm thường phải ghi nhớ 3 điều này">
            <a:extLst>
              <a:ext uri="{FF2B5EF4-FFF2-40B4-BE49-F238E27FC236}">
                <a16:creationId xmlns:a16="http://schemas.microsoft.com/office/drawing/2014/main" id="{CB70DA03-2279-8ED9-3FA2-DC3A0FCEF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58" y="2617694"/>
            <a:ext cx="4115646" cy="2417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61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442927" cy="903838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005" y="2348205"/>
            <a:ext cx="637066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Năng</a:t>
            </a:r>
            <a:r>
              <a:rPr lang="en-US" sz="2000" dirty="0"/>
              <a:t> </a:t>
            </a:r>
            <a:r>
              <a:rPr lang="en-US" sz="2000" dirty="0" err="1"/>
              <a:t>lự</a:t>
            </a:r>
            <a:r>
              <a:rPr lang="en-US" sz="2000" dirty="0"/>
              <a:t> </a:t>
            </a:r>
            <a:r>
              <a:rPr lang="en-US" sz="2000" dirty="0" err="1"/>
              <a:t>chung</a:t>
            </a:r>
            <a:r>
              <a:rPr lang="en-US" sz="2000" dirty="0"/>
              <a:t>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óc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quy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nạp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óc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suy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diễn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óc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tưởng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tượng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Trực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giác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cao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Sự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tập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trung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Nhìn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bên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ngoài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đăm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chiu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với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vấn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đề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nào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đó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ym typeface="Wingdings" panose="05000000000000000000" pitchFamily="2" charset="2"/>
              </a:rPr>
              <a:t>Quan </a:t>
            </a:r>
            <a:r>
              <a:rPr lang="en-US" sz="1800" dirty="0" err="1">
                <a:sym typeface="Wingdings" panose="05000000000000000000" pitchFamily="2" charset="2"/>
              </a:rPr>
              <a:t>tâm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tới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quan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tâm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Thích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tranh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luận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chính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kiến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Nhiều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câu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hỏi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phản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biện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Nhiều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khách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endParaRPr lang="en-US" sz="12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236554" y="1033500"/>
            <a:ext cx="495116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Biểu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hiện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194" name="Picture 2" descr="Kỹ năng tự giác là gì? Lời khuyên giúp bạn tự học được tính tự giác">
            <a:extLst>
              <a:ext uri="{FF2B5EF4-FFF2-40B4-BE49-F238E27FC236}">
                <a16:creationId xmlns:a16="http://schemas.microsoft.com/office/drawing/2014/main" id="{190D190D-1DF0-5F6D-04E0-473A14761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53" y="2617694"/>
            <a:ext cx="4435971" cy="2957314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39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442927" cy="903838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005" y="2348205"/>
            <a:ext cx="637066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Biểu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ở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Sự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chủ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động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Tự</a:t>
            </a:r>
            <a:r>
              <a:rPr lang="en-US" sz="1800" dirty="0">
                <a:sym typeface="Wingdings" panose="05000000000000000000" pitchFamily="2" charset="2"/>
              </a:rPr>
              <a:t> tin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Quyết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đoán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Dễ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thích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nghi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Rất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hài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hước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a </a:t>
            </a:r>
            <a:r>
              <a:rPr lang="en-US" sz="1800" dirty="0" err="1">
                <a:sym typeface="Wingdings" panose="05000000000000000000" pitchFamily="2" charset="2"/>
              </a:rPr>
              <a:t>dua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Rất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tò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mò</a:t>
            </a:r>
            <a:r>
              <a:rPr lang="en-US" sz="1800" dirty="0">
                <a:sym typeface="Wingdings" panose="05000000000000000000" pitchFamily="2" charset="2"/>
              </a:rPr>
              <a:t>, </a:t>
            </a:r>
            <a:r>
              <a:rPr lang="en-US" sz="1800" dirty="0" err="1">
                <a:sym typeface="Wingdings" panose="05000000000000000000" pitchFamily="2" charset="2"/>
              </a:rPr>
              <a:t>hiếu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kỳ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Rất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cụ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thể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Sẵn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sàng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bại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Sự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đòn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endParaRPr lang="en-US" sz="12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236554" y="1033500"/>
            <a:ext cx="495116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Biểu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hiện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18" name="Picture 2" descr="Tuyệt chiêu chủ động trong công việc để thành công">
            <a:extLst>
              <a:ext uri="{FF2B5EF4-FFF2-40B4-BE49-F238E27FC236}">
                <a16:creationId xmlns:a16="http://schemas.microsoft.com/office/drawing/2014/main" id="{3A637CB4-8A18-703C-C9DB-FB4ED2F4A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65" y="2265512"/>
            <a:ext cx="3558988" cy="355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93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358" y="1792393"/>
            <a:ext cx="637066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khái</a:t>
            </a:r>
            <a:r>
              <a:rPr lang="en-US" sz="2000" dirty="0"/>
              <a:t> </a:t>
            </a:r>
            <a:r>
              <a:rPr lang="en-US" sz="2000" dirty="0" err="1"/>
              <a:t>niệm</a:t>
            </a:r>
            <a:r>
              <a:rPr lang="en-US" sz="2000" dirty="0"/>
              <a:t> </a:t>
            </a:r>
            <a:r>
              <a:rPr lang="en-US" sz="2000" dirty="0" err="1"/>
              <a:t>tập</a:t>
            </a:r>
            <a:r>
              <a:rPr lang="en-US" sz="2000" dirty="0"/>
              <a:t> </a:t>
            </a:r>
            <a:r>
              <a:rPr lang="en-US" sz="2000" dirty="0" err="1"/>
              <a:t>hợp</a:t>
            </a:r>
            <a:r>
              <a:rPr lang="en-US" sz="2000" dirty="0"/>
              <a:t> </a:t>
            </a:r>
            <a:r>
              <a:rPr lang="en-US" sz="2000" dirty="0" err="1"/>
              <a:t>mọi</a:t>
            </a:r>
            <a:r>
              <a:rPr lang="en-US" sz="2000" dirty="0"/>
              <a:t> </a:t>
            </a:r>
            <a:r>
              <a:rPr lang="en-US" sz="2000" dirty="0" err="1"/>
              <a:t>hoạt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, </a:t>
            </a:r>
            <a:r>
              <a:rPr lang="en-US" sz="2000" dirty="0" err="1"/>
              <a:t>mọi</a:t>
            </a:r>
            <a:r>
              <a:rPr lang="en-US" sz="2000" dirty="0"/>
              <a:t> </a:t>
            </a:r>
            <a:r>
              <a:rPr lang="en-US" sz="2000" dirty="0" err="1"/>
              <a:t>phương</a:t>
            </a:r>
            <a:r>
              <a:rPr lang="en-US" sz="2000" dirty="0"/>
              <a:t> </a:t>
            </a:r>
            <a:r>
              <a:rPr lang="en-US" sz="2000" dirty="0" err="1"/>
              <a:t>tiện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doanh</a:t>
            </a:r>
            <a:r>
              <a:rPr lang="en-US" sz="2000" dirty="0"/>
              <a:t> </a:t>
            </a:r>
            <a:r>
              <a:rPr lang="en-US" sz="2000" dirty="0" err="1"/>
              <a:t>nghiệp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 err="1">
                <a:sym typeface="Wingdings" panose="05000000000000000000" pitchFamily="2" charset="2"/>
              </a:rPr>
              <a:t>không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giống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bất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cứ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cty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nào</a:t>
            </a:r>
            <a:r>
              <a:rPr lang="en-US" sz="2000" dirty="0">
                <a:sym typeface="Wingdings" panose="05000000000000000000" pitchFamily="2" charset="2"/>
              </a:rPr>
              <a:t>  </a:t>
            </a:r>
            <a:r>
              <a:rPr lang="en-US" sz="2000" dirty="0" err="1">
                <a:sym typeface="Wingdings" panose="05000000000000000000" pitchFamily="2" charset="2"/>
              </a:rPr>
              <a:t>không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có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cái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chung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sym typeface="Wingdings" panose="05000000000000000000" pitchFamily="2" charset="2"/>
              </a:rPr>
              <a:t>Do </a:t>
            </a:r>
            <a:r>
              <a:rPr lang="en-US" sz="2000" dirty="0" err="1">
                <a:sym typeface="Wingdings" panose="05000000000000000000" pitchFamily="2" charset="2"/>
              </a:rPr>
              <a:t>vậy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giữ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người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tài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có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rất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nhiều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khái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niệm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vì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mỗi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cty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sẽ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khác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nhau</a:t>
            </a:r>
            <a:r>
              <a:rPr lang="en-US" sz="2000" dirty="0">
                <a:sym typeface="Wingdings" panose="05000000000000000000" pitchFamily="2" charset="2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Giữ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Tìm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mọi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thủ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đoạn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giữ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ta ở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Gắn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ích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ty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viên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Bán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ích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hiện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tương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lai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Giảm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thay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thế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endParaRPr lang="en-US" sz="14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Mọi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niệm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này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khía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cạnh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đúng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nhưng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chung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chung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đối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lập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endParaRPr lang="en-US" sz="12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210908" y="1033500"/>
            <a:ext cx="50024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1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Khái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niệm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giữ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42" name="Picture 2" descr="Kỹ năng quan sát là gì? Tìm hiểu về kỹ năng quan sát trong công việc">
            <a:extLst>
              <a:ext uri="{FF2B5EF4-FFF2-40B4-BE49-F238E27FC236}">
                <a16:creationId xmlns:a16="http://schemas.microsoft.com/office/drawing/2014/main" id="{C81111F5-CE31-E0B8-53DA-D846F4CED6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70"/>
          <a:stretch/>
        </p:blipFill>
        <p:spPr bwMode="auto">
          <a:xfrm>
            <a:off x="9493833" y="5146701"/>
            <a:ext cx="2698167" cy="171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48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358" y="1792393"/>
            <a:ext cx="7545042" cy="40321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Lịch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khái</a:t>
            </a:r>
            <a:r>
              <a:rPr lang="en-US" sz="2000" dirty="0"/>
              <a:t> </a:t>
            </a:r>
            <a:r>
              <a:rPr lang="en-US" sz="2000" dirty="0" err="1"/>
              <a:t>niệm</a:t>
            </a:r>
            <a:r>
              <a:rPr lang="en-US" sz="2000" dirty="0"/>
              <a:t>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tài</a:t>
            </a:r>
            <a:r>
              <a:rPr lang="en-US" sz="2000" dirty="0"/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Từ</a:t>
            </a:r>
            <a:r>
              <a:rPr lang="en-US" sz="1600" dirty="0">
                <a:sym typeface="Wingdings" panose="05000000000000000000" pitchFamily="2" charset="2"/>
              </a:rPr>
              <a:t> 1950-1960: </a:t>
            </a:r>
            <a:r>
              <a:rPr lang="en-US" sz="1600" dirty="0" err="1">
                <a:sym typeface="Wingdings" panose="05000000000000000000" pitchFamily="2" charset="2"/>
              </a:rPr>
              <a:t>làm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chủ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suốt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đời</a:t>
            </a:r>
            <a:r>
              <a:rPr lang="en-US" sz="1600" dirty="0">
                <a:sym typeface="Wingdings" panose="05000000000000000000" pitchFamily="2" charset="2"/>
              </a:rPr>
              <a:t>  sang </a:t>
            </a:r>
            <a:r>
              <a:rPr lang="en-US" sz="1600" dirty="0" err="1">
                <a:sym typeface="Wingdings" panose="05000000000000000000" pitchFamily="2" charset="2"/>
              </a:rPr>
              <a:t>cty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nhận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Sau 1970 </a:t>
            </a:r>
            <a:r>
              <a:rPr lang="en-US" sz="1600" dirty="0" err="1">
                <a:sym typeface="Wingdings" panose="05000000000000000000" pitchFamily="2" charset="2"/>
              </a:rPr>
              <a:t>hàng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loạt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bôi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chuyển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dịch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bởi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lúc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này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biến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thị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trường</a:t>
            </a:r>
            <a:r>
              <a:rPr lang="en-US" sz="1600" dirty="0">
                <a:sym typeface="Wingdings" panose="05000000000000000000" pitchFamily="2" charset="2"/>
              </a:rPr>
              <a:t> 3.0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thông</a:t>
            </a:r>
            <a:r>
              <a:rPr lang="en-US" sz="1600" dirty="0">
                <a:sym typeface="Wingdings" panose="05000000000000000000" pitchFamily="2" charset="2"/>
              </a:rPr>
              <a:t> tin </a:t>
            </a:r>
            <a:r>
              <a:rPr lang="en-US" sz="1600" dirty="0" err="1">
                <a:sym typeface="Wingdings" panose="05000000000000000000" pitchFamily="2" charset="2"/>
              </a:rPr>
              <a:t>làm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việc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Chi </a:t>
            </a:r>
            <a:r>
              <a:rPr lang="en-US" sz="1600" dirty="0" err="1">
                <a:sym typeface="Wingdings" panose="05000000000000000000" pitchFamily="2" charset="2"/>
              </a:rPr>
              <a:t>phí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chổ</a:t>
            </a:r>
            <a:r>
              <a:rPr lang="en-US" sz="1600" dirty="0">
                <a:sym typeface="Wingdings" panose="05000000000000000000" pitchFamily="2" charset="2"/>
              </a:rPr>
              <a:t> ở </a:t>
            </a:r>
            <a:r>
              <a:rPr lang="en-US" sz="1600" dirty="0" err="1">
                <a:sym typeface="Wingdings" panose="05000000000000000000" pitchFamily="2" charset="2"/>
              </a:rPr>
              <a:t>thuận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tiện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bởi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trị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Thông</a:t>
            </a:r>
            <a:r>
              <a:rPr lang="en-US" sz="1600" dirty="0">
                <a:sym typeface="Wingdings" panose="05000000000000000000" pitchFamily="2" charset="2"/>
              </a:rPr>
              <a:t> tin </a:t>
            </a:r>
            <a:r>
              <a:rPr lang="en-US" sz="1600" dirty="0" err="1">
                <a:sym typeface="Wingdings" panose="05000000000000000000" pitchFamily="2" charset="2"/>
              </a:rPr>
              <a:t>rộng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mở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yêu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cầu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tắc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tuyển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dụng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Cạnh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tranh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toàn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cầu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cty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vừa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nhỏ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ưu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hấp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dẫn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Quan </a:t>
            </a:r>
            <a:r>
              <a:rPr lang="en-US" sz="1600" dirty="0" err="1">
                <a:sym typeface="Wingdings" panose="05000000000000000000" pitchFamily="2" charset="2"/>
              </a:rPr>
              <a:t>hệ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giữa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chủ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Ngành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nghề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endParaRPr lang="en-US" sz="16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 </a:t>
            </a:r>
            <a:r>
              <a:rPr lang="en-US" sz="1600" dirty="0" err="1">
                <a:sym typeface="Wingdings" panose="05000000000000000000" pitchFamily="2" charset="2"/>
              </a:rPr>
              <a:t>Khái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niệm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giữ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bắt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đầu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endParaRPr lang="en-US" sz="12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210908" y="1033500"/>
            <a:ext cx="50024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Khái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niệm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giữ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290" name="Picture 2" descr="kỹ năng quan sát Tiếng Anh là gì">
            <a:extLst>
              <a:ext uri="{FF2B5EF4-FFF2-40B4-BE49-F238E27FC236}">
                <a16:creationId xmlns:a16="http://schemas.microsoft.com/office/drawing/2014/main" id="{DDBF7C6F-BF62-7B15-9D4D-39A431E62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794" y="4205941"/>
            <a:ext cx="3978088" cy="265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14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358" y="1792393"/>
            <a:ext cx="7545042" cy="40321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Lịch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khái</a:t>
            </a:r>
            <a:r>
              <a:rPr lang="en-US" sz="2000" dirty="0"/>
              <a:t> </a:t>
            </a:r>
            <a:r>
              <a:rPr lang="en-US" sz="2000" dirty="0" err="1"/>
              <a:t>niệm</a:t>
            </a:r>
            <a:r>
              <a:rPr lang="en-US" sz="2000" dirty="0"/>
              <a:t>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tài</a:t>
            </a:r>
            <a:r>
              <a:rPr lang="en-US" sz="2000" dirty="0"/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Từ</a:t>
            </a:r>
            <a:r>
              <a:rPr lang="en-US" sz="1600" dirty="0">
                <a:sym typeface="Wingdings" panose="05000000000000000000" pitchFamily="2" charset="2"/>
              </a:rPr>
              <a:t> 1950-1960: </a:t>
            </a:r>
            <a:r>
              <a:rPr lang="en-US" sz="1600" dirty="0" err="1">
                <a:sym typeface="Wingdings" panose="05000000000000000000" pitchFamily="2" charset="2"/>
              </a:rPr>
              <a:t>làm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chủ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suốt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đời</a:t>
            </a:r>
            <a:r>
              <a:rPr lang="en-US" sz="1600" dirty="0">
                <a:sym typeface="Wingdings" panose="05000000000000000000" pitchFamily="2" charset="2"/>
              </a:rPr>
              <a:t>  sang </a:t>
            </a:r>
            <a:r>
              <a:rPr lang="en-US" sz="1600" dirty="0" err="1">
                <a:sym typeface="Wingdings" panose="05000000000000000000" pitchFamily="2" charset="2"/>
              </a:rPr>
              <a:t>cty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nhận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Sau 1970 </a:t>
            </a:r>
            <a:r>
              <a:rPr lang="en-US" sz="1600" dirty="0" err="1">
                <a:sym typeface="Wingdings" panose="05000000000000000000" pitchFamily="2" charset="2"/>
              </a:rPr>
              <a:t>hàng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loạt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bôi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chuyển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dịch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bởi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lúc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này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biến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thị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trường</a:t>
            </a:r>
            <a:r>
              <a:rPr lang="en-US" sz="1600" dirty="0">
                <a:sym typeface="Wingdings" panose="05000000000000000000" pitchFamily="2" charset="2"/>
              </a:rPr>
              <a:t> 3.0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thông</a:t>
            </a:r>
            <a:r>
              <a:rPr lang="en-US" sz="1600" dirty="0">
                <a:sym typeface="Wingdings" panose="05000000000000000000" pitchFamily="2" charset="2"/>
              </a:rPr>
              <a:t> tin </a:t>
            </a:r>
            <a:r>
              <a:rPr lang="en-US" sz="1600" dirty="0" err="1">
                <a:sym typeface="Wingdings" panose="05000000000000000000" pitchFamily="2" charset="2"/>
              </a:rPr>
              <a:t>làm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việc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Chi </a:t>
            </a:r>
            <a:r>
              <a:rPr lang="en-US" sz="1600" dirty="0" err="1">
                <a:sym typeface="Wingdings" panose="05000000000000000000" pitchFamily="2" charset="2"/>
              </a:rPr>
              <a:t>phí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chổ</a:t>
            </a:r>
            <a:r>
              <a:rPr lang="en-US" sz="1600" dirty="0">
                <a:sym typeface="Wingdings" panose="05000000000000000000" pitchFamily="2" charset="2"/>
              </a:rPr>
              <a:t> ở </a:t>
            </a:r>
            <a:r>
              <a:rPr lang="en-US" sz="1600" dirty="0" err="1">
                <a:sym typeface="Wingdings" panose="05000000000000000000" pitchFamily="2" charset="2"/>
              </a:rPr>
              <a:t>thuận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tiện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bởi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trị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Thông</a:t>
            </a:r>
            <a:r>
              <a:rPr lang="en-US" sz="1600" dirty="0">
                <a:sym typeface="Wingdings" panose="05000000000000000000" pitchFamily="2" charset="2"/>
              </a:rPr>
              <a:t> tin </a:t>
            </a:r>
            <a:r>
              <a:rPr lang="en-US" sz="1600" dirty="0" err="1">
                <a:sym typeface="Wingdings" panose="05000000000000000000" pitchFamily="2" charset="2"/>
              </a:rPr>
              <a:t>rộng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mở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yêu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cầu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tắc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tuyển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dụng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Cạnh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tranh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toàn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cầu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cty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vừa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nhỏ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ưu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hấp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dẫn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Quan </a:t>
            </a:r>
            <a:r>
              <a:rPr lang="en-US" sz="1600" dirty="0" err="1">
                <a:sym typeface="Wingdings" panose="05000000000000000000" pitchFamily="2" charset="2"/>
              </a:rPr>
              <a:t>hệ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giữa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chủ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Ngành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nghề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endParaRPr lang="en-US" sz="16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12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210908" y="1033500"/>
            <a:ext cx="50024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Khái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niệm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giữ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266" name="Picture 2" descr="ky-nang-quan-sat-2 -">
            <a:extLst>
              <a:ext uri="{FF2B5EF4-FFF2-40B4-BE49-F238E27FC236}">
                <a16:creationId xmlns:a16="http://schemas.microsoft.com/office/drawing/2014/main" id="{925D0647-42A7-5C11-C9BB-6B4D648FB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0721" y="4168044"/>
            <a:ext cx="3656479" cy="20668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2769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358" y="1792393"/>
            <a:ext cx="7545042" cy="717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Khái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niệm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giữ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chân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người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tài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bắt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đầu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thay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đổi</a:t>
            </a: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endParaRPr lang="en-US" sz="12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210908" y="1033500"/>
            <a:ext cx="50024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Khái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niệm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giữ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266" name="Picture 2" descr="ky-nang-quan-sat-2 -">
            <a:extLst>
              <a:ext uri="{FF2B5EF4-FFF2-40B4-BE49-F238E27FC236}">
                <a16:creationId xmlns:a16="http://schemas.microsoft.com/office/drawing/2014/main" id="{925D0647-42A7-5C11-C9BB-6B4D648FB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327" y="518250"/>
            <a:ext cx="1823369" cy="103066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084C79A-B453-7C4A-00AA-B5BABBDE5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355225"/>
              </p:ext>
            </p:extLst>
          </p:nvPr>
        </p:nvGraphicFramePr>
        <p:xfrm>
          <a:off x="2032000" y="2183135"/>
          <a:ext cx="8128000" cy="37541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7328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60770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THỜI CŨ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THỜI MỚI (SAU 1980)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140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Chỉ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có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ưu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đãi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Ư</a:t>
                      </a:r>
                      <a:r>
                        <a:rPr lang="en-US" dirty="0"/>
                        <a:t>u </a:t>
                      </a:r>
                      <a:r>
                        <a:rPr lang="en-US" dirty="0" err="1"/>
                        <a:t>đãi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chỉ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tố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doanh</a:t>
                      </a:r>
                      <a:r>
                        <a:rPr lang="en-US" dirty="0"/>
                        <a:t> ( </a:t>
                      </a:r>
                      <a:r>
                        <a:rPr lang="en-US" dirty="0" err="1"/>
                        <a:t>chỉ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đóng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thoả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mãn</a:t>
                      </a:r>
                      <a:r>
                        <a:rPr lang="en-US" dirty="0"/>
                        <a:t>)</a:t>
                      </a:r>
                    </a:p>
                    <a:p>
                      <a:r>
                        <a:rPr lang="en-US" dirty="0"/>
                        <a:t>Quan </a:t>
                      </a:r>
                      <a:r>
                        <a:rPr lang="en-US" dirty="0" err="1"/>
                        <a:t>trọng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nhất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lâu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dài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cụ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thúc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đẩy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yếu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tố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huyệt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giữ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người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tài</a:t>
                      </a:r>
                      <a:r>
                        <a:rPr lang="en-US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Sự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chấp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nhận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Hoà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đồng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Định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hướng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Tôn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trọng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Địa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vị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Nguyện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vọng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Mong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khẳng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định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Học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hỏi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phát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triển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bản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thân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176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53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357" y="1792393"/>
            <a:ext cx="7993277" cy="23672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Kết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luận</a:t>
            </a:r>
            <a:r>
              <a:rPr lang="en-US" sz="2000" b="1" dirty="0">
                <a:sym typeface="Wingdings" panose="05000000000000000000" pitchFamily="2" charset="2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Nếu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cty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đưa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ra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một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chương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trình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thúc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đẩy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sẽ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tạo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ra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thương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hiệu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tuyên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dụng</a:t>
            </a:r>
            <a:r>
              <a:rPr lang="en-US" sz="2000" dirty="0">
                <a:sym typeface="Wingdings" panose="05000000000000000000" pitchFamily="2" charset="2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Những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ta </a:t>
            </a:r>
            <a:r>
              <a:rPr lang="en-US" sz="1600" dirty="0" err="1">
                <a:sym typeface="Wingdings" panose="05000000000000000000" pitchFamily="2" charset="2"/>
              </a:rPr>
              <a:t>nhìn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thấy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nghe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thấy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trước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đầu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cty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/>
              <a:t>Nhân</a:t>
            </a:r>
            <a:r>
              <a:rPr lang="en-US" sz="1600" dirty="0"/>
              <a:t> </a:t>
            </a:r>
            <a:r>
              <a:rPr lang="en-US" sz="1600" dirty="0" err="1"/>
              <a:t>viên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đối</a:t>
            </a:r>
            <a:r>
              <a:rPr lang="en-US" sz="1600" dirty="0"/>
              <a:t> </a:t>
            </a:r>
            <a:r>
              <a:rPr lang="en-US" sz="1600" dirty="0" err="1"/>
              <a:t>xử</a:t>
            </a:r>
            <a:r>
              <a:rPr lang="en-US" sz="1600" dirty="0"/>
              <a:t> </a:t>
            </a:r>
            <a:r>
              <a:rPr lang="en-US" sz="1600" dirty="0" err="1"/>
              <a:t>thế</a:t>
            </a:r>
            <a:r>
              <a:rPr lang="en-US" sz="1600" dirty="0"/>
              <a:t> </a:t>
            </a:r>
            <a:r>
              <a:rPr lang="en-US" sz="1600" dirty="0" err="1"/>
              <a:t>nào</a:t>
            </a:r>
            <a:r>
              <a:rPr lang="en-US" sz="1600" dirty="0"/>
              <a:t> </a:t>
            </a:r>
            <a:r>
              <a:rPr lang="en-US" sz="1600" dirty="0" err="1"/>
              <a:t>ngay</a:t>
            </a:r>
            <a:r>
              <a:rPr lang="en-US" sz="1600" dirty="0"/>
              <a:t> </a:t>
            </a:r>
            <a:r>
              <a:rPr lang="en-US" sz="1600" dirty="0" err="1"/>
              <a:t>khi</a:t>
            </a:r>
            <a:r>
              <a:rPr lang="en-US" sz="1600" dirty="0"/>
              <a:t> </a:t>
            </a:r>
            <a:r>
              <a:rPr lang="en-US" sz="1600" dirty="0" err="1"/>
              <a:t>bước</a:t>
            </a:r>
            <a:r>
              <a:rPr lang="en-US" sz="1600" dirty="0"/>
              <a:t> </a:t>
            </a:r>
            <a:r>
              <a:rPr lang="en-US" sz="1600" dirty="0" err="1"/>
              <a:t>vào</a:t>
            </a:r>
            <a:r>
              <a:rPr lang="en-US" sz="1600" dirty="0"/>
              <a:t> </a:t>
            </a:r>
            <a:r>
              <a:rPr lang="en-US" sz="1600" dirty="0" err="1"/>
              <a:t>cty</a:t>
            </a:r>
            <a:endParaRPr lang="en-US" sz="16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err="1"/>
              <a:t>Nhân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đối</a:t>
            </a:r>
            <a:r>
              <a:rPr lang="en-US" sz="1600" dirty="0"/>
              <a:t> </a:t>
            </a:r>
            <a:r>
              <a:rPr lang="en-US" sz="1600" dirty="0" err="1"/>
              <a:t>xử</a:t>
            </a:r>
            <a:r>
              <a:rPr lang="en-US" sz="1600" dirty="0"/>
              <a:t> </a:t>
            </a:r>
            <a:r>
              <a:rPr lang="en-US" sz="1600" dirty="0" err="1"/>
              <a:t>thế</a:t>
            </a:r>
            <a:r>
              <a:rPr lang="en-US" sz="1600" dirty="0"/>
              <a:t> </a:t>
            </a:r>
            <a:r>
              <a:rPr lang="en-US" sz="1600" dirty="0" err="1"/>
              <a:t>nào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khi</a:t>
            </a:r>
            <a:r>
              <a:rPr lang="en-US" sz="1600" dirty="0"/>
              <a:t> </a:t>
            </a:r>
            <a:r>
              <a:rPr lang="en-US" sz="1600" dirty="0" err="1"/>
              <a:t>bước</a:t>
            </a:r>
            <a:r>
              <a:rPr lang="en-US" sz="1600" dirty="0"/>
              <a:t> </a:t>
            </a:r>
            <a:r>
              <a:rPr lang="en-US" sz="1600" dirty="0" err="1"/>
              <a:t>vào</a:t>
            </a:r>
            <a:r>
              <a:rPr lang="en-US" sz="1600" dirty="0"/>
              <a:t> </a:t>
            </a:r>
            <a:r>
              <a:rPr lang="en-US" sz="1600" dirty="0" err="1"/>
              <a:t>cty</a:t>
            </a: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210908" y="1033500"/>
            <a:ext cx="50024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Khái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niệm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giữ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7CEF77-CA1C-1F13-9B9A-755B18F7F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316" y="4032560"/>
            <a:ext cx="3927368" cy="260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5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357" y="1792393"/>
            <a:ext cx="7993277" cy="372986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Tóm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lại</a:t>
            </a:r>
            <a:r>
              <a:rPr lang="en-US" sz="2000" b="1" dirty="0">
                <a:sym typeface="Wingdings" panose="05000000000000000000" pitchFamily="2" charset="2"/>
              </a:rPr>
              <a:t>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Giữ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hiểu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duy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viên</a:t>
            </a:r>
            <a:r>
              <a:rPr lang="en-US" sz="1600" dirty="0">
                <a:sym typeface="Wingdings" panose="05000000000000000000" pitchFamily="2" charset="2"/>
              </a:rPr>
              <a:t> (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cầu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chủ</a:t>
            </a:r>
            <a:r>
              <a:rPr lang="en-US" sz="1600" dirty="0">
                <a:sym typeface="Wingdings" panose="05000000000000000000" pitchFamily="2" charset="2"/>
              </a:rPr>
              <a:t>)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Nói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tôi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việc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nào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còn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tôi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cống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 (13 </a:t>
            </a:r>
            <a:r>
              <a:rPr lang="en-US" sz="1600" dirty="0" err="1">
                <a:sym typeface="Wingdings" panose="05000000000000000000" pitchFamily="2" charset="2"/>
              </a:rPr>
              <a:t>yếu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tố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cống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hiến</a:t>
            </a:r>
            <a:r>
              <a:rPr lang="en-US" sz="1600" dirty="0">
                <a:sym typeface="Wingdings" panose="05000000000000000000" pitchFamily="2" charset="2"/>
              </a:rPr>
              <a:t> + cam </a:t>
            </a:r>
            <a:r>
              <a:rPr lang="en-US" sz="1600" dirty="0" err="1">
                <a:sym typeface="Wingdings" panose="05000000000000000000" pitchFamily="2" charset="2"/>
              </a:rPr>
              <a:t>kết</a:t>
            </a:r>
            <a:r>
              <a:rPr lang="en-US" sz="1600" dirty="0">
                <a:sym typeface="Wingdings" panose="05000000000000000000" pitchFamily="2" charset="2"/>
              </a:rPr>
              <a:t> + </a:t>
            </a:r>
            <a:r>
              <a:rPr lang="en-US" sz="1600" dirty="0" err="1">
                <a:sym typeface="Wingdings" panose="05000000000000000000" pitchFamily="2" charset="2"/>
              </a:rPr>
              <a:t>mức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lương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hợp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lý</a:t>
            </a:r>
            <a:r>
              <a:rPr lang="en-US" sz="1600" dirty="0">
                <a:sym typeface="Wingdings" panose="05000000000000000000" pitchFamily="2" charset="2"/>
              </a:rPr>
              <a:t>)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Cụ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lịch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sử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thấy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ta </a:t>
            </a:r>
            <a:r>
              <a:rPr lang="en-US" sz="1600" dirty="0" err="1">
                <a:sym typeface="Wingdings" panose="05000000000000000000" pitchFamily="2" charset="2"/>
              </a:rPr>
              <a:t>chỉ</a:t>
            </a:r>
            <a:r>
              <a:rPr lang="en-US" sz="1600" dirty="0">
                <a:sym typeface="Wingdings" panose="05000000000000000000" pitchFamily="2" charset="2"/>
              </a:rPr>
              <a:t> ở </a:t>
            </a:r>
            <a:r>
              <a:rPr lang="en-US" sz="1600" dirty="0" err="1">
                <a:sym typeface="Wingdings" panose="05000000000000000000" pitchFamily="2" charset="2"/>
              </a:rPr>
              <a:t>lại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anh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chỉ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từ</a:t>
            </a:r>
            <a:r>
              <a:rPr lang="en-US" sz="1600" dirty="0">
                <a:sym typeface="Wingdings" panose="05000000000000000000" pitchFamily="2" charset="2"/>
              </a:rPr>
              <a:t> 2-10 </a:t>
            </a:r>
            <a:r>
              <a:rPr lang="en-US" sz="1600" dirty="0" err="1">
                <a:sym typeface="Wingdings" panose="05000000000000000000" pitchFamily="2" charset="2"/>
              </a:rPr>
              <a:t>năm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thông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thường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4-5 </a:t>
            </a:r>
            <a:r>
              <a:rPr lang="en-US" sz="1600" dirty="0" err="1">
                <a:sym typeface="Wingdings" panose="05000000000000000000" pitchFamily="2" charset="2"/>
              </a:rPr>
              <a:t>năm</a:t>
            </a:r>
            <a:r>
              <a:rPr lang="en-US" sz="1600" dirty="0">
                <a:sym typeface="Wingdings" panose="05000000000000000000" pitchFamily="2" charset="2"/>
              </a:rPr>
              <a:t>. </a:t>
            </a:r>
            <a:r>
              <a:rPr lang="en-US" sz="1600" dirty="0" err="1">
                <a:sym typeface="Wingdings" panose="05000000000000000000" pitchFamily="2" charset="2"/>
              </a:rPr>
              <a:t>Ngành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đặc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biệt</a:t>
            </a:r>
            <a:r>
              <a:rPr lang="en-US" sz="1600" dirty="0">
                <a:sym typeface="Wingdings" panose="05000000000000000000" pitchFamily="2" charset="2"/>
              </a:rPr>
              <a:t> 2-3 </a:t>
            </a:r>
            <a:r>
              <a:rPr lang="en-US" sz="1600" dirty="0" err="1">
                <a:sym typeface="Wingdings" panose="05000000000000000000" pitchFamily="2" charset="2"/>
              </a:rPr>
              <a:t>năm</a:t>
            </a:r>
            <a:endParaRPr lang="en-US" sz="16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Linh </a:t>
            </a:r>
            <a:r>
              <a:rPr lang="en-US" sz="1600" dirty="0" err="1">
                <a:sym typeface="Wingdings" panose="05000000000000000000" pitchFamily="2" charset="2"/>
              </a:rPr>
              <a:t>hồn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việc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kéo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lệ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thuộc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biến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chính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yếu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còn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endParaRPr lang="en-US" sz="16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Khi </a:t>
            </a:r>
            <a:r>
              <a:rPr lang="en-US" sz="1600" dirty="0" err="1">
                <a:sym typeface="Wingdings" panose="05000000000000000000" pitchFamily="2" charset="2"/>
              </a:rPr>
              <a:t>giải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còn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hợp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hãy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</a:t>
            </a:r>
            <a:r>
              <a:rPr lang="en-US" sz="1600" dirty="0">
                <a:sym typeface="Wingdings" panose="05000000000000000000" pitchFamily="2" charset="2"/>
              </a:rPr>
              <a:t>  Khi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còn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bóc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chủ</a:t>
            </a:r>
            <a:endParaRPr lang="en-US" sz="1600" dirty="0"/>
          </a:p>
          <a:p>
            <a:pPr algn="just">
              <a:buFont typeface="Wingdings" panose="05000000000000000000" pitchFamily="2" charset="2"/>
              <a:buChar char="è"/>
            </a:pPr>
            <a:r>
              <a:rPr lang="en-US" sz="2000" dirty="0" err="1">
                <a:sym typeface="Wingdings" panose="05000000000000000000" pitchFamily="2" charset="2"/>
              </a:rPr>
              <a:t>Giữ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người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tài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hãy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hco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người</a:t>
            </a:r>
            <a:r>
              <a:rPr lang="en-US" sz="2000" dirty="0">
                <a:sym typeface="Wingdings" panose="05000000000000000000" pitchFamily="2" charset="2"/>
              </a:rPr>
              <a:t> ta </a:t>
            </a:r>
            <a:r>
              <a:rPr lang="en-US" sz="2000" dirty="0" err="1">
                <a:sym typeface="Wingdings" panose="05000000000000000000" pitchFamily="2" charset="2"/>
              </a:rPr>
              <a:t>ưu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đãi</a:t>
            </a:r>
            <a:r>
              <a:rPr lang="en-US" sz="2000" dirty="0">
                <a:sym typeface="Wingdings" panose="05000000000000000000" pitchFamily="2" charset="2"/>
              </a:rPr>
              <a:t> + </a:t>
            </a:r>
            <a:r>
              <a:rPr lang="en-US" sz="2000" dirty="0" err="1">
                <a:sym typeface="Wingdings" panose="05000000000000000000" pitchFamily="2" charset="2"/>
              </a:rPr>
              <a:t>cho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người</a:t>
            </a:r>
            <a:r>
              <a:rPr lang="en-US" sz="2000" dirty="0">
                <a:sym typeface="Wingdings" panose="05000000000000000000" pitchFamily="2" charset="2"/>
              </a:rPr>
              <a:t> ta </a:t>
            </a:r>
            <a:r>
              <a:rPr lang="en-US" sz="2000" dirty="0" err="1">
                <a:sym typeface="Wingdings" panose="05000000000000000000" pitchFamily="2" charset="2"/>
              </a:rPr>
              <a:t>phát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triển</a:t>
            </a:r>
            <a:endParaRPr lang="en-US" sz="2000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è"/>
            </a:pPr>
            <a:r>
              <a:rPr lang="en-US" sz="2000" dirty="0" err="1">
                <a:sym typeface="Wingdings" panose="05000000000000000000" pitchFamily="2" charset="2"/>
              </a:rPr>
              <a:t>Bản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chất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hãy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cho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họ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bóc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lột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mình</a:t>
            </a:r>
            <a:endParaRPr lang="en-US" sz="2000" dirty="0">
              <a:sym typeface="Wingdings" panose="05000000000000000000" pitchFamily="2" charset="2"/>
            </a:endParaRPr>
          </a:p>
          <a:p>
            <a:pPr marL="457200" lvl="1" indent="0" algn="just">
              <a:buNone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210908" y="1033500"/>
            <a:ext cx="50024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Khái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niệm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giữ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tài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6DB14F-38D3-6C34-5AAB-1CCACE2A3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675" y="4871140"/>
            <a:ext cx="2320701" cy="152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1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354" y="1809171"/>
            <a:ext cx="7993277" cy="3729866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Công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cụ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ưu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đãi</a:t>
            </a:r>
            <a:r>
              <a:rPr lang="en-US" sz="2000" b="1" dirty="0">
                <a:sym typeface="Wingdings" panose="05000000000000000000" pitchFamily="2" charset="2"/>
              </a:rPr>
              <a:t>  </a:t>
            </a:r>
            <a:r>
              <a:rPr lang="en-US" sz="2000" b="1" dirty="0" err="1">
                <a:sym typeface="Wingdings" panose="05000000000000000000" pitchFamily="2" charset="2"/>
              </a:rPr>
              <a:t>Công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cụ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kích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hoạt</a:t>
            </a:r>
            <a:r>
              <a:rPr lang="en-US" sz="2000" b="1" dirty="0">
                <a:sym typeface="Wingdings" panose="05000000000000000000" pitchFamily="2" charset="2"/>
              </a:rPr>
              <a:t> + </a:t>
            </a:r>
            <a:r>
              <a:rPr lang="en-US" sz="2000" b="1" dirty="0" err="1">
                <a:sym typeface="Wingdings" panose="05000000000000000000" pitchFamily="2" charset="2"/>
              </a:rPr>
              <a:t>thoả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mãn</a:t>
            </a:r>
            <a:r>
              <a:rPr lang="en-US" sz="2000" b="1" dirty="0">
                <a:sym typeface="Wingdings" panose="05000000000000000000" pitchFamily="2" charset="2"/>
              </a:rPr>
              <a:t> + </a:t>
            </a:r>
            <a:r>
              <a:rPr lang="en-US" sz="2000" b="1" dirty="0" err="1">
                <a:sym typeface="Wingdings" panose="05000000000000000000" pitchFamily="2" charset="2"/>
              </a:rPr>
              <a:t>phòng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ngừa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bất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mãn</a:t>
            </a:r>
            <a:endParaRPr lang="en-US" sz="2000" b="1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ưu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thể</a:t>
            </a:r>
            <a:r>
              <a:rPr lang="en-US" sz="1600" dirty="0">
                <a:sym typeface="Wingdings" panose="05000000000000000000" pitchFamily="2" charset="2"/>
              </a:rPr>
              <a:t> ở </a:t>
            </a:r>
            <a:r>
              <a:rPr lang="en-US" sz="1600" dirty="0" err="1">
                <a:sym typeface="Wingdings" panose="05000000000000000000" pitchFamily="2" charset="2"/>
              </a:rPr>
              <a:t>lại</a:t>
            </a:r>
            <a:endParaRPr lang="en-US" sz="16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ưu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chưa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chắc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ở </a:t>
            </a:r>
            <a:r>
              <a:rPr lang="en-US" sz="1600" dirty="0" err="1">
                <a:sym typeface="Wingdings" panose="05000000000000000000" pitchFamily="2" charset="2"/>
              </a:rPr>
              <a:t>lại</a:t>
            </a:r>
            <a:endParaRPr lang="en-US" sz="16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vi-VN" sz="1600" dirty="0">
                <a:sym typeface="Wingdings" panose="05000000000000000000" pitchFamily="2" charset="2"/>
              </a:rPr>
              <a:t>Ư</a:t>
            </a:r>
            <a:r>
              <a:rPr lang="en-US" sz="1600" dirty="0">
                <a:sym typeface="Wingdings" panose="05000000000000000000" pitchFamily="2" charset="2"/>
              </a:rPr>
              <a:t>u </a:t>
            </a:r>
            <a:r>
              <a:rPr lang="en-US" sz="1600" dirty="0" err="1">
                <a:sym typeface="Wingdings" panose="05000000000000000000" pitchFamily="2" charset="2"/>
              </a:rPr>
              <a:t>đãi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ta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ở </a:t>
            </a:r>
            <a:r>
              <a:rPr lang="en-US" sz="1600" dirty="0" err="1">
                <a:sym typeface="Wingdings" panose="05000000000000000000" pitchFamily="2" charset="2"/>
              </a:rPr>
              <a:t>lại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ưu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gắn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chương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giữ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endParaRPr lang="en-US" sz="16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Ưu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lương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đủ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sức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giữ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Giống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như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trong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bán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hàng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loại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hình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bán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hàng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dựa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giá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loại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hình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bán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hàng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yếu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kém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nhất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hiện</a:t>
            </a:r>
            <a:r>
              <a:rPr lang="en-US" sz="1200" dirty="0">
                <a:sym typeface="Wingdings" panose="05000000000000000000" pitchFamily="2" charset="2"/>
              </a:rPr>
              <a:t> nay.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Vì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thiết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lập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được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quan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hệ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giữa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tài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chủ</a:t>
            </a:r>
            <a:endParaRPr lang="en-US" sz="12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200" dirty="0">
                <a:sym typeface="Wingdings" panose="05000000000000000000" pitchFamily="2" charset="2"/>
              </a:rPr>
              <a:t>Khi </a:t>
            </a:r>
            <a:r>
              <a:rPr lang="en-US" sz="1200" dirty="0" err="1">
                <a:sym typeface="Wingdings" panose="05000000000000000000" pitchFamily="2" charset="2"/>
              </a:rPr>
              <a:t>có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đưa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lương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cao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hơn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sẵn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sàng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ra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đi</a:t>
            </a:r>
            <a:endParaRPr lang="en-US" sz="12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Vì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sẽ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trở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thành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kẻ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vụ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lợi</a:t>
            </a:r>
            <a:endParaRPr lang="en-US" sz="12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ưu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thấp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thị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trường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bằng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thị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trường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chỉ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lần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thị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trường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cty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tương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ứng</a:t>
            </a:r>
            <a:endParaRPr lang="en-US" sz="16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Ưu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góp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phần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giữ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gắn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Gắn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với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chương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trình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phát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triển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nhân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viên</a:t>
            </a:r>
            <a:endParaRPr lang="en-US" sz="12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vi-VN" sz="1200" dirty="0">
                <a:sym typeface="Wingdings" panose="05000000000000000000" pitchFamily="2" charset="2"/>
              </a:rPr>
              <a:t>Ư</a:t>
            </a:r>
            <a:r>
              <a:rPr lang="en-US" sz="1200" dirty="0">
                <a:sym typeface="Wingdings" panose="05000000000000000000" pitchFamily="2" charset="2"/>
              </a:rPr>
              <a:t>u </a:t>
            </a:r>
            <a:r>
              <a:rPr lang="en-US" sz="1200" dirty="0" err="1">
                <a:sym typeface="Wingdings" panose="05000000000000000000" pitchFamily="2" charset="2"/>
              </a:rPr>
              <a:t>đãi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nhân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tố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tạo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động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lực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endParaRPr lang="en-US" sz="12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Là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điều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thấy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trong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tầm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nhìn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phát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triển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sẽ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đạt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được</a:t>
            </a:r>
            <a:endParaRPr lang="en-US" sz="1200" dirty="0">
              <a:sym typeface="Wingdings" panose="05000000000000000000" pitchFamily="2" charset="2"/>
            </a:endParaRPr>
          </a:p>
          <a:p>
            <a:pPr marL="457200" lvl="1" indent="0" algn="just">
              <a:buNone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276435" y="995797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2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D9EA5-DDD9-0711-473B-2E872328C8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64" t="8494" r="19413" b="5672"/>
          <a:stretch/>
        </p:blipFill>
        <p:spPr>
          <a:xfrm>
            <a:off x="9571366" y="4303552"/>
            <a:ext cx="2620634" cy="223784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4399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035" y="1792392"/>
            <a:ext cx="9526243" cy="4868383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dirty="0">
                <a:sym typeface="Wingdings" panose="05000000000000000000" pitchFamily="2" charset="2"/>
              </a:rPr>
              <a:t>Do </a:t>
            </a:r>
            <a:r>
              <a:rPr lang="en-US" sz="2000" dirty="0" err="1">
                <a:sym typeface="Wingdings" panose="05000000000000000000" pitchFamily="2" charset="2"/>
              </a:rPr>
              <a:t>đó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en-US" sz="2000" dirty="0" err="1">
                <a:sym typeface="Wingdings" panose="05000000000000000000" pitchFamily="2" charset="2"/>
              </a:rPr>
              <a:t>khi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đưa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ra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ưu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đãi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thì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công</a:t>
            </a:r>
            <a:r>
              <a:rPr lang="en-US" sz="2000" dirty="0">
                <a:sym typeface="Wingdings" panose="05000000000000000000" pitchFamily="2" charset="2"/>
              </a:rPr>
              <a:t> ty </a:t>
            </a:r>
            <a:r>
              <a:rPr lang="en-US" sz="2000" dirty="0" err="1">
                <a:sym typeface="Wingdings" panose="05000000000000000000" pitchFamily="2" charset="2"/>
              </a:rPr>
              <a:t>phải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có</a:t>
            </a:r>
            <a:r>
              <a:rPr lang="en-US" sz="2000" dirty="0">
                <a:sym typeface="Wingdings" panose="05000000000000000000" pitchFamily="2" charset="2"/>
              </a:rPr>
              <a:t> ý </a:t>
            </a:r>
            <a:r>
              <a:rPr lang="en-US" sz="2000" dirty="0" err="1">
                <a:sym typeface="Wingdings" panose="05000000000000000000" pitchFamily="2" charset="2"/>
              </a:rPr>
              <a:t>đồ</a:t>
            </a:r>
            <a:endParaRPr lang="en-US" sz="20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vi-VN" sz="2000" dirty="0"/>
              <a:t>Ư</a:t>
            </a:r>
            <a:r>
              <a:rPr lang="en-US" sz="2000" dirty="0"/>
              <a:t>u </a:t>
            </a:r>
            <a:r>
              <a:rPr lang="en-US" sz="2000" dirty="0" err="1"/>
              <a:t>đải</a:t>
            </a:r>
            <a:r>
              <a:rPr lang="en-US" sz="2000" dirty="0"/>
              <a:t> </a:t>
            </a:r>
            <a:r>
              <a:rPr lang="en-US" sz="2000" dirty="0" err="1"/>
              <a:t>phải</a:t>
            </a:r>
            <a:r>
              <a:rPr lang="en-US" sz="2000" dirty="0"/>
              <a:t> </a:t>
            </a:r>
            <a:r>
              <a:rPr lang="en-US" sz="2000" dirty="0" err="1"/>
              <a:t>gắn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hiệu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</a:t>
            </a:r>
            <a:r>
              <a:rPr lang="en-US" sz="2000" dirty="0" err="1"/>
              <a:t>hoạt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endParaRPr lang="en-US" sz="2000" dirty="0"/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/>
              <a:t>Giữ</a:t>
            </a:r>
            <a:r>
              <a:rPr lang="en-US" sz="1600" dirty="0"/>
              <a:t> </a:t>
            </a:r>
            <a:r>
              <a:rPr lang="en-US" sz="1600" dirty="0" err="1"/>
              <a:t>kiểu</a:t>
            </a:r>
            <a:r>
              <a:rPr lang="en-US" sz="1600" dirty="0"/>
              <a:t> </a:t>
            </a:r>
            <a:r>
              <a:rPr lang="en-US" sz="1600" dirty="0" err="1"/>
              <a:t>cũ</a:t>
            </a:r>
            <a:r>
              <a:rPr lang="en-US" sz="1600" dirty="0"/>
              <a:t>: </a:t>
            </a:r>
            <a:r>
              <a:rPr lang="en-US" sz="1600" dirty="0" err="1"/>
              <a:t>người</a:t>
            </a:r>
            <a:r>
              <a:rPr lang="en-US" sz="1600" dirty="0"/>
              <a:t> ta </a:t>
            </a:r>
            <a:r>
              <a:rPr lang="en-US" sz="1600" dirty="0" err="1"/>
              <a:t>đưa</a:t>
            </a:r>
            <a:r>
              <a:rPr lang="en-US" sz="1600" dirty="0"/>
              <a:t> </a:t>
            </a:r>
            <a:r>
              <a:rPr lang="en-US" sz="1600" dirty="0" err="1"/>
              <a:t>ra</a:t>
            </a:r>
            <a:r>
              <a:rPr lang="en-US" sz="1600" dirty="0"/>
              <a:t> </a:t>
            </a:r>
            <a:r>
              <a:rPr lang="en-US" sz="1600" dirty="0" err="1"/>
              <a:t>nhiều</a:t>
            </a:r>
            <a:r>
              <a:rPr lang="en-US" sz="1600" dirty="0"/>
              <a:t> </a:t>
            </a:r>
            <a:r>
              <a:rPr lang="en-US" sz="1600" dirty="0" err="1"/>
              <a:t>ưu</a:t>
            </a:r>
            <a:r>
              <a:rPr lang="en-US" sz="1600" dirty="0"/>
              <a:t> </a:t>
            </a:r>
            <a:r>
              <a:rPr lang="en-US" sz="1600" dirty="0" err="1"/>
              <a:t>đải</a:t>
            </a:r>
            <a:r>
              <a:rPr lang="en-US" sz="1600" dirty="0"/>
              <a:t>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hy</a:t>
            </a:r>
            <a:r>
              <a:rPr lang="en-US" sz="1600" dirty="0"/>
              <a:t> </a:t>
            </a:r>
            <a:r>
              <a:rPr lang="en-US" sz="1600" dirty="0" err="1"/>
              <a:t>vọng</a:t>
            </a:r>
            <a:r>
              <a:rPr lang="en-US" sz="1600" dirty="0"/>
              <a:t> </a:t>
            </a:r>
            <a:r>
              <a:rPr lang="en-US" sz="1600" dirty="0" err="1"/>
              <a:t>giữ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tài</a:t>
            </a:r>
            <a:r>
              <a:rPr lang="en-US" sz="1600" dirty="0"/>
              <a:t> </a:t>
            </a:r>
            <a:r>
              <a:rPr lang="en-US" sz="1600" dirty="0" err="1"/>
              <a:t>bằng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mớ</a:t>
            </a:r>
            <a:r>
              <a:rPr lang="en-US" sz="1600" dirty="0"/>
              <a:t> </a:t>
            </a:r>
            <a:r>
              <a:rPr lang="en-US" sz="1600" dirty="0" err="1"/>
              <a:t>ưu</a:t>
            </a:r>
            <a:r>
              <a:rPr lang="en-US" sz="1600" dirty="0"/>
              <a:t> </a:t>
            </a:r>
            <a:r>
              <a:rPr lang="en-US" sz="1600" dirty="0" err="1"/>
              <a:t>đãi</a:t>
            </a:r>
            <a:r>
              <a:rPr lang="en-US" sz="1600" dirty="0"/>
              <a:t> </a:t>
            </a:r>
            <a:r>
              <a:rPr lang="en-US" sz="1600" dirty="0" err="1"/>
              <a:t>hỗn</a:t>
            </a:r>
            <a:r>
              <a:rPr lang="en-US" sz="1600" dirty="0"/>
              <a:t> </a:t>
            </a:r>
            <a:r>
              <a:rPr lang="en-US" sz="1600" dirty="0" err="1"/>
              <a:t>độn</a:t>
            </a:r>
            <a:r>
              <a:rPr lang="en-US" sz="1600" dirty="0"/>
              <a:t> (</a:t>
            </a:r>
            <a:r>
              <a:rPr lang="en-US" sz="1600" dirty="0" err="1"/>
              <a:t>lương</a:t>
            </a:r>
            <a:r>
              <a:rPr lang="en-US" sz="1600" dirty="0"/>
              <a:t>, </a:t>
            </a:r>
            <a:r>
              <a:rPr lang="en-US" sz="1600" dirty="0" err="1"/>
              <a:t>thưởng</a:t>
            </a:r>
            <a:r>
              <a:rPr lang="en-US" sz="1600" dirty="0"/>
              <a:t>, </a:t>
            </a:r>
            <a:r>
              <a:rPr lang="en-US" sz="1600" dirty="0" err="1"/>
              <a:t>phụ</a:t>
            </a:r>
            <a:r>
              <a:rPr lang="en-US" sz="1600" dirty="0"/>
              <a:t> </a:t>
            </a:r>
            <a:r>
              <a:rPr lang="en-US" sz="1600" dirty="0" err="1"/>
              <a:t>cấp</a:t>
            </a:r>
            <a:r>
              <a:rPr lang="en-US" sz="1600" dirty="0"/>
              <a:t>…)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/>
              <a:t>Giữu</a:t>
            </a:r>
            <a:r>
              <a:rPr lang="en-US" sz="1600" dirty="0"/>
              <a:t> </a:t>
            </a:r>
            <a:r>
              <a:rPr lang="en-US" sz="1600" dirty="0" err="1"/>
              <a:t>kiểu</a:t>
            </a:r>
            <a:r>
              <a:rPr lang="en-US" sz="1600" dirty="0"/>
              <a:t> </a:t>
            </a:r>
            <a:r>
              <a:rPr lang="en-US" sz="1600" dirty="0" err="1"/>
              <a:t>mới</a:t>
            </a:r>
            <a:r>
              <a:rPr lang="en-US" sz="1600" dirty="0"/>
              <a:t>: </a:t>
            </a:r>
            <a:r>
              <a:rPr lang="en-US" sz="1600" dirty="0" err="1"/>
              <a:t>Đã</a:t>
            </a:r>
            <a:r>
              <a:rPr lang="en-US" sz="1600" dirty="0"/>
              <a:t> </a:t>
            </a:r>
            <a:r>
              <a:rPr lang="en-US" sz="1600" dirty="0" err="1"/>
              <a:t>ưu</a:t>
            </a:r>
            <a:r>
              <a:rPr lang="en-US" sz="1600" dirty="0"/>
              <a:t> </a:t>
            </a:r>
            <a:r>
              <a:rPr lang="en-US" sz="1600" dirty="0" err="1"/>
              <a:t>đãi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phải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hiệu</a:t>
            </a:r>
            <a:r>
              <a:rPr lang="en-US" sz="1600" dirty="0"/>
              <a:t> </a:t>
            </a:r>
            <a:r>
              <a:rPr lang="en-US" sz="1600" dirty="0" err="1"/>
              <a:t>suất</a:t>
            </a:r>
            <a:r>
              <a:rPr lang="en-US" sz="1600" dirty="0"/>
              <a:t> </a:t>
            </a:r>
            <a:r>
              <a:rPr lang="en-US" sz="1600" dirty="0" err="1"/>
              <a:t>mới</a:t>
            </a:r>
            <a:r>
              <a:rPr lang="en-US" sz="1600" dirty="0"/>
              <a:t> </a:t>
            </a:r>
            <a:r>
              <a:rPr lang="en-US" sz="1600" dirty="0" err="1"/>
              <a:t>ưu</a:t>
            </a:r>
            <a:r>
              <a:rPr lang="en-US" sz="1600" dirty="0"/>
              <a:t> </a:t>
            </a:r>
            <a:r>
              <a:rPr lang="en-US" sz="1600" dirty="0" err="1"/>
              <a:t>đãi</a:t>
            </a:r>
            <a:r>
              <a:rPr lang="en-US" sz="1600" dirty="0"/>
              <a:t>, </a:t>
            </a:r>
            <a:r>
              <a:rPr lang="en-US" sz="1600" dirty="0" err="1"/>
              <a:t>ưu</a:t>
            </a:r>
            <a:r>
              <a:rPr lang="en-US" sz="1600" dirty="0"/>
              <a:t> </a:t>
            </a:r>
            <a:r>
              <a:rPr lang="en-US" sz="1600" dirty="0" err="1"/>
              <a:t>đãi</a:t>
            </a:r>
            <a:r>
              <a:rPr lang="en-US" sz="1600" dirty="0"/>
              <a:t> </a:t>
            </a:r>
            <a:r>
              <a:rPr lang="en-US" sz="1600" dirty="0" err="1"/>
              <a:t>rất</a:t>
            </a:r>
            <a:r>
              <a:rPr lang="en-US" sz="1600" dirty="0"/>
              <a:t> </a:t>
            </a:r>
            <a:r>
              <a:rPr lang="en-US" sz="1600" dirty="0" err="1"/>
              <a:t>cao</a:t>
            </a:r>
            <a:endParaRPr lang="en-US" sz="1600" dirty="0"/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 err="1"/>
              <a:t>Ưu</a:t>
            </a:r>
            <a:r>
              <a:rPr lang="en-US" sz="2000" dirty="0"/>
              <a:t> </a:t>
            </a:r>
            <a:r>
              <a:rPr lang="en-US" sz="2000" dirty="0" err="1"/>
              <a:t>đải</a:t>
            </a:r>
            <a:r>
              <a:rPr lang="en-US" sz="2000" dirty="0"/>
              <a:t> </a:t>
            </a:r>
            <a:r>
              <a:rPr lang="en-US" sz="2000" dirty="0" err="1"/>
              <a:t>phải</a:t>
            </a:r>
            <a:r>
              <a:rPr lang="en-US" sz="2000" dirty="0"/>
              <a:t> </a:t>
            </a:r>
            <a:r>
              <a:rPr lang="en-US" sz="2000" dirty="0" err="1"/>
              <a:t>gắn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sự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: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/>
              <a:t>Vì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tài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nhu</a:t>
            </a:r>
            <a:r>
              <a:rPr lang="en-US" sz="1600" dirty="0"/>
              <a:t> </a:t>
            </a:r>
            <a:r>
              <a:rPr lang="en-US" sz="1600" dirty="0" err="1"/>
              <a:t>cầu</a:t>
            </a:r>
            <a:r>
              <a:rPr lang="en-US" sz="1600" dirty="0"/>
              <a:t> </a:t>
            </a:r>
            <a:r>
              <a:rPr lang="en-US" sz="1600" dirty="0" err="1"/>
              <a:t>muốn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khác</a:t>
            </a:r>
            <a:r>
              <a:rPr lang="en-US" sz="1600" dirty="0"/>
              <a:t> </a:t>
            </a:r>
            <a:r>
              <a:rPr lang="en-US" sz="1600" dirty="0" err="1"/>
              <a:t>biết</a:t>
            </a:r>
            <a:r>
              <a:rPr lang="en-US" sz="1600" dirty="0"/>
              <a:t> </a:t>
            </a:r>
            <a:r>
              <a:rPr lang="en-US" sz="1600" dirty="0" err="1"/>
              <a:t>mình</a:t>
            </a:r>
            <a:r>
              <a:rPr lang="en-US" sz="1600" dirty="0"/>
              <a:t>, do </a:t>
            </a:r>
            <a:r>
              <a:rPr lang="en-US" sz="1600" dirty="0" err="1"/>
              <a:t>đó</a:t>
            </a:r>
            <a:r>
              <a:rPr lang="en-US" sz="1600" dirty="0"/>
              <a:t> </a:t>
            </a:r>
            <a:r>
              <a:rPr lang="en-US" sz="1600" dirty="0" err="1"/>
              <a:t>kèm</a:t>
            </a:r>
            <a:r>
              <a:rPr lang="en-US" sz="1600" dirty="0"/>
              <a:t> </a:t>
            </a:r>
            <a:r>
              <a:rPr lang="en-US" sz="1600" dirty="0" err="1"/>
              <a:t>theo</a:t>
            </a:r>
            <a:r>
              <a:rPr lang="en-US" sz="1600" dirty="0"/>
              <a:t> </a:t>
            </a:r>
            <a:r>
              <a:rPr lang="en-US" sz="1600" dirty="0" err="1"/>
              <a:t>ưu</a:t>
            </a:r>
            <a:r>
              <a:rPr lang="en-US" sz="1600" dirty="0"/>
              <a:t> </a:t>
            </a:r>
            <a:r>
              <a:rPr lang="en-US" sz="1600" dirty="0" err="1"/>
              <a:t>đải</a:t>
            </a:r>
            <a:r>
              <a:rPr lang="en-US" sz="1600" dirty="0"/>
              <a:t>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phải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sự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</a:t>
            </a:r>
            <a:r>
              <a:rPr lang="en-US" sz="1600" dirty="0" err="1"/>
              <a:t>nhận</a:t>
            </a:r>
            <a:r>
              <a:rPr lang="en-US" sz="1600" dirty="0"/>
              <a:t> </a:t>
            </a:r>
            <a:r>
              <a:rPr lang="en-US" sz="1600" dirty="0" err="1"/>
              <a:t>khi</a:t>
            </a:r>
            <a:r>
              <a:rPr lang="en-US" sz="1600" dirty="0"/>
              <a:t> </a:t>
            </a:r>
            <a:r>
              <a:rPr lang="en-US" sz="1600" dirty="0" err="1"/>
              <a:t>họ</a:t>
            </a:r>
            <a:r>
              <a:rPr lang="en-US" sz="1600" dirty="0"/>
              <a:t> </a:t>
            </a:r>
            <a:r>
              <a:rPr lang="en-US" sz="1600" dirty="0" err="1"/>
              <a:t>đạt</a:t>
            </a:r>
            <a:r>
              <a:rPr lang="en-US" sz="1600" dirty="0"/>
              <a:t>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endParaRPr 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/>
              <a:t>Ưu</a:t>
            </a:r>
            <a:r>
              <a:rPr lang="en-US" sz="1600" dirty="0"/>
              <a:t> </a:t>
            </a:r>
            <a:r>
              <a:rPr lang="en-US" sz="1600" dirty="0" err="1"/>
              <a:t>đải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mập</a:t>
            </a:r>
            <a:r>
              <a:rPr lang="en-US" sz="1600" dirty="0"/>
              <a:t> </a:t>
            </a:r>
            <a:r>
              <a:rPr lang="en-US" sz="1600" dirty="0" err="1"/>
              <a:t>mờ</a:t>
            </a:r>
            <a:endParaRPr 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vi-VN" sz="1600" dirty="0"/>
              <a:t>Ư</a:t>
            </a:r>
            <a:r>
              <a:rPr lang="en-US" sz="1600" dirty="0"/>
              <a:t>u </a:t>
            </a:r>
            <a:r>
              <a:rPr lang="en-US" sz="1600" dirty="0" err="1"/>
              <a:t>đải</a:t>
            </a:r>
            <a:r>
              <a:rPr lang="en-US" sz="1600" dirty="0"/>
              <a:t> </a:t>
            </a:r>
            <a:r>
              <a:rPr lang="en-US" sz="1600" dirty="0" err="1"/>
              <a:t>cả</a:t>
            </a:r>
            <a:r>
              <a:rPr lang="en-US" sz="1600" dirty="0"/>
              <a:t> </a:t>
            </a:r>
            <a:r>
              <a:rPr lang="en-US" sz="1600" dirty="0" err="1"/>
              <a:t>nhóm</a:t>
            </a:r>
            <a:r>
              <a:rPr lang="en-US" sz="1600" dirty="0"/>
              <a:t> </a:t>
            </a:r>
            <a:r>
              <a:rPr lang="en-US" sz="1600" dirty="0" err="1"/>
              <a:t>sẽ</a:t>
            </a:r>
            <a:r>
              <a:rPr lang="en-US" sz="1600" dirty="0"/>
              <a:t> </a:t>
            </a:r>
            <a:r>
              <a:rPr lang="en-US" sz="1600" dirty="0" err="1"/>
              <a:t>tạo</a:t>
            </a:r>
            <a:r>
              <a:rPr lang="en-US" sz="1600" dirty="0"/>
              <a:t> </a:t>
            </a:r>
            <a:r>
              <a:rPr lang="en-US" sz="1600" dirty="0" err="1"/>
              <a:t>ra</a:t>
            </a:r>
            <a:r>
              <a:rPr lang="en-US" sz="1600" dirty="0"/>
              <a:t> </a:t>
            </a:r>
            <a:r>
              <a:rPr lang="en-US" sz="1600" dirty="0" err="1"/>
              <a:t>sự</a:t>
            </a:r>
            <a:r>
              <a:rPr lang="en-US" sz="1600" dirty="0"/>
              <a:t> </a:t>
            </a:r>
            <a:r>
              <a:rPr lang="en-US" sz="1600" dirty="0" err="1"/>
              <a:t>gắn</a:t>
            </a:r>
            <a:r>
              <a:rPr lang="en-US" sz="1600" dirty="0"/>
              <a:t> </a:t>
            </a:r>
            <a:r>
              <a:rPr lang="en-US" sz="1600" dirty="0" err="1"/>
              <a:t>kết</a:t>
            </a:r>
            <a:r>
              <a:rPr lang="en-US" sz="1600" dirty="0"/>
              <a:t>, </a:t>
            </a:r>
            <a:r>
              <a:rPr lang="en-US" sz="1600" dirty="0" err="1"/>
              <a:t>tôn</a:t>
            </a:r>
            <a:r>
              <a:rPr lang="en-US" sz="1600" dirty="0"/>
              <a:t> </a:t>
            </a:r>
            <a:r>
              <a:rPr lang="en-US" sz="1600" dirty="0" err="1"/>
              <a:t>trọng</a:t>
            </a:r>
            <a:r>
              <a:rPr lang="en-US" sz="1600" dirty="0"/>
              <a:t>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 </a:t>
            </a:r>
            <a:r>
              <a:rPr lang="en-US" sz="1600" dirty="0" err="1"/>
              <a:t>lự</a:t>
            </a:r>
            <a:r>
              <a:rPr lang="en-US" sz="1600" dirty="0"/>
              <a:t>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cả</a:t>
            </a:r>
            <a:r>
              <a:rPr lang="en-US" sz="1600" dirty="0"/>
              <a:t> </a:t>
            </a:r>
            <a:r>
              <a:rPr lang="en-US" sz="1600" dirty="0" err="1"/>
              <a:t>nhóm</a:t>
            </a:r>
            <a:r>
              <a:rPr lang="en-US" sz="1600" dirty="0"/>
              <a:t>.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vi-VN" sz="1600" dirty="0"/>
              <a:t>Ư</a:t>
            </a:r>
            <a:r>
              <a:rPr lang="en-US" sz="1600" dirty="0"/>
              <a:t>u </a:t>
            </a:r>
            <a:r>
              <a:rPr lang="en-US" sz="1600" dirty="0" err="1"/>
              <a:t>đải</a:t>
            </a:r>
            <a:r>
              <a:rPr lang="en-US" sz="1600" dirty="0"/>
              <a:t> </a:t>
            </a:r>
            <a:r>
              <a:rPr lang="en-US" sz="1600" dirty="0" err="1"/>
              <a:t>như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trách</a:t>
            </a:r>
            <a:r>
              <a:rPr lang="en-US" sz="1600" dirty="0"/>
              <a:t> </a:t>
            </a:r>
            <a:r>
              <a:rPr lang="en-US" sz="1600" dirty="0" err="1"/>
              <a:t>nhiệm</a:t>
            </a:r>
            <a:r>
              <a:rPr lang="en-US" sz="1600" dirty="0"/>
              <a:t> </a:t>
            </a:r>
            <a:r>
              <a:rPr lang="en-US" sz="1600" dirty="0" err="1"/>
              <a:t>vì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tài</a:t>
            </a:r>
            <a:r>
              <a:rPr lang="en-US" sz="1600" dirty="0"/>
              <a:t> </a:t>
            </a:r>
            <a:r>
              <a:rPr lang="en-US" sz="1600" dirty="0" err="1"/>
              <a:t>đa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khó</a:t>
            </a:r>
            <a:r>
              <a:rPr lang="en-US" sz="1600" dirty="0"/>
              <a:t> </a:t>
            </a:r>
            <a:r>
              <a:rPr lang="en-US" sz="1600" dirty="0" err="1"/>
              <a:t>dạy</a:t>
            </a:r>
            <a:r>
              <a:rPr lang="en-US" sz="1600" dirty="0"/>
              <a:t> </a:t>
            </a:r>
            <a:r>
              <a:rPr lang="en-US" sz="1600" dirty="0" err="1"/>
              <a:t>dỗ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. </a:t>
            </a:r>
            <a:r>
              <a:rPr lang="en-US" sz="1600" dirty="0" err="1"/>
              <a:t>Họ</a:t>
            </a:r>
            <a:r>
              <a:rPr lang="en-US" sz="1600" dirty="0"/>
              <a:t> </a:t>
            </a:r>
            <a:r>
              <a:rPr lang="en-US" sz="1600" dirty="0" err="1"/>
              <a:t>luôn</a:t>
            </a:r>
            <a:r>
              <a:rPr lang="en-US" sz="1600" dirty="0"/>
              <a:t>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mình</a:t>
            </a:r>
            <a:r>
              <a:rPr lang="en-US" sz="1600" dirty="0"/>
              <a:t> </a:t>
            </a:r>
            <a:r>
              <a:rPr lang="en-US" sz="1600" dirty="0" err="1"/>
              <a:t>hơn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nên</a:t>
            </a:r>
            <a:r>
              <a:rPr lang="en-US" sz="1600" dirty="0"/>
              <a:t> </a:t>
            </a:r>
            <a:r>
              <a:rPr lang="en-US" sz="1600" dirty="0" err="1"/>
              <a:t>ít</a:t>
            </a:r>
            <a:r>
              <a:rPr lang="en-US" sz="1600" dirty="0"/>
              <a:t> </a:t>
            </a:r>
            <a:r>
              <a:rPr lang="en-US" sz="1600" dirty="0" err="1"/>
              <a:t>khi</a:t>
            </a:r>
            <a:r>
              <a:rPr lang="en-US" sz="1600" dirty="0"/>
              <a:t> </a:t>
            </a:r>
            <a:r>
              <a:rPr lang="en-US" sz="1600" dirty="0" err="1"/>
              <a:t>học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từ</a:t>
            </a:r>
            <a:r>
              <a:rPr lang="en-US" sz="1600" dirty="0"/>
              <a:t> </a:t>
            </a:r>
            <a:r>
              <a:rPr lang="en-US" sz="1600" dirty="0" err="1"/>
              <a:t>kẻ</a:t>
            </a:r>
            <a:r>
              <a:rPr lang="en-US" sz="1600" dirty="0"/>
              <a:t> </a:t>
            </a:r>
            <a:r>
              <a:rPr lang="en-US" sz="1600" dirty="0" err="1"/>
              <a:t>khác</a:t>
            </a:r>
            <a:r>
              <a:rPr lang="en-US" sz="1600" dirty="0"/>
              <a:t>. Do </a:t>
            </a:r>
            <a:r>
              <a:rPr lang="en-US" sz="1600" dirty="0" err="1"/>
              <a:t>đó</a:t>
            </a:r>
            <a:r>
              <a:rPr lang="en-US" sz="1600" dirty="0"/>
              <a:t>, </a:t>
            </a:r>
            <a:r>
              <a:rPr lang="en-US" sz="1600" dirty="0" err="1"/>
              <a:t>họ</a:t>
            </a:r>
            <a:r>
              <a:rPr lang="en-US" sz="1600" dirty="0"/>
              <a:t> </a:t>
            </a:r>
            <a:r>
              <a:rPr lang="en-US" sz="1600" dirty="0" err="1"/>
              <a:t>thường</a:t>
            </a:r>
            <a:r>
              <a:rPr lang="en-US" sz="1600" dirty="0"/>
              <a:t> </a:t>
            </a:r>
            <a:r>
              <a:rPr lang="en-US" sz="1600" dirty="0" err="1"/>
              <a:t>tập</a:t>
            </a:r>
            <a:r>
              <a:rPr lang="en-US" sz="1600" dirty="0"/>
              <a:t> </a:t>
            </a:r>
            <a:r>
              <a:rPr lang="en-US" sz="1600" dirty="0" err="1"/>
              <a:t>trung</a:t>
            </a:r>
            <a:r>
              <a:rPr lang="en-US" sz="1600" dirty="0"/>
              <a:t> </a:t>
            </a:r>
            <a:r>
              <a:rPr lang="en-US" sz="1600" dirty="0" err="1"/>
              <a:t>vào</a:t>
            </a:r>
            <a:r>
              <a:rPr lang="en-US" sz="1600" dirty="0"/>
              <a:t> </a:t>
            </a:r>
            <a:r>
              <a:rPr lang="en-US" sz="1600" dirty="0" err="1"/>
              <a:t>lãnh</a:t>
            </a:r>
            <a:r>
              <a:rPr lang="en-US" sz="1600" dirty="0"/>
              <a:t> </a:t>
            </a:r>
            <a:r>
              <a:rPr lang="en-US" sz="1600" dirty="0" err="1"/>
              <a:t>địa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họ</a:t>
            </a:r>
            <a:r>
              <a:rPr lang="en-US" sz="1600" dirty="0"/>
              <a:t>, </a:t>
            </a:r>
            <a:r>
              <a:rPr lang="en-US" sz="1600" dirty="0" err="1"/>
              <a:t>phớt</a:t>
            </a:r>
            <a:r>
              <a:rPr lang="en-US" sz="1600" dirty="0"/>
              <a:t> </a:t>
            </a:r>
            <a:r>
              <a:rPr lang="en-US" sz="1600" dirty="0" err="1"/>
              <a:t>lờ</a:t>
            </a:r>
            <a:r>
              <a:rPr lang="en-US" sz="1600" dirty="0"/>
              <a:t> </a:t>
            </a:r>
            <a:r>
              <a:rPr lang="en-US" sz="1600" dirty="0" err="1"/>
              <a:t>mọi</a:t>
            </a:r>
            <a:r>
              <a:rPr lang="en-US" sz="1600" dirty="0"/>
              <a:t> </a:t>
            </a:r>
            <a:r>
              <a:rPr lang="en-US" sz="1600" dirty="0" err="1"/>
              <a:t>thứ</a:t>
            </a:r>
            <a:r>
              <a:rPr lang="en-US" sz="1600" dirty="0"/>
              <a:t> </a:t>
            </a:r>
            <a:r>
              <a:rPr lang="en-US" sz="1600" dirty="0" err="1"/>
              <a:t>như</a:t>
            </a:r>
            <a:r>
              <a:rPr lang="en-US" sz="1600" dirty="0"/>
              <a:t> </a:t>
            </a:r>
            <a:r>
              <a:rPr lang="en-US" sz="1600" dirty="0" err="1"/>
              <a:t>họp</a:t>
            </a:r>
            <a:r>
              <a:rPr lang="en-US" sz="1600" dirty="0"/>
              <a:t>, </a:t>
            </a:r>
            <a:r>
              <a:rPr lang="en-US" sz="1600" dirty="0" err="1"/>
              <a:t>kế</a:t>
            </a:r>
            <a:r>
              <a:rPr lang="en-US" sz="1600" dirty="0"/>
              <a:t> </a:t>
            </a:r>
            <a:r>
              <a:rPr lang="en-US" sz="1600" dirty="0" err="1"/>
              <a:t>hoạch</a:t>
            </a:r>
            <a:r>
              <a:rPr lang="en-US" sz="1600" dirty="0"/>
              <a:t>, </a:t>
            </a:r>
            <a:r>
              <a:rPr lang="en-US" sz="1600" dirty="0" err="1"/>
              <a:t>phối</a:t>
            </a:r>
            <a:r>
              <a:rPr lang="en-US" sz="1600" dirty="0"/>
              <a:t> </a:t>
            </a:r>
            <a:r>
              <a:rPr lang="en-US" sz="1600" dirty="0" err="1"/>
              <a:t>hợp</a:t>
            </a:r>
            <a:r>
              <a:rPr lang="en-US" sz="1600" dirty="0"/>
              <a:t>… </a:t>
            </a:r>
            <a:r>
              <a:rPr lang="en-US" sz="1600" dirty="0" err="1"/>
              <a:t>họ</a:t>
            </a:r>
            <a:r>
              <a:rPr lang="en-US" sz="1600" dirty="0"/>
              <a:t> </a:t>
            </a:r>
            <a:r>
              <a:rPr lang="en-US" sz="1600" dirty="0" err="1"/>
              <a:t>chỉ</a:t>
            </a:r>
            <a:r>
              <a:rPr lang="en-US" sz="1600" dirty="0"/>
              <a:t> </a:t>
            </a:r>
            <a:r>
              <a:rPr lang="en-US" sz="1600" dirty="0" err="1"/>
              <a:t>tập</a:t>
            </a:r>
            <a:r>
              <a:rPr lang="en-US" sz="1600" dirty="0"/>
              <a:t> </a:t>
            </a:r>
            <a:r>
              <a:rPr lang="en-US" sz="1600" dirty="0" err="1"/>
              <a:t>trung</a:t>
            </a:r>
            <a:r>
              <a:rPr lang="en-US" sz="1600" dirty="0"/>
              <a:t> </a:t>
            </a:r>
            <a:r>
              <a:rPr lang="en-US" sz="1600" dirty="0" err="1"/>
              <a:t>tới</a:t>
            </a:r>
            <a:r>
              <a:rPr lang="en-US" sz="1600" dirty="0"/>
              <a:t>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họ</a:t>
            </a:r>
            <a:r>
              <a:rPr lang="en-US" sz="1600" dirty="0"/>
              <a:t>.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/>
              <a:t>Người</a:t>
            </a:r>
            <a:r>
              <a:rPr lang="en-US" sz="1600" dirty="0"/>
              <a:t> ta </a:t>
            </a:r>
            <a:r>
              <a:rPr lang="en-US" sz="1600" dirty="0" err="1"/>
              <a:t>đòi</a:t>
            </a:r>
            <a:r>
              <a:rPr lang="en-US" sz="1600" dirty="0"/>
              <a:t> </a:t>
            </a:r>
            <a:r>
              <a:rPr lang="en-US" sz="1600" dirty="0" err="1"/>
              <a:t>hỏi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tài</a:t>
            </a:r>
            <a:r>
              <a:rPr lang="en-US" sz="1600" dirty="0"/>
              <a:t> </a:t>
            </a:r>
            <a:r>
              <a:rPr lang="en-US" sz="1600" dirty="0" err="1"/>
              <a:t>phải</a:t>
            </a:r>
            <a:r>
              <a:rPr lang="en-US" sz="1600" dirty="0"/>
              <a:t> </a:t>
            </a:r>
            <a:r>
              <a:rPr lang="en-US" sz="1600" dirty="0" err="1"/>
              <a:t>biết</a:t>
            </a:r>
            <a:r>
              <a:rPr lang="en-US" sz="1600" dirty="0"/>
              <a:t>, </a:t>
            </a:r>
            <a:r>
              <a:rPr lang="en-US" sz="1600" dirty="0" err="1"/>
              <a:t>phải</a:t>
            </a:r>
            <a:r>
              <a:rPr lang="en-US" sz="1600" dirty="0"/>
              <a:t> </a:t>
            </a:r>
            <a:r>
              <a:rPr lang="en-US" sz="1600" dirty="0" err="1"/>
              <a:t>phối</a:t>
            </a:r>
            <a:r>
              <a:rPr lang="en-US" sz="1600" dirty="0"/>
              <a:t> </a:t>
            </a:r>
            <a:r>
              <a:rPr lang="en-US" sz="1600" dirty="0" err="1"/>
              <a:t>hợp</a:t>
            </a:r>
            <a:r>
              <a:rPr lang="en-US" sz="1600" dirty="0"/>
              <a:t>. Do </a:t>
            </a:r>
            <a:r>
              <a:rPr lang="en-US" sz="1600" dirty="0" err="1"/>
              <a:t>vậy</a:t>
            </a:r>
            <a:r>
              <a:rPr lang="en-US" sz="1600" dirty="0"/>
              <a:t> </a:t>
            </a:r>
            <a:r>
              <a:rPr lang="en-US" sz="1600" dirty="0" err="1"/>
              <a:t>chính</a:t>
            </a:r>
            <a:r>
              <a:rPr lang="en-US" sz="1600" dirty="0"/>
              <a:t> </a:t>
            </a:r>
            <a:r>
              <a:rPr lang="en-US" sz="1600" dirty="0" err="1"/>
              <a:t>sách</a:t>
            </a:r>
            <a:r>
              <a:rPr lang="en-US" sz="1600" dirty="0"/>
              <a:t> </a:t>
            </a:r>
            <a:r>
              <a:rPr lang="en-US" sz="1600" dirty="0" err="1"/>
              <a:t>ưu</a:t>
            </a:r>
            <a:r>
              <a:rPr lang="en-US" sz="1600" dirty="0"/>
              <a:t> </a:t>
            </a:r>
            <a:r>
              <a:rPr lang="en-US" sz="1600" dirty="0" err="1"/>
              <a:t>đải</a:t>
            </a:r>
            <a:r>
              <a:rPr lang="en-US" sz="1600" dirty="0"/>
              <a:t> </a:t>
            </a:r>
            <a:r>
              <a:rPr lang="en-US" sz="1600" dirty="0" err="1"/>
              <a:t>phải</a:t>
            </a:r>
            <a:r>
              <a:rPr lang="en-US" sz="1600" dirty="0"/>
              <a:t> </a:t>
            </a:r>
            <a:r>
              <a:rPr lang="en-US" sz="1600" dirty="0" err="1"/>
              <a:t>gắn</a:t>
            </a:r>
            <a:r>
              <a:rPr lang="en-US" sz="1600" dirty="0"/>
              <a:t>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trách</a:t>
            </a:r>
            <a:r>
              <a:rPr lang="en-US" sz="1600" dirty="0"/>
              <a:t> </a:t>
            </a:r>
            <a:r>
              <a:rPr lang="en-US" sz="1600" dirty="0" err="1"/>
              <a:t>nhiệm</a:t>
            </a:r>
            <a:r>
              <a:rPr lang="en-US" sz="1600" dirty="0"/>
              <a:t> </a:t>
            </a:r>
            <a:r>
              <a:rPr lang="en-US" sz="1600" dirty="0" err="1"/>
              <a:t>cao</a:t>
            </a:r>
            <a:r>
              <a:rPr lang="en-US" sz="1600" dirty="0"/>
              <a:t> </a:t>
            </a:r>
            <a:r>
              <a:rPr lang="en-US" sz="1600" dirty="0" err="1"/>
              <a:t>ngay</a:t>
            </a:r>
            <a:r>
              <a:rPr lang="en-US" sz="1600" dirty="0"/>
              <a:t> </a:t>
            </a:r>
            <a:r>
              <a:rPr lang="en-US" sz="1600" dirty="0" err="1"/>
              <a:t>từ</a:t>
            </a:r>
            <a:r>
              <a:rPr lang="en-US" sz="1600" dirty="0"/>
              <a:t> </a:t>
            </a:r>
            <a:r>
              <a:rPr lang="en-US" sz="1600" dirty="0" err="1"/>
              <a:t>đầu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 </a:t>
            </a:r>
            <a:r>
              <a:rPr lang="en-US" sz="1600" dirty="0" err="1">
                <a:sym typeface="Wingdings" panose="05000000000000000000" pitchFamily="2" charset="2"/>
              </a:rPr>
              <a:t>Hiệu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suất</a:t>
            </a:r>
            <a:r>
              <a:rPr lang="en-US" sz="1600" dirty="0">
                <a:sym typeface="Wingdings" panose="05000000000000000000" pitchFamily="2" charset="2"/>
              </a:rPr>
              <a:t> + </a:t>
            </a:r>
            <a:r>
              <a:rPr lang="en-US" sz="1600" dirty="0" err="1">
                <a:sym typeface="Wingdings" panose="05000000000000000000" pitchFamily="2" charset="2"/>
              </a:rPr>
              <a:t>phối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hợp</a:t>
            </a:r>
            <a:r>
              <a:rPr lang="en-US" sz="1600" dirty="0">
                <a:sym typeface="Wingdings" panose="05000000000000000000" pitchFamily="2" charset="2"/>
              </a:rPr>
              <a:t> +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nhiệm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tổ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chức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vi-VN" sz="1600" dirty="0">
                <a:sym typeface="Wingdings" panose="05000000000000000000" pitchFamily="2" charset="2"/>
              </a:rPr>
              <a:t>Ư</a:t>
            </a:r>
            <a:r>
              <a:rPr lang="en-US" sz="1600" dirty="0">
                <a:sym typeface="Wingdings" panose="05000000000000000000" pitchFamily="2" charset="2"/>
              </a:rPr>
              <a:t>u </a:t>
            </a:r>
            <a:r>
              <a:rPr lang="en-US" sz="1600" dirty="0" err="1">
                <a:sym typeface="Wingdings" panose="05000000000000000000" pitchFamily="2" charset="2"/>
              </a:rPr>
              <a:t>đải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gắn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xây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dựng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niềm</a:t>
            </a:r>
            <a:r>
              <a:rPr lang="en-US" sz="1600" dirty="0">
                <a:sym typeface="Wingdings" panose="05000000000000000000" pitchFamily="2" charset="2"/>
              </a:rPr>
              <a:t> tin  </a:t>
            </a:r>
            <a:r>
              <a:rPr lang="en-US" sz="1600" dirty="0" err="1">
                <a:sym typeface="Wingdings" panose="05000000000000000000" pitchFamily="2" charset="2"/>
              </a:rPr>
              <a:t>yếu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tố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giữu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bao </a:t>
            </a:r>
            <a:r>
              <a:rPr lang="en-US" sz="1600" dirty="0" err="1">
                <a:sym typeface="Wingdings" panose="05000000000000000000" pitchFamily="2" charset="2"/>
              </a:rPr>
              <a:t>gồm</a:t>
            </a:r>
            <a:r>
              <a:rPr lang="en-US" sz="1600" dirty="0">
                <a:sym typeface="Wingdings" panose="05000000000000000000" pitchFamily="2" charset="2"/>
              </a:rPr>
              <a:t> 2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tố</a:t>
            </a:r>
            <a:r>
              <a:rPr lang="en-US" sz="1600" dirty="0">
                <a:sym typeface="Wingdings" panose="05000000000000000000" pitchFamily="2" charset="2"/>
              </a:rPr>
              <a:t>:</a:t>
            </a: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Sự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triển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Niềm</a:t>
            </a:r>
            <a:r>
              <a:rPr lang="en-US" sz="1400" dirty="0">
                <a:sym typeface="Wingdings" panose="05000000000000000000" pitchFamily="2" charset="2"/>
              </a:rPr>
              <a:t> tin </a:t>
            </a: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chủ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Điều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xãy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ưu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đãi</a:t>
            </a:r>
            <a:r>
              <a:rPr lang="en-US" sz="1600" dirty="0">
                <a:sym typeface="Wingdings" panose="05000000000000000000" pitchFamily="2" charset="2"/>
              </a:rPr>
              <a:t>: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bằng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dirty="0" err="1">
                <a:sym typeface="Wingdings" panose="05000000000000000000" pitchFamily="2" charset="2"/>
              </a:rPr>
              <a:t>nhất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quán</a:t>
            </a:r>
            <a:r>
              <a:rPr lang="en-US" sz="1400" dirty="0">
                <a:sym typeface="Wingdings" panose="05000000000000000000" pitchFamily="2" charset="2"/>
              </a:rPr>
              <a:t> +Minh </a:t>
            </a:r>
            <a:r>
              <a:rPr lang="en-US" sz="1400" dirty="0" err="1">
                <a:sym typeface="Wingdings" panose="05000000000000000000" pitchFamily="2" charset="2"/>
              </a:rPr>
              <a:t>bạch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dirty="0" err="1">
                <a:sym typeface="Wingdings" panose="05000000000000000000" pitchFamily="2" charset="2"/>
              </a:rPr>
              <a:t>Tôn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trọng</a:t>
            </a:r>
            <a:endParaRPr lang="en-US" sz="1600" dirty="0"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521478" y="1033500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4D804-AEBD-5AC9-F7F9-8969DA9D79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64" t="8494" r="19413" b="5672"/>
          <a:stretch/>
        </p:blipFill>
        <p:spPr>
          <a:xfrm>
            <a:off x="0" y="2599763"/>
            <a:ext cx="3054959" cy="260872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63229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035" y="1792392"/>
            <a:ext cx="9526243" cy="486838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Các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ưu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đãi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gồm</a:t>
            </a:r>
            <a:r>
              <a:rPr lang="en-US" sz="2000" b="1" dirty="0">
                <a:sym typeface="Wingdings" panose="05000000000000000000" pitchFamily="2" charset="2"/>
              </a:rPr>
              <a:t>:</a:t>
            </a:r>
            <a:endParaRPr lang="en-US" sz="20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Lương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cơ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bản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khoản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cố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định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trả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trả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từ</a:t>
            </a:r>
            <a:r>
              <a:rPr lang="en-US" sz="1600" dirty="0">
                <a:sym typeface="Wingdings" panose="05000000000000000000" pitchFamily="2" charset="2"/>
              </a:rPr>
              <a:t> 1-2 </a:t>
            </a:r>
            <a:r>
              <a:rPr lang="en-US" sz="1600" dirty="0" err="1">
                <a:sym typeface="Wingdings" panose="05000000000000000000" pitchFamily="2" charset="2"/>
              </a:rPr>
              <a:t>lần</a:t>
            </a:r>
            <a:r>
              <a:rPr lang="en-US" sz="1600" dirty="0">
                <a:sym typeface="Wingdings" panose="05000000000000000000" pitchFamily="2" charset="2"/>
              </a:rPr>
              <a:t> tong </a:t>
            </a:r>
            <a:r>
              <a:rPr lang="en-US" sz="1600" dirty="0" err="1">
                <a:sym typeface="Wingdings" panose="05000000000000000000" pitchFamily="2" charset="2"/>
              </a:rPr>
              <a:t>tháng</a:t>
            </a:r>
            <a:r>
              <a:rPr lang="en-US" sz="1600" dirty="0">
                <a:sym typeface="Wingdings" panose="05000000000000000000" pitchFamily="2" charset="2"/>
              </a:rPr>
              <a:t>.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yếu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tố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thoả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mãn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nợ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Thoả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cảm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hứng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thời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kích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hoạt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mang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dụng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giữ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thấp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Nên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đánh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ít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1 </a:t>
            </a:r>
            <a:r>
              <a:rPr lang="en-US" sz="1600" dirty="0" err="1">
                <a:sym typeface="Wingdings" panose="05000000000000000000" pitchFamily="2" charset="2"/>
              </a:rPr>
              <a:t>năm</a:t>
            </a:r>
            <a:r>
              <a:rPr lang="en-US" sz="1600" dirty="0">
                <a:sym typeface="Wingdings" panose="05000000000000000000" pitchFamily="2" charset="2"/>
              </a:rPr>
              <a:t> 1 </a:t>
            </a:r>
            <a:r>
              <a:rPr lang="en-US" sz="1600" dirty="0" err="1">
                <a:sym typeface="Wingdings" panose="05000000000000000000" pitchFamily="2" charset="2"/>
              </a:rPr>
              <a:t>lần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điều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chỉnh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 err="1">
                <a:sym typeface="Wingdings" panose="05000000000000000000" pitchFamily="2" charset="2"/>
              </a:rPr>
              <a:t>Thưởng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định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kỳ</a:t>
            </a:r>
            <a:endParaRPr lang="en-US" sz="20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khoản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ưu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yêu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cầu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trong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nào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như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tháng</a:t>
            </a:r>
            <a:r>
              <a:rPr lang="en-US" sz="1600" dirty="0">
                <a:sym typeface="Wingdings" panose="05000000000000000000" pitchFamily="2" charset="2"/>
              </a:rPr>
              <a:t>/</a:t>
            </a:r>
            <a:r>
              <a:rPr lang="en-US" sz="1600" dirty="0" err="1">
                <a:sym typeface="Wingdings" panose="05000000000000000000" pitchFamily="2" charset="2"/>
              </a:rPr>
              <a:t>quý</a:t>
            </a:r>
            <a:r>
              <a:rPr lang="en-US" sz="1600" dirty="0">
                <a:sym typeface="Wingdings" panose="05000000000000000000" pitchFamily="2" charset="2"/>
              </a:rPr>
              <a:t>/</a:t>
            </a:r>
            <a:r>
              <a:rPr lang="en-US" sz="1600" dirty="0" err="1">
                <a:sym typeface="Wingdings" panose="05000000000000000000" pitchFamily="2" charset="2"/>
              </a:rPr>
              <a:t>năm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bằng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hoặc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vật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chất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tinh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thần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thưởng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bằng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xem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như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khoản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lương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thưởng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định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đúng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khoản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này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dụng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ngược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Do </a:t>
            </a:r>
            <a:r>
              <a:rPr lang="en-US" sz="1600" dirty="0" err="1">
                <a:sym typeface="Wingdings" panose="05000000000000000000" pitchFamily="2" charset="2"/>
              </a:rPr>
              <a:t>vậy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thưởng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định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nói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chung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ta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thưởng</a:t>
            </a:r>
            <a:r>
              <a:rPr lang="en-US" sz="1600" dirty="0">
                <a:sym typeface="Wingdings" panose="05000000000000000000" pitchFamily="2" charset="2"/>
              </a:rPr>
              <a:t> phi </a:t>
            </a:r>
            <a:r>
              <a:rPr lang="en-US" sz="1600" dirty="0" err="1">
                <a:sym typeface="Wingdings" panose="05000000000000000000" pitchFamily="2" charset="2"/>
              </a:rPr>
              <a:t>tiền</a:t>
            </a:r>
            <a:endParaRPr lang="en-US" sz="1600" dirty="0"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521478" y="1033500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4D804-AEBD-5AC9-F7F9-8969DA9D79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64" t="8494" r="19413" b="5672"/>
          <a:stretch/>
        </p:blipFill>
        <p:spPr>
          <a:xfrm>
            <a:off x="0" y="2599763"/>
            <a:ext cx="3054959" cy="260872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8801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085" y="1649508"/>
            <a:ext cx="9526243" cy="486838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 err="1">
                <a:sym typeface="Wingdings" panose="05000000000000000000" pitchFamily="2" charset="2"/>
              </a:rPr>
              <a:t>Các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ưu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đãi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gồm</a:t>
            </a:r>
            <a:r>
              <a:rPr lang="en-US" sz="2000" b="1" dirty="0">
                <a:sym typeface="Wingdings" panose="05000000000000000000" pitchFamily="2" charset="2"/>
              </a:rPr>
              <a:t>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Thưởng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đột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suất</a:t>
            </a:r>
            <a:endParaRPr lang="en-US" sz="18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thưởng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dựa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hiệu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xuất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thường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xuyên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tìa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cao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vọng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Thưởng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như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kiến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hoàn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án</a:t>
            </a:r>
            <a:r>
              <a:rPr lang="en-US" sz="1400" dirty="0">
                <a:sym typeface="Wingdings" panose="05000000000000000000" pitchFamily="2" charset="2"/>
              </a:rPr>
              <a:t> …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Khoản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này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hoặc</a:t>
            </a:r>
            <a:r>
              <a:rPr lang="en-US" sz="1400" dirty="0">
                <a:sym typeface="Wingdings" panose="05000000000000000000" pitchFamily="2" charset="2"/>
              </a:rPr>
              <a:t> phi </a:t>
            </a:r>
            <a:r>
              <a:rPr lang="en-US" sz="1400" dirty="0" err="1">
                <a:sym typeface="Wingdings" panose="05000000000000000000" pitchFamily="2" charset="2"/>
              </a:rPr>
              <a:t>tiền</a:t>
            </a:r>
            <a:endParaRPr lang="en-US" sz="14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vi-VN" sz="1800" dirty="0">
                <a:sym typeface="Wingdings" panose="05000000000000000000" pitchFamily="2" charset="2"/>
              </a:rPr>
              <a:t>Ư</a:t>
            </a:r>
            <a:r>
              <a:rPr lang="en-US" sz="1800" dirty="0">
                <a:sym typeface="Wingdings" panose="05000000000000000000" pitchFamily="2" charset="2"/>
              </a:rPr>
              <a:t>u </a:t>
            </a:r>
            <a:r>
              <a:rPr lang="en-US" sz="1800" dirty="0" err="1">
                <a:sym typeface="Wingdings" panose="05000000000000000000" pitchFamily="2" charset="2"/>
              </a:rPr>
              <a:t>đãi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trả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chậm</a:t>
            </a:r>
            <a:endParaRPr lang="en-US" sz="18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khoản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thưởng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nhận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chờ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điểm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trong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tương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lai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Nhược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điểm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nuôi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cơm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kẻ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hết</a:t>
            </a:r>
            <a:r>
              <a:rPr lang="en-US" sz="1400" dirty="0">
                <a:sym typeface="Wingdings" panose="05000000000000000000" pitchFamily="2" charset="2"/>
              </a:rPr>
              <a:t> cam </a:t>
            </a:r>
            <a:r>
              <a:rPr lang="en-US" sz="1400" dirty="0" err="1">
                <a:sym typeface="Wingdings" panose="05000000000000000000" pitchFamily="2" charset="2"/>
              </a:rPr>
              <a:t>kết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nỗ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lực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Khoản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này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kích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thích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ta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ngừng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cố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gắng</a:t>
            </a:r>
            <a:endParaRPr lang="en-US" sz="1400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US" sz="1600" dirty="0"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521478" y="1033500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4D804-AEBD-5AC9-F7F9-8969DA9D79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64" t="8494" r="19413" b="5672"/>
          <a:stretch/>
        </p:blipFill>
        <p:spPr>
          <a:xfrm>
            <a:off x="8364637" y="4303553"/>
            <a:ext cx="2510019" cy="214338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20888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085" y="1649508"/>
            <a:ext cx="9526243" cy="486838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Các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ưu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đãi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gồm</a:t>
            </a:r>
            <a:r>
              <a:rPr lang="en-US" sz="2000" b="1" dirty="0">
                <a:sym typeface="Wingdings" panose="05000000000000000000" pitchFamily="2" charset="2"/>
              </a:rPr>
              <a:t>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Phúc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lợi</a:t>
            </a:r>
            <a:endParaRPr lang="en-US" sz="18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hiểu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phần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thưởng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thuần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tuý</a:t>
            </a:r>
            <a:r>
              <a:rPr lang="en-US" sz="1600" dirty="0">
                <a:sym typeface="Wingdings" panose="05000000000000000000" pitchFamily="2" charset="2"/>
              </a:rPr>
              <a:t>, phi </a:t>
            </a:r>
            <a:r>
              <a:rPr lang="en-US" sz="1600" dirty="0" err="1">
                <a:sym typeface="Wingdings" panose="05000000000000000000" pitchFamily="2" charset="2"/>
              </a:rPr>
              <a:t>tiền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mặt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mang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định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kỳ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lương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bằng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tiền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Nó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như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bảo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hiểm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ksk</a:t>
            </a:r>
            <a:r>
              <a:rPr lang="en-US" sz="1600" dirty="0">
                <a:sym typeface="Wingdings" panose="05000000000000000000" pitchFamily="2" charset="2"/>
              </a:rPr>
              <a:t>, du </a:t>
            </a:r>
            <a:r>
              <a:rPr lang="en-US" sz="1600" dirty="0" err="1">
                <a:sym typeface="Wingdings" panose="05000000000000000000" pitchFamily="2" charset="2"/>
              </a:rPr>
              <a:t>lịch</a:t>
            </a:r>
            <a:r>
              <a:rPr lang="en-US" sz="1600" dirty="0">
                <a:sym typeface="Wingdings" panose="05000000000000000000" pitchFamily="2" charset="2"/>
              </a:rPr>
              <a:t>…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Phúc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ty </a:t>
            </a:r>
            <a:r>
              <a:rPr lang="en-US" sz="1600" dirty="0" err="1">
                <a:sym typeface="Wingdings" panose="05000000000000000000" pitchFamily="2" charset="2"/>
              </a:rPr>
              <a:t>lớn</a:t>
            </a:r>
            <a:r>
              <a:rPr lang="en-US" sz="1600" dirty="0">
                <a:sym typeface="Wingdings" panose="05000000000000000000" pitchFamily="2" charset="2"/>
              </a:rPr>
              <a:t> hay </a:t>
            </a:r>
            <a:r>
              <a:rPr lang="en-US" sz="1600" dirty="0" err="1">
                <a:sym typeface="Wingdings" panose="05000000000000000000" pitchFamily="2" charset="2"/>
              </a:rPr>
              <a:t>nhỏ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dựa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doanh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văn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hoá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cty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truyền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thống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cty</a:t>
            </a:r>
            <a:endParaRPr lang="en-US" sz="16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 err="1">
                <a:sym typeface="Wingdings" panose="05000000000000000000" pitchFamily="2" charset="2"/>
              </a:rPr>
              <a:t>Đặc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quyền</a:t>
            </a:r>
            <a:endParaRPr lang="en-US" sz="20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phần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thưởng</a:t>
            </a:r>
            <a:r>
              <a:rPr lang="en-US" sz="1600" dirty="0">
                <a:sym typeface="Wingdings" panose="05000000000000000000" pitchFamily="2" charset="2"/>
              </a:rPr>
              <a:t> phi </a:t>
            </a:r>
            <a:r>
              <a:rPr lang="en-US" sz="1600" dirty="0" err="1">
                <a:sym typeface="Wingdings" panose="05000000000000000000" pitchFamily="2" charset="2"/>
              </a:rPr>
              <a:t>tiền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mặt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coi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khoản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thưởng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lương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bản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định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hoặc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định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kỳ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Rất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dễ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nhầm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đặc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quyền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phúc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:</a:t>
            </a: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Chỉ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áp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dụng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lần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Áp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dụng</a:t>
            </a:r>
            <a:r>
              <a:rPr lang="en-US" sz="1400" dirty="0">
                <a:sym typeface="Wingdings" panose="05000000000000000000" pitchFamily="2" charset="2"/>
              </a:rPr>
              <a:t> 2 </a:t>
            </a:r>
            <a:r>
              <a:rPr lang="en-US" sz="1400" dirty="0" err="1">
                <a:sym typeface="Wingdings" panose="05000000000000000000" pitchFamily="2" charset="2"/>
              </a:rPr>
              <a:t>lần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phúc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lợi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Áp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dụng</a:t>
            </a:r>
            <a:r>
              <a:rPr lang="en-US" sz="1400" dirty="0">
                <a:sym typeface="Wingdings" panose="05000000000000000000" pitchFamily="2" charset="2"/>
              </a:rPr>
              <a:t> 3 </a:t>
            </a:r>
            <a:r>
              <a:rPr lang="en-US" sz="1400" dirty="0" err="1">
                <a:sym typeface="Wingdings" panose="05000000000000000000" pitchFamily="2" charset="2"/>
              </a:rPr>
              <a:t>lần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lợi</a:t>
            </a:r>
            <a:endParaRPr lang="en-US" sz="1400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US" sz="1600" dirty="0"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1521478" y="1033500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4D804-AEBD-5AC9-F7F9-8969DA9D79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64" t="8494" r="19413" b="5672"/>
          <a:stretch/>
        </p:blipFill>
        <p:spPr>
          <a:xfrm>
            <a:off x="8767309" y="4303553"/>
            <a:ext cx="2510019" cy="214338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198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649" y="1646733"/>
            <a:ext cx="8244974" cy="486838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Thúc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đẩy</a:t>
            </a:r>
            <a:r>
              <a:rPr lang="en-US" sz="2000" b="1" dirty="0">
                <a:sym typeface="Wingdings" panose="05000000000000000000" pitchFamily="2" charset="2"/>
              </a:rPr>
              <a:t>  </a:t>
            </a:r>
            <a:r>
              <a:rPr lang="en-US" sz="2000" b="1" dirty="0" err="1">
                <a:sym typeface="Wingdings" panose="05000000000000000000" pitchFamily="2" charset="2"/>
              </a:rPr>
              <a:t>Nhân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tố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tạo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động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lực</a:t>
            </a:r>
            <a:endParaRPr lang="en-US" sz="2000" b="1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Nhân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viên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mới</a:t>
            </a:r>
            <a:r>
              <a:rPr lang="en-US" sz="1800" dirty="0">
                <a:sym typeface="Wingdings" panose="05000000000000000000" pitchFamily="2" charset="2"/>
              </a:rPr>
              <a:t>  </a:t>
            </a:r>
            <a:r>
              <a:rPr lang="en-US" sz="1800" dirty="0" err="1">
                <a:sym typeface="Wingdings" panose="05000000000000000000" pitchFamily="2" charset="2"/>
              </a:rPr>
              <a:t>Tối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ưu</a:t>
            </a:r>
            <a:r>
              <a:rPr lang="en-US" sz="1800" dirty="0">
                <a:sym typeface="Wingdings" panose="05000000000000000000" pitchFamily="2" charset="2"/>
              </a:rPr>
              <a:t> 4 </a:t>
            </a:r>
            <a:r>
              <a:rPr lang="en-US" sz="1800" dirty="0" err="1">
                <a:sym typeface="Wingdings" panose="05000000000000000000" pitchFamily="2" charset="2"/>
              </a:rPr>
              <a:t>nhân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tố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sau</a:t>
            </a:r>
            <a:endParaRPr lang="en-US" sz="18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Yếu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tố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nghi</a:t>
            </a:r>
            <a:r>
              <a:rPr lang="en-US" sz="1600" dirty="0">
                <a:sym typeface="Wingdings" panose="05000000000000000000" pitchFamily="2" charset="2"/>
              </a:rPr>
              <a:t> (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hiệu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) 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môi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trường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việc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khởi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đầu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thuận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lợi</a:t>
            </a:r>
            <a:r>
              <a:rPr lang="en-US" sz="1400" dirty="0">
                <a:sym typeface="Wingdings" panose="05000000000000000000" pitchFamily="2" charset="2"/>
              </a:rPr>
              <a:t> </a:t>
            </a:r>
            <a:r>
              <a:rPr lang="en-US" sz="1400" dirty="0" err="1">
                <a:sym typeface="Wingdings" panose="05000000000000000000" pitchFamily="2" charset="2"/>
              </a:rPr>
              <a:t>đưa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tận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thiệu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bộ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phận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Phân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phụ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trách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phối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hợp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Giưới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thiệu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sách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quy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chế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quy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Giưới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thiệu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cặn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kẻ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kiện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thói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quen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văn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Hội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nhập</a:t>
            </a:r>
            <a:r>
              <a:rPr lang="en-US" sz="1600" dirty="0">
                <a:sym typeface="Wingdings" panose="05000000000000000000" pitchFamily="2" charset="2"/>
              </a:rPr>
              <a:t> (con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văn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hoá</a:t>
            </a:r>
            <a:r>
              <a:rPr lang="en-US" sz="1600" dirty="0">
                <a:sym typeface="Wingdings" panose="05000000000000000000" pitchFamily="2" charset="2"/>
              </a:rPr>
              <a:t>)</a:t>
            </a: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Triệu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tập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cuộc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họp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chung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bố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Giới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thiệu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mọi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Cho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triển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Giới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thiệu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lịch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sử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triển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ty</a:t>
            </a:r>
          </a:p>
          <a:p>
            <a:pPr lvl="3" algn="just">
              <a:buFont typeface="Wingdings" panose="05000000000000000000" pitchFamily="2" charset="2"/>
              <a:buChar char="v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929807" y="1052311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5 chiến lược quản lý nhân sự hiệu quả cho doanh nghiệp - Testcenter">
            <a:extLst>
              <a:ext uri="{FF2B5EF4-FFF2-40B4-BE49-F238E27FC236}">
                <a16:creationId xmlns:a16="http://schemas.microsoft.com/office/drawing/2014/main" id="{00F7F8C0-4594-8C39-E919-41FEFB742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212" y="3594845"/>
            <a:ext cx="3370052" cy="2246701"/>
          </a:xfrm>
          <a:prstGeom prst="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48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884" y="1989617"/>
            <a:ext cx="8244974" cy="486838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Thúc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đẩy</a:t>
            </a:r>
            <a:r>
              <a:rPr lang="en-US" sz="2000" b="1" dirty="0">
                <a:sym typeface="Wingdings" panose="05000000000000000000" pitchFamily="2" charset="2"/>
              </a:rPr>
              <a:t>  </a:t>
            </a:r>
            <a:r>
              <a:rPr lang="en-US" sz="2000" b="1" dirty="0" err="1">
                <a:sym typeface="Wingdings" panose="05000000000000000000" pitchFamily="2" charset="2"/>
              </a:rPr>
              <a:t>Nhân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tố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tạo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động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lực</a:t>
            </a:r>
            <a:endParaRPr lang="en-US" sz="2000" b="1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Nhân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viên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mới</a:t>
            </a:r>
            <a:r>
              <a:rPr lang="en-US" sz="1800" dirty="0">
                <a:sym typeface="Wingdings" panose="05000000000000000000" pitchFamily="2" charset="2"/>
              </a:rPr>
              <a:t>  </a:t>
            </a:r>
            <a:r>
              <a:rPr lang="en-US" sz="1800" dirty="0" err="1">
                <a:sym typeface="Wingdings" panose="05000000000000000000" pitchFamily="2" charset="2"/>
              </a:rPr>
              <a:t>Tối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ưu</a:t>
            </a:r>
            <a:r>
              <a:rPr lang="en-US" sz="1800" dirty="0">
                <a:sym typeface="Wingdings" panose="05000000000000000000" pitchFamily="2" charset="2"/>
              </a:rPr>
              <a:t> 4 </a:t>
            </a:r>
            <a:r>
              <a:rPr lang="en-US" sz="1800" dirty="0" err="1">
                <a:sym typeface="Wingdings" panose="05000000000000000000" pitchFamily="2" charset="2"/>
              </a:rPr>
              <a:t>nhân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tố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sau</a:t>
            </a:r>
            <a:endParaRPr lang="en-US" sz="18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Đối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thoại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Nhà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đối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thoại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tiếp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thảo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luận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về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nguyện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cọng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giúp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Thảo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luận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những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nhập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Trao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đổi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</a:t>
            </a:r>
            <a:r>
              <a:rPr lang="en-US" sz="1400" dirty="0">
                <a:sym typeface="Wingdings" panose="05000000000000000000" pitchFamily="2" charset="2"/>
              </a:rPr>
              <a:t> lo </a:t>
            </a:r>
            <a:r>
              <a:rPr lang="en-US" sz="1400" dirty="0" err="1">
                <a:sym typeface="Wingdings" panose="05000000000000000000" pitchFamily="2" charset="2"/>
              </a:rPr>
              <a:t>ngại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sinh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Quản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vọng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thượng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sau</a:t>
            </a:r>
            <a:r>
              <a:rPr lang="en-US" sz="1400" dirty="0">
                <a:sym typeface="Wingdings" panose="05000000000000000000" pitchFamily="2" charset="2"/>
              </a:rPr>
              <a:t> 90 </a:t>
            </a:r>
            <a:r>
              <a:rPr lang="en-US" sz="1400" dirty="0" err="1">
                <a:sym typeface="Wingdings" panose="05000000000000000000" pitchFamily="2" charset="2"/>
              </a:rPr>
              <a:t>ngày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nhận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ở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vọng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Phi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ta </a:t>
            </a:r>
            <a:r>
              <a:rPr lang="en-US" sz="1400" dirty="0" err="1">
                <a:sym typeface="Wingdings" panose="05000000000000000000" pitchFamily="2" charset="2"/>
              </a:rPr>
              <a:t>ảo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tưởng</a:t>
            </a:r>
            <a:r>
              <a:rPr lang="en-US" sz="1400" dirty="0">
                <a:sym typeface="Wingdings" panose="05000000000000000000" pitchFamily="2" charset="2"/>
              </a:rPr>
              <a:t>, phi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đòi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hỏi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thích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nghi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mới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Sau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đặt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 Cho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thức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tương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xứng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929807" y="1052311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170" name="Picture 2" descr="5 chiến lược quản lý nhân sự hiệu quả cho doanh nghiệp - Testcenter">
            <a:extLst>
              <a:ext uri="{FF2B5EF4-FFF2-40B4-BE49-F238E27FC236}">
                <a16:creationId xmlns:a16="http://schemas.microsoft.com/office/drawing/2014/main" id="{6745D33C-5610-A2FD-8082-6E8255F60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3504"/>
            <a:ext cx="3370052" cy="2246701"/>
          </a:xfrm>
          <a:prstGeom prst="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35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1025" y="1783429"/>
            <a:ext cx="8244974" cy="486838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Thúc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đẩy</a:t>
            </a:r>
            <a:r>
              <a:rPr lang="en-US" sz="2000" b="1" dirty="0">
                <a:sym typeface="Wingdings" panose="05000000000000000000" pitchFamily="2" charset="2"/>
              </a:rPr>
              <a:t>  </a:t>
            </a:r>
            <a:r>
              <a:rPr lang="en-US" sz="2000" b="1" dirty="0" err="1">
                <a:sym typeface="Wingdings" panose="05000000000000000000" pitchFamily="2" charset="2"/>
              </a:rPr>
              <a:t>Nhân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tố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tạo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động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lực</a:t>
            </a:r>
            <a:endParaRPr lang="en-US" sz="2000" b="1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Quản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lý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việc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tài</a:t>
            </a:r>
            <a:endParaRPr lang="en-US" sz="18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Cung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cấp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thông</a:t>
            </a:r>
            <a:r>
              <a:rPr lang="en-US" sz="1600" dirty="0">
                <a:sym typeface="Wingdings" panose="05000000000000000000" pitchFamily="2" charset="2"/>
              </a:rPr>
              <a:t> tin, </a:t>
            </a:r>
            <a:r>
              <a:rPr lang="en-US" sz="1600" dirty="0" err="1">
                <a:sym typeface="Wingdings" panose="05000000000000000000" pitchFamily="2" charset="2"/>
              </a:rPr>
              <a:t>nguồn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nguyên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cần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thiết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Đánh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kịp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thời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phù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hợp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minh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bạch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ghi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nhận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Phản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hồi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liên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phản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hồi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cụ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mang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cực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Chi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hội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Cơ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hội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Các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chương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huấn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luyện</a:t>
            </a:r>
            <a:r>
              <a:rPr lang="en-US" sz="1400" dirty="0">
                <a:sym typeface="Wingdings" panose="05000000000000000000" pitchFamily="2" charset="2"/>
              </a:rPr>
              <a:t>  </a:t>
            </a: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triển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Các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chương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thố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Cho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bước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đệm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quan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trọng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gặp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cấp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cao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cấp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cuộc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quan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trọng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Cho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quan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điểm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ý </a:t>
            </a:r>
            <a:r>
              <a:rPr lang="en-US" sz="1400" dirty="0" err="1">
                <a:sym typeface="Wingdings" panose="05000000000000000000" pitchFamily="2" charset="2"/>
              </a:rPr>
              <a:t>kiến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Giảm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đấu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nội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bộ</a:t>
            </a:r>
            <a:r>
              <a:rPr lang="en-US" sz="1400" dirty="0">
                <a:sym typeface="Wingdings" panose="05000000000000000000" pitchFamily="2" charset="2"/>
              </a:rPr>
              <a:t> ( </a:t>
            </a:r>
            <a:r>
              <a:rPr lang="en-US" sz="1400" dirty="0" err="1">
                <a:sym typeface="Wingdings" panose="05000000000000000000" pitchFamily="2" charset="2"/>
              </a:rPr>
              <a:t>tránh</a:t>
            </a:r>
            <a:r>
              <a:rPr lang="en-US" sz="1400" dirty="0">
                <a:sym typeface="Wingdings" panose="05000000000000000000" pitchFamily="2" charset="2"/>
              </a:rPr>
              <a:t> ma </a:t>
            </a:r>
            <a:r>
              <a:rPr lang="en-US" sz="1400" dirty="0" err="1">
                <a:sym typeface="Wingdings" panose="05000000000000000000" pitchFamily="2" charset="2"/>
              </a:rPr>
              <a:t>cũ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bắt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nạt</a:t>
            </a:r>
            <a:r>
              <a:rPr lang="en-US" sz="1400" dirty="0">
                <a:sym typeface="Wingdings" panose="05000000000000000000" pitchFamily="2" charset="2"/>
              </a:rPr>
              <a:t> ma </a:t>
            </a:r>
            <a:r>
              <a:rPr lang="en-US" sz="1400" dirty="0" err="1">
                <a:sym typeface="Wingdings" panose="05000000000000000000" pitchFamily="2" charset="2"/>
              </a:rPr>
              <a:t>mới</a:t>
            </a:r>
            <a:r>
              <a:rPr lang="en-US" sz="1400" dirty="0">
                <a:sym typeface="Wingdings" panose="05000000000000000000" pitchFamily="2" charset="2"/>
              </a:rPr>
              <a:t>)</a:t>
            </a: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Cung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cấp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nguồn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khác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Cho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chế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đặc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biệt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huy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929807" y="1052311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194" name="Picture 2" descr="Quản lý nguồn nhân lực là gì? Chức năng, vai trò hoạt động – IRDM">
            <a:extLst>
              <a:ext uri="{FF2B5EF4-FFF2-40B4-BE49-F238E27FC236}">
                <a16:creationId xmlns:a16="http://schemas.microsoft.com/office/drawing/2014/main" id="{EA31B2FE-3D60-6B5D-5E6E-9230275D1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798" y="3801035"/>
            <a:ext cx="3792425" cy="265327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02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6131" y="1698642"/>
            <a:ext cx="8244974" cy="4868383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Thúc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đẩy</a:t>
            </a:r>
            <a:r>
              <a:rPr lang="en-US" sz="2000" b="1" dirty="0">
                <a:sym typeface="Wingdings" panose="05000000000000000000" pitchFamily="2" charset="2"/>
              </a:rPr>
              <a:t>  </a:t>
            </a:r>
            <a:r>
              <a:rPr lang="en-US" sz="2000" b="1" dirty="0" err="1">
                <a:sym typeface="Wingdings" panose="05000000000000000000" pitchFamily="2" charset="2"/>
              </a:rPr>
              <a:t>Nhân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tố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tạo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động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lực</a:t>
            </a:r>
            <a:endParaRPr lang="en-US" sz="2000" b="1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Với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tài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cũ</a:t>
            </a:r>
            <a:endParaRPr lang="en-US" sz="18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Quan </a:t>
            </a:r>
            <a:r>
              <a:rPr lang="en-US" sz="1600" dirty="0" err="1">
                <a:sym typeface="Wingdings" panose="05000000000000000000" pitchFamily="2" charset="2"/>
              </a:rPr>
              <a:t>hệ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ban </a:t>
            </a:r>
            <a:r>
              <a:rPr lang="en-US" sz="1600" dirty="0" err="1">
                <a:sym typeface="Wingdings" panose="05000000000000000000" pitchFamily="2" charset="2"/>
              </a:rPr>
              <a:t>lãnh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đạo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lồng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sứ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mệnh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trị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lõi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từng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</a:p>
          <a:p>
            <a:pPr lvl="4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Giao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sứ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</a:p>
          <a:p>
            <a:pPr lvl="4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Tập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trung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trị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lõi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mạnh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nhất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Nhà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trị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dùng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sứ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trị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lõi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chứ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dùng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vát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tôn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trọng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trị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Văn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thích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nghi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đây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nhiều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nhiều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yếu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thích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nghi</a:t>
            </a:r>
            <a:r>
              <a:rPr lang="en-US" sz="1400" dirty="0">
                <a:sym typeface="Wingdings" panose="05000000000000000000" pitchFamily="2" charset="2"/>
              </a:rPr>
              <a:t> ( </a:t>
            </a:r>
            <a:r>
              <a:rPr lang="en-US" sz="1400" dirty="0" err="1">
                <a:sym typeface="Wingdings" panose="05000000000000000000" pitchFamily="2" charset="2"/>
              </a:rPr>
              <a:t>kỷ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luật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mặc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tác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phong</a:t>
            </a:r>
            <a:r>
              <a:rPr lang="en-US" sz="1400" dirty="0">
                <a:sym typeface="Wingdings" panose="05000000000000000000" pitchFamily="2" charset="2"/>
              </a:rPr>
              <a:t>…)</a:t>
            </a: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Do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cần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trình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dirty="0" err="1">
                <a:sym typeface="Wingdings" panose="05000000000000000000" pitchFamily="2" charset="2"/>
              </a:rPr>
              <a:t>giải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thích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nhận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nại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Quan </a:t>
            </a:r>
            <a:r>
              <a:rPr lang="en-US" sz="1600" dirty="0" err="1">
                <a:sym typeface="Wingdings" panose="05000000000000000000" pitchFamily="2" charset="2"/>
              </a:rPr>
              <a:t>hệ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trị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: </a:t>
            </a: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đưcoj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hiểu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vượt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mức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gọi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hiệu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cao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Ra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: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đánh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cao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cứng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rắn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BLĐ, </a:t>
            </a:r>
            <a:r>
              <a:rPr lang="en-US" sz="1400" dirty="0" err="1">
                <a:sym typeface="Wingdings" panose="05000000000000000000" pitchFamily="2" charset="2"/>
              </a:rPr>
              <a:t>bởi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:</a:t>
            </a:r>
          </a:p>
          <a:p>
            <a:pPr lvl="4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Cho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endParaRPr lang="en-US" sz="1400" dirty="0">
              <a:sym typeface="Wingdings" panose="05000000000000000000" pitchFamily="2" charset="2"/>
            </a:endParaRPr>
          </a:p>
          <a:p>
            <a:pPr lvl="4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Cho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tham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endParaRPr lang="en-US" sz="1400" dirty="0">
              <a:sym typeface="Wingdings" panose="05000000000000000000" pitchFamily="2" charset="2"/>
            </a:endParaRPr>
          </a:p>
          <a:p>
            <a:pPr lvl="4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chế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kiểm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chéo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bộ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phận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: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đặc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trưng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điển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hãy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khuyến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khích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929807" y="1052311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5829EF-A3BB-1CAB-7117-7478796A5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02" y="2949840"/>
            <a:ext cx="2757147" cy="193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0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0471" y="1702955"/>
            <a:ext cx="8244974" cy="486838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Thúc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đẩy</a:t>
            </a:r>
            <a:r>
              <a:rPr lang="en-US" sz="2000" b="1" dirty="0">
                <a:sym typeface="Wingdings" panose="05000000000000000000" pitchFamily="2" charset="2"/>
              </a:rPr>
              <a:t>  </a:t>
            </a:r>
            <a:r>
              <a:rPr lang="en-US" sz="2000" b="1" dirty="0" err="1">
                <a:sym typeface="Wingdings" panose="05000000000000000000" pitchFamily="2" charset="2"/>
              </a:rPr>
              <a:t>Nhân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tố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tạo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động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lực</a:t>
            </a:r>
            <a:endParaRPr lang="en-US" sz="2000" b="1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Với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tài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cũ</a:t>
            </a:r>
            <a:endParaRPr lang="en-US" sz="18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Quan </a:t>
            </a:r>
            <a:r>
              <a:rPr lang="en-US" sz="1600" dirty="0" err="1">
                <a:sym typeface="Wingdings" panose="05000000000000000000" pitchFamily="2" charset="2"/>
              </a:rPr>
              <a:t>tâm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sống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kiện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Quan </a:t>
            </a:r>
            <a:r>
              <a:rPr lang="en-US" sz="1400" dirty="0" err="1">
                <a:sym typeface="Wingdings" panose="05000000000000000000" pitchFamily="2" charset="2"/>
              </a:rPr>
              <a:t>tâm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mối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quan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hệ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Quan </a:t>
            </a:r>
            <a:r>
              <a:rPr lang="en-US" sz="1400" dirty="0" err="1">
                <a:sym typeface="Wingdings" panose="05000000000000000000" pitchFamily="2" charset="2"/>
              </a:rPr>
              <a:t>tâm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Cho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chế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riêng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Cho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đặc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khác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đoạ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hãy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xây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dựng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thương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hiệu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thông</a:t>
            </a:r>
            <a:r>
              <a:rPr lang="en-US" sz="1400" dirty="0">
                <a:sym typeface="Wingdings" panose="05000000000000000000" pitchFamily="2" charset="2"/>
              </a:rPr>
              <a:t> qua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luôn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thúc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đẩy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tầm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nhìn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nâng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tầm</a:t>
            </a: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929807" y="1052311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42" name="Picture 2" descr="75 Câu nói truyền cảm hứng hay, làm thay đổi cuộc sống | TIKI">
            <a:extLst>
              <a:ext uri="{FF2B5EF4-FFF2-40B4-BE49-F238E27FC236}">
                <a16:creationId xmlns:a16="http://schemas.microsoft.com/office/drawing/2014/main" id="{36AE81D2-1378-F66C-78F0-75A1F2858E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1"/>
          <a:stretch/>
        </p:blipFill>
        <p:spPr bwMode="auto">
          <a:xfrm>
            <a:off x="130483" y="2881092"/>
            <a:ext cx="3902536" cy="2569449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95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649" y="1698642"/>
            <a:ext cx="8244974" cy="486838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Chính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sách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giữ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người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tài</a:t>
            </a:r>
            <a:endParaRPr lang="en-US" sz="2000" b="1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sẽ</a:t>
            </a:r>
            <a:r>
              <a:rPr lang="en-US" sz="1400" dirty="0">
                <a:sym typeface="Wingdings" panose="05000000000000000000" pitchFamily="2" charset="2"/>
              </a:rPr>
              <a:t> ở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cảm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thấy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còn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bóc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ty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khoảng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gian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còn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mang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trị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Giữ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vong</a:t>
            </a:r>
            <a:r>
              <a:rPr lang="en-US" sz="1400" dirty="0">
                <a:sym typeface="Wingdings" panose="05000000000000000000" pitchFamily="2" charset="2"/>
              </a:rPr>
              <a:t> quay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bóc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Thời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gian</a:t>
            </a:r>
            <a:r>
              <a:rPr lang="en-US" sz="1400" dirty="0">
                <a:sym typeface="Wingdings" panose="05000000000000000000" pitchFamily="2" charset="2"/>
              </a:rPr>
              <a:t> ở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trung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bình</a:t>
            </a:r>
            <a:r>
              <a:rPr lang="en-US" sz="1400" dirty="0">
                <a:sym typeface="Wingdings" panose="05000000000000000000" pitchFamily="2" charset="2"/>
              </a:rPr>
              <a:t> 2-10 </a:t>
            </a:r>
            <a:r>
              <a:rPr lang="en-US" sz="1400" dirty="0" err="1">
                <a:sym typeface="Wingdings" panose="05000000000000000000" pitchFamily="2" charset="2"/>
              </a:rPr>
              <a:t>năm</a:t>
            </a:r>
            <a:r>
              <a:rPr lang="en-US" sz="1400" dirty="0">
                <a:sym typeface="Wingdings" panose="05000000000000000000" pitchFamily="2" charset="2"/>
              </a:rPr>
              <a:t> ( 10 </a:t>
            </a:r>
            <a:r>
              <a:rPr lang="en-US" sz="1400" dirty="0" err="1">
                <a:sym typeface="Wingdings" panose="05000000000000000000" pitchFamily="2" charset="2"/>
              </a:rPr>
              <a:t>năm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giỏi</a:t>
            </a:r>
            <a:r>
              <a:rPr lang="en-US" sz="1400" dirty="0">
                <a:sym typeface="Wingdings" panose="05000000000000000000" pitchFamily="2" charset="2"/>
              </a:rPr>
              <a:t>)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Chính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ưu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luôn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nâng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cấp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đa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dạng</a:t>
            </a:r>
            <a:endParaRPr lang="en-US" sz="14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Chính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định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hướng</a:t>
            </a:r>
            <a:endParaRPr lang="en-US" sz="18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Khi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ta </a:t>
            </a:r>
            <a:r>
              <a:rPr lang="en-US" sz="1400" dirty="0" err="1">
                <a:sym typeface="Wingdings" panose="05000000000000000000" pitchFamily="2" charset="2"/>
              </a:rPr>
              <a:t>cần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ta </a:t>
            </a:r>
            <a:r>
              <a:rPr lang="en-US" sz="1400" dirty="0" err="1">
                <a:sym typeface="Wingdings" panose="05000000000000000000" pitchFamily="2" charset="2"/>
              </a:rPr>
              <a:t>sẽ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ve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hút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nhưng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về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toàn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tập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Do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ngay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lập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tức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hướng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Chương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hướng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2 </a:t>
            </a: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tức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3 </a:t>
            </a: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giữ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chân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200" dirty="0">
                <a:sym typeface="Wingdings" panose="05000000000000000000" pitchFamily="2" charset="2"/>
              </a:rPr>
              <a:t>2 </a:t>
            </a:r>
            <a:r>
              <a:rPr lang="en-US" sz="1200" dirty="0" err="1">
                <a:sym typeface="Wingdings" panose="05000000000000000000" pitchFamily="2" charset="2"/>
              </a:rPr>
              <a:t>mục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tiêu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tức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thì</a:t>
            </a:r>
            <a:r>
              <a:rPr lang="en-US" sz="1200" dirty="0">
                <a:sym typeface="Wingdings" panose="05000000000000000000" pitchFamily="2" charset="2"/>
              </a:rPr>
              <a:t>:</a:t>
            </a:r>
          </a:p>
          <a:p>
            <a:pPr lvl="4" algn="just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Công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việc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phù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hợp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nguồn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lực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phù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hợp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việc</a:t>
            </a:r>
            <a:endParaRPr lang="en-US" sz="1200" dirty="0">
              <a:sym typeface="Wingdings" panose="05000000000000000000" pitchFamily="2" charset="2"/>
            </a:endParaRPr>
          </a:p>
          <a:p>
            <a:pPr lvl="4" algn="just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Giúp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nhân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viên</a:t>
            </a:r>
            <a:r>
              <a:rPr lang="en-US" sz="1200" dirty="0">
                <a:sym typeface="Wingdings" panose="05000000000000000000" pitchFamily="2" charset="2"/>
              </a:rPr>
              <a:t> ở </a:t>
            </a:r>
            <a:r>
              <a:rPr lang="en-US" sz="1200" dirty="0" err="1">
                <a:sym typeface="Wingdings" panose="05000000000000000000" pitchFamily="2" charset="2"/>
              </a:rPr>
              <a:t>cty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như</a:t>
            </a:r>
            <a:r>
              <a:rPr lang="en-US" sz="1200" dirty="0">
                <a:sym typeface="Wingdings" panose="05000000000000000000" pitchFamily="2" charset="2"/>
              </a:rPr>
              <a:t> ở </a:t>
            </a:r>
            <a:r>
              <a:rPr lang="en-US" sz="1200" dirty="0" err="1">
                <a:sym typeface="Wingdings" panose="05000000000000000000" pitchFamily="2" charset="2"/>
              </a:rPr>
              <a:t>nhà</a:t>
            </a:r>
            <a:endParaRPr lang="en-US" sz="12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200" dirty="0">
                <a:sym typeface="Wingdings" panose="05000000000000000000" pitchFamily="2" charset="2"/>
              </a:rPr>
              <a:t>3 </a:t>
            </a:r>
            <a:r>
              <a:rPr lang="en-US" sz="1200" dirty="0" err="1">
                <a:sym typeface="Wingdings" panose="05000000000000000000" pitchFamily="2" charset="2"/>
              </a:rPr>
              <a:t>mục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tiêu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giữ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chân</a:t>
            </a:r>
            <a:endParaRPr lang="en-US" sz="1200" dirty="0">
              <a:sym typeface="Wingdings" panose="05000000000000000000" pitchFamily="2" charset="2"/>
            </a:endParaRPr>
          </a:p>
          <a:p>
            <a:pPr lvl="4" algn="just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Mở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rộng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việc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để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thăng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tiến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từ</a:t>
            </a:r>
            <a:r>
              <a:rPr lang="en-US" sz="1200" dirty="0">
                <a:sym typeface="Wingdings" panose="05000000000000000000" pitchFamily="2" charset="2"/>
              </a:rPr>
              <a:t> 1-3 </a:t>
            </a:r>
            <a:r>
              <a:rPr lang="en-US" sz="1200" dirty="0" err="1">
                <a:sym typeface="Wingdings" panose="05000000000000000000" pitchFamily="2" charset="2"/>
              </a:rPr>
              <a:t>năm</a:t>
            </a:r>
            <a:endParaRPr lang="en-US" sz="1200" dirty="0">
              <a:sym typeface="Wingdings" panose="05000000000000000000" pitchFamily="2" charset="2"/>
            </a:endParaRPr>
          </a:p>
          <a:p>
            <a:pPr lvl="4" algn="just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Khẳng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định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vọng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vủa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tài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với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sự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phát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triển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cá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nhân</a:t>
            </a:r>
            <a:endParaRPr lang="en-US" sz="1200" dirty="0">
              <a:sym typeface="Wingdings" panose="05000000000000000000" pitchFamily="2" charset="2"/>
            </a:endParaRPr>
          </a:p>
          <a:p>
            <a:pPr lvl="4" algn="just">
              <a:buFont typeface="Wingdings" panose="05000000000000000000" pitchFamily="2" charset="2"/>
              <a:buChar char="v"/>
            </a:pPr>
            <a:r>
              <a:rPr lang="en-US" sz="1200" dirty="0" err="1">
                <a:sym typeface="Wingdings" panose="05000000000000000000" pitchFamily="2" charset="2"/>
              </a:rPr>
              <a:t>Giúp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hoà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nhập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với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văn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hoá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cty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tự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nuyện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nỗ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lực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gắn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phát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triển</a:t>
            </a:r>
            <a:endParaRPr lang="en-US" sz="12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endParaRPr lang="en-US" sz="14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929807" y="1052311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Chính sách thu hút nhân tài hiệu quả dành cho doanh nghiệp">
            <a:extLst>
              <a:ext uri="{FF2B5EF4-FFF2-40B4-BE49-F238E27FC236}">
                <a16:creationId xmlns:a16="http://schemas.microsoft.com/office/drawing/2014/main" id="{06F8A2E4-7B72-7089-A922-F67AB28EA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5091" y="1268964"/>
            <a:ext cx="4381329" cy="2027182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3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649" y="1779324"/>
            <a:ext cx="10073544" cy="486838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Chính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sách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giữ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người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tài</a:t>
            </a:r>
            <a:endParaRPr lang="en-US" sz="2000" b="1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Chính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nhận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tài</a:t>
            </a:r>
            <a:endParaRPr lang="en-US" sz="18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Ca </a:t>
            </a:r>
            <a:r>
              <a:rPr lang="en-US" sz="1600" dirty="0" err="1">
                <a:sym typeface="Wingdings" panose="05000000000000000000" pitchFamily="2" charset="2"/>
              </a:rPr>
              <a:t>ngợi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những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đường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nhận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về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vật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thần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chương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nội</a:t>
            </a:r>
            <a:r>
              <a:rPr lang="en-US" sz="1600" dirty="0">
                <a:sym typeface="Wingdings" panose="05000000000000000000" pitchFamily="2" charset="2"/>
              </a:rPr>
              <a:t> dung </a:t>
            </a:r>
            <a:r>
              <a:rPr lang="en-US" sz="1600" dirty="0" err="1">
                <a:sym typeface="Wingdings" panose="05000000000000000000" pitchFamily="2" charset="2"/>
              </a:rPr>
              <a:t>sau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đây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>
                <a:sym typeface="Wingdings" panose="05000000000000000000" pitchFamily="2" charset="2"/>
              </a:rPr>
              <a:t>Theo </a:t>
            </a:r>
            <a:r>
              <a:rPr lang="en-US" sz="1400" dirty="0" err="1">
                <a:sym typeface="Wingdings" panose="05000000000000000000" pitchFamily="2" charset="2"/>
              </a:rPr>
              <a:t>đinh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danh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nhận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nhận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nhận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nhiều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vấn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đề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giữ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Khen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giữ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chứ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khen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Khen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nhưng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biệt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cảu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động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thưởng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khen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khen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thưởng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sự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nhận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Cách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thức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nhận</a:t>
            </a:r>
            <a:endParaRPr lang="en-US" sz="18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Thay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cảm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hãy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khẵng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định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hướng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tới</a:t>
            </a:r>
            <a:r>
              <a:rPr lang="en-US" sz="1600" dirty="0">
                <a:sym typeface="Wingdings" panose="05000000000000000000" pitchFamily="2" charset="2"/>
              </a:rPr>
              <a:t> con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chứ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quả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Xét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theo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vượt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từ</a:t>
            </a:r>
            <a:r>
              <a:rPr lang="en-US" sz="1600" dirty="0">
                <a:sym typeface="Wingdings" panose="05000000000000000000" pitchFamily="2" charset="2"/>
              </a:rPr>
              <a:t> 10-15% so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mức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chung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cty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Khi </a:t>
            </a:r>
            <a:r>
              <a:rPr lang="en-US" sz="1600" dirty="0" err="1">
                <a:sym typeface="Wingdings" panose="05000000000000000000" pitchFamily="2" charset="2"/>
              </a:rPr>
              <a:t>đã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khen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tuyệt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bằng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cùng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gian</a:t>
            </a:r>
            <a:endParaRPr lang="en-US" sz="1600" dirty="0"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929807" y="1052311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Ít nhất 2-5% nhân tài làm lãnh đạo, quản lý: Nhận diện như thế nào?">
            <a:extLst>
              <a:ext uri="{FF2B5EF4-FFF2-40B4-BE49-F238E27FC236}">
                <a16:creationId xmlns:a16="http://schemas.microsoft.com/office/drawing/2014/main" id="{A17F9000-35B2-6474-9A75-AB6050FAC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7112" y="2510117"/>
            <a:ext cx="2924888" cy="227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41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D4B-021C-FD7E-C7A5-DABC90F6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038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QUẢN TRỊ NGƯỜI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FB9-B6A3-E91D-F160-F2143696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0047" y="1779324"/>
            <a:ext cx="7972146" cy="486838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Chính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sách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giữ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người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tài</a:t>
            </a:r>
            <a:endParaRPr lang="en-US" sz="2000" b="1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Chính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tư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vấn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huấn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luyện</a:t>
            </a:r>
            <a:endParaRPr lang="en-US" sz="18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Hãy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giúp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trở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huấn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luyện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Hãy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giúp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giữ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nghề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nghiệp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gắn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bó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thoả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từ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thân</a:t>
            </a:r>
            <a:r>
              <a:rPr lang="en-US" sz="1600" dirty="0">
                <a:sym typeface="Wingdings" panose="05000000000000000000" pitchFamily="2" charset="2"/>
              </a:rPr>
              <a:t>  Ai </a:t>
            </a:r>
            <a:r>
              <a:rPr lang="en-US" sz="1600" dirty="0" err="1">
                <a:sym typeface="Wingdings" panose="05000000000000000000" pitchFamily="2" charset="2"/>
              </a:rPr>
              <a:t>cũng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muốn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khách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Ý </a:t>
            </a:r>
            <a:r>
              <a:rPr lang="en-US" sz="1600" dirty="0" err="1">
                <a:sym typeface="Wingdings" panose="05000000000000000000" pitchFamily="2" charset="2"/>
              </a:rPr>
              <a:t>thức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nhiệm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theo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nhận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trọng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nhận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600" dirty="0">
                <a:sym typeface="Wingdings" panose="05000000000000000000" pitchFamily="2" charset="2"/>
              </a:rPr>
              <a:t>Cao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nữa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huấn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luyện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dụng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tư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tư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vấn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thấy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trọng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endParaRPr lang="en-US" sz="1600" dirty="0"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790A9-B1DE-36B8-05D8-7A46A8A8CD4F}"/>
              </a:ext>
            </a:extLst>
          </p:cNvPr>
          <p:cNvSpPr/>
          <p:nvPr/>
        </p:nvSpPr>
        <p:spPr>
          <a:xfrm>
            <a:off x="929807" y="1052311"/>
            <a:ext cx="43813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giải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cụ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thể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2 bước quan trọng trong đào tạo nhân tài cho doanh nghiệp">
            <a:extLst>
              <a:ext uri="{FF2B5EF4-FFF2-40B4-BE49-F238E27FC236}">
                <a16:creationId xmlns:a16="http://schemas.microsoft.com/office/drawing/2014/main" id="{0DE57707-CAA3-2CB5-BFD5-458C81C53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94" y="2904564"/>
            <a:ext cx="3071309" cy="191956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301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B03B-E3C6-FEB5-E0DF-B995F677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THANKS!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0E865-E67C-2F23-3481-572791F4A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Quản trị nhân tài: Quy trình &amp; Công cụ - Công ty TNHH Tư vấn Quản lý OD  Click">
            <a:extLst>
              <a:ext uri="{FF2B5EF4-FFF2-40B4-BE49-F238E27FC236}">
                <a16:creationId xmlns:a16="http://schemas.microsoft.com/office/drawing/2014/main" id="{1493EE29-A758-46AA-3E44-F6A7DFE2EE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7" b="11110"/>
          <a:stretch/>
        </p:blipFill>
        <p:spPr bwMode="auto">
          <a:xfrm>
            <a:off x="2935940" y="449281"/>
            <a:ext cx="7247965" cy="595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076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4008</Words>
  <Application>Microsoft Office PowerPoint</Application>
  <PresentationFormat>Widescreen</PresentationFormat>
  <Paragraphs>414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Bahnschrift SemiCondensed</vt:lpstr>
      <vt:lpstr>Calibri</vt:lpstr>
      <vt:lpstr>Calibri Light</vt:lpstr>
      <vt:lpstr>Wingdings</vt:lpstr>
      <vt:lpstr>Office Theme</vt:lpstr>
      <vt:lpstr>QUẢN TRỊ NHÂN TÀI</vt:lpstr>
      <vt:lpstr>I. TỔNG QUAN</vt:lpstr>
      <vt:lpstr>I. TỔNG QUAN</vt:lpstr>
      <vt:lpstr>I. TỔNG QUAN</vt:lpstr>
      <vt:lpstr>I. TỔNG QUAN</vt:lpstr>
      <vt:lpstr>I. TỔNG QUAN</vt:lpstr>
      <vt:lpstr>I. TỔNG QUAN</vt:lpstr>
      <vt:lpstr>I. TỔNG QUAN</vt:lpstr>
      <vt:lpstr>I. TỔNG QUAN</vt:lpstr>
      <vt:lpstr>I. TỔNG QUAN</vt:lpstr>
      <vt:lpstr>I. TỔNG QUAN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II. QUẢN TRỊ NGƯỜI TÀI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QUẢN TRỊ NHÂN TÀI</dc:title>
  <dc:creator>Administrator</dc:creator>
  <cp:lastModifiedBy>Administrator</cp:lastModifiedBy>
  <cp:revision>12</cp:revision>
  <dcterms:created xsi:type="dcterms:W3CDTF">2025-01-25T10:34:46Z</dcterms:created>
  <dcterms:modified xsi:type="dcterms:W3CDTF">2025-01-27T15:18:27Z</dcterms:modified>
</cp:coreProperties>
</file>