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138"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9887F-4E67-9486-76F3-642A572E56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109D01-0695-FD4C-0CEE-7209E8A06F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BE80C8-C3EE-583E-EBB3-02E769A76CFA}"/>
              </a:ext>
            </a:extLst>
          </p:cNvPr>
          <p:cNvSpPr>
            <a:spLocks noGrp="1"/>
          </p:cNvSpPr>
          <p:nvPr>
            <p:ph type="dt" sz="half" idx="10"/>
          </p:nvPr>
        </p:nvSpPr>
        <p:spPr/>
        <p:txBody>
          <a:bodyPr/>
          <a:lstStyle/>
          <a:p>
            <a:fld id="{BB43BDFC-21FD-4D98-991C-0F8FE6F73A56}" type="datetimeFigureOut">
              <a:rPr lang="en-US" smtClean="0"/>
              <a:t>12/16/2024</a:t>
            </a:fld>
            <a:endParaRPr lang="en-US"/>
          </a:p>
        </p:txBody>
      </p:sp>
      <p:sp>
        <p:nvSpPr>
          <p:cNvPr id="5" name="Footer Placeholder 4">
            <a:extLst>
              <a:ext uri="{FF2B5EF4-FFF2-40B4-BE49-F238E27FC236}">
                <a16:creationId xmlns:a16="http://schemas.microsoft.com/office/drawing/2014/main" id="{E2E9B41E-DECA-DB00-FDC8-7E0FA2D796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B86B96-5E32-8981-F13F-AD889D643975}"/>
              </a:ext>
            </a:extLst>
          </p:cNvPr>
          <p:cNvSpPr>
            <a:spLocks noGrp="1"/>
          </p:cNvSpPr>
          <p:nvPr>
            <p:ph type="sldNum" sz="quarter" idx="12"/>
          </p:nvPr>
        </p:nvSpPr>
        <p:spPr/>
        <p:txBody>
          <a:bodyPr/>
          <a:lstStyle/>
          <a:p>
            <a:fld id="{D873D06E-776D-40CD-9A9D-B66121F55988}" type="slidenum">
              <a:rPr lang="en-US" smtClean="0"/>
              <a:t>‹#›</a:t>
            </a:fld>
            <a:endParaRPr lang="en-US"/>
          </a:p>
        </p:txBody>
      </p:sp>
    </p:spTree>
    <p:extLst>
      <p:ext uri="{BB962C8B-B14F-4D97-AF65-F5344CB8AC3E}">
        <p14:creationId xmlns:p14="http://schemas.microsoft.com/office/powerpoint/2010/main" val="1601416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1F676-B7D2-0A93-C1A0-60694F5D5C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D62465-CDEE-79C3-18B6-A33473A47C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9C344B-58E0-AB18-3137-5F64AB652DB1}"/>
              </a:ext>
            </a:extLst>
          </p:cNvPr>
          <p:cNvSpPr>
            <a:spLocks noGrp="1"/>
          </p:cNvSpPr>
          <p:nvPr>
            <p:ph type="dt" sz="half" idx="10"/>
          </p:nvPr>
        </p:nvSpPr>
        <p:spPr/>
        <p:txBody>
          <a:bodyPr/>
          <a:lstStyle/>
          <a:p>
            <a:fld id="{BB43BDFC-21FD-4D98-991C-0F8FE6F73A56}" type="datetimeFigureOut">
              <a:rPr lang="en-US" smtClean="0"/>
              <a:t>12/16/2024</a:t>
            </a:fld>
            <a:endParaRPr lang="en-US"/>
          </a:p>
        </p:txBody>
      </p:sp>
      <p:sp>
        <p:nvSpPr>
          <p:cNvPr id="5" name="Footer Placeholder 4">
            <a:extLst>
              <a:ext uri="{FF2B5EF4-FFF2-40B4-BE49-F238E27FC236}">
                <a16:creationId xmlns:a16="http://schemas.microsoft.com/office/drawing/2014/main" id="{F95D42CF-F087-4743-70FA-635230DF2F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A89831-291A-BE3D-D61C-8D3767A53D01}"/>
              </a:ext>
            </a:extLst>
          </p:cNvPr>
          <p:cNvSpPr>
            <a:spLocks noGrp="1"/>
          </p:cNvSpPr>
          <p:nvPr>
            <p:ph type="sldNum" sz="quarter" idx="12"/>
          </p:nvPr>
        </p:nvSpPr>
        <p:spPr/>
        <p:txBody>
          <a:bodyPr/>
          <a:lstStyle/>
          <a:p>
            <a:fld id="{D873D06E-776D-40CD-9A9D-B66121F55988}" type="slidenum">
              <a:rPr lang="en-US" smtClean="0"/>
              <a:t>‹#›</a:t>
            </a:fld>
            <a:endParaRPr lang="en-US"/>
          </a:p>
        </p:txBody>
      </p:sp>
    </p:spTree>
    <p:extLst>
      <p:ext uri="{BB962C8B-B14F-4D97-AF65-F5344CB8AC3E}">
        <p14:creationId xmlns:p14="http://schemas.microsoft.com/office/powerpoint/2010/main" val="2955993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E0BF-7164-6446-1137-FFF50D86D6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56DDB3-340B-995E-B8AA-EE9EF1A0AB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062E14-593C-C2A4-CFF2-F60E9CDFA1B4}"/>
              </a:ext>
            </a:extLst>
          </p:cNvPr>
          <p:cNvSpPr>
            <a:spLocks noGrp="1"/>
          </p:cNvSpPr>
          <p:nvPr>
            <p:ph type="dt" sz="half" idx="10"/>
          </p:nvPr>
        </p:nvSpPr>
        <p:spPr/>
        <p:txBody>
          <a:bodyPr/>
          <a:lstStyle/>
          <a:p>
            <a:fld id="{BB43BDFC-21FD-4D98-991C-0F8FE6F73A56}" type="datetimeFigureOut">
              <a:rPr lang="en-US" smtClean="0"/>
              <a:t>12/16/2024</a:t>
            </a:fld>
            <a:endParaRPr lang="en-US"/>
          </a:p>
        </p:txBody>
      </p:sp>
      <p:sp>
        <p:nvSpPr>
          <p:cNvPr id="5" name="Footer Placeholder 4">
            <a:extLst>
              <a:ext uri="{FF2B5EF4-FFF2-40B4-BE49-F238E27FC236}">
                <a16:creationId xmlns:a16="http://schemas.microsoft.com/office/drawing/2014/main" id="{962FCEB9-D550-F9CC-4CBA-93D57C0DBE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7AFF6D-43B1-8F05-9686-29D2AB67FF21}"/>
              </a:ext>
            </a:extLst>
          </p:cNvPr>
          <p:cNvSpPr>
            <a:spLocks noGrp="1"/>
          </p:cNvSpPr>
          <p:nvPr>
            <p:ph type="sldNum" sz="quarter" idx="12"/>
          </p:nvPr>
        </p:nvSpPr>
        <p:spPr/>
        <p:txBody>
          <a:bodyPr/>
          <a:lstStyle/>
          <a:p>
            <a:fld id="{D873D06E-776D-40CD-9A9D-B66121F55988}" type="slidenum">
              <a:rPr lang="en-US" smtClean="0"/>
              <a:t>‹#›</a:t>
            </a:fld>
            <a:endParaRPr lang="en-US"/>
          </a:p>
        </p:txBody>
      </p:sp>
    </p:spTree>
    <p:extLst>
      <p:ext uri="{BB962C8B-B14F-4D97-AF65-F5344CB8AC3E}">
        <p14:creationId xmlns:p14="http://schemas.microsoft.com/office/powerpoint/2010/main" val="3991845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63525-389C-1337-1771-FD778556DE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F79BF7-1887-83AD-A01B-F68B47164C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6BFCA42-D2A8-E95D-0C7C-E9F045D86D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073BD5-6322-1C80-F810-551A402416BA}"/>
              </a:ext>
            </a:extLst>
          </p:cNvPr>
          <p:cNvSpPr>
            <a:spLocks noGrp="1"/>
          </p:cNvSpPr>
          <p:nvPr>
            <p:ph type="dt" sz="half" idx="10"/>
          </p:nvPr>
        </p:nvSpPr>
        <p:spPr/>
        <p:txBody>
          <a:bodyPr/>
          <a:lstStyle/>
          <a:p>
            <a:fld id="{BB43BDFC-21FD-4D98-991C-0F8FE6F73A56}" type="datetimeFigureOut">
              <a:rPr lang="en-US" smtClean="0"/>
              <a:t>12/16/2024</a:t>
            </a:fld>
            <a:endParaRPr lang="en-US"/>
          </a:p>
        </p:txBody>
      </p:sp>
      <p:sp>
        <p:nvSpPr>
          <p:cNvPr id="6" name="Footer Placeholder 5">
            <a:extLst>
              <a:ext uri="{FF2B5EF4-FFF2-40B4-BE49-F238E27FC236}">
                <a16:creationId xmlns:a16="http://schemas.microsoft.com/office/drawing/2014/main" id="{3A5AB309-8FDD-229A-2597-BD6AB1081C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4490FA-F583-D223-E702-98E16B9D31FA}"/>
              </a:ext>
            </a:extLst>
          </p:cNvPr>
          <p:cNvSpPr>
            <a:spLocks noGrp="1"/>
          </p:cNvSpPr>
          <p:nvPr>
            <p:ph type="sldNum" sz="quarter" idx="12"/>
          </p:nvPr>
        </p:nvSpPr>
        <p:spPr/>
        <p:txBody>
          <a:bodyPr/>
          <a:lstStyle/>
          <a:p>
            <a:fld id="{D873D06E-776D-40CD-9A9D-B66121F55988}" type="slidenum">
              <a:rPr lang="en-US" smtClean="0"/>
              <a:t>‹#›</a:t>
            </a:fld>
            <a:endParaRPr lang="en-US"/>
          </a:p>
        </p:txBody>
      </p:sp>
    </p:spTree>
    <p:extLst>
      <p:ext uri="{BB962C8B-B14F-4D97-AF65-F5344CB8AC3E}">
        <p14:creationId xmlns:p14="http://schemas.microsoft.com/office/powerpoint/2010/main" val="3665146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B6430-9A81-C4B3-5534-E04F880B28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2B9F73-E8C8-43C1-61FF-B3D0735620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EE0818-5CC2-4CF2-0C3A-09F1ABFC4C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DA6B37-B6C7-1009-BA78-EBEF608B79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DDBF26-31EB-BF01-5F73-25AE1F8DB3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45F42A-AA6A-C5D4-5E4E-88DB87FCA531}"/>
              </a:ext>
            </a:extLst>
          </p:cNvPr>
          <p:cNvSpPr>
            <a:spLocks noGrp="1"/>
          </p:cNvSpPr>
          <p:nvPr>
            <p:ph type="dt" sz="half" idx="10"/>
          </p:nvPr>
        </p:nvSpPr>
        <p:spPr/>
        <p:txBody>
          <a:bodyPr/>
          <a:lstStyle/>
          <a:p>
            <a:fld id="{BB43BDFC-21FD-4D98-991C-0F8FE6F73A56}" type="datetimeFigureOut">
              <a:rPr lang="en-US" smtClean="0"/>
              <a:t>12/16/2024</a:t>
            </a:fld>
            <a:endParaRPr lang="en-US"/>
          </a:p>
        </p:txBody>
      </p:sp>
      <p:sp>
        <p:nvSpPr>
          <p:cNvPr id="8" name="Footer Placeholder 7">
            <a:extLst>
              <a:ext uri="{FF2B5EF4-FFF2-40B4-BE49-F238E27FC236}">
                <a16:creationId xmlns:a16="http://schemas.microsoft.com/office/drawing/2014/main" id="{BB4B6EED-A3BF-D118-C351-FCE347AB35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57C063-C51E-A447-AB80-758451305F49}"/>
              </a:ext>
            </a:extLst>
          </p:cNvPr>
          <p:cNvSpPr>
            <a:spLocks noGrp="1"/>
          </p:cNvSpPr>
          <p:nvPr>
            <p:ph type="sldNum" sz="quarter" idx="12"/>
          </p:nvPr>
        </p:nvSpPr>
        <p:spPr/>
        <p:txBody>
          <a:bodyPr/>
          <a:lstStyle/>
          <a:p>
            <a:fld id="{D873D06E-776D-40CD-9A9D-B66121F55988}" type="slidenum">
              <a:rPr lang="en-US" smtClean="0"/>
              <a:t>‹#›</a:t>
            </a:fld>
            <a:endParaRPr lang="en-US"/>
          </a:p>
        </p:txBody>
      </p:sp>
    </p:spTree>
    <p:extLst>
      <p:ext uri="{BB962C8B-B14F-4D97-AF65-F5344CB8AC3E}">
        <p14:creationId xmlns:p14="http://schemas.microsoft.com/office/powerpoint/2010/main" val="1718283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E9471-6510-D065-A33F-131B8E633A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C57163-99E5-FAE9-7253-CD388DCC4BB6}"/>
              </a:ext>
            </a:extLst>
          </p:cNvPr>
          <p:cNvSpPr>
            <a:spLocks noGrp="1"/>
          </p:cNvSpPr>
          <p:nvPr>
            <p:ph type="dt" sz="half" idx="10"/>
          </p:nvPr>
        </p:nvSpPr>
        <p:spPr/>
        <p:txBody>
          <a:bodyPr/>
          <a:lstStyle/>
          <a:p>
            <a:fld id="{BB43BDFC-21FD-4D98-991C-0F8FE6F73A56}" type="datetimeFigureOut">
              <a:rPr lang="en-US" smtClean="0"/>
              <a:t>12/16/2024</a:t>
            </a:fld>
            <a:endParaRPr lang="en-US"/>
          </a:p>
        </p:txBody>
      </p:sp>
      <p:sp>
        <p:nvSpPr>
          <p:cNvPr id="4" name="Footer Placeholder 3">
            <a:extLst>
              <a:ext uri="{FF2B5EF4-FFF2-40B4-BE49-F238E27FC236}">
                <a16:creationId xmlns:a16="http://schemas.microsoft.com/office/drawing/2014/main" id="{C1DD1BDB-2588-53EA-5F21-62804B933B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6CA7DF-43D4-5B07-A0A9-D88D9515C553}"/>
              </a:ext>
            </a:extLst>
          </p:cNvPr>
          <p:cNvSpPr>
            <a:spLocks noGrp="1"/>
          </p:cNvSpPr>
          <p:nvPr>
            <p:ph type="sldNum" sz="quarter" idx="12"/>
          </p:nvPr>
        </p:nvSpPr>
        <p:spPr/>
        <p:txBody>
          <a:bodyPr/>
          <a:lstStyle/>
          <a:p>
            <a:fld id="{D873D06E-776D-40CD-9A9D-B66121F55988}" type="slidenum">
              <a:rPr lang="en-US" smtClean="0"/>
              <a:t>‹#›</a:t>
            </a:fld>
            <a:endParaRPr lang="en-US"/>
          </a:p>
        </p:txBody>
      </p:sp>
    </p:spTree>
    <p:extLst>
      <p:ext uri="{BB962C8B-B14F-4D97-AF65-F5344CB8AC3E}">
        <p14:creationId xmlns:p14="http://schemas.microsoft.com/office/powerpoint/2010/main" val="4083429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37E629-9716-99DD-A7DE-D1C273343110}"/>
              </a:ext>
            </a:extLst>
          </p:cNvPr>
          <p:cNvSpPr>
            <a:spLocks noGrp="1"/>
          </p:cNvSpPr>
          <p:nvPr>
            <p:ph type="dt" sz="half" idx="10"/>
          </p:nvPr>
        </p:nvSpPr>
        <p:spPr/>
        <p:txBody>
          <a:bodyPr/>
          <a:lstStyle/>
          <a:p>
            <a:fld id="{BB43BDFC-21FD-4D98-991C-0F8FE6F73A56}" type="datetimeFigureOut">
              <a:rPr lang="en-US" smtClean="0"/>
              <a:t>12/16/2024</a:t>
            </a:fld>
            <a:endParaRPr lang="en-US"/>
          </a:p>
        </p:txBody>
      </p:sp>
      <p:sp>
        <p:nvSpPr>
          <p:cNvPr id="3" name="Footer Placeholder 2">
            <a:extLst>
              <a:ext uri="{FF2B5EF4-FFF2-40B4-BE49-F238E27FC236}">
                <a16:creationId xmlns:a16="http://schemas.microsoft.com/office/drawing/2014/main" id="{DD371B59-855E-3B56-6B26-2600A18FCF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DA8D39-2E70-7CCD-94A4-DFDAF2BFAFF1}"/>
              </a:ext>
            </a:extLst>
          </p:cNvPr>
          <p:cNvSpPr>
            <a:spLocks noGrp="1"/>
          </p:cNvSpPr>
          <p:nvPr>
            <p:ph type="sldNum" sz="quarter" idx="12"/>
          </p:nvPr>
        </p:nvSpPr>
        <p:spPr/>
        <p:txBody>
          <a:bodyPr/>
          <a:lstStyle/>
          <a:p>
            <a:fld id="{D873D06E-776D-40CD-9A9D-B66121F55988}" type="slidenum">
              <a:rPr lang="en-US" smtClean="0"/>
              <a:t>‹#›</a:t>
            </a:fld>
            <a:endParaRPr lang="en-US"/>
          </a:p>
        </p:txBody>
      </p:sp>
    </p:spTree>
    <p:extLst>
      <p:ext uri="{BB962C8B-B14F-4D97-AF65-F5344CB8AC3E}">
        <p14:creationId xmlns:p14="http://schemas.microsoft.com/office/powerpoint/2010/main" val="338705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8BF5E-E070-5B90-148A-43E965A7DC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069360-B983-50B4-6C6F-18F07959E3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CB6B4B-0BD2-0E11-3652-D9FAE124B3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D5E2CD-E39B-4C26-E921-5F4084AC4FB2}"/>
              </a:ext>
            </a:extLst>
          </p:cNvPr>
          <p:cNvSpPr>
            <a:spLocks noGrp="1"/>
          </p:cNvSpPr>
          <p:nvPr>
            <p:ph type="dt" sz="half" idx="10"/>
          </p:nvPr>
        </p:nvSpPr>
        <p:spPr/>
        <p:txBody>
          <a:bodyPr/>
          <a:lstStyle/>
          <a:p>
            <a:fld id="{BB43BDFC-21FD-4D98-991C-0F8FE6F73A56}" type="datetimeFigureOut">
              <a:rPr lang="en-US" smtClean="0"/>
              <a:t>12/16/2024</a:t>
            </a:fld>
            <a:endParaRPr lang="en-US"/>
          </a:p>
        </p:txBody>
      </p:sp>
      <p:sp>
        <p:nvSpPr>
          <p:cNvPr id="6" name="Footer Placeholder 5">
            <a:extLst>
              <a:ext uri="{FF2B5EF4-FFF2-40B4-BE49-F238E27FC236}">
                <a16:creationId xmlns:a16="http://schemas.microsoft.com/office/drawing/2014/main" id="{592DFA22-BF97-7F61-C8ED-E57FF1EAB9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BB8970-E00F-A551-4520-A3EB8FED23C6}"/>
              </a:ext>
            </a:extLst>
          </p:cNvPr>
          <p:cNvSpPr>
            <a:spLocks noGrp="1"/>
          </p:cNvSpPr>
          <p:nvPr>
            <p:ph type="sldNum" sz="quarter" idx="12"/>
          </p:nvPr>
        </p:nvSpPr>
        <p:spPr/>
        <p:txBody>
          <a:bodyPr/>
          <a:lstStyle/>
          <a:p>
            <a:fld id="{D873D06E-776D-40CD-9A9D-B66121F55988}" type="slidenum">
              <a:rPr lang="en-US" smtClean="0"/>
              <a:t>‹#›</a:t>
            </a:fld>
            <a:endParaRPr lang="en-US"/>
          </a:p>
        </p:txBody>
      </p:sp>
    </p:spTree>
    <p:extLst>
      <p:ext uri="{BB962C8B-B14F-4D97-AF65-F5344CB8AC3E}">
        <p14:creationId xmlns:p14="http://schemas.microsoft.com/office/powerpoint/2010/main" val="126482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AE5E2-255A-52F8-1DCA-4E91DDD63A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EB480A5-CA51-765D-6A62-93CBBB1B55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95FF53-A378-CDB7-3451-3069A61FB8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B211BA-679F-08FB-70D1-4450713FB00D}"/>
              </a:ext>
            </a:extLst>
          </p:cNvPr>
          <p:cNvSpPr>
            <a:spLocks noGrp="1"/>
          </p:cNvSpPr>
          <p:nvPr>
            <p:ph type="dt" sz="half" idx="10"/>
          </p:nvPr>
        </p:nvSpPr>
        <p:spPr/>
        <p:txBody>
          <a:bodyPr/>
          <a:lstStyle/>
          <a:p>
            <a:fld id="{BB43BDFC-21FD-4D98-991C-0F8FE6F73A56}" type="datetimeFigureOut">
              <a:rPr lang="en-US" smtClean="0"/>
              <a:t>12/16/2024</a:t>
            </a:fld>
            <a:endParaRPr lang="en-US"/>
          </a:p>
        </p:txBody>
      </p:sp>
      <p:sp>
        <p:nvSpPr>
          <p:cNvPr id="6" name="Footer Placeholder 5">
            <a:extLst>
              <a:ext uri="{FF2B5EF4-FFF2-40B4-BE49-F238E27FC236}">
                <a16:creationId xmlns:a16="http://schemas.microsoft.com/office/drawing/2014/main" id="{179BB626-BDA3-C0B4-4D85-C8BDA5A274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6AEDCF-4D33-9658-9ED2-0E63193A32DE}"/>
              </a:ext>
            </a:extLst>
          </p:cNvPr>
          <p:cNvSpPr>
            <a:spLocks noGrp="1"/>
          </p:cNvSpPr>
          <p:nvPr>
            <p:ph type="sldNum" sz="quarter" idx="12"/>
          </p:nvPr>
        </p:nvSpPr>
        <p:spPr/>
        <p:txBody>
          <a:bodyPr/>
          <a:lstStyle/>
          <a:p>
            <a:fld id="{D873D06E-776D-40CD-9A9D-B66121F55988}" type="slidenum">
              <a:rPr lang="en-US" smtClean="0"/>
              <a:t>‹#›</a:t>
            </a:fld>
            <a:endParaRPr lang="en-US"/>
          </a:p>
        </p:txBody>
      </p:sp>
    </p:spTree>
    <p:extLst>
      <p:ext uri="{BB962C8B-B14F-4D97-AF65-F5344CB8AC3E}">
        <p14:creationId xmlns:p14="http://schemas.microsoft.com/office/powerpoint/2010/main" val="2217559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F5A4D-F0A7-FF41-35DF-8FEC4CA220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F5566F-B836-149D-7980-67EADE3287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BF1DBD-DDC4-8504-93CF-583F64371C83}"/>
              </a:ext>
            </a:extLst>
          </p:cNvPr>
          <p:cNvSpPr>
            <a:spLocks noGrp="1"/>
          </p:cNvSpPr>
          <p:nvPr>
            <p:ph type="dt" sz="half" idx="10"/>
          </p:nvPr>
        </p:nvSpPr>
        <p:spPr/>
        <p:txBody>
          <a:bodyPr/>
          <a:lstStyle/>
          <a:p>
            <a:fld id="{BB43BDFC-21FD-4D98-991C-0F8FE6F73A56}" type="datetimeFigureOut">
              <a:rPr lang="en-US" smtClean="0"/>
              <a:t>12/16/2024</a:t>
            </a:fld>
            <a:endParaRPr lang="en-US"/>
          </a:p>
        </p:txBody>
      </p:sp>
      <p:sp>
        <p:nvSpPr>
          <p:cNvPr id="5" name="Footer Placeholder 4">
            <a:extLst>
              <a:ext uri="{FF2B5EF4-FFF2-40B4-BE49-F238E27FC236}">
                <a16:creationId xmlns:a16="http://schemas.microsoft.com/office/drawing/2014/main" id="{14042156-0DFE-CAF2-983D-684FADCAAC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ADDD0D-BA31-6BC6-83C1-A2A801E2BBCA}"/>
              </a:ext>
            </a:extLst>
          </p:cNvPr>
          <p:cNvSpPr>
            <a:spLocks noGrp="1"/>
          </p:cNvSpPr>
          <p:nvPr>
            <p:ph type="sldNum" sz="quarter" idx="12"/>
          </p:nvPr>
        </p:nvSpPr>
        <p:spPr/>
        <p:txBody>
          <a:bodyPr/>
          <a:lstStyle/>
          <a:p>
            <a:fld id="{D873D06E-776D-40CD-9A9D-B66121F55988}" type="slidenum">
              <a:rPr lang="en-US" smtClean="0"/>
              <a:t>‹#›</a:t>
            </a:fld>
            <a:endParaRPr lang="en-US"/>
          </a:p>
        </p:txBody>
      </p:sp>
    </p:spTree>
    <p:extLst>
      <p:ext uri="{BB962C8B-B14F-4D97-AF65-F5344CB8AC3E}">
        <p14:creationId xmlns:p14="http://schemas.microsoft.com/office/powerpoint/2010/main" val="4017851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931471-D4AC-584B-3D46-862D4FF82E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43044D-FF67-FFB8-E3CD-157E3965B9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626E8B-B6D6-DF30-C3C7-F62B2A7591F5}"/>
              </a:ext>
            </a:extLst>
          </p:cNvPr>
          <p:cNvSpPr>
            <a:spLocks noGrp="1"/>
          </p:cNvSpPr>
          <p:nvPr>
            <p:ph type="dt" sz="half" idx="10"/>
          </p:nvPr>
        </p:nvSpPr>
        <p:spPr/>
        <p:txBody>
          <a:bodyPr/>
          <a:lstStyle/>
          <a:p>
            <a:fld id="{BB43BDFC-21FD-4D98-991C-0F8FE6F73A56}" type="datetimeFigureOut">
              <a:rPr lang="en-US" smtClean="0"/>
              <a:t>12/16/2024</a:t>
            </a:fld>
            <a:endParaRPr lang="en-US"/>
          </a:p>
        </p:txBody>
      </p:sp>
      <p:sp>
        <p:nvSpPr>
          <p:cNvPr id="5" name="Footer Placeholder 4">
            <a:extLst>
              <a:ext uri="{FF2B5EF4-FFF2-40B4-BE49-F238E27FC236}">
                <a16:creationId xmlns:a16="http://schemas.microsoft.com/office/drawing/2014/main" id="{4D9AAD0E-0FB9-4869-AF59-144B50007E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D38F3D-99D1-400D-9E96-28144BC2C2E2}"/>
              </a:ext>
            </a:extLst>
          </p:cNvPr>
          <p:cNvSpPr>
            <a:spLocks noGrp="1"/>
          </p:cNvSpPr>
          <p:nvPr>
            <p:ph type="sldNum" sz="quarter" idx="12"/>
          </p:nvPr>
        </p:nvSpPr>
        <p:spPr/>
        <p:txBody>
          <a:bodyPr/>
          <a:lstStyle/>
          <a:p>
            <a:fld id="{D873D06E-776D-40CD-9A9D-B66121F55988}" type="slidenum">
              <a:rPr lang="en-US" smtClean="0"/>
              <a:t>‹#›</a:t>
            </a:fld>
            <a:endParaRPr lang="en-US"/>
          </a:p>
        </p:txBody>
      </p:sp>
    </p:spTree>
    <p:extLst>
      <p:ext uri="{BB962C8B-B14F-4D97-AF65-F5344CB8AC3E}">
        <p14:creationId xmlns:p14="http://schemas.microsoft.com/office/powerpoint/2010/main" val="3584082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9BF8FC-1F08-EF2E-2954-B26411D4A4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E293BE-C88B-BE42-DA19-8B1AE7090E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8342B4-1586-7A64-27D8-AC5C0E2F4F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43BDFC-21FD-4D98-991C-0F8FE6F73A56}" type="datetimeFigureOut">
              <a:rPr lang="en-US" smtClean="0"/>
              <a:t>12/16/2024</a:t>
            </a:fld>
            <a:endParaRPr lang="en-US"/>
          </a:p>
        </p:txBody>
      </p:sp>
      <p:sp>
        <p:nvSpPr>
          <p:cNvPr id="5" name="Footer Placeholder 4">
            <a:extLst>
              <a:ext uri="{FF2B5EF4-FFF2-40B4-BE49-F238E27FC236}">
                <a16:creationId xmlns:a16="http://schemas.microsoft.com/office/drawing/2014/main" id="{3201256C-9D5D-9F41-BFFB-02ADA008E7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F6915FD-832A-2AEF-3547-1273094A72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73D06E-776D-40CD-9A9D-B66121F55988}" type="slidenum">
              <a:rPr lang="en-US" smtClean="0"/>
              <a:t>‹#›</a:t>
            </a:fld>
            <a:endParaRPr lang="en-US"/>
          </a:p>
        </p:txBody>
      </p:sp>
    </p:spTree>
    <p:extLst>
      <p:ext uri="{BB962C8B-B14F-4D97-AF65-F5344CB8AC3E}">
        <p14:creationId xmlns:p14="http://schemas.microsoft.com/office/powerpoint/2010/main" val="1582343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CF3FC-B56E-0093-58CE-4BF249C5AF64}"/>
              </a:ext>
            </a:extLst>
          </p:cNvPr>
          <p:cNvSpPr>
            <a:spLocks noGrp="1"/>
          </p:cNvSpPr>
          <p:nvPr>
            <p:ph type="ctrTitle"/>
          </p:nvPr>
        </p:nvSpPr>
        <p:spPr>
          <a:xfrm>
            <a:off x="1591112" y="4318568"/>
            <a:ext cx="9144000" cy="1285278"/>
          </a:xfrm>
        </p:spPr>
        <p:txBody>
          <a:bodyPr>
            <a:normAutofit/>
          </a:bodyPr>
          <a:lstStyle/>
          <a:p>
            <a:r>
              <a:rPr lang="en-US" sz="4000" b="1" i="0" dirty="0">
                <a:solidFill>
                  <a:schemeClr val="accent2">
                    <a:lumMod val="75000"/>
                  </a:schemeClr>
                </a:solidFill>
                <a:effectLst/>
                <a:latin typeface="Tahoma" panose="020B0604030504040204" pitchFamily="34" charset="0"/>
                <a:ea typeface="Tahoma" panose="020B0604030504040204" pitchFamily="34" charset="0"/>
                <a:cs typeface="Tahoma" panose="020B0604030504040204" pitchFamily="34" charset="0"/>
              </a:rPr>
              <a:t>4 LÝ DO THÁI ĐỘ LÀ YẾU TỐ</a:t>
            </a:r>
            <a:br>
              <a:rPr lang="en-US" sz="4000" b="1" i="0" dirty="0">
                <a:solidFill>
                  <a:schemeClr val="accent2">
                    <a:lumMod val="75000"/>
                  </a:schemeClr>
                </a:solidFill>
                <a:effectLst/>
                <a:latin typeface="Tahoma" panose="020B0604030504040204" pitchFamily="34" charset="0"/>
                <a:ea typeface="Tahoma" panose="020B0604030504040204" pitchFamily="34" charset="0"/>
                <a:cs typeface="Tahoma" panose="020B0604030504040204" pitchFamily="34" charset="0"/>
              </a:rPr>
            </a:br>
            <a:r>
              <a:rPr lang="en-US" sz="4000" b="1" i="0" dirty="0">
                <a:solidFill>
                  <a:schemeClr val="accent2">
                    <a:lumMod val="75000"/>
                  </a:schemeClr>
                </a:solidFill>
                <a:effectLst/>
                <a:latin typeface="Tahoma" panose="020B0604030504040204" pitchFamily="34" charset="0"/>
                <a:ea typeface="Tahoma" panose="020B0604030504040204" pitchFamily="34" charset="0"/>
                <a:cs typeface="Tahoma" panose="020B0604030504040204" pitchFamily="34" charset="0"/>
              </a:rPr>
              <a:t> QUYẾT ĐỊNH TRONG CUỘC SỐNG</a:t>
            </a:r>
            <a:endParaRPr lang="en-US" sz="4000" b="1"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1026" name="Picture 2" descr="7 bài học từ &quot;người đàn ông không tay không chân&quot; Nick Vujicic về thái độ  sống tích cực sẽ thay đổi cuộc đời bạn - Hồ Sơ Danh Nhân">
            <a:extLst>
              <a:ext uri="{FF2B5EF4-FFF2-40B4-BE49-F238E27FC236}">
                <a16:creationId xmlns:a16="http://schemas.microsoft.com/office/drawing/2014/main" id="{B09333A9-8CC8-9905-06EC-AE0E5CC408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3058" y="495737"/>
            <a:ext cx="6565884" cy="3447089"/>
          </a:xfrm>
          <a:prstGeom prst="rect">
            <a:avLst/>
          </a:prstGeom>
          <a:noFill/>
          <a:effectLst>
            <a:glow rad="228600">
              <a:schemeClr val="accent4">
                <a:satMod val="175000"/>
                <a:alpha val="40000"/>
              </a:schemeClr>
            </a:glow>
          </a:effectLst>
          <a:scene3d>
            <a:camera prst="orthographicFront"/>
            <a:lightRig rig="threePt" dir="t"/>
          </a:scene3d>
          <a:sp3d>
            <a:bevelT prst="angle"/>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9503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A3597-05CF-4BA9-E038-1D8DB897725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C6CEC3-D0BF-5A29-ED71-8C15E9F26CDD}"/>
              </a:ext>
            </a:extLst>
          </p:cNvPr>
          <p:cNvSpPr>
            <a:spLocks noGrp="1"/>
          </p:cNvSpPr>
          <p:nvPr>
            <p:ph idx="1"/>
          </p:nvPr>
        </p:nvSpPr>
        <p:spPr>
          <a:xfrm>
            <a:off x="4590660" y="1825625"/>
            <a:ext cx="6763139" cy="4351338"/>
          </a:xfrm>
        </p:spPr>
        <p:txBody>
          <a:bodyPr>
            <a:normAutofit/>
          </a:bodyPr>
          <a:lstStyle/>
          <a:p>
            <a:pPr algn="just"/>
            <a:r>
              <a:rPr lang="vi-VN" sz="2000" b="0" i="0" dirty="0">
                <a:solidFill>
                  <a:srgbClr val="080809"/>
                </a:solidFill>
                <a:effectLst/>
                <a:latin typeface="Segoe UI Historic" panose="020B0502040204020203" pitchFamily="34" charset="0"/>
              </a:rPr>
              <a:t>Trong cuộc sống, có những người luôn gặp khó khăn trong mọi tình huống, trong khi cũng có những người lại tìm thấy cơ hội ngay cả trong những thử thách. </a:t>
            </a:r>
            <a:endParaRPr lang="en-US" sz="2000" b="0" i="0" dirty="0">
              <a:solidFill>
                <a:srgbClr val="080809"/>
              </a:solidFill>
              <a:effectLst/>
              <a:latin typeface="Segoe UI Historic" panose="020B0502040204020203" pitchFamily="34" charset="0"/>
            </a:endParaRPr>
          </a:p>
          <a:p>
            <a:pPr algn="just"/>
            <a:r>
              <a:rPr lang="vi-VN" sz="2000" b="0" i="0" dirty="0">
                <a:solidFill>
                  <a:srgbClr val="080809"/>
                </a:solidFill>
                <a:effectLst/>
                <a:latin typeface="Segoe UI Historic" panose="020B0502040204020203" pitchFamily="34" charset="0"/>
              </a:rPr>
              <a:t>Yếu tố quyết định tạo nên sự khác biệt này chính là thái độ. Một thái độ tích cực có thể giúp bạn đạt được thành công trong nhiều lĩnh vực, trong khi thái độ tiêu cực có thể dẫn đến thất bại. Hãy cùng tìm hiểu 4 nguyên nhân tại sao thái độ lại có vai trò quan trọng đến vậy.</a:t>
            </a:r>
            <a:endParaRPr lang="en-US" sz="2000" dirty="0"/>
          </a:p>
        </p:txBody>
      </p:sp>
      <p:pic>
        <p:nvPicPr>
          <p:cNvPr id="2050" name="Picture 2" descr="Chuyện tối thứ 4: Đã bao lâu rồi bạn chưa tự đánh giá công việc của mình?">
            <a:extLst>
              <a:ext uri="{FF2B5EF4-FFF2-40B4-BE49-F238E27FC236}">
                <a16:creationId xmlns:a16="http://schemas.microsoft.com/office/drawing/2014/main" id="{1A707EB6-1C3D-94D9-D5A1-0D28E22CBB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002" y="1690688"/>
            <a:ext cx="4280658" cy="2678469"/>
          </a:xfrm>
          <a:prstGeom prst="rect">
            <a:avLst/>
          </a:prstGeom>
          <a:noFill/>
          <a:effectLst>
            <a:glow rad="139700">
              <a:schemeClr val="accent1">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383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A5BDE-DA1C-592A-1203-347DE7C27199}"/>
              </a:ext>
            </a:extLst>
          </p:cNvPr>
          <p:cNvSpPr>
            <a:spLocks noGrp="1"/>
          </p:cNvSpPr>
          <p:nvPr>
            <p:ph type="title"/>
          </p:nvPr>
        </p:nvSpPr>
        <p:spPr/>
        <p:txBody>
          <a:bodyPr>
            <a:normAutofit/>
          </a:bodyPr>
          <a:lstStyle/>
          <a:p>
            <a:r>
              <a:rPr lang="en-US" sz="3200" b="1" i="0" dirty="0">
                <a:solidFill>
                  <a:schemeClr val="accent2">
                    <a:lumMod val="75000"/>
                  </a:schemeClr>
                </a:solidFill>
                <a:effectLst/>
                <a:latin typeface="Segoe UI Historic" panose="020B0502040204020203" pitchFamily="34" charset="0"/>
              </a:rPr>
              <a:t>1. </a:t>
            </a:r>
            <a:r>
              <a:rPr lang="en-US" sz="3200" b="1" i="0" dirty="0" err="1">
                <a:solidFill>
                  <a:schemeClr val="accent2">
                    <a:lumMod val="75000"/>
                  </a:schemeClr>
                </a:solidFill>
                <a:effectLst/>
                <a:latin typeface="Segoe UI Historic" panose="020B0502040204020203" pitchFamily="34" charset="0"/>
              </a:rPr>
              <a:t>Thái</a:t>
            </a:r>
            <a:r>
              <a:rPr lang="en-US" sz="3200" b="1" i="0" dirty="0">
                <a:solidFill>
                  <a:schemeClr val="accent2">
                    <a:lumMod val="75000"/>
                  </a:schemeClr>
                </a:solidFill>
                <a:effectLst/>
                <a:latin typeface="Segoe UI Historic" panose="020B0502040204020203" pitchFamily="34" charset="0"/>
              </a:rPr>
              <a:t> </a:t>
            </a:r>
            <a:r>
              <a:rPr lang="en-US" sz="3200" b="1" i="0" dirty="0" err="1">
                <a:solidFill>
                  <a:schemeClr val="accent2">
                    <a:lumMod val="75000"/>
                  </a:schemeClr>
                </a:solidFill>
                <a:effectLst/>
                <a:latin typeface="Segoe UI Historic" panose="020B0502040204020203" pitchFamily="34" charset="0"/>
              </a:rPr>
              <a:t>độ</a:t>
            </a:r>
            <a:r>
              <a:rPr lang="en-US" sz="3200" b="1" i="0" dirty="0">
                <a:solidFill>
                  <a:schemeClr val="accent2">
                    <a:lumMod val="75000"/>
                  </a:schemeClr>
                </a:solidFill>
                <a:effectLst/>
                <a:latin typeface="Segoe UI Historic" panose="020B0502040204020203" pitchFamily="34" charset="0"/>
              </a:rPr>
              <a:t> </a:t>
            </a:r>
            <a:r>
              <a:rPr lang="en-US" sz="3200" b="1" i="0" dirty="0" err="1">
                <a:solidFill>
                  <a:schemeClr val="accent2">
                    <a:lumMod val="75000"/>
                  </a:schemeClr>
                </a:solidFill>
                <a:effectLst/>
                <a:latin typeface="Segoe UI Historic" panose="020B0502040204020203" pitchFamily="34" charset="0"/>
              </a:rPr>
              <a:t>quyết</a:t>
            </a:r>
            <a:r>
              <a:rPr lang="en-US" sz="3200" b="1" i="0" dirty="0">
                <a:solidFill>
                  <a:schemeClr val="accent2">
                    <a:lumMod val="75000"/>
                  </a:schemeClr>
                </a:solidFill>
                <a:effectLst/>
                <a:latin typeface="Segoe UI Historic" panose="020B0502040204020203" pitchFamily="34" charset="0"/>
              </a:rPr>
              <a:t> </a:t>
            </a:r>
            <a:r>
              <a:rPr lang="en-US" sz="3200" b="1" i="0" dirty="0" err="1">
                <a:solidFill>
                  <a:schemeClr val="accent2">
                    <a:lumMod val="75000"/>
                  </a:schemeClr>
                </a:solidFill>
                <a:effectLst/>
                <a:latin typeface="Segoe UI Historic" panose="020B0502040204020203" pitchFamily="34" charset="0"/>
              </a:rPr>
              <a:t>định</a:t>
            </a:r>
            <a:r>
              <a:rPr lang="en-US" sz="3200" b="1" i="0" dirty="0">
                <a:solidFill>
                  <a:schemeClr val="accent2">
                    <a:lumMod val="75000"/>
                  </a:schemeClr>
                </a:solidFill>
                <a:effectLst/>
                <a:latin typeface="Segoe UI Historic" panose="020B0502040204020203" pitchFamily="34" charset="0"/>
              </a:rPr>
              <a:t> </a:t>
            </a:r>
            <a:r>
              <a:rPr lang="en-US" sz="3200" b="1" i="0" dirty="0" err="1">
                <a:solidFill>
                  <a:schemeClr val="accent2">
                    <a:lumMod val="75000"/>
                  </a:schemeClr>
                </a:solidFill>
                <a:effectLst/>
                <a:latin typeface="Segoe UI Historic" panose="020B0502040204020203" pitchFamily="34" charset="0"/>
              </a:rPr>
              <a:t>cách</a:t>
            </a:r>
            <a:r>
              <a:rPr lang="en-US" sz="3200" b="1" i="0" dirty="0">
                <a:solidFill>
                  <a:schemeClr val="accent2">
                    <a:lumMod val="75000"/>
                  </a:schemeClr>
                </a:solidFill>
                <a:effectLst/>
                <a:latin typeface="Segoe UI Historic" panose="020B0502040204020203" pitchFamily="34" charset="0"/>
              </a:rPr>
              <a:t> </a:t>
            </a:r>
            <a:r>
              <a:rPr lang="en-US" sz="3200" b="1" i="0" dirty="0" err="1">
                <a:solidFill>
                  <a:schemeClr val="accent2">
                    <a:lumMod val="75000"/>
                  </a:schemeClr>
                </a:solidFill>
                <a:effectLst/>
                <a:latin typeface="Segoe UI Historic" panose="020B0502040204020203" pitchFamily="34" charset="0"/>
              </a:rPr>
              <a:t>chúng</a:t>
            </a:r>
            <a:r>
              <a:rPr lang="en-US" sz="3200" b="1" i="0" dirty="0">
                <a:solidFill>
                  <a:schemeClr val="accent2">
                    <a:lumMod val="75000"/>
                  </a:schemeClr>
                </a:solidFill>
                <a:effectLst/>
                <a:latin typeface="Segoe UI Historic" panose="020B0502040204020203" pitchFamily="34" charset="0"/>
              </a:rPr>
              <a:t> ta </a:t>
            </a:r>
            <a:r>
              <a:rPr lang="en-US" sz="3200" b="1" i="0" dirty="0" err="1">
                <a:solidFill>
                  <a:schemeClr val="accent2">
                    <a:lumMod val="75000"/>
                  </a:schemeClr>
                </a:solidFill>
                <a:effectLst/>
                <a:latin typeface="Segoe UI Historic" panose="020B0502040204020203" pitchFamily="34" charset="0"/>
              </a:rPr>
              <a:t>nhìn</a:t>
            </a:r>
            <a:r>
              <a:rPr lang="en-US" sz="3200" b="1" i="0" dirty="0">
                <a:solidFill>
                  <a:schemeClr val="accent2">
                    <a:lumMod val="75000"/>
                  </a:schemeClr>
                </a:solidFill>
                <a:effectLst/>
                <a:latin typeface="Segoe UI Historic" panose="020B0502040204020203" pitchFamily="34" charset="0"/>
              </a:rPr>
              <a:t> </a:t>
            </a:r>
            <a:r>
              <a:rPr lang="en-US" sz="3200" b="1" i="0" dirty="0" err="1">
                <a:solidFill>
                  <a:schemeClr val="accent2">
                    <a:lumMod val="75000"/>
                  </a:schemeClr>
                </a:solidFill>
                <a:effectLst/>
                <a:latin typeface="Segoe UI Historic" panose="020B0502040204020203" pitchFamily="34" charset="0"/>
              </a:rPr>
              <a:t>nhận</a:t>
            </a:r>
            <a:r>
              <a:rPr lang="en-US" sz="3200" b="1" i="0" dirty="0">
                <a:solidFill>
                  <a:schemeClr val="accent2">
                    <a:lumMod val="75000"/>
                  </a:schemeClr>
                </a:solidFill>
                <a:effectLst/>
                <a:latin typeface="Segoe UI Historic" panose="020B0502040204020203" pitchFamily="34" charset="0"/>
              </a:rPr>
              <a:t> </a:t>
            </a:r>
            <a:r>
              <a:rPr lang="en-US" sz="3200" b="1" i="0" dirty="0" err="1">
                <a:solidFill>
                  <a:schemeClr val="accent2">
                    <a:lumMod val="75000"/>
                  </a:schemeClr>
                </a:solidFill>
                <a:effectLst/>
                <a:latin typeface="Segoe UI Historic" panose="020B0502040204020203" pitchFamily="34" charset="0"/>
              </a:rPr>
              <a:t>cuộc</a:t>
            </a:r>
            <a:r>
              <a:rPr lang="en-US" sz="3200" b="1" i="0" dirty="0">
                <a:solidFill>
                  <a:schemeClr val="accent2">
                    <a:lumMod val="75000"/>
                  </a:schemeClr>
                </a:solidFill>
                <a:effectLst/>
                <a:latin typeface="Segoe UI Historic" panose="020B0502040204020203" pitchFamily="34" charset="0"/>
              </a:rPr>
              <a:t> </a:t>
            </a:r>
            <a:r>
              <a:rPr lang="en-US" sz="3200" b="1" i="0" dirty="0" err="1">
                <a:solidFill>
                  <a:schemeClr val="accent2">
                    <a:lumMod val="75000"/>
                  </a:schemeClr>
                </a:solidFill>
                <a:effectLst/>
                <a:latin typeface="Segoe UI Historic" panose="020B0502040204020203" pitchFamily="34" charset="0"/>
              </a:rPr>
              <a:t>sống</a:t>
            </a:r>
            <a:endParaRPr lang="en-US" sz="3200" b="1" dirty="0">
              <a:solidFill>
                <a:schemeClr val="accent2">
                  <a:lumMod val="75000"/>
                </a:schemeClr>
              </a:solidFill>
            </a:endParaRPr>
          </a:p>
        </p:txBody>
      </p:sp>
      <p:sp>
        <p:nvSpPr>
          <p:cNvPr id="3" name="Content Placeholder 2">
            <a:extLst>
              <a:ext uri="{FF2B5EF4-FFF2-40B4-BE49-F238E27FC236}">
                <a16:creationId xmlns:a16="http://schemas.microsoft.com/office/drawing/2014/main" id="{C08150B6-5A38-737C-4DF4-7B87E03D294F}"/>
              </a:ext>
            </a:extLst>
          </p:cNvPr>
          <p:cNvSpPr>
            <a:spLocks noGrp="1"/>
          </p:cNvSpPr>
          <p:nvPr>
            <p:ph idx="1"/>
          </p:nvPr>
        </p:nvSpPr>
        <p:spPr>
          <a:xfrm>
            <a:off x="453206" y="2141537"/>
            <a:ext cx="6887547" cy="4351338"/>
          </a:xfrm>
        </p:spPr>
        <p:txBody>
          <a:bodyPr>
            <a:normAutofit/>
          </a:bodyPr>
          <a:lstStyle/>
          <a:p>
            <a:pPr algn="just"/>
            <a:r>
              <a:rPr lang="vi-VN" sz="1800" b="0" i="0" dirty="0">
                <a:solidFill>
                  <a:srgbClr val="080809"/>
                </a:solidFill>
                <a:effectLst/>
                <a:latin typeface="inherit"/>
              </a:rPr>
              <a:t>Thái độ của chúng ta giống như hướng đi của một chiếc máy bay. Nếu nó hướng lên, máy bay sẽ cất cánh và bay cao; nhưng nếu nó hướng xuống, máy bay sẽ lao thẳng xuống đất. Cuộc sống cũng tương tự, mọi thứ đều phụ thuộc vào thái độ mà chúng ta chọn lựa.</a:t>
            </a:r>
            <a:endParaRPr lang="en-US" sz="1800" b="0" i="0" dirty="0">
              <a:solidFill>
                <a:srgbClr val="080809"/>
              </a:solidFill>
              <a:effectLst/>
              <a:latin typeface="inherit"/>
            </a:endParaRPr>
          </a:p>
          <a:p>
            <a:pPr algn="just"/>
            <a:r>
              <a:rPr lang="vi-VN" sz="1800" b="0" i="0" dirty="0">
                <a:solidFill>
                  <a:srgbClr val="080809"/>
                </a:solidFill>
                <a:effectLst/>
                <a:latin typeface="inherit"/>
              </a:rPr>
              <a:t> Dù là trong công việc, cơ hội, doanh số hay hạnh phúc trong hôn nhân, tất cả đều bị ảnh hưởng bởi cách chúng ta nhìn nhận.</a:t>
            </a:r>
          </a:p>
          <a:p>
            <a:pPr algn="just"/>
            <a:r>
              <a:rPr lang="vi-VN" sz="1800" b="0" i="0" dirty="0">
                <a:solidFill>
                  <a:srgbClr val="080809"/>
                </a:solidFill>
                <a:effectLst/>
                <a:latin typeface="inherit"/>
              </a:rPr>
              <a:t>Thay vì mong đợi thế giới thay đổi theo ý mình, hãy chủ động thay đổi bản thân. Hãy chọn thái độ tích cực, biến thách thức thành cơ hội, học hỏi từ những sai lầm và không ngừng nỗ lực để đạt được mục tiêu của mình.</a:t>
            </a:r>
          </a:p>
          <a:p>
            <a:pPr marL="0" indent="0" algn="just">
              <a:buNone/>
            </a:pPr>
            <a:endParaRPr lang="en-US" sz="1800" dirty="0"/>
          </a:p>
        </p:txBody>
      </p:sp>
      <p:pic>
        <p:nvPicPr>
          <p:cNvPr id="3074" name="Picture 2" descr="Pin page">
            <a:extLst>
              <a:ext uri="{FF2B5EF4-FFF2-40B4-BE49-F238E27FC236}">
                <a16:creationId xmlns:a16="http://schemas.microsoft.com/office/drawing/2014/main" id="{BE652CB4-E146-7695-3C92-F301538D0F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3726" y="1517617"/>
            <a:ext cx="4175068" cy="4351338"/>
          </a:xfrm>
          <a:prstGeom prst="rect">
            <a:avLst/>
          </a:prstGeom>
          <a:noFill/>
          <a:effectLst>
            <a:glow rad="139700">
              <a:schemeClr val="accent4">
                <a:satMod val="175000"/>
                <a:alpha val="40000"/>
              </a:schemeClr>
            </a:glow>
            <a:outerShdw blurRad="76200" dist="12700" dir="2700000" sy="-23000" kx="-8004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043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3C38F-A0EC-572C-C864-19A793EDAD9B}"/>
              </a:ext>
            </a:extLst>
          </p:cNvPr>
          <p:cNvSpPr>
            <a:spLocks noGrp="1"/>
          </p:cNvSpPr>
          <p:nvPr>
            <p:ph type="title"/>
          </p:nvPr>
        </p:nvSpPr>
        <p:spPr/>
        <p:txBody>
          <a:bodyPr>
            <a:normAutofit/>
          </a:bodyPr>
          <a:lstStyle/>
          <a:p>
            <a:r>
              <a:rPr lang="vi-VN" sz="3600" b="1" i="0" dirty="0">
                <a:solidFill>
                  <a:schemeClr val="accent2">
                    <a:lumMod val="75000"/>
                  </a:schemeClr>
                </a:solidFill>
                <a:effectLst/>
                <a:latin typeface="Segoe UI Historic" panose="020B0502040204020203" pitchFamily="34" charset="0"/>
              </a:rPr>
              <a:t>2. Thái độ quyết định quan hệ của ta với mọi người</a:t>
            </a:r>
            <a:endParaRPr lang="en-US" sz="3600" b="1" dirty="0">
              <a:solidFill>
                <a:schemeClr val="accent2">
                  <a:lumMod val="75000"/>
                </a:schemeClr>
              </a:solidFill>
            </a:endParaRPr>
          </a:p>
        </p:txBody>
      </p:sp>
      <p:sp>
        <p:nvSpPr>
          <p:cNvPr id="3" name="Content Placeholder 2">
            <a:extLst>
              <a:ext uri="{FF2B5EF4-FFF2-40B4-BE49-F238E27FC236}">
                <a16:creationId xmlns:a16="http://schemas.microsoft.com/office/drawing/2014/main" id="{686451EE-0F1C-E0C0-0068-6A27169C60BA}"/>
              </a:ext>
            </a:extLst>
          </p:cNvPr>
          <p:cNvSpPr>
            <a:spLocks noGrp="1"/>
          </p:cNvSpPr>
          <p:nvPr>
            <p:ph idx="1"/>
          </p:nvPr>
        </p:nvSpPr>
        <p:spPr>
          <a:xfrm>
            <a:off x="5206481" y="2141537"/>
            <a:ext cx="6298163" cy="4351338"/>
          </a:xfrm>
        </p:spPr>
        <p:txBody>
          <a:bodyPr>
            <a:normAutofit/>
          </a:bodyPr>
          <a:lstStyle/>
          <a:p>
            <a:pPr algn="just"/>
            <a:r>
              <a:rPr lang="vi-VN" sz="1600" b="0" i="0" dirty="0">
                <a:solidFill>
                  <a:srgbClr val="080809"/>
                </a:solidFill>
                <a:effectLst/>
                <a:latin typeface="inherit"/>
              </a:rPr>
              <a:t>Cuộc sống của mỗi người bị ảnh hưởng sâu sắc bởi các mối quan hệ. Những mối quan hệ này là nền tảng cho sự phát triển và hạnh phúc cá nhân. Khi chúng ta đặt người khác lên hàng đầu và coi trọng họ, chúng ta có khả năng xây dựng những mối quan hệ bền vững và ý nghĩa.</a:t>
            </a:r>
          </a:p>
          <a:p>
            <a:pPr algn="just"/>
            <a:r>
              <a:rPr lang="vi-VN" sz="1600" b="0" i="0" dirty="0">
                <a:solidFill>
                  <a:srgbClr val="080809"/>
                </a:solidFill>
                <a:effectLst/>
                <a:latin typeface="inherit"/>
              </a:rPr>
              <a:t>Cách nhìn nhận của chúng ta về thế giới cũng bị tác động bởi những người xung quanh. Khi lắng nghe và thấu hiểu quan điểm của người khác, chúng ta có thể mở rộng tư duy, học hỏi những điều mới mẻ và đưa ra quyết định chính xác hơn.</a:t>
            </a:r>
          </a:p>
          <a:p>
            <a:pPr algn="just"/>
            <a:r>
              <a:rPr lang="vi-VN" sz="1600" b="0" i="0" dirty="0">
                <a:solidFill>
                  <a:srgbClr val="080809"/>
                </a:solidFill>
                <a:effectLst/>
                <a:latin typeface="inherit"/>
              </a:rPr>
              <a:t>Sự thăng tiến trong sự nghiệp không chỉ phụ thuộc vào năng lực cá nhân mà còn liên quan đến thái độ. Thành công không chỉ đến từ sự xuất sắc mà còn từ thái độ tích cực, điều này tạo ra cơ hội để tiến bộ trong công việc.</a:t>
            </a:r>
          </a:p>
          <a:p>
            <a:pPr algn="just"/>
            <a:endParaRPr lang="en-US" sz="1600" dirty="0"/>
          </a:p>
        </p:txBody>
      </p:sp>
      <p:grpSp>
        <p:nvGrpSpPr>
          <p:cNvPr id="5" name="Group 4">
            <a:extLst>
              <a:ext uri="{FF2B5EF4-FFF2-40B4-BE49-F238E27FC236}">
                <a16:creationId xmlns:a16="http://schemas.microsoft.com/office/drawing/2014/main" id="{D4BDCF82-E47D-99C0-0D11-D617096D7347}"/>
              </a:ext>
            </a:extLst>
          </p:cNvPr>
          <p:cNvGrpSpPr/>
          <p:nvPr/>
        </p:nvGrpSpPr>
        <p:grpSpPr>
          <a:xfrm>
            <a:off x="1359160" y="2654616"/>
            <a:ext cx="5190930" cy="3175785"/>
            <a:chOff x="416768" y="3317090"/>
            <a:chExt cx="4638894" cy="2406112"/>
          </a:xfrm>
        </p:grpSpPr>
        <p:sp>
          <p:nvSpPr>
            <p:cNvPr id="6" name="Frame 5">
              <a:extLst>
                <a:ext uri="{FF2B5EF4-FFF2-40B4-BE49-F238E27FC236}">
                  <a16:creationId xmlns:a16="http://schemas.microsoft.com/office/drawing/2014/main" id="{873AF744-D5F4-6955-4734-CEEF583CD873}"/>
                </a:ext>
              </a:extLst>
            </p:cNvPr>
            <p:cNvSpPr/>
            <p:nvPr/>
          </p:nvSpPr>
          <p:spPr>
            <a:xfrm>
              <a:off x="532862" y="3574544"/>
              <a:ext cx="3019427" cy="2148658"/>
            </a:xfrm>
            <a:prstGeom prst="frame">
              <a:avLst>
                <a:gd name="adj1" fmla="val 5450"/>
              </a:avLst>
            </a:prstGeom>
          </p:spPr>
          <p:style>
            <a:lnRef idx="0">
              <a:schemeClr val="accent1">
                <a:hueOff val="0"/>
                <a:satOff val="0"/>
                <a:lumOff val="0"/>
                <a:alphaOff val="0"/>
              </a:schemeClr>
            </a:lnRef>
            <a:fillRef idx="1">
              <a:schemeClr val="accent1">
                <a:tint val="50000"/>
                <a:alpha val="40000"/>
                <a:hueOff val="0"/>
                <a:satOff val="0"/>
                <a:lumOff val="0"/>
                <a:alphaOff val="0"/>
              </a:schemeClr>
            </a:fillRef>
            <a:effectRef idx="0">
              <a:schemeClr val="accent1">
                <a:tint val="50000"/>
                <a:alpha val="40000"/>
                <a:hueOff val="0"/>
                <a:satOff val="0"/>
                <a:lumOff val="0"/>
                <a:alphaOff val="0"/>
              </a:schemeClr>
            </a:effectRef>
            <a:fontRef idx="minor">
              <a:schemeClr val="lt1">
                <a:hueOff val="0"/>
                <a:satOff val="0"/>
                <a:lumOff val="0"/>
                <a:alphaOff val="0"/>
              </a:schemeClr>
            </a:fontRef>
          </p:style>
        </p:sp>
        <p:sp>
          <p:nvSpPr>
            <p:cNvPr id="7" name="Rectangle 6">
              <a:extLst>
                <a:ext uri="{FF2B5EF4-FFF2-40B4-BE49-F238E27FC236}">
                  <a16:creationId xmlns:a16="http://schemas.microsoft.com/office/drawing/2014/main" id="{AE65E2E2-5B76-FFB0-4B7D-DA0A93508FBA}"/>
                </a:ext>
              </a:extLst>
            </p:cNvPr>
            <p:cNvSpPr/>
            <p:nvPr/>
          </p:nvSpPr>
          <p:spPr>
            <a:xfrm>
              <a:off x="416768" y="3317090"/>
              <a:ext cx="2903333" cy="2032443"/>
            </a:xfrm>
            <a:prstGeom prst="rect">
              <a:avLst/>
            </a:prstGeom>
            <a:blipFill>
              <a:blip r:embed="rId2">
                <a:extLst>
                  <a:ext uri="{28A0092B-C50C-407E-A947-70E740481C1C}">
                    <a14:useLocalDpi xmlns:a14="http://schemas.microsoft.com/office/drawing/2010/main" val="0"/>
                  </a:ext>
                </a:extLst>
              </a:blip>
              <a:srcRect/>
              <a:stretch>
                <a:fillRect l="-6000" r="-6000"/>
              </a:stretch>
            </a:blipFill>
            <a:effectLst>
              <a:outerShdw blurRad="152400" dist="317500" dir="5400000" sx="90000" sy="-19000" rotWithShape="0">
                <a:prstClr val="black">
                  <a:alpha val="15000"/>
                </a:prstClr>
              </a:outerShdw>
            </a:effectLst>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8" name="Freeform: Shape 7">
              <a:extLst>
                <a:ext uri="{FF2B5EF4-FFF2-40B4-BE49-F238E27FC236}">
                  <a16:creationId xmlns:a16="http://schemas.microsoft.com/office/drawing/2014/main" id="{6BD74EF2-D2B7-9D53-FFCA-0F178890DF6F}"/>
                </a:ext>
              </a:extLst>
            </p:cNvPr>
            <p:cNvSpPr/>
            <p:nvPr/>
          </p:nvSpPr>
          <p:spPr>
            <a:xfrm>
              <a:off x="650907" y="5350255"/>
              <a:ext cx="2785287" cy="255047"/>
            </a:xfrm>
            <a:custGeom>
              <a:avLst/>
              <a:gdLst>
                <a:gd name="connsiteX0" fmla="*/ 0 w 2785287"/>
                <a:gd name="connsiteY0" fmla="*/ 0 h 255047"/>
                <a:gd name="connsiteX1" fmla="*/ 2785287 w 2785287"/>
                <a:gd name="connsiteY1" fmla="*/ 0 h 255047"/>
                <a:gd name="connsiteX2" fmla="*/ 2785287 w 2785287"/>
                <a:gd name="connsiteY2" fmla="*/ 255047 h 255047"/>
                <a:gd name="connsiteX3" fmla="*/ 0 w 2785287"/>
                <a:gd name="connsiteY3" fmla="*/ 255047 h 255047"/>
                <a:gd name="connsiteX4" fmla="*/ 0 w 2785287"/>
                <a:gd name="connsiteY4" fmla="*/ 0 h 255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5287" h="255047">
                  <a:moveTo>
                    <a:pt x="0" y="0"/>
                  </a:moveTo>
                  <a:lnTo>
                    <a:pt x="2785287" y="0"/>
                  </a:lnTo>
                  <a:lnTo>
                    <a:pt x="2785287" y="255047"/>
                  </a:lnTo>
                  <a:lnTo>
                    <a:pt x="0" y="25504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1760" tIns="41910" rIns="111760" bIns="41910" numCol="1" spcCol="1270" anchor="ctr" anchorCtr="0">
              <a:noAutofit/>
            </a:bodyPr>
            <a:lstStyle/>
            <a:p>
              <a:pPr marL="0" lvl="0" indent="0" algn="l" defTabSz="488950">
                <a:lnSpc>
                  <a:spcPct val="90000"/>
                </a:lnSpc>
                <a:spcBef>
                  <a:spcPct val="0"/>
                </a:spcBef>
                <a:spcAft>
                  <a:spcPct val="35000"/>
                </a:spcAft>
                <a:buNone/>
              </a:pPr>
              <a:endParaRPr lang="en-US" sz="1100" kern="1200"/>
            </a:p>
          </p:txBody>
        </p:sp>
        <p:sp>
          <p:nvSpPr>
            <p:cNvPr id="9" name="Rectangle 8">
              <a:extLst>
                <a:ext uri="{FF2B5EF4-FFF2-40B4-BE49-F238E27FC236}">
                  <a16:creationId xmlns:a16="http://schemas.microsoft.com/office/drawing/2014/main" id="{2706BA71-4AC2-BB8B-5065-4FE480A0D3EA}"/>
                </a:ext>
              </a:extLst>
            </p:cNvPr>
            <p:cNvSpPr/>
            <p:nvPr/>
          </p:nvSpPr>
          <p:spPr>
            <a:xfrm>
              <a:off x="3675213" y="3574544"/>
              <a:ext cx="1380449" cy="2148658"/>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grpSp>
    </p:spTree>
    <p:extLst>
      <p:ext uri="{BB962C8B-B14F-4D97-AF65-F5344CB8AC3E}">
        <p14:creationId xmlns:p14="http://schemas.microsoft.com/office/powerpoint/2010/main" val="3517565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5BBD2-F439-1ED0-6D94-511DA507366F}"/>
              </a:ext>
            </a:extLst>
          </p:cNvPr>
          <p:cNvSpPr>
            <a:spLocks noGrp="1"/>
          </p:cNvSpPr>
          <p:nvPr>
            <p:ph type="title"/>
          </p:nvPr>
        </p:nvSpPr>
        <p:spPr/>
        <p:txBody>
          <a:bodyPr/>
          <a:lstStyle/>
          <a:p>
            <a:r>
              <a:rPr lang="vi-VN" b="1" i="0" dirty="0">
                <a:solidFill>
                  <a:schemeClr val="accent2">
                    <a:lumMod val="75000"/>
                  </a:schemeClr>
                </a:solidFill>
                <a:effectLst/>
                <a:latin typeface="Segoe UI Historic" panose="020B0502040204020203" pitchFamily="34" charset="0"/>
              </a:rPr>
              <a:t>3. Thái độ biến rắc rối thành cơ hội</a:t>
            </a:r>
            <a:endParaRPr lang="en-US" b="1" dirty="0">
              <a:solidFill>
                <a:schemeClr val="accent2">
                  <a:lumMod val="75000"/>
                </a:schemeClr>
              </a:solidFill>
            </a:endParaRPr>
          </a:p>
        </p:txBody>
      </p:sp>
      <p:sp>
        <p:nvSpPr>
          <p:cNvPr id="3" name="Content Placeholder 2">
            <a:extLst>
              <a:ext uri="{FF2B5EF4-FFF2-40B4-BE49-F238E27FC236}">
                <a16:creationId xmlns:a16="http://schemas.microsoft.com/office/drawing/2014/main" id="{785DAF66-0B55-8435-2501-56D8C4C27095}"/>
              </a:ext>
            </a:extLst>
          </p:cNvPr>
          <p:cNvSpPr>
            <a:spLocks noGrp="1"/>
          </p:cNvSpPr>
          <p:nvPr>
            <p:ph idx="1"/>
          </p:nvPr>
        </p:nvSpPr>
        <p:spPr>
          <a:xfrm>
            <a:off x="474307" y="2141537"/>
            <a:ext cx="6616959" cy="4351338"/>
          </a:xfrm>
        </p:spPr>
        <p:txBody>
          <a:bodyPr>
            <a:normAutofit/>
          </a:bodyPr>
          <a:lstStyle/>
          <a:p>
            <a:pPr algn="just"/>
            <a:r>
              <a:rPr lang="vi-VN" sz="1800" b="0" i="0" dirty="0">
                <a:solidFill>
                  <a:srgbClr val="080809"/>
                </a:solidFill>
                <a:effectLst/>
                <a:latin typeface="inherit"/>
              </a:rPr>
              <a:t>Khi đối mặt với khó khăn và thử thách, cách nhìn nhận và thái độ của mỗi người sẽ quyết định con đường mà họ chọn và kết quả đạt được. Những người có thái độ tích cực sẽ không bao giờ đầu hàng trước nghịch cảnh. Thay vào đó, họ sẽ tìm kiếm cơ hội để biến rắc rối thành lợi thế và tiếp tục tiến bước.</a:t>
            </a:r>
          </a:p>
          <a:p>
            <a:pPr algn="just"/>
            <a:r>
              <a:rPr lang="vi-VN" sz="1800" b="0" i="0" dirty="0">
                <a:solidFill>
                  <a:srgbClr val="080809"/>
                </a:solidFill>
                <a:effectLst/>
                <a:latin typeface="inherit"/>
              </a:rPr>
              <a:t>Một thực tế là không xã hội nào có thể tạo ra những cá nhân kiên cường trong thời bình. Điều này giống như việc diều chỉ có thể bay ngược chiều gió, chứ không bao giờ bay xuôi. </a:t>
            </a:r>
            <a:endParaRPr lang="en-US" sz="1800" b="0" i="0" dirty="0">
              <a:solidFill>
                <a:srgbClr val="080809"/>
              </a:solidFill>
              <a:effectLst/>
              <a:latin typeface="inherit"/>
            </a:endParaRPr>
          </a:p>
          <a:p>
            <a:pPr algn="just"/>
            <a:r>
              <a:rPr lang="vi-VN" sz="1800" b="0" i="0" dirty="0">
                <a:solidFill>
                  <a:srgbClr val="080809"/>
                </a:solidFill>
                <a:effectLst/>
                <a:latin typeface="inherit"/>
              </a:rPr>
              <a:t>Khi muốn dạy một ai đó điều gì đó, bạn có thể gửi họ đến những thử thách khắc nghiệt nhất, vì chính những môi trường khó khăn sẽ giúp con người phát triển vượt bậc, mang lại sức mạnh và khả năng vượt qua giới hạn của bản thân.</a:t>
            </a:r>
          </a:p>
          <a:p>
            <a:pPr algn="just"/>
            <a:endParaRPr lang="en-US" sz="1800" dirty="0"/>
          </a:p>
        </p:txBody>
      </p:sp>
      <p:pic>
        <p:nvPicPr>
          <p:cNvPr id="5122" name="Picture 2" descr="Danh ngôn cuộc sống - Những câu nói hay về cuộc sống - Trang 2">
            <a:extLst>
              <a:ext uri="{FF2B5EF4-FFF2-40B4-BE49-F238E27FC236}">
                <a16:creationId xmlns:a16="http://schemas.microsoft.com/office/drawing/2014/main" id="{3330E870-7B70-285E-CFB9-0B04E2A5D8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1266" y="1140472"/>
            <a:ext cx="4845238" cy="2964997"/>
          </a:xfrm>
          <a:prstGeom prst="roundRect">
            <a:avLst>
              <a:gd name="adj" fmla="val 16667"/>
            </a:avLst>
          </a:prstGeom>
          <a:ln>
            <a:noFill/>
          </a:ln>
          <a:effectLst>
            <a:glow rad="63500">
              <a:schemeClr val="accent4">
                <a:satMod val="175000"/>
                <a:alpha val="40000"/>
              </a:schemeClr>
            </a:glow>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6032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BA975-A3DF-F7BD-CC4E-9EC331684DD3}"/>
              </a:ext>
            </a:extLst>
          </p:cNvPr>
          <p:cNvSpPr>
            <a:spLocks noGrp="1"/>
          </p:cNvSpPr>
          <p:nvPr>
            <p:ph type="title"/>
          </p:nvPr>
        </p:nvSpPr>
        <p:spPr/>
        <p:txBody>
          <a:bodyPr/>
          <a:lstStyle/>
          <a:p>
            <a:r>
              <a:rPr lang="en-US" b="1" i="0" dirty="0">
                <a:solidFill>
                  <a:schemeClr val="accent2">
                    <a:lumMod val="75000"/>
                  </a:schemeClr>
                </a:solidFill>
                <a:effectLst/>
                <a:latin typeface="Segoe UI Historic" panose="020B0502040204020203" pitchFamily="34" charset="0"/>
              </a:rPr>
              <a:t>4. </a:t>
            </a:r>
            <a:r>
              <a:rPr lang="en-US" b="1" i="0" dirty="0" err="1">
                <a:solidFill>
                  <a:schemeClr val="accent2">
                    <a:lumMod val="75000"/>
                  </a:schemeClr>
                </a:solidFill>
                <a:effectLst/>
                <a:latin typeface="Segoe UI Historic" panose="020B0502040204020203" pitchFamily="34" charset="0"/>
              </a:rPr>
              <a:t>Thái</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độ</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là</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điểm</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khác</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biệt</a:t>
            </a:r>
            <a:r>
              <a:rPr lang="en-US" b="1" i="0" dirty="0">
                <a:solidFill>
                  <a:schemeClr val="accent2">
                    <a:lumMod val="75000"/>
                  </a:schemeClr>
                </a:solidFill>
                <a:effectLst/>
                <a:latin typeface="Segoe UI Historic" panose="020B0502040204020203" pitchFamily="34" charset="0"/>
              </a:rPr>
              <a:t> </a:t>
            </a:r>
            <a:r>
              <a:rPr lang="en-US" b="1" dirty="0" err="1">
                <a:solidFill>
                  <a:schemeClr val="accent2">
                    <a:lumMod val="75000"/>
                  </a:schemeClr>
                </a:solidFill>
                <a:latin typeface="Segoe UI Historic" panose="020B0502040204020203" pitchFamily="34" charset="0"/>
              </a:rPr>
              <a:t>d</a:t>
            </a:r>
            <a:r>
              <a:rPr lang="en-US" b="1" i="0" dirty="0" err="1">
                <a:solidFill>
                  <a:schemeClr val="accent2">
                    <a:lumMod val="75000"/>
                  </a:schemeClr>
                </a:solidFill>
                <a:effectLst/>
                <a:latin typeface="Segoe UI Historic" panose="020B0502040204020203" pitchFamily="34" charset="0"/>
              </a:rPr>
              <a:t>uy</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nhất</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giữa</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thành</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công</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và</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thất</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bại</a:t>
            </a:r>
            <a:endParaRPr lang="en-US" b="1" dirty="0">
              <a:solidFill>
                <a:schemeClr val="accent2">
                  <a:lumMod val="75000"/>
                </a:schemeClr>
              </a:solidFill>
            </a:endParaRPr>
          </a:p>
        </p:txBody>
      </p:sp>
      <p:sp>
        <p:nvSpPr>
          <p:cNvPr id="3" name="Content Placeholder 2">
            <a:extLst>
              <a:ext uri="{FF2B5EF4-FFF2-40B4-BE49-F238E27FC236}">
                <a16:creationId xmlns:a16="http://schemas.microsoft.com/office/drawing/2014/main" id="{F4FC8817-D753-D82F-03AB-7DA15F01A38F}"/>
              </a:ext>
            </a:extLst>
          </p:cNvPr>
          <p:cNvSpPr>
            <a:spLocks noGrp="1"/>
          </p:cNvSpPr>
          <p:nvPr>
            <p:ph idx="1"/>
          </p:nvPr>
        </p:nvSpPr>
        <p:spPr>
          <a:xfrm>
            <a:off x="5158274" y="2141537"/>
            <a:ext cx="6439678" cy="4351338"/>
          </a:xfrm>
        </p:spPr>
        <p:txBody>
          <a:bodyPr>
            <a:normAutofit/>
          </a:bodyPr>
          <a:lstStyle/>
          <a:p>
            <a:pPr algn="just"/>
            <a:r>
              <a:rPr lang="vi-VN" sz="2000" b="0" i="0" dirty="0">
                <a:solidFill>
                  <a:srgbClr val="080809"/>
                </a:solidFill>
                <a:effectLst/>
                <a:latin typeface="inherit"/>
              </a:rPr>
              <a:t>Lịch sử đã chỉ ra rằng những thành tựu lớn thường không chỉ đến từ những cá nhân xuất sắc hơn hẳn, mà chủ yếu là nhờ vào thái độ của họ. Sự thành công hay thất bại của một dự án, một ca phẫu thuật, hay một bài phát biểu thường được xác định ngay từ thái độ của người khởi đầu.</a:t>
            </a:r>
          </a:p>
          <a:p>
            <a:pPr algn="just"/>
            <a:r>
              <a:rPr lang="vi-VN" sz="2000" b="0" i="0" dirty="0">
                <a:solidFill>
                  <a:srgbClr val="080809"/>
                </a:solidFill>
                <a:effectLst/>
                <a:latin typeface="inherit"/>
              </a:rPr>
              <a:t>Thái độ tích cực đóng vai trò quan trọng trong việc đạt được chiến thắng. Khi bạn tin tưởng vào bản thân, vào mục tiêu và khả năng thành công của mình, bạn sẽ truyền cảm hứng cho những người xung quanh và tạo ra một tác động tích cực.</a:t>
            </a:r>
          </a:p>
          <a:p>
            <a:pPr algn="just"/>
            <a:endParaRPr lang="en-US" sz="2000" dirty="0"/>
          </a:p>
        </p:txBody>
      </p:sp>
      <p:pic>
        <p:nvPicPr>
          <p:cNvPr id="6146" name="Picture 2" descr="Những câu nói hay nhất về tình yêu, cuộc sống và gia đình - Vntrip.vn">
            <a:extLst>
              <a:ext uri="{FF2B5EF4-FFF2-40B4-BE49-F238E27FC236}">
                <a16:creationId xmlns:a16="http://schemas.microsoft.com/office/drawing/2014/main" id="{D20A3968-A15A-AFEA-BBCC-BD0323CE52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921" y="2332653"/>
            <a:ext cx="4647733" cy="3057719"/>
          </a:xfrm>
          <a:prstGeom prst="roundRect">
            <a:avLst>
              <a:gd name="adj" fmla="val 16667"/>
            </a:avLst>
          </a:prstGeom>
          <a:ln>
            <a:noFill/>
          </a:ln>
          <a:effectLst>
            <a:glow rad="139700">
              <a:schemeClr val="accent2">
                <a:satMod val="175000"/>
                <a:alpha val="40000"/>
              </a:schemeClr>
            </a:glow>
            <a:outerShdw blurRad="76200" dist="38100" dir="7800000" algn="tl" rotWithShape="0">
              <a:srgbClr val="000000">
                <a:alpha val="40000"/>
              </a:srgbClr>
            </a:outerShdw>
          </a:effectLst>
          <a:scene3d>
            <a:camera prst="isometricOffAxis1Righ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222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82F29-F509-72D1-BD7A-657774B23FDA}"/>
              </a:ext>
            </a:extLst>
          </p:cNvPr>
          <p:cNvSpPr>
            <a:spLocks noGrp="1"/>
          </p:cNvSpPr>
          <p:nvPr>
            <p:ph type="title"/>
          </p:nvPr>
        </p:nvSpPr>
        <p:spPr/>
        <p:txBody>
          <a:bodyPr/>
          <a:lstStyle/>
          <a:p>
            <a:r>
              <a:rPr lang="en-US" b="1" i="1" dirty="0">
                <a:solidFill>
                  <a:schemeClr val="accent2">
                    <a:lumMod val="75000"/>
                  </a:schemeClr>
                </a:solidFill>
              </a:rPr>
              <a:t>THANKS!</a:t>
            </a:r>
          </a:p>
        </p:txBody>
      </p:sp>
      <p:sp>
        <p:nvSpPr>
          <p:cNvPr id="3" name="Content Placeholder 2">
            <a:extLst>
              <a:ext uri="{FF2B5EF4-FFF2-40B4-BE49-F238E27FC236}">
                <a16:creationId xmlns:a16="http://schemas.microsoft.com/office/drawing/2014/main" id="{3388738A-50E5-DC45-38B1-22971D7B6957}"/>
              </a:ext>
            </a:extLst>
          </p:cNvPr>
          <p:cNvSpPr>
            <a:spLocks noGrp="1"/>
          </p:cNvSpPr>
          <p:nvPr>
            <p:ph idx="1"/>
          </p:nvPr>
        </p:nvSpPr>
        <p:spPr/>
        <p:txBody>
          <a:bodyPr/>
          <a:lstStyle/>
          <a:p>
            <a:endParaRPr lang="en-US"/>
          </a:p>
        </p:txBody>
      </p:sp>
      <p:pic>
        <p:nvPicPr>
          <p:cNvPr id="7170" name="Picture 2" descr="Những câu nói hay ngắn gọn nghe là có động lực để bước tiếp">
            <a:extLst>
              <a:ext uri="{FF2B5EF4-FFF2-40B4-BE49-F238E27FC236}">
                <a16:creationId xmlns:a16="http://schemas.microsoft.com/office/drawing/2014/main" id="{F98A2DE9-C32A-015A-F58E-050A53843D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9346" y="1480343"/>
            <a:ext cx="7713307" cy="4820817"/>
          </a:xfrm>
          <a:prstGeom prst="snip2DiagRect">
            <a:avLst/>
          </a:prstGeom>
          <a:solidFill>
            <a:srgbClr val="FFFFFF">
              <a:shade val="85000"/>
            </a:srgbClr>
          </a:solidFill>
          <a:ln w="88900" cap="sq">
            <a:solidFill>
              <a:srgbClr val="FFFFFF"/>
            </a:solidFill>
            <a:miter lim="800000"/>
          </a:ln>
          <a:effectLst>
            <a:glow rad="228600">
              <a:schemeClr val="accent5">
                <a:satMod val="175000"/>
                <a:alpha val="40000"/>
              </a:schemeClr>
            </a:glow>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93710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781</Words>
  <Application>Microsoft Office PowerPoint</Application>
  <PresentationFormat>Widescreen</PresentationFormat>
  <Paragraphs>19</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inherit</vt:lpstr>
      <vt:lpstr>Segoe UI Historic</vt:lpstr>
      <vt:lpstr>Tahoma</vt:lpstr>
      <vt:lpstr>Office Theme</vt:lpstr>
      <vt:lpstr>4 LÝ DO THÁI ĐỘ LÀ YẾU TỐ  QUYẾT ĐỊNH TRONG CUỘC SỐNG</vt:lpstr>
      <vt:lpstr>PowerPoint Presentation</vt:lpstr>
      <vt:lpstr>1. Thái độ quyết định cách chúng ta nhìn nhận cuộc sống</vt:lpstr>
      <vt:lpstr>2. Thái độ quyết định quan hệ của ta với mọi người</vt:lpstr>
      <vt:lpstr>3. Thái độ biến rắc rối thành cơ hội</vt:lpstr>
      <vt:lpstr>4. Thái độ là điểm khác biệt duy nhất giữa thành công và thất bại</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 LÝ DO THÁI ĐỘ LÀ YẾU TỐ  QUYẾT ĐỊNH TRONG CUỘC SỐNG</dc:title>
  <dc:creator>Administrator</dc:creator>
  <cp:lastModifiedBy>Administrator</cp:lastModifiedBy>
  <cp:revision>1</cp:revision>
  <dcterms:created xsi:type="dcterms:W3CDTF">2024-12-16T16:24:29Z</dcterms:created>
  <dcterms:modified xsi:type="dcterms:W3CDTF">2024-12-16T16:25:26Z</dcterms:modified>
</cp:coreProperties>
</file>