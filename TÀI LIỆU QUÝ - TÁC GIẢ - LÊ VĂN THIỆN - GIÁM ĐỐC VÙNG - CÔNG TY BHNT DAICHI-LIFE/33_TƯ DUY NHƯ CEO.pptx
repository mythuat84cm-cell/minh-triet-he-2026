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300" r:id="rId5"/>
    <p:sldId id="308" r:id="rId6"/>
    <p:sldId id="309" r:id="rId7"/>
    <p:sldId id="311" r:id="rId8"/>
    <p:sldId id="312" r:id="rId9"/>
    <p:sldId id="313" r:id="rId10"/>
    <p:sldId id="320" r:id="rId11"/>
    <p:sldId id="323" r:id="rId12"/>
    <p:sldId id="322" r:id="rId13"/>
    <p:sldId id="321" r:id="rId14"/>
    <p:sldId id="324" r:id="rId15"/>
    <p:sldId id="31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6D9F66E-5EB9-4882-86FB-DCBF35E3C3E4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72"/>
  </p:normalViewPr>
  <p:slideViewPr>
    <p:cSldViewPr snapToGrid="0">
      <p:cViewPr varScale="1">
        <p:scale>
          <a:sx n="114" d="100"/>
          <a:sy n="114" d="100"/>
        </p:scale>
        <p:origin x="41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6C669D0-F8F9-909F-F36A-221EAC7424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61AC27-49A0-3B4C-5F49-D6641499EF0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B2F45D-55D9-47BA-9640-E7EB1024F606}" type="datetimeFigureOut">
              <a:rPr lang="en-US" smtClean="0"/>
              <a:t>12/20/2024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7AD1BD-C6AD-D1DF-596E-659165024C3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BA659A-33FC-973A-2DD5-89A959CA8CD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4A2DCA-E9F6-4345-9316-BF42F09A2C3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56691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99C6F8-5F98-E04A-B725-72D1A5FE8444}" type="datetimeFigureOut">
              <a:rPr lang="en-US" smtClean="0"/>
              <a:t>12/20/2024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5A9608-B288-5444-9C81-49B56A597B1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1778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2161BAA5-48F7-7727-F9D9-CE83907FFB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918140 w 12192000"/>
              <a:gd name="connsiteY1" fmla="*/ 0 h 6858000"/>
              <a:gd name="connsiteX2" fmla="*/ 918140 w 12192000"/>
              <a:gd name="connsiteY2" fmla="*/ 1010539 h 6858000"/>
              <a:gd name="connsiteX3" fmla="*/ 1195741 w 12192000"/>
              <a:gd name="connsiteY3" fmla="*/ 1288140 h 6858000"/>
              <a:gd name="connsiteX4" fmla="*/ 6043842 w 12192000"/>
              <a:gd name="connsiteY4" fmla="*/ 1288140 h 6858000"/>
              <a:gd name="connsiteX5" fmla="*/ 6321443 w 12192000"/>
              <a:gd name="connsiteY5" fmla="*/ 1010539 h 6858000"/>
              <a:gd name="connsiteX6" fmla="*/ 6321443 w 12192000"/>
              <a:gd name="connsiteY6" fmla="*/ 0 h 6858000"/>
              <a:gd name="connsiteX7" fmla="*/ 12192000 w 12192000"/>
              <a:gd name="connsiteY7" fmla="*/ 0 h 6858000"/>
              <a:gd name="connsiteX8" fmla="*/ 12192000 w 12192000"/>
              <a:gd name="connsiteY8" fmla="*/ 6858000 h 6858000"/>
              <a:gd name="connsiteX9" fmla="*/ 6283982 w 12192000"/>
              <a:gd name="connsiteY9" fmla="*/ 6858000 h 6858000"/>
              <a:gd name="connsiteX10" fmla="*/ 6283982 w 12192000"/>
              <a:gd name="connsiteY10" fmla="*/ 6429590 h 6858000"/>
              <a:gd name="connsiteX11" fmla="*/ 6058926 w 12192000"/>
              <a:gd name="connsiteY11" fmla="*/ 6204534 h 6858000"/>
              <a:gd name="connsiteX12" fmla="*/ 1105735 w 12192000"/>
              <a:gd name="connsiteY12" fmla="*/ 6204534 h 6858000"/>
              <a:gd name="connsiteX13" fmla="*/ 880679 w 12192000"/>
              <a:gd name="connsiteY13" fmla="*/ 6429590 h 6858000"/>
              <a:gd name="connsiteX14" fmla="*/ 880679 w 12192000"/>
              <a:gd name="connsiteY14" fmla="*/ 6858000 h 6858000"/>
              <a:gd name="connsiteX15" fmla="*/ 0 w 12192000"/>
              <a:gd name="connsiteY15" fmla="*/ 6858000 h 6858000"/>
              <a:gd name="connsiteX16" fmla="*/ 0 w 12192000"/>
              <a:gd name="connsiteY16" fmla="*/ 0 h 6858000"/>
              <a:gd name="connsiteX17" fmla="*/ 1138655 w 12192000"/>
              <a:gd name="connsiteY17" fmla="*/ 1746908 h 6858000"/>
              <a:gd name="connsiteX18" fmla="*/ 913599 w 12192000"/>
              <a:gd name="connsiteY18" fmla="*/ 1971964 h 6858000"/>
              <a:gd name="connsiteX19" fmla="*/ 913599 w 12192000"/>
              <a:gd name="connsiteY19" fmla="*/ 5520711 h 6858000"/>
              <a:gd name="connsiteX20" fmla="*/ 1138655 w 12192000"/>
              <a:gd name="connsiteY20" fmla="*/ 5745767 h 6858000"/>
              <a:gd name="connsiteX21" fmla="*/ 6091846 w 12192000"/>
              <a:gd name="connsiteY21" fmla="*/ 5745767 h 6858000"/>
              <a:gd name="connsiteX22" fmla="*/ 6316902 w 12192000"/>
              <a:gd name="connsiteY22" fmla="*/ 5520711 h 6858000"/>
              <a:gd name="connsiteX23" fmla="*/ 6316902 w 12192000"/>
              <a:gd name="connsiteY23" fmla="*/ 1971964 h 6858000"/>
              <a:gd name="connsiteX24" fmla="*/ 6091846 w 12192000"/>
              <a:gd name="connsiteY24" fmla="*/ 1746908 h 6858000"/>
              <a:gd name="connsiteX25" fmla="*/ 1138655 w 12192000"/>
              <a:gd name="connsiteY25" fmla="*/ 174690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918140" y="0"/>
                </a:lnTo>
                <a:lnTo>
                  <a:pt x="918140" y="1010539"/>
                </a:lnTo>
                <a:cubicBezTo>
                  <a:pt x="918140" y="1163854"/>
                  <a:pt x="1042426" y="1288140"/>
                  <a:pt x="1195741" y="1288140"/>
                </a:cubicBezTo>
                <a:lnTo>
                  <a:pt x="6043842" y="1288140"/>
                </a:lnTo>
                <a:cubicBezTo>
                  <a:pt x="6197157" y="1288140"/>
                  <a:pt x="6321443" y="1163854"/>
                  <a:pt x="6321443" y="1010539"/>
                </a:cubicBezTo>
                <a:lnTo>
                  <a:pt x="6321443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6283982" y="6858000"/>
                </a:lnTo>
                <a:lnTo>
                  <a:pt x="6283982" y="6429590"/>
                </a:lnTo>
                <a:cubicBezTo>
                  <a:pt x="6283982" y="6305295"/>
                  <a:pt x="6183221" y="6204534"/>
                  <a:pt x="6058926" y="6204534"/>
                </a:cubicBezTo>
                <a:lnTo>
                  <a:pt x="1105735" y="6204534"/>
                </a:lnTo>
                <a:cubicBezTo>
                  <a:pt x="981440" y="6204534"/>
                  <a:pt x="880679" y="6305295"/>
                  <a:pt x="880679" y="6429590"/>
                </a:cubicBezTo>
                <a:lnTo>
                  <a:pt x="880679" y="6858000"/>
                </a:lnTo>
                <a:lnTo>
                  <a:pt x="0" y="6858000"/>
                </a:lnTo>
                <a:lnTo>
                  <a:pt x="0" y="0"/>
                </a:lnTo>
                <a:close/>
                <a:moveTo>
                  <a:pt x="1138655" y="1746908"/>
                </a:moveTo>
                <a:cubicBezTo>
                  <a:pt x="1014360" y="1746908"/>
                  <a:pt x="913599" y="1847669"/>
                  <a:pt x="913599" y="1971964"/>
                </a:cubicBezTo>
                <a:lnTo>
                  <a:pt x="913599" y="5520711"/>
                </a:lnTo>
                <a:cubicBezTo>
                  <a:pt x="913599" y="5645006"/>
                  <a:pt x="1014360" y="5745767"/>
                  <a:pt x="1138655" y="5745767"/>
                </a:cubicBezTo>
                <a:lnTo>
                  <a:pt x="6091846" y="5745767"/>
                </a:lnTo>
                <a:cubicBezTo>
                  <a:pt x="6216141" y="5745767"/>
                  <a:pt x="6316902" y="5645006"/>
                  <a:pt x="6316902" y="5520711"/>
                </a:cubicBezTo>
                <a:lnTo>
                  <a:pt x="6316902" y="1971964"/>
                </a:lnTo>
                <a:cubicBezTo>
                  <a:pt x="6316902" y="1847669"/>
                  <a:pt x="6216141" y="1746908"/>
                  <a:pt x="6091846" y="1746908"/>
                </a:cubicBezTo>
                <a:lnTo>
                  <a:pt x="1138655" y="17469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64ED4F-0011-0734-A8CE-F357C9B3CB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823776" y="0"/>
            <a:ext cx="1671551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C40BC2-4799-E79D-1CFD-4A82C90A1D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96936" y="0"/>
            <a:ext cx="4572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7662E9-6C4B-1DCF-4FA0-9D0E52069D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25232" y="463974"/>
            <a:ext cx="4217424" cy="3709195"/>
          </a:xfrm>
        </p:spPr>
        <p:txBody>
          <a:bodyPr anchor="b">
            <a:normAutofit/>
          </a:bodyPr>
          <a:lstStyle>
            <a:lvl1pPr algn="l">
              <a:defRPr sz="4800" b="1" spc="-15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E2C7390-A781-021E-CEDA-D9040304381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20158" y="1741488"/>
            <a:ext cx="5394960" cy="3997325"/>
          </a:xfrm>
          <a:prstGeom prst="roundRect">
            <a:avLst>
              <a:gd name="adj" fmla="val 5229"/>
            </a:avLst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 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8">
            <a:extLst>
              <a:ext uri="{FF2B5EF4-FFF2-40B4-BE49-F238E27FC236}">
                <a16:creationId xmlns:a16="http://schemas.microsoft.com/office/drawing/2014/main" id="{F31C49C2-4E92-6564-1A68-190EFACC56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918140 w 12192000"/>
              <a:gd name="connsiteY1" fmla="*/ 0 h 6858000"/>
              <a:gd name="connsiteX2" fmla="*/ 918140 w 12192000"/>
              <a:gd name="connsiteY2" fmla="*/ 1010539 h 6858000"/>
              <a:gd name="connsiteX3" fmla="*/ 1195741 w 12192000"/>
              <a:gd name="connsiteY3" fmla="*/ 1288140 h 6858000"/>
              <a:gd name="connsiteX4" fmla="*/ 6043842 w 12192000"/>
              <a:gd name="connsiteY4" fmla="*/ 1288140 h 6858000"/>
              <a:gd name="connsiteX5" fmla="*/ 6321443 w 12192000"/>
              <a:gd name="connsiteY5" fmla="*/ 1010539 h 6858000"/>
              <a:gd name="connsiteX6" fmla="*/ 6321443 w 12192000"/>
              <a:gd name="connsiteY6" fmla="*/ 0 h 6858000"/>
              <a:gd name="connsiteX7" fmla="*/ 12192000 w 12192000"/>
              <a:gd name="connsiteY7" fmla="*/ 0 h 6858000"/>
              <a:gd name="connsiteX8" fmla="*/ 12192000 w 12192000"/>
              <a:gd name="connsiteY8" fmla="*/ 6858000 h 6858000"/>
              <a:gd name="connsiteX9" fmla="*/ 6283982 w 12192000"/>
              <a:gd name="connsiteY9" fmla="*/ 6858000 h 6858000"/>
              <a:gd name="connsiteX10" fmla="*/ 6283982 w 12192000"/>
              <a:gd name="connsiteY10" fmla="*/ 6429590 h 6858000"/>
              <a:gd name="connsiteX11" fmla="*/ 6058926 w 12192000"/>
              <a:gd name="connsiteY11" fmla="*/ 6204534 h 6858000"/>
              <a:gd name="connsiteX12" fmla="*/ 1105735 w 12192000"/>
              <a:gd name="connsiteY12" fmla="*/ 6204534 h 6858000"/>
              <a:gd name="connsiteX13" fmla="*/ 880679 w 12192000"/>
              <a:gd name="connsiteY13" fmla="*/ 6429590 h 6858000"/>
              <a:gd name="connsiteX14" fmla="*/ 880679 w 12192000"/>
              <a:gd name="connsiteY14" fmla="*/ 6858000 h 6858000"/>
              <a:gd name="connsiteX15" fmla="*/ 0 w 12192000"/>
              <a:gd name="connsiteY15" fmla="*/ 6858000 h 6858000"/>
              <a:gd name="connsiteX16" fmla="*/ 0 w 12192000"/>
              <a:gd name="connsiteY16" fmla="*/ 0 h 6858000"/>
              <a:gd name="connsiteX17" fmla="*/ 1138655 w 12192000"/>
              <a:gd name="connsiteY17" fmla="*/ 1746908 h 6858000"/>
              <a:gd name="connsiteX18" fmla="*/ 913599 w 12192000"/>
              <a:gd name="connsiteY18" fmla="*/ 1971964 h 6858000"/>
              <a:gd name="connsiteX19" fmla="*/ 913599 w 12192000"/>
              <a:gd name="connsiteY19" fmla="*/ 5520711 h 6858000"/>
              <a:gd name="connsiteX20" fmla="*/ 1138655 w 12192000"/>
              <a:gd name="connsiteY20" fmla="*/ 5745767 h 6858000"/>
              <a:gd name="connsiteX21" fmla="*/ 6091846 w 12192000"/>
              <a:gd name="connsiteY21" fmla="*/ 5745767 h 6858000"/>
              <a:gd name="connsiteX22" fmla="*/ 6316902 w 12192000"/>
              <a:gd name="connsiteY22" fmla="*/ 5520711 h 6858000"/>
              <a:gd name="connsiteX23" fmla="*/ 6316902 w 12192000"/>
              <a:gd name="connsiteY23" fmla="*/ 1971964 h 6858000"/>
              <a:gd name="connsiteX24" fmla="*/ 6091846 w 12192000"/>
              <a:gd name="connsiteY24" fmla="*/ 1746908 h 6858000"/>
              <a:gd name="connsiteX25" fmla="*/ 1138655 w 12192000"/>
              <a:gd name="connsiteY25" fmla="*/ 174690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918140" y="0"/>
                </a:lnTo>
                <a:lnTo>
                  <a:pt x="918140" y="1010539"/>
                </a:lnTo>
                <a:cubicBezTo>
                  <a:pt x="918140" y="1163854"/>
                  <a:pt x="1042426" y="1288140"/>
                  <a:pt x="1195741" y="1288140"/>
                </a:cubicBezTo>
                <a:lnTo>
                  <a:pt x="6043842" y="1288140"/>
                </a:lnTo>
                <a:cubicBezTo>
                  <a:pt x="6197157" y="1288140"/>
                  <a:pt x="6321443" y="1163854"/>
                  <a:pt x="6321443" y="1010539"/>
                </a:cubicBezTo>
                <a:lnTo>
                  <a:pt x="6321443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6283982" y="6858000"/>
                </a:lnTo>
                <a:lnTo>
                  <a:pt x="6283982" y="6429590"/>
                </a:lnTo>
                <a:cubicBezTo>
                  <a:pt x="6283982" y="6305295"/>
                  <a:pt x="6183221" y="6204534"/>
                  <a:pt x="6058926" y="6204534"/>
                </a:cubicBezTo>
                <a:lnTo>
                  <a:pt x="1105735" y="6204534"/>
                </a:lnTo>
                <a:cubicBezTo>
                  <a:pt x="981440" y="6204534"/>
                  <a:pt x="880679" y="6305295"/>
                  <a:pt x="880679" y="6429590"/>
                </a:cubicBezTo>
                <a:lnTo>
                  <a:pt x="880679" y="6858000"/>
                </a:lnTo>
                <a:lnTo>
                  <a:pt x="0" y="6858000"/>
                </a:lnTo>
                <a:lnTo>
                  <a:pt x="0" y="0"/>
                </a:lnTo>
                <a:close/>
                <a:moveTo>
                  <a:pt x="1138655" y="1746908"/>
                </a:moveTo>
                <a:cubicBezTo>
                  <a:pt x="1014360" y="1746908"/>
                  <a:pt x="913599" y="1847669"/>
                  <a:pt x="913599" y="1971964"/>
                </a:cubicBezTo>
                <a:lnTo>
                  <a:pt x="913599" y="5520711"/>
                </a:lnTo>
                <a:cubicBezTo>
                  <a:pt x="913599" y="5645006"/>
                  <a:pt x="1014360" y="5745767"/>
                  <a:pt x="1138655" y="5745767"/>
                </a:cubicBezTo>
                <a:lnTo>
                  <a:pt x="6091846" y="5745767"/>
                </a:lnTo>
                <a:cubicBezTo>
                  <a:pt x="6216141" y="5745767"/>
                  <a:pt x="6316902" y="5645006"/>
                  <a:pt x="6316902" y="5520711"/>
                </a:cubicBezTo>
                <a:lnTo>
                  <a:pt x="6316902" y="1971964"/>
                </a:lnTo>
                <a:cubicBezTo>
                  <a:pt x="6316902" y="1847669"/>
                  <a:pt x="6216141" y="1746908"/>
                  <a:pt x="6091846" y="1746908"/>
                </a:cubicBezTo>
                <a:lnTo>
                  <a:pt x="1138655" y="17469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03C2B3-3873-7FFA-2567-57F2F6ABBF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63334" y="0"/>
            <a:ext cx="30053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3619A50-ADC7-AA30-E96F-D0853D0DD7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65016" y="0"/>
            <a:ext cx="4572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447AC2-F09C-2AC2-0522-F871987D66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7140" y="576470"/>
            <a:ext cx="4831209" cy="2266121"/>
          </a:xfrm>
        </p:spPr>
        <p:txBody>
          <a:bodyPr anchor="ctr">
            <a:normAutofit/>
          </a:bodyPr>
          <a:lstStyle>
            <a:lvl1pPr algn="r">
              <a:defRPr sz="4400" b="0" spc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7C3A4AA6-1D0C-DE79-F399-33299CB812C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7139" y="3031435"/>
            <a:ext cx="4831209" cy="3478944"/>
          </a:xfr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1000"/>
              </a:spcBef>
              <a:buNone/>
              <a:defRPr sz="2400"/>
            </a:lvl1pPr>
            <a:lvl2pPr marL="457200" indent="0" algn="r">
              <a:lnSpc>
                <a:spcPct val="100000"/>
              </a:lnSpc>
              <a:spcBef>
                <a:spcPts val="1000"/>
              </a:spcBef>
              <a:buNone/>
              <a:defRPr sz="2000"/>
            </a:lvl2pPr>
            <a:lvl3pPr marL="914400" indent="0" algn="r">
              <a:lnSpc>
                <a:spcPct val="100000"/>
              </a:lnSpc>
              <a:spcBef>
                <a:spcPts val="1000"/>
              </a:spcBef>
              <a:buNone/>
              <a:defRPr sz="1800"/>
            </a:lvl3pPr>
            <a:lvl4pPr marL="1371600" indent="0" algn="r">
              <a:lnSpc>
                <a:spcPct val="100000"/>
              </a:lnSpc>
              <a:spcBef>
                <a:spcPts val="1000"/>
              </a:spcBef>
              <a:buNone/>
              <a:defRPr sz="1600"/>
            </a:lvl4pPr>
            <a:lvl5pPr marL="1828800" indent="0" algn="r">
              <a:lnSpc>
                <a:spcPct val="100000"/>
              </a:lnSpc>
              <a:spcBef>
                <a:spcPts val="1000"/>
              </a:spcBef>
              <a:buNone/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8ABFB379-CB29-0D42-1349-53B7325212E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890039" y="1751216"/>
            <a:ext cx="5394960" cy="3997325"/>
          </a:xfrm>
          <a:prstGeom prst="roundRect">
            <a:avLst>
              <a:gd name="adj" fmla="val 5229"/>
            </a:avLst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 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1E58A54-F746-59CF-007A-329493EC502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3075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Righ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6A991E4A-E418-E9C0-B35B-0A81DCE3AB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245" y="-3248"/>
            <a:ext cx="12192000" cy="6858000"/>
          </a:xfrm>
          <a:custGeom>
            <a:avLst/>
            <a:gdLst>
              <a:gd name="connsiteX0" fmla="*/ 1138655 w 12192000"/>
              <a:gd name="connsiteY0" fmla="*/ 1746908 h 6858000"/>
              <a:gd name="connsiteX1" fmla="*/ 913599 w 12192000"/>
              <a:gd name="connsiteY1" fmla="*/ 1971964 h 6858000"/>
              <a:gd name="connsiteX2" fmla="*/ 913599 w 12192000"/>
              <a:gd name="connsiteY2" fmla="*/ 5520711 h 6858000"/>
              <a:gd name="connsiteX3" fmla="*/ 1138655 w 12192000"/>
              <a:gd name="connsiteY3" fmla="*/ 5745767 h 6858000"/>
              <a:gd name="connsiteX4" fmla="*/ 6091846 w 12192000"/>
              <a:gd name="connsiteY4" fmla="*/ 5745767 h 6858000"/>
              <a:gd name="connsiteX5" fmla="*/ 6316902 w 12192000"/>
              <a:gd name="connsiteY5" fmla="*/ 5520711 h 6858000"/>
              <a:gd name="connsiteX6" fmla="*/ 6316902 w 12192000"/>
              <a:gd name="connsiteY6" fmla="*/ 1971964 h 6858000"/>
              <a:gd name="connsiteX7" fmla="*/ 6091846 w 12192000"/>
              <a:gd name="connsiteY7" fmla="*/ 1746908 h 6858000"/>
              <a:gd name="connsiteX8" fmla="*/ 1218461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12184610 w 12192000"/>
              <a:gd name="connsiteY11" fmla="*/ 6858000 h 6858000"/>
              <a:gd name="connsiteX12" fmla="*/ 0 w 12192000"/>
              <a:gd name="connsiteY12" fmla="*/ 0 h 6858000"/>
              <a:gd name="connsiteX13" fmla="*/ 918140 w 12192000"/>
              <a:gd name="connsiteY13" fmla="*/ 0 h 6858000"/>
              <a:gd name="connsiteX14" fmla="*/ 918140 w 12192000"/>
              <a:gd name="connsiteY14" fmla="*/ 1010539 h 6858000"/>
              <a:gd name="connsiteX15" fmla="*/ 1195741 w 12192000"/>
              <a:gd name="connsiteY15" fmla="*/ 1288140 h 6858000"/>
              <a:gd name="connsiteX16" fmla="*/ 6043842 w 12192000"/>
              <a:gd name="connsiteY16" fmla="*/ 1288140 h 6858000"/>
              <a:gd name="connsiteX17" fmla="*/ 6321443 w 12192000"/>
              <a:gd name="connsiteY17" fmla="*/ 1010539 h 6858000"/>
              <a:gd name="connsiteX18" fmla="*/ 6321443 w 12192000"/>
              <a:gd name="connsiteY18" fmla="*/ 0 h 6858000"/>
              <a:gd name="connsiteX19" fmla="*/ 11019692 w 12192000"/>
              <a:gd name="connsiteY19" fmla="*/ 0 h 6858000"/>
              <a:gd name="connsiteX20" fmla="*/ 11019692 w 12192000"/>
              <a:gd name="connsiteY20" fmla="*/ 6858000 h 6858000"/>
              <a:gd name="connsiteX21" fmla="*/ 6283982 w 12192000"/>
              <a:gd name="connsiteY21" fmla="*/ 6858000 h 6858000"/>
              <a:gd name="connsiteX22" fmla="*/ 6283982 w 12192000"/>
              <a:gd name="connsiteY22" fmla="*/ 6429590 h 6858000"/>
              <a:gd name="connsiteX23" fmla="*/ 6058926 w 12192000"/>
              <a:gd name="connsiteY23" fmla="*/ 6204534 h 6858000"/>
              <a:gd name="connsiteX24" fmla="*/ 1105735 w 12192000"/>
              <a:gd name="connsiteY24" fmla="*/ 6204534 h 6858000"/>
              <a:gd name="connsiteX25" fmla="*/ 880679 w 12192000"/>
              <a:gd name="connsiteY25" fmla="*/ 6429590 h 6858000"/>
              <a:gd name="connsiteX26" fmla="*/ 880679 w 12192000"/>
              <a:gd name="connsiteY26" fmla="*/ 6858000 h 6858000"/>
              <a:gd name="connsiteX27" fmla="*/ 0 w 12192000"/>
              <a:gd name="connsiteY2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2192000" h="6858000">
                <a:moveTo>
                  <a:pt x="1138655" y="1746908"/>
                </a:moveTo>
                <a:cubicBezTo>
                  <a:pt x="1014360" y="1746908"/>
                  <a:pt x="913599" y="1847669"/>
                  <a:pt x="913599" y="1971964"/>
                </a:cubicBezTo>
                <a:lnTo>
                  <a:pt x="913599" y="5520711"/>
                </a:lnTo>
                <a:cubicBezTo>
                  <a:pt x="913599" y="5645006"/>
                  <a:pt x="1014360" y="5745767"/>
                  <a:pt x="1138655" y="5745767"/>
                </a:cubicBezTo>
                <a:lnTo>
                  <a:pt x="6091846" y="5745767"/>
                </a:lnTo>
                <a:cubicBezTo>
                  <a:pt x="6216141" y="5745767"/>
                  <a:pt x="6316902" y="5645006"/>
                  <a:pt x="6316902" y="5520711"/>
                </a:cubicBezTo>
                <a:lnTo>
                  <a:pt x="6316902" y="1971964"/>
                </a:lnTo>
                <a:cubicBezTo>
                  <a:pt x="6316902" y="1847669"/>
                  <a:pt x="6216141" y="1746908"/>
                  <a:pt x="6091846" y="1746908"/>
                </a:cubicBezTo>
                <a:close/>
                <a:moveTo>
                  <a:pt x="1218461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2184610" y="6858000"/>
                </a:lnTo>
                <a:close/>
                <a:moveTo>
                  <a:pt x="0" y="0"/>
                </a:moveTo>
                <a:lnTo>
                  <a:pt x="918140" y="0"/>
                </a:lnTo>
                <a:lnTo>
                  <a:pt x="918140" y="1010539"/>
                </a:lnTo>
                <a:cubicBezTo>
                  <a:pt x="918140" y="1163854"/>
                  <a:pt x="1042426" y="1288140"/>
                  <a:pt x="1195741" y="1288140"/>
                </a:cubicBezTo>
                <a:lnTo>
                  <a:pt x="6043842" y="1288140"/>
                </a:lnTo>
                <a:cubicBezTo>
                  <a:pt x="6197157" y="1288140"/>
                  <a:pt x="6321443" y="1163854"/>
                  <a:pt x="6321443" y="1010539"/>
                </a:cubicBezTo>
                <a:lnTo>
                  <a:pt x="6321443" y="0"/>
                </a:lnTo>
                <a:lnTo>
                  <a:pt x="11019692" y="0"/>
                </a:lnTo>
                <a:lnTo>
                  <a:pt x="11019692" y="6858000"/>
                </a:lnTo>
                <a:lnTo>
                  <a:pt x="6283982" y="6858000"/>
                </a:lnTo>
                <a:lnTo>
                  <a:pt x="6283982" y="6429590"/>
                </a:lnTo>
                <a:cubicBezTo>
                  <a:pt x="6283982" y="6305295"/>
                  <a:pt x="6183221" y="6204534"/>
                  <a:pt x="6058926" y="6204534"/>
                </a:cubicBezTo>
                <a:lnTo>
                  <a:pt x="1105735" y="6204534"/>
                </a:lnTo>
                <a:cubicBezTo>
                  <a:pt x="981440" y="6204534"/>
                  <a:pt x="880679" y="6305295"/>
                  <a:pt x="880679" y="6429590"/>
                </a:cubicBezTo>
                <a:lnTo>
                  <a:pt x="88067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3315A23-2C00-4A7E-B9E9-65CF734EE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068700" y="1116391"/>
            <a:ext cx="4120055" cy="4308449"/>
            <a:chOff x="5656746" y="820557"/>
            <a:chExt cx="4120055" cy="4308449"/>
          </a:xfrm>
        </p:grpSpPr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CFF8075D-03CC-DDD4-332C-F26F61AF7F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53287" y="820557"/>
              <a:ext cx="3926972" cy="4308449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DE03B7A5-6E3E-5DC1-6705-A3B82F408CD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56746" y="914755"/>
              <a:ext cx="4120055" cy="4120055"/>
            </a:xfrm>
            <a:prstGeom prst="rect">
              <a:avLst/>
            </a:prstGeom>
          </p:spPr>
        </p:pic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BFAD7832-54F8-F683-7C5A-71ABBBD6D1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1555" y="270595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20675" y="480627"/>
            <a:ext cx="4505155" cy="2894495"/>
          </a:xfrm>
        </p:spPr>
        <p:txBody>
          <a:bodyPr anchor="b">
            <a:normAutofit/>
          </a:bodyPr>
          <a:lstStyle>
            <a:lvl1pPr algn="l">
              <a:defRPr sz="4400" b="0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8ABFB379-CB29-0D42-1349-53B7325212E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15410" y="1751759"/>
            <a:ext cx="5394960" cy="3997325"/>
          </a:xfrm>
          <a:prstGeom prst="roundRect">
            <a:avLst>
              <a:gd name="adj" fmla="val 5229"/>
            </a:avLst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picture </a:t>
            </a:r>
          </a:p>
          <a:p>
            <a:endParaRPr lang="en-US" dirty="0"/>
          </a:p>
        </p:txBody>
      </p:sp>
      <p:sp>
        <p:nvSpPr>
          <p:cNvPr id="43" name="Content Placeholder 42">
            <a:extLst>
              <a:ext uri="{FF2B5EF4-FFF2-40B4-BE49-F238E27FC236}">
                <a16:creationId xmlns:a16="http://schemas.microsoft.com/office/drawing/2014/main" id="{6EE87FA3-5409-C076-826E-A5685EB21E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021313" y="3505200"/>
            <a:ext cx="4029859" cy="30019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2400"/>
            </a:lvl1pPr>
            <a:lvl2pPr marL="457200" indent="0">
              <a:lnSpc>
                <a:spcPct val="100000"/>
              </a:lnSpc>
              <a:spcBef>
                <a:spcPts val="1000"/>
              </a:spcBef>
              <a:buNone/>
              <a:defRPr sz="2000"/>
            </a:lvl2pPr>
            <a:lvl3pPr marL="914400" indent="0">
              <a:lnSpc>
                <a:spcPct val="100000"/>
              </a:lnSpc>
              <a:spcBef>
                <a:spcPts val="1000"/>
              </a:spcBef>
              <a:buNone/>
              <a:defRPr sz="1800"/>
            </a:lvl3pPr>
            <a:lvl4pPr marL="1371600" indent="0">
              <a:lnSpc>
                <a:spcPct val="100000"/>
              </a:lnSpc>
              <a:spcBef>
                <a:spcPts val="1000"/>
              </a:spcBef>
              <a:buNone/>
              <a:defRPr sz="1600"/>
            </a:lvl4pPr>
            <a:lvl5pPr marL="1828800" indent="0">
              <a:lnSpc>
                <a:spcPct val="100000"/>
              </a:lnSpc>
              <a:spcBef>
                <a:spcPts val="1000"/>
              </a:spcBef>
              <a:buNone/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52A9BE-2A46-4899-C38E-B513CC1AF11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6591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A9EF1CCA-35D0-41F4-BC3D-AA1679C3E6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76514" y="397442"/>
            <a:ext cx="9619886" cy="6623279"/>
            <a:chOff x="1276514" y="397442"/>
            <a:chExt cx="9619886" cy="6623279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39112C6-05E1-7A58-F9B3-4ED607F0FEB5}"/>
                </a:ext>
              </a:extLst>
            </p:cNvPr>
            <p:cNvGrpSpPr/>
            <p:nvPr userDrawn="1"/>
          </p:nvGrpSpPr>
          <p:grpSpPr>
            <a:xfrm>
              <a:off x="1276514" y="397442"/>
              <a:ext cx="3028206" cy="3166674"/>
              <a:chOff x="5656746" y="820557"/>
              <a:chExt cx="4120055" cy="4308449"/>
            </a:xfrm>
          </p:grpSpPr>
          <p:pic>
            <p:nvPicPr>
              <p:cNvPr id="9" name="Graphic 8">
                <a:extLst>
                  <a:ext uri="{FF2B5EF4-FFF2-40B4-BE49-F238E27FC236}">
                    <a16:creationId xmlns:a16="http://schemas.microsoft.com/office/drawing/2014/main" id="{580B3039-6990-1E35-87E4-6C581CF7BA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753287" y="820557"/>
                <a:ext cx="3926972" cy="4308449"/>
              </a:xfrm>
              <a:prstGeom prst="rect">
                <a:avLst/>
              </a:prstGeom>
            </p:spPr>
          </p:pic>
          <p:pic>
            <p:nvPicPr>
              <p:cNvPr id="10" name="Graphic 9">
                <a:extLst>
                  <a:ext uri="{FF2B5EF4-FFF2-40B4-BE49-F238E27FC236}">
                    <a16:creationId xmlns:a16="http://schemas.microsoft.com/office/drawing/2014/main" id="{37F0331D-9A8D-485F-9469-6B31E3D61C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656746" y="914755"/>
                <a:ext cx="4120055" cy="4120055"/>
              </a:xfrm>
              <a:prstGeom prst="rect">
                <a:avLst/>
              </a:prstGeom>
            </p:spPr>
          </p:pic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D1BCBEDD-D6D8-B22D-46D2-C061FBDFE326}"/>
                </a:ext>
              </a:extLst>
            </p:cNvPr>
            <p:cNvGrpSpPr/>
            <p:nvPr userDrawn="1"/>
          </p:nvGrpSpPr>
          <p:grpSpPr>
            <a:xfrm>
              <a:off x="6776345" y="2712272"/>
              <a:ext cx="4120055" cy="4308449"/>
              <a:chOff x="5656746" y="820557"/>
              <a:chExt cx="4120055" cy="4308449"/>
            </a:xfrm>
          </p:grpSpPr>
          <p:pic>
            <p:nvPicPr>
              <p:cNvPr id="13" name="Graphic 12">
                <a:extLst>
                  <a:ext uri="{FF2B5EF4-FFF2-40B4-BE49-F238E27FC236}">
                    <a16:creationId xmlns:a16="http://schemas.microsoft.com/office/drawing/2014/main" id="{43D2104B-238A-6958-53E9-4C3CFC4C99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753287" y="820557"/>
                <a:ext cx="3926972" cy="4308449"/>
              </a:xfrm>
              <a:prstGeom prst="rect">
                <a:avLst/>
              </a:prstGeom>
            </p:spPr>
          </p:pic>
          <p:pic>
            <p:nvPicPr>
              <p:cNvPr id="14" name="Graphic 13">
                <a:extLst>
                  <a:ext uri="{FF2B5EF4-FFF2-40B4-BE49-F238E27FC236}">
                    <a16:creationId xmlns:a16="http://schemas.microsoft.com/office/drawing/2014/main" id="{FE1FCD13-2E12-4019-9FCB-3A53D17321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656746" y="914755"/>
                <a:ext cx="4120055" cy="4120055"/>
              </a:xfrm>
              <a:prstGeom prst="rect">
                <a:avLst/>
              </a:prstGeom>
            </p:spPr>
          </p:pic>
        </p:grp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7CEA9FD7-5B24-27A7-2BB5-A937B6A4D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89386" y="0"/>
            <a:ext cx="4572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C3731B0-8EE6-11A7-D5EB-431792C48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2568" y="0"/>
            <a:ext cx="2108126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6EEE179-0672-B497-0D0F-DF7C0E09DF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18745" y="507244"/>
            <a:ext cx="9143999" cy="2162065"/>
          </a:xfrm>
        </p:spPr>
        <p:txBody>
          <a:bodyPr anchor="b">
            <a:normAutofit/>
          </a:bodyPr>
          <a:lstStyle>
            <a:lvl1pPr algn="l">
              <a:defRPr sz="48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552700" y="3586281"/>
            <a:ext cx="7086600" cy="22860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AEB78-507E-76A4-533C-B685FBB93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0715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Right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008A07D-9CD9-61E7-5307-509E256E32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68196" y="0"/>
            <a:ext cx="2497096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6D3D556-F10A-EC7C-0757-E00C6BD11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755612" y="0"/>
            <a:ext cx="39699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F434F37-A346-4DC3-ACA1-FE0B5DD0A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405264" y="1517829"/>
            <a:ext cx="4120055" cy="4308449"/>
            <a:chOff x="5656746" y="820557"/>
            <a:chExt cx="4120055" cy="4308449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1CD6BFE6-65DF-2EFD-2AB8-EF54AE6EDE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53287" y="820557"/>
              <a:ext cx="3926972" cy="4308449"/>
            </a:xfrm>
            <a:prstGeom prst="rect">
              <a:avLst/>
            </a:prstGeom>
          </p:spPr>
        </p:pic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772A018D-5452-637A-6EFC-8A1C55CE03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56746" y="914755"/>
              <a:ext cx="4120055" cy="4120055"/>
            </a:xfrm>
            <a:prstGeom prst="rect">
              <a:avLst/>
            </a:prstGeom>
          </p:spPr>
        </p:pic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43AED969-CB3F-45E5-4B56-8D4841A04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53444" y="0"/>
            <a:ext cx="4572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6EEE179-0672-B497-0D0F-DF7C0E09DF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7523" y="750316"/>
            <a:ext cx="5469591" cy="2066052"/>
          </a:xfrm>
        </p:spPr>
        <p:txBody>
          <a:bodyPr anchor="ctr">
            <a:normAutofit/>
          </a:bodyPr>
          <a:lstStyle>
            <a:lvl1pPr algn="l">
              <a:defRPr sz="4400" b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5F3BAA8E-44E6-12B3-F690-09AB8C245E9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97703" y="2884989"/>
            <a:ext cx="4768850" cy="362539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2400"/>
            </a:lvl1pPr>
            <a:lvl2pPr marL="457200" indent="0">
              <a:lnSpc>
                <a:spcPct val="100000"/>
              </a:lnSpc>
              <a:spcBef>
                <a:spcPts val="1000"/>
              </a:spcBef>
              <a:buNone/>
              <a:defRPr sz="2000"/>
            </a:lvl2pPr>
            <a:lvl3pPr marL="914400" indent="0">
              <a:lnSpc>
                <a:spcPct val="100000"/>
              </a:lnSpc>
              <a:spcBef>
                <a:spcPts val="1000"/>
              </a:spcBef>
              <a:buNone/>
              <a:defRPr sz="1800"/>
            </a:lvl3pPr>
            <a:lvl4pPr marL="1371600" indent="0">
              <a:lnSpc>
                <a:spcPct val="100000"/>
              </a:lnSpc>
              <a:spcBef>
                <a:spcPts val="1000"/>
              </a:spcBef>
              <a:buNone/>
              <a:defRPr sz="1600"/>
            </a:lvl4pPr>
            <a:lvl5pPr marL="1828800" indent="0">
              <a:lnSpc>
                <a:spcPct val="100000"/>
              </a:lnSpc>
              <a:spcBef>
                <a:spcPts val="1000"/>
              </a:spcBef>
              <a:buNone/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4A042FB-AE91-12A6-1B9A-55AE16FB534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997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>
            <a:extLst>
              <a:ext uri="{FF2B5EF4-FFF2-40B4-BE49-F238E27FC236}">
                <a16:creationId xmlns:a16="http://schemas.microsoft.com/office/drawing/2014/main" id="{FA63973E-7BCA-0A84-9988-670F7B314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928" y="1925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918140 w 12192000"/>
              <a:gd name="connsiteY1" fmla="*/ 0 h 6858000"/>
              <a:gd name="connsiteX2" fmla="*/ 918140 w 12192000"/>
              <a:gd name="connsiteY2" fmla="*/ 1010539 h 6858000"/>
              <a:gd name="connsiteX3" fmla="*/ 1195741 w 12192000"/>
              <a:gd name="connsiteY3" fmla="*/ 1288140 h 6858000"/>
              <a:gd name="connsiteX4" fmla="*/ 6043842 w 12192000"/>
              <a:gd name="connsiteY4" fmla="*/ 1288140 h 6858000"/>
              <a:gd name="connsiteX5" fmla="*/ 6321443 w 12192000"/>
              <a:gd name="connsiteY5" fmla="*/ 1010539 h 6858000"/>
              <a:gd name="connsiteX6" fmla="*/ 6321443 w 12192000"/>
              <a:gd name="connsiteY6" fmla="*/ 0 h 6858000"/>
              <a:gd name="connsiteX7" fmla="*/ 12192000 w 12192000"/>
              <a:gd name="connsiteY7" fmla="*/ 0 h 6858000"/>
              <a:gd name="connsiteX8" fmla="*/ 12192000 w 12192000"/>
              <a:gd name="connsiteY8" fmla="*/ 6858000 h 6858000"/>
              <a:gd name="connsiteX9" fmla="*/ 6283982 w 12192000"/>
              <a:gd name="connsiteY9" fmla="*/ 6858000 h 6858000"/>
              <a:gd name="connsiteX10" fmla="*/ 6283982 w 12192000"/>
              <a:gd name="connsiteY10" fmla="*/ 6429590 h 6858000"/>
              <a:gd name="connsiteX11" fmla="*/ 6058926 w 12192000"/>
              <a:gd name="connsiteY11" fmla="*/ 6204534 h 6858000"/>
              <a:gd name="connsiteX12" fmla="*/ 1105735 w 12192000"/>
              <a:gd name="connsiteY12" fmla="*/ 6204534 h 6858000"/>
              <a:gd name="connsiteX13" fmla="*/ 880679 w 12192000"/>
              <a:gd name="connsiteY13" fmla="*/ 6429590 h 6858000"/>
              <a:gd name="connsiteX14" fmla="*/ 880679 w 12192000"/>
              <a:gd name="connsiteY14" fmla="*/ 6858000 h 6858000"/>
              <a:gd name="connsiteX15" fmla="*/ 0 w 12192000"/>
              <a:gd name="connsiteY15" fmla="*/ 6858000 h 6858000"/>
              <a:gd name="connsiteX16" fmla="*/ 0 w 12192000"/>
              <a:gd name="connsiteY16" fmla="*/ 0 h 6858000"/>
              <a:gd name="connsiteX17" fmla="*/ 1138655 w 12192000"/>
              <a:gd name="connsiteY17" fmla="*/ 1746908 h 6858000"/>
              <a:gd name="connsiteX18" fmla="*/ 913599 w 12192000"/>
              <a:gd name="connsiteY18" fmla="*/ 1971964 h 6858000"/>
              <a:gd name="connsiteX19" fmla="*/ 913599 w 12192000"/>
              <a:gd name="connsiteY19" fmla="*/ 5520711 h 6858000"/>
              <a:gd name="connsiteX20" fmla="*/ 1138655 w 12192000"/>
              <a:gd name="connsiteY20" fmla="*/ 5745767 h 6858000"/>
              <a:gd name="connsiteX21" fmla="*/ 6091846 w 12192000"/>
              <a:gd name="connsiteY21" fmla="*/ 5745767 h 6858000"/>
              <a:gd name="connsiteX22" fmla="*/ 6316902 w 12192000"/>
              <a:gd name="connsiteY22" fmla="*/ 5520711 h 6858000"/>
              <a:gd name="connsiteX23" fmla="*/ 6316902 w 12192000"/>
              <a:gd name="connsiteY23" fmla="*/ 1971964 h 6858000"/>
              <a:gd name="connsiteX24" fmla="*/ 6091846 w 12192000"/>
              <a:gd name="connsiteY24" fmla="*/ 1746908 h 6858000"/>
              <a:gd name="connsiteX25" fmla="*/ 1138655 w 12192000"/>
              <a:gd name="connsiteY25" fmla="*/ 174690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918140" y="0"/>
                </a:lnTo>
                <a:lnTo>
                  <a:pt x="918140" y="1010539"/>
                </a:lnTo>
                <a:cubicBezTo>
                  <a:pt x="918140" y="1163854"/>
                  <a:pt x="1042426" y="1288140"/>
                  <a:pt x="1195741" y="1288140"/>
                </a:cubicBezTo>
                <a:lnTo>
                  <a:pt x="6043842" y="1288140"/>
                </a:lnTo>
                <a:cubicBezTo>
                  <a:pt x="6197157" y="1288140"/>
                  <a:pt x="6321443" y="1163854"/>
                  <a:pt x="6321443" y="1010539"/>
                </a:cubicBezTo>
                <a:lnTo>
                  <a:pt x="6321443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6283982" y="6858000"/>
                </a:lnTo>
                <a:lnTo>
                  <a:pt x="6283982" y="6429590"/>
                </a:lnTo>
                <a:cubicBezTo>
                  <a:pt x="6283982" y="6305295"/>
                  <a:pt x="6183221" y="6204534"/>
                  <a:pt x="6058926" y="6204534"/>
                </a:cubicBezTo>
                <a:lnTo>
                  <a:pt x="1105735" y="6204534"/>
                </a:lnTo>
                <a:cubicBezTo>
                  <a:pt x="981440" y="6204534"/>
                  <a:pt x="880679" y="6305295"/>
                  <a:pt x="880679" y="6429590"/>
                </a:cubicBezTo>
                <a:lnTo>
                  <a:pt x="880679" y="6858000"/>
                </a:lnTo>
                <a:lnTo>
                  <a:pt x="0" y="6858000"/>
                </a:lnTo>
                <a:lnTo>
                  <a:pt x="0" y="0"/>
                </a:lnTo>
                <a:close/>
                <a:moveTo>
                  <a:pt x="1138655" y="1746908"/>
                </a:moveTo>
                <a:cubicBezTo>
                  <a:pt x="1014360" y="1746908"/>
                  <a:pt x="913599" y="1847669"/>
                  <a:pt x="913599" y="1971964"/>
                </a:cubicBezTo>
                <a:lnTo>
                  <a:pt x="913599" y="5520711"/>
                </a:lnTo>
                <a:cubicBezTo>
                  <a:pt x="913599" y="5645006"/>
                  <a:pt x="1014360" y="5745767"/>
                  <a:pt x="1138655" y="5745767"/>
                </a:cubicBezTo>
                <a:lnTo>
                  <a:pt x="6091846" y="5745767"/>
                </a:lnTo>
                <a:cubicBezTo>
                  <a:pt x="6216141" y="5745767"/>
                  <a:pt x="6316902" y="5645006"/>
                  <a:pt x="6316902" y="5520711"/>
                </a:cubicBezTo>
                <a:lnTo>
                  <a:pt x="6316902" y="1971964"/>
                </a:lnTo>
                <a:cubicBezTo>
                  <a:pt x="6316902" y="1847669"/>
                  <a:pt x="6216141" y="1746908"/>
                  <a:pt x="6091846" y="1746908"/>
                </a:cubicBezTo>
                <a:lnTo>
                  <a:pt x="1138655" y="17469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9F5EDC-2D5E-96A7-AAB9-D60B6E1AFB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6699" y="3527"/>
            <a:ext cx="30053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8424DE0-155D-2A3C-788A-5A0C0D9CDA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6728" y="275768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B87C557-55D3-F920-773C-DDD1348C4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2673" y="2714197"/>
            <a:ext cx="4120055" cy="4308449"/>
            <a:chOff x="5656746" y="820557"/>
            <a:chExt cx="4120055" cy="4308449"/>
          </a:xfrm>
        </p:grpSpPr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1BC0724F-AE42-0E0F-E392-0C3EBB9DD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53287" y="820557"/>
              <a:ext cx="3926972" cy="4308449"/>
            </a:xfrm>
            <a:prstGeom prst="rect">
              <a:avLst/>
            </a:prstGeom>
          </p:spPr>
        </p:pic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1B6F6A44-F108-5B62-1638-5680B0204E9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56746" y="914755"/>
              <a:ext cx="4120055" cy="4120055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0667" y="405113"/>
            <a:ext cx="4505155" cy="6007261"/>
          </a:xfrm>
        </p:spPr>
        <p:txBody>
          <a:bodyPr anchor="ctr">
            <a:normAutofit/>
          </a:bodyPr>
          <a:lstStyle>
            <a:lvl1pPr algn="r">
              <a:defRPr sz="4800" b="1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1" name="Picture Placeholder 10">
            <a:extLst>
              <a:ext uri="{FF2B5EF4-FFF2-40B4-BE49-F238E27FC236}">
                <a16:creationId xmlns:a16="http://schemas.microsoft.com/office/drawing/2014/main" id="{83A8F0F5-EBCC-860A-B0EE-A7F56BA39A4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876079" y="1748992"/>
            <a:ext cx="5394960" cy="3997325"/>
          </a:xfrm>
          <a:prstGeom prst="roundRect">
            <a:avLst>
              <a:gd name="adj" fmla="val 5229"/>
            </a:avLst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picture 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60224B-09BE-F95F-F2DE-0EA9731AEB8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764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Righ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050290D7-ABD3-D880-F002-A497290AC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245" y="-3248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918140 w 12192000"/>
              <a:gd name="connsiteY1" fmla="*/ 0 h 6858000"/>
              <a:gd name="connsiteX2" fmla="*/ 918140 w 12192000"/>
              <a:gd name="connsiteY2" fmla="*/ 1010539 h 6858000"/>
              <a:gd name="connsiteX3" fmla="*/ 1195741 w 12192000"/>
              <a:gd name="connsiteY3" fmla="*/ 1288140 h 6858000"/>
              <a:gd name="connsiteX4" fmla="*/ 6043842 w 12192000"/>
              <a:gd name="connsiteY4" fmla="*/ 1288140 h 6858000"/>
              <a:gd name="connsiteX5" fmla="*/ 6321443 w 12192000"/>
              <a:gd name="connsiteY5" fmla="*/ 1010539 h 6858000"/>
              <a:gd name="connsiteX6" fmla="*/ 6321443 w 12192000"/>
              <a:gd name="connsiteY6" fmla="*/ 0 h 6858000"/>
              <a:gd name="connsiteX7" fmla="*/ 12192000 w 12192000"/>
              <a:gd name="connsiteY7" fmla="*/ 0 h 6858000"/>
              <a:gd name="connsiteX8" fmla="*/ 12192000 w 12192000"/>
              <a:gd name="connsiteY8" fmla="*/ 6858000 h 6858000"/>
              <a:gd name="connsiteX9" fmla="*/ 6283982 w 12192000"/>
              <a:gd name="connsiteY9" fmla="*/ 6858000 h 6858000"/>
              <a:gd name="connsiteX10" fmla="*/ 6283982 w 12192000"/>
              <a:gd name="connsiteY10" fmla="*/ 6429590 h 6858000"/>
              <a:gd name="connsiteX11" fmla="*/ 6058926 w 12192000"/>
              <a:gd name="connsiteY11" fmla="*/ 6204534 h 6858000"/>
              <a:gd name="connsiteX12" fmla="*/ 1105735 w 12192000"/>
              <a:gd name="connsiteY12" fmla="*/ 6204534 h 6858000"/>
              <a:gd name="connsiteX13" fmla="*/ 880679 w 12192000"/>
              <a:gd name="connsiteY13" fmla="*/ 6429590 h 6858000"/>
              <a:gd name="connsiteX14" fmla="*/ 880679 w 12192000"/>
              <a:gd name="connsiteY14" fmla="*/ 6858000 h 6858000"/>
              <a:gd name="connsiteX15" fmla="*/ 0 w 12192000"/>
              <a:gd name="connsiteY15" fmla="*/ 6858000 h 6858000"/>
              <a:gd name="connsiteX16" fmla="*/ 0 w 12192000"/>
              <a:gd name="connsiteY16" fmla="*/ 0 h 6858000"/>
              <a:gd name="connsiteX17" fmla="*/ 1138655 w 12192000"/>
              <a:gd name="connsiteY17" fmla="*/ 1746908 h 6858000"/>
              <a:gd name="connsiteX18" fmla="*/ 913599 w 12192000"/>
              <a:gd name="connsiteY18" fmla="*/ 1971964 h 6858000"/>
              <a:gd name="connsiteX19" fmla="*/ 913599 w 12192000"/>
              <a:gd name="connsiteY19" fmla="*/ 5520711 h 6858000"/>
              <a:gd name="connsiteX20" fmla="*/ 1138655 w 12192000"/>
              <a:gd name="connsiteY20" fmla="*/ 5745767 h 6858000"/>
              <a:gd name="connsiteX21" fmla="*/ 6091846 w 12192000"/>
              <a:gd name="connsiteY21" fmla="*/ 5745767 h 6858000"/>
              <a:gd name="connsiteX22" fmla="*/ 6316902 w 12192000"/>
              <a:gd name="connsiteY22" fmla="*/ 5520711 h 6858000"/>
              <a:gd name="connsiteX23" fmla="*/ 6316902 w 12192000"/>
              <a:gd name="connsiteY23" fmla="*/ 1971964 h 6858000"/>
              <a:gd name="connsiteX24" fmla="*/ 6091846 w 12192000"/>
              <a:gd name="connsiteY24" fmla="*/ 1746908 h 6858000"/>
              <a:gd name="connsiteX25" fmla="*/ 1138655 w 12192000"/>
              <a:gd name="connsiteY25" fmla="*/ 174690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918140" y="0"/>
                </a:lnTo>
                <a:lnTo>
                  <a:pt x="918140" y="1010539"/>
                </a:lnTo>
                <a:cubicBezTo>
                  <a:pt x="918140" y="1163854"/>
                  <a:pt x="1042426" y="1288140"/>
                  <a:pt x="1195741" y="1288140"/>
                </a:cubicBezTo>
                <a:lnTo>
                  <a:pt x="6043842" y="1288140"/>
                </a:lnTo>
                <a:cubicBezTo>
                  <a:pt x="6197157" y="1288140"/>
                  <a:pt x="6321443" y="1163854"/>
                  <a:pt x="6321443" y="1010539"/>
                </a:cubicBezTo>
                <a:lnTo>
                  <a:pt x="6321443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6283982" y="6858000"/>
                </a:lnTo>
                <a:lnTo>
                  <a:pt x="6283982" y="6429590"/>
                </a:lnTo>
                <a:cubicBezTo>
                  <a:pt x="6283982" y="6305295"/>
                  <a:pt x="6183221" y="6204534"/>
                  <a:pt x="6058926" y="6204534"/>
                </a:cubicBezTo>
                <a:lnTo>
                  <a:pt x="1105735" y="6204534"/>
                </a:lnTo>
                <a:cubicBezTo>
                  <a:pt x="981440" y="6204534"/>
                  <a:pt x="880679" y="6305295"/>
                  <a:pt x="880679" y="6429590"/>
                </a:cubicBezTo>
                <a:lnTo>
                  <a:pt x="880679" y="6858000"/>
                </a:lnTo>
                <a:lnTo>
                  <a:pt x="0" y="6858000"/>
                </a:lnTo>
                <a:lnTo>
                  <a:pt x="0" y="0"/>
                </a:lnTo>
                <a:close/>
                <a:moveTo>
                  <a:pt x="1138655" y="1746908"/>
                </a:moveTo>
                <a:cubicBezTo>
                  <a:pt x="1014360" y="1746908"/>
                  <a:pt x="913599" y="1847669"/>
                  <a:pt x="913599" y="1971964"/>
                </a:cubicBezTo>
                <a:lnTo>
                  <a:pt x="913599" y="5520711"/>
                </a:lnTo>
                <a:cubicBezTo>
                  <a:pt x="913599" y="5645006"/>
                  <a:pt x="1014360" y="5745767"/>
                  <a:pt x="1138655" y="5745767"/>
                </a:cubicBezTo>
                <a:lnTo>
                  <a:pt x="6091846" y="5745767"/>
                </a:lnTo>
                <a:cubicBezTo>
                  <a:pt x="6216141" y="5745767"/>
                  <a:pt x="6316902" y="5645006"/>
                  <a:pt x="6316902" y="5520711"/>
                </a:cubicBezTo>
                <a:lnTo>
                  <a:pt x="6316902" y="1971964"/>
                </a:lnTo>
                <a:cubicBezTo>
                  <a:pt x="6316902" y="1847669"/>
                  <a:pt x="6216141" y="1746908"/>
                  <a:pt x="6091846" y="1746908"/>
                </a:cubicBezTo>
                <a:lnTo>
                  <a:pt x="1138655" y="17469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D13AA8-D23C-5C6A-33DF-C454CDF896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01493" y="0"/>
            <a:ext cx="109162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C39822-D546-CAF5-43A0-84756C8C7B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761785" y="0"/>
            <a:ext cx="272051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FAD7832-54F8-F683-7C5A-71ABBBD6D1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1555" y="270595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9930" y="347620"/>
            <a:ext cx="5163939" cy="2474204"/>
          </a:xfrm>
        </p:spPr>
        <p:txBody>
          <a:bodyPr anchor="b">
            <a:normAutofit/>
          </a:bodyPr>
          <a:lstStyle>
            <a:lvl1pPr algn="l">
              <a:defRPr sz="4400" b="0" spc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8ABFB379-CB29-0D42-1349-53B7325212E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00170" y="1751759"/>
            <a:ext cx="5394960" cy="3997325"/>
          </a:xfrm>
          <a:prstGeom prst="roundRect">
            <a:avLst>
              <a:gd name="adj" fmla="val 5229"/>
            </a:avLst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picture </a:t>
            </a:r>
          </a:p>
          <a:p>
            <a:endParaRPr lang="en-US" dirty="0"/>
          </a:p>
        </p:txBody>
      </p:sp>
      <p:sp>
        <p:nvSpPr>
          <p:cNvPr id="43" name="Content Placeholder 42">
            <a:extLst>
              <a:ext uri="{FF2B5EF4-FFF2-40B4-BE49-F238E27FC236}">
                <a16:creationId xmlns:a16="http://schemas.microsoft.com/office/drawing/2014/main" id="{6EE87FA3-5409-C076-826E-A5685EB21E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599930" y="2961187"/>
            <a:ext cx="5163939" cy="3346735"/>
          </a:xfr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/>
            </a:lvl1pPr>
            <a:lvl2pPr marL="800100" indent="-2286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/>
            </a:lvl2pPr>
            <a:lvl3pPr marL="1200150" indent="-2286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/>
            </a:lvl3pPr>
            <a:lvl4pPr marL="1657350" indent="-2286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/>
            </a:lvl4pPr>
            <a:lvl5pPr marL="2114550" indent="-2286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3AD0209-DE4E-6825-8F20-EC9CF7FA6A2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8083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D1F6D51D-5B15-9B30-DC19-5F58B30523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37577" y="3429000"/>
            <a:ext cx="3288931" cy="3439321"/>
            <a:chOff x="5656746" y="820557"/>
            <a:chExt cx="4120055" cy="4308449"/>
          </a:xfrm>
        </p:grpSpPr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A480DA77-F71B-5298-1353-A41A3B4DA8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53287" y="820557"/>
              <a:ext cx="3926972" cy="4308449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90839BC8-89BD-1554-5D44-CDDBE6CA9F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56746" y="914755"/>
              <a:ext cx="4120055" cy="4120055"/>
            </a:xfrm>
            <a:prstGeom prst="rect">
              <a:avLst/>
            </a:prstGeom>
          </p:spPr>
        </p:pic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1216545-2BDC-F9A0-F675-174EDC9261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5336" y="1602"/>
            <a:ext cx="30053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68970B-8B94-3775-274C-FB844115E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92942" y="0"/>
            <a:ext cx="94077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972257-517A-A49E-FA85-ED69B1A60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068288" y="0"/>
            <a:ext cx="4572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291BC4-F154-0A1C-BD50-D90F45B2E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00852" y="1825625"/>
            <a:ext cx="4247067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EE0070D-0874-F1CC-4E29-6938F5F6349B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434851" y="1825625"/>
            <a:ext cx="4247067" cy="4351338"/>
          </a:xfrm>
        </p:spPr>
        <p:txBody>
          <a:bodyPr>
            <a:normAutofit/>
          </a:bodyPr>
          <a:lstStyle>
            <a:lvl1pPr marL="0" indent="0">
              <a:buNone/>
              <a:defRPr sz="2000" b="1"/>
            </a:lvl1pPr>
            <a:lvl2pPr marL="228600">
              <a:defRPr sz="2000"/>
            </a:lvl2pPr>
            <a:lvl3pPr marL="685800">
              <a:defRPr sz="2000"/>
            </a:lvl3pPr>
            <a:lvl4pPr marL="1143000">
              <a:defRPr sz="2000"/>
            </a:lvl4pPr>
            <a:lvl5pPr marL="1600200"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94AC65-CD3D-69D7-24FB-C82AA429A96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D04544E-40BA-0EF3-1D11-F15C7E80D3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83561" y="1602"/>
            <a:ext cx="30053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C06BFA7-94AE-3A18-523D-C688ECFB4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78414" y="0"/>
            <a:ext cx="94077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5786F04-54BF-9AA6-0B44-DE78BB380D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85177" y="2407472"/>
            <a:ext cx="4120055" cy="4308449"/>
            <a:chOff x="5656746" y="820557"/>
            <a:chExt cx="4120055" cy="4308449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DA2FB764-6719-6FC4-D31C-F96BBA0A6F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53287" y="820557"/>
              <a:ext cx="3926972" cy="4308449"/>
            </a:xfrm>
            <a:prstGeom prst="rect">
              <a:avLst/>
            </a:prstGeom>
          </p:spPr>
        </p:pic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D87175FD-8DE3-7754-36A9-07FEE388EB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56746" y="914755"/>
              <a:ext cx="4120055" cy="4120055"/>
            </a:xfrm>
            <a:prstGeom prst="rect">
              <a:avLst/>
            </a:prstGeom>
          </p:spPr>
        </p:pic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C3291BC4-F154-0A1C-BD50-D90F45B2E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00853" y="1825625"/>
            <a:ext cx="3525772" cy="4351338"/>
          </a:xfrm>
        </p:spPr>
        <p:txBody>
          <a:bodyPr>
            <a:normAutofit/>
          </a:bodyPr>
          <a:lstStyle>
            <a:lvl1pPr>
              <a:spcAft>
                <a:spcPts val="800"/>
              </a:spcAft>
              <a:defRPr sz="2000"/>
            </a:lvl1pPr>
            <a:lvl2pPr>
              <a:spcAft>
                <a:spcPts val="800"/>
              </a:spcAft>
              <a:defRPr sz="1800"/>
            </a:lvl2pPr>
            <a:lvl3pPr>
              <a:spcAft>
                <a:spcPts val="800"/>
              </a:spcAft>
              <a:defRPr sz="1600"/>
            </a:lvl3pPr>
            <a:lvl4pPr>
              <a:spcAft>
                <a:spcPts val="800"/>
              </a:spcAft>
              <a:defRPr sz="1400"/>
            </a:lvl4pPr>
            <a:lvl5pPr>
              <a:spcAft>
                <a:spcPts val="800"/>
              </a:spcAft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EE0070D-0874-F1CC-4E29-6938F5F6349B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149516" y="1733025"/>
            <a:ext cx="6204283" cy="3989388"/>
          </a:xfrm>
        </p:spPr>
        <p:txBody>
          <a:bodyPr>
            <a:normAutofit/>
          </a:bodyPr>
          <a:lstStyle>
            <a:lvl1pPr marL="0" indent="0">
              <a:buNone/>
              <a:defRPr sz="2000" b="1"/>
            </a:lvl1pPr>
            <a:lvl2pPr marL="228600">
              <a:defRPr sz="2000"/>
            </a:lvl2pPr>
            <a:lvl3pPr marL="685800">
              <a:defRPr sz="2000"/>
            </a:lvl3pPr>
            <a:lvl4pPr marL="1143000">
              <a:defRPr sz="2000"/>
            </a:lvl4pPr>
            <a:lvl5pPr marL="1600200"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EDBFC337-301C-C3ED-321C-AB4EF4A1082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8593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B9B0186-5603-6346-34F2-6BFA71BC62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614738" y="2425699"/>
            <a:ext cx="3288931" cy="3439321"/>
            <a:chOff x="5656746" y="820557"/>
            <a:chExt cx="4120055" cy="4308449"/>
          </a:xfrm>
        </p:grpSpPr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F76A59AE-96E4-A701-461B-61618472B5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53287" y="820557"/>
              <a:ext cx="3926972" cy="4308449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48649D3D-45B7-44C7-93B4-BDC88C3284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56746" y="914755"/>
              <a:ext cx="4120055" cy="4120055"/>
            </a:xfrm>
            <a:prstGeom prst="rect">
              <a:avLst/>
            </a:prstGeom>
          </p:spPr>
        </p:pic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987349E-C488-C02B-B3B1-CCDBD3A78E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4771" y="1602"/>
            <a:ext cx="30053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291BC4-F154-0A1C-BD50-D90F45B2E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12520" y="1825625"/>
            <a:ext cx="4825294" cy="4651375"/>
          </a:xfrm>
        </p:spPr>
        <p:txBody>
          <a:bodyPr>
            <a:normAutofit/>
          </a:bodyPr>
          <a:lstStyle>
            <a:lvl1pPr>
              <a:spcAft>
                <a:spcPts val="800"/>
              </a:spcAft>
              <a:defRPr sz="2000"/>
            </a:lvl1pPr>
            <a:lvl2pPr marL="457200" indent="0">
              <a:spcAft>
                <a:spcPts val="800"/>
              </a:spcAft>
              <a:buNone/>
              <a:defRPr sz="2000"/>
            </a:lvl2pPr>
            <a:lvl3pPr marL="914400" indent="0">
              <a:spcAft>
                <a:spcPts val="800"/>
              </a:spcAft>
              <a:buNone/>
              <a:defRPr sz="2000"/>
            </a:lvl3pPr>
            <a:lvl4pPr marL="1371600" indent="0">
              <a:spcAft>
                <a:spcPts val="800"/>
              </a:spcAft>
              <a:buNone/>
              <a:defRPr sz="2000"/>
            </a:lvl4pPr>
            <a:lvl5pPr marL="1828800" indent="0">
              <a:spcAft>
                <a:spcPts val="800"/>
              </a:spcAft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EE0070D-0874-F1CC-4E29-6938F5F6349B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696778" y="1813720"/>
            <a:ext cx="4657021" cy="4051300"/>
          </a:xfrm>
        </p:spPr>
        <p:txBody>
          <a:bodyPr>
            <a:normAutofit/>
          </a:bodyPr>
          <a:lstStyle>
            <a:lvl1pPr marL="0" indent="0">
              <a:buNone/>
              <a:defRPr sz="2000" b="1"/>
            </a:lvl1pPr>
            <a:lvl2pPr marL="228600">
              <a:defRPr sz="2000"/>
            </a:lvl2pPr>
            <a:lvl3pPr marL="685800">
              <a:defRPr sz="2000"/>
            </a:lvl3pPr>
            <a:lvl4pPr marL="1143000">
              <a:defRPr sz="2000"/>
            </a:lvl4pPr>
            <a:lvl5pPr marL="1600200"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F004FE-7725-F349-1245-F443F9E81B9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7276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FF97B6B-1E04-799C-CDFE-9DAFCA93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028970" y="13063"/>
            <a:ext cx="109162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11DE0A-4C1D-01B1-AA49-D966343F65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777288" y="0"/>
            <a:ext cx="109162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BEA20E-0FF2-2897-8BD6-8EFAA8C8D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278460" y="0"/>
            <a:ext cx="272051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291BC4-F154-0A1C-BD50-D90F45B2E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E259F776-4BD1-2F21-61F0-3B60DF6F0366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838200" y="1825625"/>
            <a:ext cx="10515600" cy="4054475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2987B8-BA6E-EE2B-BFB9-D52D6D956AF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0869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4A07D69-1AF2-A193-316E-DD3803E94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65206" y="0"/>
            <a:ext cx="2497096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4E4D2FA-0049-1792-F6B4-D5FE1EE5A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92348" y="0"/>
            <a:ext cx="30053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6E6ACF-3879-BE02-100B-2096C2235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64323" y="0"/>
            <a:ext cx="4572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E74699B-D6F0-303E-200A-7017E1842F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506739" y="2603777"/>
            <a:ext cx="4120055" cy="4308449"/>
            <a:chOff x="5656746" y="820557"/>
            <a:chExt cx="4120055" cy="4308449"/>
          </a:xfrm>
        </p:grpSpPr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9C9E38E0-92AE-5063-B259-A22230AA6A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53287" y="820557"/>
              <a:ext cx="3926972" cy="4308449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7260EEF0-1C13-AD9A-0967-0460B979EA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56746" y="914755"/>
              <a:ext cx="4120055" cy="4120055"/>
            </a:xfrm>
            <a:prstGeom prst="rect">
              <a:avLst/>
            </a:prstGeom>
          </p:spPr>
        </p:pic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C3291BC4-F154-0A1C-BD50-D90F45B2E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00852" y="1825625"/>
            <a:ext cx="4678975" cy="4517302"/>
          </a:xfrm>
        </p:spPr>
        <p:txBody>
          <a:bodyPr>
            <a:normAutofit/>
          </a:bodyPr>
          <a:lstStyle>
            <a:lvl1pPr>
              <a:spcAft>
                <a:spcPts val="800"/>
              </a:spcAft>
              <a:defRPr sz="2000"/>
            </a:lvl1pPr>
            <a:lvl2pPr>
              <a:spcAft>
                <a:spcPts val="800"/>
              </a:spcAft>
              <a:defRPr sz="1800"/>
            </a:lvl2pPr>
            <a:lvl3pPr>
              <a:spcAft>
                <a:spcPts val="800"/>
              </a:spcAft>
              <a:defRPr sz="1600"/>
            </a:lvl3pPr>
            <a:lvl4pPr>
              <a:spcAft>
                <a:spcPts val="800"/>
              </a:spcAft>
              <a:defRPr sz="1400"/>
            </a:lvl4pPr>
            <a:lvl5pPr>
              <a:spcAft>
                <a:spcPts val="800"/>
              </a:spcAft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FE848A-1123-37B6-C43C-5DC49EE0A1D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412173" y="1825625"/>
            <a:ext cx="4678975" cy="4517302"/>
          </a:xfrm>
        </p:spPr>
        <p:txBody>
          <a:bodyPr>
            <a:normAutofit/>
          </a:bodyPr>
          <a:lstStyle>
            <a:lvl1pPr>
              <a:spcAft>
                <a:spcPts val="800"/>
              </a:spcAft>
              <a:defRPr sz="2000"/>
            </a:lvl1pPr>
            <a:lvl2pPr>
              <a:spcAft>
                <a:spcPts val="800"/>
              </a:spcAft>
              <a:defRPr sz="1800"/>
            </a:lvl2pPr>
            <a:lvl3pPr>
              <a:spcAft>
                <a:spcPts val="800"/>
              </a:spcAft>
              <a:defRPr sz="1600"/>
            </a:lvl3pPr>
            <a:lvl4pPr>
              <a:spcAft>
                <a:spcPts val="800"/>
              </a:spcAft>
              <a:defRPr sz="1400"/>
            </a:lvl4pPr>
            <a:lvl5pPr>
              <a:spcAft>
                <a:spcPts val="800"/>
              </a:spcAft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FB0C591-7E28-3722-4795-07BFB9ED09C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28516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050290D7-ABD3-D880-F002-A497290AC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245" y="-3248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918140 w 12192000"/>
              <a:gd name="connsiteY1" fmla="*/ 0 h 6858000"/>
              <a:gd name="connsiteX2" fmla="*/ 918140 w 12192000"/>
              <a:gd name="connsiteY2" fmla="*/ 1010539 h 6858000"/>
              <a:gd name="connsiteX3" fmla="*/ 1195741 w 12192000"/>
              <a:gd name="connsiteY3" fmla="*/ 1288140 h 6858000"/>
              <a:gd name="connsiteX4" fmla="*/ 6043842 w 12192000"/>
              <a:gd name="connsiteY4" fmla="*/ 1288140 h 6858000"/>
              <a:gd name="connsiteX5" fmla="*/ 6321443 w 12192000"/>
              <a:gd name="connsiteY5" fmla="*/ 1010539 h 6858000"/>
              <a:gd name="connsiteX6" fmla="*/ 6321443 w 12192000"/>
              <a:gd name="connsiteY6" fmla="*/ 0 h 6858000"/>
              <a:gd name="connsiteX7" fmla="*/ 12192000 w 12192000"/>
              <a:gd name="connsiteY7" fmla="*/ 0 h 6858000"/>
              <a:gd name="connsiteX8" fmla="*/ 12192000 w 12192000"/>
              <a:gd name="connsiteY8" fmla="*/ 6858000 h 6858000"/>
              <a:gd name="connsiteX9" fmla="*/ 6283982 w 12192000"/>
              <a:gd name="connsiteY9" fmla="*/ 6858000 h 6858000"/>
              <a:gd name="connsiteX10" fmla="*/ 6283982 w 12192000"/>
              <a:gd name="connsiteY10" fmla="*/ 6429590 h 6858000"/>
              <a:gd name="connsiteX11" fmla="*/ 6058926 w 12192000"/>
              <a:gd name="connsiteY11" fmla="*/ 6204534 h 6858000"/>
              <a:gd name="connsiteX12" fmla="*/ 1105735 w 12192000"/>
              <a:gd name="connsiteY12" fmla="*/ 6204534 h 6858000"/>
              <a:gd name="connsiteX13" fmla="*/ 880679 w 12192000"/>
              <a:gd name="connsiteY13" fmla="*/ 6429590 h 6858000"/>
              <a:gd name="connsiteX14" fmla="*/ 880679 w 12192000"/>
              <a:gd name="connsiteY14" fmla="*/ 6858000 h 6858000"/>
              <a:gd name="connsiteX15" fmla="*/ 0 w 12192000"/>
              <a:gd name="connsiteY15" fmla="*/ 6858000 h 6858000"/>
              <a:gd name="connsiteX16" fmla="*/ 0 w 12192000"/>
              <a:gd name="connsiteY16" fmla="*/ 0 h 6858000"/>
              <a:gd name="connsiteX17" fmla="*/ 1138655 w 12192000"/>
              <a:gd name="connsiteY17" fmla="*/ 1746908 h 6858000"/>
              <a:gd name="connsiteX18" fmla="*/ 913599 w 12192000"/>
              <a:gd name="connsiteY18" fmla="*/ 1971964 h 6858000"/>
              <a:gd name="connsiteX19" fmla="*/ 913599 w 12192000"/>
              <a:gd name="connsiteY19" fmla="*/ 5520711 h 6858000"/>
              <a:gd name="connsiteX20" fmla="*/ 1138655 w 12192000"/>
              <a:gd name="connsiteY20" fmla="*/ 5745767 h 6858000"/>
              <a:gd name="connsiteX21" fmla="*/ 6091846 w 12192000"/>
              <a:gd name="connsiteY21" fmla="*/ 5745767 h 6858000"/>
              <a:gd name="connsiteX22" fmla="*/ 6316902 w 12192000"/>
              <a:gd name="connsiteY22" fmla="*/ 5520711 h 6858000"/>
              <a:gd name="connsiteX23" fmla="*/ 6316902 w 12192000"/>
              <a:gd name="connsiteY23" fmla="*/ 1971964 h 6858000"/>
              <a:gd name="connsiteX24" fmla="*/ 6091846 w 12192000"/>
              <a:gd name="connsiteY24" fmla="*/ 1746908 h 6858000"/>
              <a:gd name="connsiteX25" fmla="*/ 1138655 w 12192000"/>
              <a:gd name="connsiteY25" fmla="*/ 174690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918140" y="0"/>
                </a:lnTo>
                <a:lnTo>
                  <a:pt x="918140" y="1010539"/>
                </a:lnTo>
                <a:cubicBezTo>
                  <a:pt x="918140" y="1163854"/>
                  <a:pt x="1042426" y="1288140"/>
                  <a:pt x="1195741" y="1288140"/>
                </a:cubicBezTo>
                <a:lnTo>
                  <a:pt x="6043842" y="1288140"/>
                </a:lnTo>
                <a:cubicBezTo>
                  <a:pt x="6197157" y="1288140"/>
                  <a:pt x="6321443" y="1163854"/>
                  <a:pt x="6321443" y="1010539"/>
                </a:cubicBezTo>
                <a:lnTo>
                  <a:pt x="6321443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6283982" y="6858000"/>
                </a:lnTo>
                <a:lnTo>
                  <a:pt x="6283982" y="6429590"/>
                </a:lnTo>
                <a:cubicBezTo>
                  <a:pt x="6283982" y="6305295"/>
                  <a:pt x="6183221" y="6204534"/>
                  <a:pt x="6058926" y="6204534"/>
                </a:cubicBezTo>
                <a:lnTo>
                  <a:pt x="1105735" y="6204534"/>
                </a:lnTo>
                <a:cubicBezTo>
                  <a:pt x="981440" y="6204534"/>
                  <a:pt x="880679" y="6305295"/>
                  <a:pt x="880679" y="6429590"/>
                </a:cubicBezTo>
                <a:lnTo>
                  <a:pt x="880679" y="6858000"/>
                </a:lnTo>
                <a:lnTo>
                  <a:pt x="0" y="6858000"/>
                </a:lnTo>
                <a:lnTo>
                  <a:pt x="0" y="0"/>
                </a:lnTo>
                <a:close/>
                <a:moveTo>
                  <a:pt x="1138655" y="1746908"/>
                </a:moveTo>
                <a:cubicBezTo>
                  <a:pt x="1014360" y="1746908"/>
                  <a:pt x="913599" y="1847669"/>
                  <a:pt x="913599" y="1971964"/>
                </a:cubicBezTo>
                <a:lnTo>
                  <a:pt x="913599" y="5520711"/>
                </a:lnTo>
                <a:cubicBezTo>
                  <a:pt x="913599" y="5645006"/>
                  <a:pt x="1014360" y="5745767"/>
                  <a:pt x="1138655" y="5745767"/>
                </a:cubicBezTo>
                <a:lnTo>
                  <a:pt x="6091846" y="5745767"/>
                </a:lnTo>
                <a:cubicBezTo>
                  <a:pt x="6216141" y="5745767"/>
                  <a:pt x="6316902" y="5645006"/>
                  <a:pt x="6316902" y="5520711"/>
                </a:cubicBezTo>
                <a:lnTo>
                  <a:pt x="6316902" y="1971964"/>
                </a:lnTo>
                <a:cubicBezTo>
                  <a:pt x="6316902" y="1847669"/>
                  <a:pt x="6216141" y="1746908"/>
                  <a:pt x="6091846" y="1746908"/>
                </a:cubicBezTo>
                <a:lnTo>
                  <a:pt x="1138655" y="17469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312039-7E28-974D-ED1C-90F1E53E9C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01493" y="0"/>
            <a:ext cx="109162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C39822-D546-CAF5-43A0-84756C8C7B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761785" y="0"/>
            <a:ext cx="272051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FAD7832-54F8-F683-7C5A-71ABBBD6D1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1555" y="270595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20675" y="382344"/>
            <a:ext cx="4377767" cy="2719337"/>
          </a:xfrm>
        </p:spPr>
        <p:txBody>
          <a:bodyPr anchor="b">
            <a:normAutofit/>
          </a:bodyPr>
          <a:lstStyle>
            <a:lvl1pPr algn="l">
              <a:defRPr sz="4400" b="1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8ABFB379-CB29-0D42-1349-53B7325212E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11745" y="1751759"/>
            <a:ext cx="5394960" cy="3997325"/>
          </a:xfrm>
          <a:prstGeom prst="roundRect">
            <a:avLst>
              <a:gd name="adj" fmla="val 5229"/>
            </a:avLst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 </a:t>
            </a:r>
          </a:p>
        </p:txBody>
      </p:sp>
      <p:sp>
        <p:nvSpPr>
          <p:cNvPr id="43" name="Content Placeholder 42">
            <a:extLst>
              <a:ext uri="{FF2B5EF4-FFF2-40B4-BE49-F238E27FC236}">
                <a16:creationId xmlns:a16="http://schemas.microsoft.com/office/drawing/2014/main" id="{6EE87FA3-5409-C076-826E-A5685EB21E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029992" y="3340800"/>
            <a:ext cx="4368450" cy="316633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/>
            </a:lvl1pPr>
            <a:lvl2pPr marL="571500"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/>
            </a:lvl2pPr>
            <a:lvl3pPr marL="971550"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/>
            </a:lvl3pPr>
            <a:lvl4pPr marL="1428750"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/>
            </a:lvl4pPr>
            <a:lvl5pPr marL="1885950"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027932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4CE42-5F4D-E722-7ABC-852575A3E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2FCB7E-A25D-2786-57F4-CAC8C0B7E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908020-3841-3809-A971-C013AF1CA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76D726-924C-E5EB-B28C-E3B9B4462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79A287-35CA-B289-525D-D67FB24B3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EB2365-305E-AE99-1CD4-605540C71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1875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14525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22000" y="6145255"/>
            <a:ext cx="845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1AFD02D-325A-F2A8-9A62-D6D0AF0693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14525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66" r:id="rId3"/>
    <p:sldLayoutId id="2147483663" r:id="rId4"/>
    <p:sldLayoutId id="2147483667" r:id="rId5"/>
    <p:sldLayoutId id="2147483668" r:id="rId6"/>
    <p:sldLayoutId id="2147483669" r:id="rId7"/>
    <p:sldLayoutId id="2147483650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54" r:id="rId14"/>
    <p:sldLayoutId id="2147483655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25232" y="463975"/>
            <a:ext cx="4217424" cy="3311072"/>
          </a:xfrm>
        </p:spPr>
        <p:txBody>
          <a:bodyPr anchor="b">
            <a:normAutofit/>
          </a:bodyPr>
          <a:lstStyle/>
          <a:p>
            <a:br>
              <a:rPr lang="en-US" sz="3600" dirty="0"/>
            </a:br>
            <a:r>
              <a:rPr lang="en-US" sz="3600" dirty="0"/>
              <a:t>TƯ DUY NHƯ CEO</a:t>
            </a:r>
          </a:p>
        </p:txBody>
      </p:sp>
      <p:pic>
        <p:nvPicPr>
          <p:cNvPr id="14" name="Picture Placeholder 13" descr="A person writing on a clipboard">
            <a:extLst>
              <a:ext uri="{FF2B5EF4-FFF2-40B4-BE49-F238E27FC236}">
                <a16:creationId xmlns:a16="http://schemas.microsoft.com/office/drawing/2014/main" id="{2048BD92-647F-33AD-A0B3-2AB2D7BE464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" r="97"/>
          <a:stretch/>
        </p:blipFill>
        <p:spPr>
          <a:xfrm>
            <a:off x="920158" y="1741488"/>
            <a:ext cx="5394960" cy="3997325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587568B-919D-D467-1B8F-1F416F0583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6397" y="321949"/>
            <a:ext cx="806373" cy="694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662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A4A7895-3FBB-9134-6284-4A5950F5B4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8830" y="553439"/>
            <a:ext cx="4831209" cy="2266121"/>
          </a:xfrm>
        </p:spPr>
        <p:txBody>
          <a:bodyPr>
            <a:normAutofit/>
          </a:bodyPr>
          <a:lstStyle/>
          <a:p>
            <a:r>
              <a:rPr lang="vi-VN" sz="3600" b="1" dirty="0"/>
              <a:t>1. Tư duy chiến lược</a:t>
            </a:r>
            <a:endParaRPr lang="en-US" sz="3600" b="1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E1F36102-91E3-B5B6-05D2-563D2642C9A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922000" y="6145255"/>
            <a:ext cx="845114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A654CA-4CB7-2F71-C3C6-78F65DFDEBF4}"/>
              </a:ext>
            </a:extLst>
          </p:cNvPr>
          <p:cNvSpPr txBox="1"/>
          <p:nvPr/>
        </p:nvSpPr>
        <p:spPr>
          <a:xfrm>
            <a:off x="1629561" y="2990486"/>
            <a:ext cx="39742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vi-VN" dirty="0">
                <a:solidFill>
                  <a:srgbClr val="FFFF00"/>
                </a:solidFill>
              </a:rPr>
              <a:t>Luôn nhìn xa trông rộng, định hướng phát triển dài hạn cho công ty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447014-F646-52A3-33E1-69A09FB4363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pic>
        <p:nvPicPr>
          <p:cNvPr id="7172" name="Picture 4" descr="Mô Hình 5 Cấp Độ Lãnh Đạo">
            <a:extLst>
              <a:ext uri="{FF2B5EF4-FFF2-40B4-BE49-F238E27FC236}">
                <a16:creationId xmlns:a16="http://schemas.microsoft.com/office/drawing/2014/main" id="{F1233F12-B2F2-E844-3422-10F61D81C6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2933" y="1845576"/>
            <a:ext cx="5249172" cy="3808603"/>
          </a:xfrm>
          <a:prstGeom prst="rect">
            <a:avLst/>
          </a:prstGeom>
          <a:ln>
            <a:noFill/>
          </a:ln>
          <a:effectLst>
            <a:glow rad="139700">
              <a:schemeClr val="accent5">
                <a:satMod val="175000"/>
                <a:alpha val="40000"/>
              </a:schemeClr>
            </a:glow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B6F531A-ACE2-416F-CA14-88C7546C8B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6397" y="321949"/>
            <a:ext cx="806373" cy="694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403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7AF5A1F-B233-C75A-B7DC-066E53119D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20675" y="480627"/>
            <a:ext cx="4505155" cy="2894495"/>
          </a:xfrm>
        </p:spPr>
        <p:txBody>
          <a:bodyPr>
            <a:normAutofit/>
          </a:bodyPr>
          <a:lstStyle/>
          <a:p>
            <a:r>
              <a:rPr lang="vi-VN" sz="3600" b="1" dirty="0"/>
              <a:t>2. Tư duy sáng tạo</a:t>
            </a:r>
            <a:endParaRPr lang="en-US" sz="3600" b="1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09B322C-92BF-3972-EB9C-80C69BC2D96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021313" y="3505200"/>
            <a:ext cx="4029859" cy="3001963"/>
          </a:xfrm>
        </p:spPr>
        <p:txBody>
          <a:bodyPr/>
          <a:lstStyle/>
          <a:p>
            <a:pPr algn="just"/>
            <a:r>
              <a:rPr lang="vi-VN" dirty="0">
                <a:solidFill>
                  <a:srgbClr val="FFFF00"/>
                </a:solidFill>
              </a:rPr>
              <a:t>Luôn tìm kiếm giải pháp mới, sáng tạo trong công việc và sản phẩm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D0F67C-5190-34BB-E17A-17334527211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922000" y="6145255"/>
            <a:ext cx="845114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717B5B8-F075-6B8A-3F1F-A8EB4C54A9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pic>
        <p:nvPicPr>
          <p:cNvPr id="1028" name="Picture 4" descr="Làm lãnh đạo mà không có 5 đặc điểm này, đừng hỏi vì sao nhân viên thay  nhau nghỉ việc: Gặp sếp hội tụ đủ, bạn nhớ phò tá lâu dài!">
            <a:extLst>
              <a:ext uri="{FF2B5EF4-FFF2-40B4-BE49-F238E27FC236}">
                <a16:creationId xmlns:a16="http://schemas.microsoft.com/office/drawing/2014/main" id="{309D9B38-28FF-1C72-9974-98BF383626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46"/>
          <a:stretch/>
        </p:blipFill>
        <p:spPr bwMode="auto">
          <a:xfrm>
            <a:off x="598445" y="2167256"/>
            <a:ext cx="6012079" cy="3211153"/>
          </a:xfrm>
          <a:prstGeom prst="rect">
            <a:avLst/>
          </a:prstGeom>
          <a:noFill/>
          <a:effectLst>
            <a:glow rad="228600">
              <a:schemeClr val="accent5">
                <a:satMod val="175000"/>
                <a:alpha val="40000"/>
              </a:schemeClr>
            </a:glow>
          </a:effectLst>
          <a:scene3d>
            <a:camera prst="isometricOffAxis1Right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1208A89-6D5B-CFBA-6696-85DA81D745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6397" y="321949"/>
            <a:ext cx="806373" cy="694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624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739A0-AB25-231D-F1BE-533B41CCCD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7523" y="750316"/>
            <a:ext cx="5469591" cy="2066052"/>
          </a:xfrm>
        </p:spPr>
        <p:txBody>
          <a:bodyPr/>
          <a:lstStyle/>
          <a:p>
            <a:r>
              <a:rPr lang="vi-VN" b="1" dirty="0"/>
              <a:t>3. Tư duy dữ liệu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64B449-06A6-DA15-9625-E5279E21ED2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627303" y="2884988"/>
            <a:ext cx="4580388" cy="3625392"/>
          </a:xfrm>
        </p:spPr>
        <p:txBody>
          <a:bodyPr/>
          <a:lstStyle/>
          <a:p>
            <a:pPr algn="just"/>
            <a:r>
              <a:rPr lang="vi-VN" dirty="0"/>
              <a:t>Dựa vào dữ liệu và phân tích để ra quyết định thay vì cảm tính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A62A93-B05D-F902-E82F-647AA5B8957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922000" y="6145255"/>
            <a:ext cx="845114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2050" name="Picture 2" descr="10 hiểu lầm tai hại về một lãnh đạo có thể khiến bạn cả đời trở thành sếp,  có làm thì cũng khiến nhân viên bất mãn tận cùng">
            <a:extLst>
              <a:ext uri="{FF2B5EF4-FFF2-40B4-BE49-F238E27FC236}">
                <a16:creationId xmlns:a16="http://schemas.microsoft.com/office/drawing/2014/main" id="{FFDB9B30-F861-4869-515C-ABF87CB22F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309" y="2516434"/>
            <a:ext cx="4809844" cy="2750630"/>
          </a:xfrm>
          <a:prstGeom prst="rect">
            <a:avLst/>
          </a:prstGeom>
          <a:noFill/>
          <a:effectLst>
            <a:glow rad="228600">
              <a:schemeClr val="accent2">
                <a:satMod val="175000"/>
                <a:alpha val="40000"/>
              </a:schemeClr>
            </a:glow>
          </a:effectLst>
          <a:scene3d>
            <a:camera prst="isometricOffAxis1Right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B4FA4A3-4572-8295-6BD2-47BDD0BF5B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6397" y="321949"/>
            <a:ext cx="806373" cy="694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295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D1B9F9E-EC8A-09BD-BA33-8D977519CA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0667" y="405113"/>
            <a:ext cx="4505155" cy="6007261"/>
          </a:xfrm>
        </p:spPr>
        <p:txBody>
          <a:bodyPr/>
          <a:lstStyle/>
          <a:p>
            <a:r>
              <a:rPr lang="vi-VN" dirty="0"/>
              <a:t>4. Tư duy khách hàng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1B617AD-09E2-07D1-0572-86BE7139B99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922000" y="6145255"/>
            <a:ext cx="845114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F5919-346C-B0E0-F1BA-3803423D1DDD}"/>
              </a:ext>
            </a:extLst>
          </p:cNvPr>
          <p:cNvSpPr txBox="1"/>
          <p:nvPr/>
        </p:nvSpPr>
        <p:spPr>
          <a:xfrm>
            <a:off x="801149" y="4722812"/>
            <a:ext cx="44046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dirty="0">
                <a:solidFill>
                  <a:srgbClr val="FFFF00"/>
                </a:solidFill>
              </a:rPr>
              <a:t>Đặt khách hàng vào trung tâm, lắng nghe và đáp ứng nhu cầu của họ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C7EE0DF-0169-ADCD-F50C-1360E98BD15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pic>
        <p:nvPicPr>
          <p:cNvPr id="3076" name="Picture 4" descr="Các năng lực lõi của quản lý và lãnh đạo - Thinking School">
            <a:extLst>
              <a:ext uri="{FF2B5EF4-FFF2-40B4-BE49-F238E27FC236}">
                <a16:creationId xmlns:a16="http://schemas.microsoft.com/office/drawing/2014/main" id="{27469C3C-BF59-4504-F6D8-24F6A87F70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6079" y="2201187"/>
            <a:ext cx="5401092" cy="297482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glow rad="228600">
              <a:schemeClr val="accent1">
                <a:satMod val="175000"/>
                <a:alpha val="40000"/>
              </a:schemeClr>
            </a:glow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48170CD-1B0C-AF66-AA47-776B276AAF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6397" y="321949"/>
            <a:ext cx="806373" cy="694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821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BDA9D2C-79E5-25CF-E4A6-2AA9C1BE82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9930" y="347620"/>
            <a:ext cx="5163939" cy="2474204"/>
          </a:xfrm>
        </p:spPr>
        <p:txBody>
          <a:bodyPr/>
          <a:lstStyle/>
          <a:p>
            <a:r>
              <a:rPr lang="vi-VN" b="1" dirty="0"/>
              <a:t>5. Tư duy lãnh đạo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887FC-D1FD-80FF-11CA-504D9B1DB93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599930" y="2961187"/>
            <a:ext cx="5163939" cy="3346735"/>
          </a:xfrm>
        </p:spPr>
        <p:txBody>
          <a:bodyPr/>
          <a:lstStyle/>
          <a:p>
            <a:pPr marL="0" indent="0" algn="just">
              <a:buNone/>
            </a:pPr>
            <a:r>
              <a:rPr lang="vi-VN" dirty="0">
                <a:solidFill>
                  <a:srgbClr val="FFFF00"/>
                </a:solidFill>
              </a:rPr>
              <a:t>Truyền cảm hứng, dẫn dắt đội ngũ và tạo ra môi trường làm việc tích cực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62F5D22-6C73-5967-E35C-917445CF130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922000" y="6145255"/>
            <a:ext cx="845114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7" name="Picture 2" descr="5 NĂNG LỰC QUAN TRỌNG NHẤT CỦA CÁC NHÀ LÃNH ĐẠO ĐÍCH THỰC - Công ty TNHH Tư  vấn Quản lý OD Click">
            <a:extLst>
              <a:ext uri="{FF2B5EF4-FFF2-40B4-BE49-F238E27FC236}">
                <a16:creationId xmlns:a16="http://schemas.microsoft.com/office/drawing/2014/main" id="{03309314-AF9F-0A42-4C54-CC6152B34C85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1" r="1361"/>
          <a:stretch/>
        </p:blipFill>
        <p:spPr bwMode="auto">
          <a:xfrm>
            <a:off x="858838" y="1735138"/>
            <a:ext cx="5394325" cy="399732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glow rad="228600">
              <a:schemeClr val="accent5">
                <a:satMod val="175000"/>
                <a:alpha val="40000"/>
              </a:schemeClr>
            </a:glow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6D73FDB-4C81-450C-C492-7146FC4984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6397" y="321949"/>
            <a:ext cx="806373" cy="694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334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2EAD4-5807-FE52-7A7C-235ADAA7A0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vi-VN" dirty="0"/>
              <a:t>6. Tư duy liên tục học hỏi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CBFE71-60E4-EA30-4E37-5791795C22A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87E65D-91D9-4C61-F172-4032FFE8565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5F8764-2E14-6D2B-0333-745FCF91C80B}"/>
              </a:ext>
            </a:extLst>
          </p:cNvPr>
          <p:cNvSpPr txBox="1"/>
          <p:nvPr/>
        </p:nvSpPr>
        <p:spPr>
          <a:xfrm>
            <a:off x="617403" y="4454364"/>
            <a:ext cx="5029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vi-VN" dirty="0">
                <a:solidFill>
                  <a:srgbClr val="FFFF00"/>
                </a:solidFill>
              </a:rPr>
              <a:t>Luôn tìm kiếm cơ hội học hỏi, phát triển kỹ năng mới và nâng cao kiến thức</a:t>
            </a:r>
            <a:endParaRPr lang="en-US" dirty="0">
              <a:solidFill>
                <a:srgbClr val="FFFF00"/>
              </a:solidFill>
            </a:endParaRPr>
          </a:p>
        </p:txBody>
      </p:sp>
      <p:pic>
        <p:nvPicPr>
          <p:cNvPr id="5122" name="Picture 2" descr="Kỹ năng lãnh đạo là gì? 3 yếu tố đột phá của nhà lãnh đạo 4.0">
            <a:extLst>
              <a:ext uri="{FF2B5EF4-FFF2-40B4-BE49-F238E27FC236}">
                <a16:creationId xmlns:a16="http://schemas.microsoft.com/office/drawing/2014/main" id="{E590303F-1B18-4037-8576-A44AE6D238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5032" y="1276623"/>
            <a:ext cx="4551777" cy="446969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glow rad="228600">
              <a:schemeClr val="accent2">
                <a:satMod val="175000"/>
                <a:alpha val="40000"/>
              </a:schemeClr>
            </a:glow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00A3B3A-7863-5F6C-A717-C8C18872B2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6397" y="321949"/>
            <a:ext cx="806373" cy="694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4741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26CA1-0637-35A5-4C08-6EEB782AC0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vi-VN" b="1" dirty="0"/>
              <a:t>7. Tư duy đổi mới</a:t>
            </a:r>
            <a:endParaRPr lang="en-US" b="1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E801CF-20B2-35D6-2571-B202EF3D6BF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F642A3-04C4-1A45-018E-D7B494588F1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vi-VN" dirty="0">
                <a:solidFill>
                  <a:srgbClr val="FFFF00"/>
                </a:solidFill>
              </a:rPr>
              <a:t>Không ngại thay đổi, sẵn sàng thử nghiệm và chấp nhận rủi ro để tiến bộ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55B580-4A7A-7323-547A-9ACD7C1AD61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11266" name="Picture 2" descr="Những kỹ năng mềm cần có của nhà quản lý sản xuất | Faceworks">
            <a:extLst>
              <a:ext uri="{FF2B5EF4-FFF2-40B4-BE49-F238E27FC236}">
                <a16:creationId xmlns:a16="http://schemas.microsoft.com/office/drawing/2014/main" id="{DFEFD552-5E69-B01F-452C-DE84CCD6DC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9" t="2569" r="2963" b="10392"/>
          <a:stretch/>
        </p:blipFill>
        <p:spPr bwMode="auto">
          <a:xfrm>
            <a:off x="1238709" y="1751759"/>
            <a:ext cx="4797657" cy="3997325"/>
          </a:xfrm>
          <a:prstGeom prst="rect">
            <a:avLst/>
          </a:prstGeom>
          <a:noFill/>
          <a:effectLst>
            <a:glow rad="139700">
              <a:schemeClr val="accent1">
                <a:satMod val="175000"/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E8AE9A8-FF38-CEE7-D984-CA76AA6AC8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6397" y="321949"/>
            <a:ext cx="806373" cy="694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6876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09A9A-06B4-5127-07F8-76A2EC57C2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vi-VN" dirty="0"/>
              <a:t>8. Tư duy quản lý rủi ro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85AC74-3766-2B6E-DDDB-69ADD4AB4E0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56806E-845F-D211-0AD1-E816EA341E6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7FFD2F-0A49-351E-04B6-0AC1FE55F1BB}"/>
              </a:ext>
            </a:extLst>
          </p:cNvPr>
          <p:cNvSpPr txBox="1"/>
          <p:nvPr/>
        </p:nvSpPr>
        <p:spPr>
          <a:xfrm>
            <a:off x="700667" y="4538254"/>
            <a:ext cx="47102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dirty="0">
                <a:solidFill>
                  <a:srgbClr val="FFFF00"/>
                </a:solidFill>
              </a:rPr>
              <a:t>Đánh giá và quản lý rủi ro một cách hiệu quả để bảo vệ và phát triển doanh nghiệp</a:t>
            </a:r>
            <a:endParaRPr lang="en-US" dirty="0">
              <a:solidFill>
                <a:srgbClr val="FFFF00"/>
              </a:solidFill>
            </a:endParaRPr>
          </a:p>
        </p:txBody>
      </p:sp>
      <p:pic>
        <p:nvPicPr>
          <p:cNvPr id="8196" name="Picture 4" descr="Năng lực lãnh đạo quản lý là gì? 7 yếu tố tác động tới năng lực lãnh đạo  quản lý">
            <a:extLst>
              <a:ext uri="{FF2B5EF4-FFF2-40B4-BE49-F238E27FC236}">
                <a16:creationId xmlns:a16="http://schemas.microsoft.com/office/drawing/2014/main" id="{87E4DC5E-8498-D77F-D47B-795EF7E2BA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51" b="5908"/>
          <a:stretch/>
        </p:blipFill>
        <p:spPr bwMode="auto">
          <a:xfrm>
            <a:off x="6483730" y="1927770"/>
            <a:ext cx="4245790" cy="3657399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glow rad="228600">
              <a:schemeClr val="accent4">
                <a:satMod val="175000"/>
                <a:alpha val="40000"/>
              </a:schemeClr>
            </a:glow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DFFCF9-36C4-08C8-325C-1F6A6FC01F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6397" y="321949"/>
            <a:ext cx="806373" cy="694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9002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B45D1-3AF0-63CB-1765-E63261DEA8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vi-VN" b="1" dirty="0"/>
              <a:t>9. Tư duy hợp tác</a:t>
            </a:r>
            <a:endParaRPr lang="en-US" b="1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4D00CC-3F49-5EAD-354A-6E73FF468AE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A235A0-AAA9-134E-AACF-9DFD958B5C8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599930" y="2961187"/>
            <a:ext cx="4892987" cy="3346735"/>
          </a:xfrm>
        </p:spPr>
        <p:txBody>
          <a:bodyPr/>
          <a:lstStyle/>
          <a:p>
            <a:pPr marL="0" indent="0" algn="just">
              <a:buNone/>
            </a:pPr>
            <a:r>
              <a:rPr lang="vi-VN" dirty="0">
                <a:solidFill>
                  <a:srgbClr val="FFFF00"/>
                </a:solidFill>
              </a:rPr>
              <a:t>Xây dựng mối quan hệ đối tác và mạng lưới kết nối để phát triển kinh doanh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455B99-6778-E43B-7E32-95DC987D69B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6152" name="Picture 8" descr="BỐN NỀN TẢNG CỐT LÕI CỦA NĂNG LỰC LÃNH ĐẠO - Công ty TNHH Tư vấn Quản lý OD  Click">
            <a:extLst>
              <a:ext uri="{FF2B5EF4-FFF2-40B4-BE49-F238E27FC236}">
                <a16:creationId xmlns:a16="http://schemas.microsoft.com/office/drawing/2014/main" id="{AF3A6E7F-0001-799A-476F-2DA6090EE6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452"/>
          <a:stretch/>
        </p:blipFill>
        <p:spPr bwMode="auto">
          <a:xfrm>
            <a:off x="900170" y="2634016"/>
            <a:ext cx="5425563" cy="2525213"/>
          </a:xfrm>
          <a:prstGeom prst="rect">
            <a:avLst/>
          </a:prstGeom>
          <a:noFill/>
          <a:effectLst>
            <a:glow rad="228600">
              <a:schemeClr val="accent4">
                <a:satMod val="175000"/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890B02B-3CED-05C1-EB99-8D0919E1F0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6397" y="321949"/>
            <a:ext cx="806373" cy="694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6425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B5F2E-9BBC-DFE8-88AF-5C01FDFE7D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vi-VN" dirty="0"/>
              <a:t>10. Tư duy hiệu suất cao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244223-7009-B8A2-3700-A50EB23A94D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E9AE94-3E31-48CA-80B9-4F85F30CB3B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1DB4D1-F114-4EEA-0C2C-61DF72967411}"/>
              </a:ext>
            </a:extLst>
          </p:cNvPr>
          <p:cNvSpPr txBox="1"/>
          <p:nvPr/>
        </p:nvSpPr>
        <p:spPr>
          <a:xfrm>
            <a:off x="826316" y="4672478"/>
            <a:ext cx="47691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vi-VN" dirty="0">
                <a:solidFill>
                  <a:srgbClr val="FFFF00"/>
                </a:solidFill>
              </a:rPr>
              <a:t>Tối ưu hóa quy trình, nâng cao hiệu suất làm việc và đạt được kết quả cao nhất</a:t>
            </a:r>
            <a:endParaRPr lang="en-US" dirty="0">
              <a:solidFill>
                <a:srgbClr val="FFFF00"/>
              </a:solidFill>
            </a:endParaRPr>
          </a:p>
        </p:txBody>
      </p:sp>
      <p:pic>
        <p:nvPicPr>
          <p:cNvPr id="9218" name="Picture 2" descr="3 nhóm kỹ năng của nhà quản lý CẦN CÓ &amp; 6 cách cải thiện kỹ năng">
            <a:extLst>
              <a:ext uri="{FF2B5EF4-FFF2-40B4-BE49-F238E27FC236}">
                <a16:creationId xmlns:a16="http://schemas.microsoft.com/office/drawing/2014/main" id="{C78F09B7-8616-AA7D-9AB5-828EEFF288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6530" y="1769716"/>
            <a:ext cx="3955876" cy="3955876"/>
          </a:xfrm>
          <a:prstGeom prst="rect">
            <a:avLst/>
          </a:prstGeom>
          <a:noFill/>
          <a:effectLst>
            <a:glow rad="228600">
              <a:schemeClr val="accent5">
                <a:satMod val="175000"/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718DC3-537F-56A9-F786-B81DC40762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6397" y="321949"/>
            <a:ext cx="806373" cy="694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7770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9AAB1C8-4A29-D350-B7C4-3089C13BFB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20675" y="382344"/>
            <a:ext cx="4377767" cy="2719337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85EB567-FA60-FF4F-6FF8-C869B58485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pic>
        <p:nvPicPr>
          <p:cNvPr id="10244" name="Picture 4" descr="7 Kỹ năng quản lý quan trọng nhà lãnh đạo cần có để thành công">
            <a:extLst>
              <a:ext uri="{FF2B5EF4-FFF2-40B4-BE49-F238E27FC236}">
                <a16:creationId xmlns:a16="http://schemas.microsoft.com/office/drawing/2014/main" id="{643D8D56-69C6-76CB-D2D0-8117456887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32" t="7768" r="19908" b="1285"/>
          <a:stretch/>
        </p:blipFill>
        <p:spPr bwMode="auto">
          <a:xfrm>
            <a:off x="1551963" y="1751759"/>
            <a:ext cx="4188453" cy="3997325"/>
          </a:xfrm>
          <a:prstGeom prst="rect">
            <a:avLst/>
          </a:prstGeom>
          <a:noFill/>
          <a:effectLst>
            <a:glow rad="228600">
              <a:schemeClr val="accent5">
                <a:satMod val="175000"/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726AF062-9E44-6950-AEE7-57B02F74A15F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997377C-3237-4FAA-D7D7-C446040DDC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6397" y="321949"/>
            <a:ext cx="806373" cy="694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293850"/>
      </p:ext>
    </p:extLst>
  </p:cSld>
  <p:clrMapOvr>
    <a:masterClrMapping/>
  </p:clrMapOvr>
</p:sld>
</file>

<file path=ppt/theme/theme1.xml><?xml version="1.0" encoding="utf-8"?>
<a:theme xmlns:a="http://schemas.openxmlformats.org/drawingml/2006/main" name="Madison">
  <a:themeElements>
    <a:clrScheme name="TM45439525">
      <a:dk1>
        <a:srgbClr val="000000"/>
      </a:dk1>
      <a:lt1>
        <a:srgbClr val="FFFFFF"/>
      </a:lt1>
      <a:dk2>
        <a:srgbClr val="1F2C28"/>
      </a:dk2>
      <a:lt2>
        <a:srgbClr val="E7E6E6"/>
      </a:lt2>
      <a:accent1>
        <a:srgbClr val="A1D58B"/>
      </a:accent1>
      <a:accent2>
        <a:srgbClr val="5EC795"/>
      </a:accent2>
      <a:accent3>
        <a:srgbClr val="4DADCE"/>
      </a:accent3>
      <a:accent4>
        <a:srgbClr val="CCB756"/>
      </a:accent4>
      <a:accent5>
        <a:srgbClr val="E29B35"/>
      </a:accent5>
      <a:accent6>
        <a:srgbClr val="8DC0C0"/>
      </a:accent6>
      <a:hlink>
        <a:srgbClr val="0563C1"/>
      </a:hlink>
      <a:folHlink>
        <a:srgbClr val="954F72"/>
      </a:folHlink>
    </a:clrScheme>
    <a:fontScheme name="Custom 112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45439525_Win32_SL_V10" id="{6D1E132C-EE58-410C-AA79-6634C21077D3}" vid="{B34F418C-A6AD-4EA0-82A8-449DB69F489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C94F803-78B0-4743-862C-5C0CA596512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BD5B0D0-2713-4A58-8851-7057612DF07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2DFC609-3144-4451-A09C-1FEABE97DD64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Vivid circles presentation</Template>
  <TotalTime>44</TotalTime>
  <Words>250</Words>
  <Application>Microsoft Office PowerPoint</Application>
  <PresentationFormat>Widescreen</PresentationFormat>
  <Paragraphs>32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Madison</vt:lpstr>
      <vt:lpstr> TƯ DUY NHƯ CEO</vt:lpstr>
      <vt:lpstr>1. Tư duy chiến lược</vt:lpstr>
      <vt:lpstr>2. Tư duy sáng tạo</vt:lpstr>
      <vt:lpstr>3. Tư duy dữ liệu</vt:lpstr>
      <vt:lpstr>4. Tư duy khách hàng</vt:lpstr>
      <vt:lpstr>5. Tư duy lãnh đạo</vt:lpstr>
      <vt:lpstr>6. Tư duy liên tục học hỏi</vt:lpstr>
      <vt:lpstr>7. Tư duy đổi mới</vt:lpstr>
      <vt:lpstr>8. Tư duy quản lý rủi ro</vt:lpstr>
      <vt:lpstr>9. Tư duy hợp tác</vt:lpstr>
      <vt:lpstr>10. Tư duy hiệu suất cao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TƯ DUY NHƯ CEO</dc:title>
  <dc:creator>Administrator</dc:creator>
  <cp:lastModifiedBy>Administrator</cp:lastModifiedBy>
  <cp:revision>2</cp:revision>
  <dcterms:created xsi:type="dcterms:W3CDTF">2024-12-19T15:51:05Z</dcterms:created>
  <dcterms:modified xsi:type="dcterms:W3CDTF">2024-12-20T07:23:36Z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