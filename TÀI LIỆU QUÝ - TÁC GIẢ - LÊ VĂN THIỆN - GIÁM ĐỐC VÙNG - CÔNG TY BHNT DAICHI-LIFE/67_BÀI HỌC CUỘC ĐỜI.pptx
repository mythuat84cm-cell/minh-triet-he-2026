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14"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031EF4-F455-4317-8AD3-4BA2686B4CAE}"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2552707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31EF4-F455-4317-8AD3-4BA2686B4CAE}"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1159099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031EF4-F455-4317-8AD3-4BA2686B4CAE}"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5149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031EF4-F455-4317-8AD3-4BA2686B4CAE}" type="datetimeFigureOut">
              <a:rPr lang="en-US" smtClean="0"/>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3499381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031EF4-F455-4317-8AD3-4BA2686B4CAE}" type="datetimeFigureOut">
              <a:rPr lang="en-US" smtClean="0"/>
              <a:t>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240523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031EF4-F455-4317-8AD3-4BA2686B4CAE}" type="datetimeFigureOut">
              <a:rPr lang="en-US" smtClean="0"/>
              <a:t>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287040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31EF4-F455-4317-8AD3-4BA2686B4CAE}" type="datetimeFigureOut">
              <a:rPr lang="en-US" smtClean="0"/>
              <a:t>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2262683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031EF4-F455-4317-8AD3-4BA2686B4CAE}" type="datetimeFigureOut">
              <a:rPr lang="en-US" smtClean="0"/>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1568437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031EF4-F455-4317-8AD3-4BA2686B4CAE}" type="datetimeFigureOut">
              <a:rPr lang="en-US" smtClean="0"/>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760505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31EF4-F455-4317-8AD3-4BA2686B4CAE}"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249640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31EF4-F455-4317-8AD3-4BA2686B4CAE}"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B6E57-9DF7-4933-A36E-A92548AC1F19}" type="slidenum">
              <a:rPr lang="en-US" smtClean="0"/>
              <a:t>‹#›</a:t>
            </a:fld>
            <a:endParaRPr lang="en-US"/>
          </a:p>
        </p:txBody>
      </p:sp>
    </p:spTree>
    <p:extLst>
      <p:ext uri="{BB962C8B-B14F-4D97-AF65-F5344CB8AC3E}">
        <p14:creationId xmlns:p14="http://schemas.microsoft.com/office/powerpoint/2010/main" val="3213360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D46F215-19DB-D603-A05B-F9D2561E7690}"/>
              </a:ext>
            </a:extLst>
          </p:cNvPr>
          <p:cNvSpPr>
            <a:spLocks noGrp="1"/>
          </p:cNvSpPr>
          <p:nvPr>
            <p:ph type="dt" sz="half" idx="10"/>
          </p:nvPr>
        </p:nvSpPr>
        <p:spPr/>
        <p:txBody>
          <a:bodyPr/>
          <a:lstStyle>
            <a:lvl1pPr>
              <a:defRPr/>
            </a:lvl1pPr>
          </a:lstStyle>
          <a:p>
            <a:pPr>
              <a:defRPr/>
            </a:pPr>
            <a:fld id="{9C490C02-CD16-417E-A9D3-38CB250AF0F7}" type="datetimeFigureOut">
              <a:rPr lang="en-US"/>
              <a:pPr>
                <a:defRPr/>
              </a:pPr>
              <a:t>1/20/2025</a:t>
            </a:fld>
            <a:endParaRPr lang="en-US"/>
          </a:p>
        </p:txBody>
      </p:sp>
      <p:sp>
        <p:nvSpPr>
          <p:cNvPr id="5" name="Footer Placeholder 4">
            <a:extLst>
              <a:ext uri="{FF2B5EF4-FFF2-40B4-BE49-F238E27FC236}">
                <a16:creationId xmlns:a16="http://schemas.microsoft.com/office/drawing/2014/main" id="{63FFB05F-DBD3-0080-93A3-CFDB5B87E5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A67D940-018F-2DB6-D17F-FDE1944409BF}"/>
              </a:ext>
            </a:extLst>
          </p:cNvPr>
          <p:cNvSpPr>
            <a:spLocks noGrp="1"/>
          </p:cNvSpPr>
          <p:nvPr>
            <p:ph type="sldNum" sz="quarter" idx="12"/>
          </p:nvPr>
        </p:nvSpPr>
        <p:spPr/>
        <p:txBody>
          <a:bodyPr/>
          <a:lstStyle>
            <a:lvl1pPr>
              <a:defRPr/>
            </a:lvl1pPr>
          </a:lstStyle>
          <a:p>
            <a:fld id="{48973D2D-82F1-41B2-B880-825E91CA8876}" type="slidenum">
              <a:rPr lang="en-US" altLang="en-US"/>
              <a:pPr/>
              <a:t>‹#›</a:t>
            </a:fld>
            <a:endParaRPr lang="en-US" altLang="en-US"/>
          </a:p>
        </p:txBody>
      </p:sp>
    </p:spTree>
    <p:extLst>
      <p:ext uri="{BB962C8B-B14F-4D97-AF65-F5344CB8AC3E}">
        <p14:creationId xmlns:p14="http://schemas.microsoft.com/office/powerpoint/2010/main" val="276309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3470D-D623-DB2C-E919-4B4C8A21A6B5}"/>
              </a:ext>
            </a:extLst>
          </p:cNvPr>
          <p:cNvSpPr>
            <a:spLocks noGrp="1"/>
          </p:cNvSpPr>
          <p:nvPr>
            <p:ph type="dt" sz="half" idx="10"/>
          </p:nvPr>
        </p:nvSpPr>
        <p:spPr/>
        <p:txBody>
          <a:bodyPr/>
          <a:lstStyle>
            <a:lvl1pPr>
              <a:defRPr/>
            </a:lvl1pPr>
          </a:lstStyle>
          <a:p>
            <a:pPr>
              <a:defRPr/>
            </a:pPr>
            <a:fld id="{AE5B3E68-43D9-4BE2-911C-862AF7933789}" type="datetimeFigureOut">
              <a:rPr lang="en-US"/>
              <a:pPr>
                <a:defRPr/>
              </a:pPr>
              <a:t>1/20/2025</a:t>
            </a:fld>
            <a:endParaRPr lang="en-US"/>
          </a:p>
        </p:txBody>
      </p:sp>
      <p:sp>
        <p:nvSpPr>
          <p:cNvPr id="5" name="Footer Placeholder 4">
            <a:extLst>
              <a:ext uri="{FF2B5EF4-FFF2-40B4-BE49-F238E27FC236}">
                <a16:creationId xmlns:a16="http://schemas.microsoft.com/office/drawing/2014/main" id="{EE20A4AA-51B2-3653-6B3D-183629F897E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3EF49F8-0B41-F19E-E2F0-9DD5508A510F}"/>
              </a:ext>
            </a:extLst>
          </p:cNvPr>
          <p:cNvSpPr>
            <a:spLocks noGrp="1"/>
          </p:cNvSpPr>
          <p:nvPr>
            <p:ph type="sldNum" sz="quarter" idx="12"/>
          </p:nvPr>
        </p:nvSpPr>
        <p:spPr/>
        <p:txBody>
          <a:bodyPr/>
          <a:lstStyle>
            <a:lvl1pPr>
              <a:defRPr/>
            </a:lvl1pPr>
          </a:lstStyle>
          <a:p>
            <a:fld id="{BB4EC2B9-66A9-4635-9AD9-C83B47072ED8}" type="slidenum">
              <a:rPr lang="en-US" altLang="en-US"/>
              <a:pPr/>
              <a:t>‹#›</a:t>
            </a:fld>
            <a:endParaRPr lang="en-US" altLang="en-US"/>
          </a:p>
        </p:txBody>
      </p:sp>
    </p:spTree>
    <p:extLst>
      <p:ext uri="{BB962C8B-B14F-4D97-AF65-F5344CB8AC3E}">
        <p14:creationId xmlns:p14="http://schemas.microsoft.com/office/powerpoint/2010/main" val="3678628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FFCABC-4FFB-94AE-CF1F-B3412F8C8747}"/>
              </a:ext>
            </a:extLst>
          </p:cNvPr>
          <p:cNvSpPr>
            <a:spLocks noGrp="1"/>
          </p:cNvSpPr>
          <p:nvPr>
            <p:ph type="dt" sz="half" idx="10"/>
          </p:nvPr>
        </p:nvSpPr>
        <p:spPr/>
        <p:txBody>
          <a:bodyPr/>
          <a:lstStyle>
            <a:lvl1pPr>
              <a:defRPr/>
            </a:lvl1pPr>
          </a:lstStyle>
          <a:p>
            <a:pPr>
              <a:defRPr/>
            </a:pPr>
            <a:fld id="{0DE12832-5C02-4F87-9702-969A10345DD6}" type="datetimeFigureOut">
              <a:rPr lang="en-US"/>
              <a:pPr>
                <a:defRPr/>
              </a:pPr>
              <a:t>1/20/2025</a:t>
            </a:fld>
            <a:endParaRPr lang="en-US"/>
          </a:p>
        </p:txBody>
      </p:sp>
      <p:sp>
        <p:nvSpPr>
          <p:cNvPr id="5" name="Footer Placeholder 4">
            <a:extLst>
              <a:ext uri="{FF2B5EF4-FFF2-40B4-BE49-F238E27FC236}">
                <a16:creationId xmlns:a16="http://schemas.microsoft.com/office/drawing/2014/main" id="{9D28379C-4ED7-DAC4-8F2D-774A55EAEEC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EA80667-1821-FFF1-36C3-9F050AC9DD60}"/>
              </a:ext>
            </a:extLst>
          </p:cNvPr>
          <p:cNvSpPr>
            <a:spLocks noGrp="1"/>
          </p:cNvSpPr>
          <p:nvPr>
            <p:ph type="sldNum" sz="quarter" idx="12"/>
          </p:nvPr>
        </p:nvSpPr>
        <p:spPr/>
        <p:txBody>
          <a:bodyPr/>
          <a:lstStyle>
            <a:lvl1pPr>
              <a:defRPr/>
            </a:lvl1pPr>
          </a:lstStyle>
          <a:p>
            <a:fld id="{224D0374-284F-49E0-A00D-6795E13EA510}" type="slidenum">
              <a:rPr lang="en-US" altLang="en-US"/>
              <a:pPr/>
              <a:t>‹#›</a:t>
            </a:fld>
            <a:endParaRPr lang="en-US" altLang="en-US"/>
          </a:p>
        </p:txBody>
      </p:sp>
    </p:spTree>
    <p:extLst>
      <p:ext uri="{BB962C8B-B14F-4D97-AF65-F5344CB8AC3E}">
        <p14:creationId xmlns:p14="http://schemas.microsoft.com/office/powerpoint/2010/main" val="2653403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3A4181D-7958-16F4-0C91-3CBCB3AA48C7}"/>
              </a:ext>
            </a:extLst>
          </p:cNvPr>
          <p:cNvSpPr>
            <a:spLocks noGrp="1"/>
          </p:cNvSpPr>
          <p:nvPr>
            <p:ph type="dt" sz="half" idx="10"/>
          </p:nvPr>
        </p:nvSpPr>
        <p:spPr/>
        <p:txBody>
          <a:bodyPr/>
          <a:lstStyle>
            <a:lvl1pPr>
              <a:defRPr/>
            </a:lvl1pPr>
          </a:lstStyle>
          <a:p>
            <a:pPr>
              <a:defRPr/>
            </a:pPr>
            <a:fld id="{5026E000-1B95-4628-A20F-60C099290967}" type="datetimeFigureOut">
              <a:rPr lang="en-US"/>
              <a:pPr>
                <a:defRPr/>
              </a:pPr>
              <a:t>1/20/2025</a:t>
            </a:fld>
            <a:endParaRPr lang="en-US"/>
          </a:p>
        </p:txBody>
      </p:sp>
      <p:sp>
        <p:nvSpPr>
          <p:cNvPr id="6" name="Footer Placeholder 4">
            <a:extLst>
              <a:ext uri="{FF2B5EF4-FFF2-40B4-BE49-F238E27FC236}">
                <a16:creationId xmlns:a16="http://schemas.microsoft.com/office/drawing/2014/main" id="{B0237DD3-AA9D-F138-4080-48007711DB6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29A193B-505B-F752-DFFA-FC690DAA51C5}"/>
              </a:ext>
            </a:extLst>
          </p:cNvPr>
          <p:cNvSpPr>
            <a:spLocks noGrp="1"/>
          </p:cNvSpPr>
          <p:nvPr>
            <p:ph type="sldNum" sz="quarter" idx="12"/>
          </p:nvPr>
        </p:nvSpPr>
        <p:spPr/>
        <p:txBody>
          <a:bodyPr/>
          <a:lstStyle>
            <a:lvl1pPr>
              <a:defRPr/>
            </a:lvl1pPr>
          </a:lstStyle>
          <a:p>
            <a:fld id="{CE8DF649-C2D0-4FE3-9806-4A2B06A0F67A}" type="slidenum">
              <a:rPr lang="en-US" altLang="en-US"/>
              <a:pPr/>
              <a:t>‹#›</a:t>
            </a:fld>
            <a:endParaRPr lang="en-US" altLang="en-US"/>
          </a:p>
        </p:txBody>
      </p:sp>
    </p:spTree>
    <p:extLst>
      <p:ext uri="{BB962C8B-B14F-4D97-AF65-F5344CB8AC3E}">
        <p14:creationId xmlns:p14="http://schemas.microsoft.com/office/powerpoint/2010/main" val="3692106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7D8241BD-5401-1F08-F3EB-C064929FDAF9}"/>
              </a:ext>
            </a:extLst>
          </p:cNvPr>
          <p:cNvSpPr>
            <a:spLocks noGrp="1"/>
          </p:cNvSpPr>
          <p:nvPr>
            <p:ph type="dt" sz="half" idx="10"/>
          </p:nvPr>
        </p:nvSpPr>
        <p:spPr/>
        <p:txBody>
          <a:bodyPr/>
          <a:lstStyle>
            <a:lvl1pPr>
              <a:defRPr/>
            </a:lvl1pPr>
          </a:lstStyle>
          <a:p>
            <a:pPr>
              <a:defRPr/>
            </a:pPr>
            <a:fld id="{63ACF7B3-4A71-4299-A229-2E37A4C21398}" type="datetimeFigureOut">
              <a:rPr lang="en-US"/>
              <a:pPr>
                <a:defRPr/>
              </a:pPr>
              <a:t>1/20/2025</a:t>
            </a:fld>
            <a:endParaRPr lang="en-US"/>
          </a:p>
        </p:txBody>
      </p:sp>
      <p:sp>
        <p:nvSpPr>
          <p:cNvPr id="8" name="Footer Placeholder 4">
            <a:extLst>
              <a:ext uri="{FF2B5EF4-FFF2-40B4-BE49-F238E27FC236}">
                <a16:creationId xmlns:a16="http://schemas.microsoft.com/office/drawing/2014/main" id="{F1564B55-9E05-9696-A19C-DBBB054012E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5B1D586-3B58-2922-9CDE-16B30B381D13}"/>
              </a:ext>
            </a:extLst>
          </p:cNvPr>
          <p:cNvSpPr>
            <a:spLocks noGrp="1"/>
          </p:cNvSpPr>
          <p:nvPr>
            <p:ph type="sldNum" sz="quarter" idx="12"/>
          </p:nvPr>
        </p:nvSpPr>
        <p:spPr/>
        <p:txBody>
          <a:bodyPr/>
          <a:lstStyle>
            <a:lvl1pPr>
              <a:defRPr/>
            </a:lvl1pPr>
          </a:lstStyle>
          <a:p>
            <a:fld id="{3345F113-F5B5-4E8B-857A-6D1CF9A3A85F}" type="slidenum">
              <a:rPr lang="en-US" altLang="en-US"/>
              <a:pPr/>
              <a:t>‹#›</a:t>
            </a:fld>
            <a:endParaRPr lang="en-US" altLang="en-US"/>
          </a:p>
        </p:txBody>
      </p:sp>
    </p:spTree>
    <p:extLst>
      <p:ext uri="{BB962C8B-B14F-4D97-AF65-F5344CB8AC3E}">
        <p14:creationId xmlns:p14="http://schemas.microsoft.com/office/powerpoint/2010/main" val="2992343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63FBE60-E5A1-2510-52E7-7D7FAE071D04}"/>
              </a:ext>
            </a:extLst>
          </p:cNvPr>
          <p:cNvSpPr>
            <a:spLocks noGrp="1"/>
          </p:cNvSpPr>
          <p:nvPr>
            <p:ph type="dt" sz="half" idx="10"/>
          </p:nvPr>
        </p:nvSpPr>
        <p:spPr/>
        <p:txBody>
          <a:bodyPr/>
          <a:lstStyle>
            <a:lvl1pPr>
              <a:defRPr/>
            </a:lvl1pPr>
          </a:lstStyle>
          <a:p>
            <a:pPr>
              <a:defRPr/>
            </a:pPr>
            <a:fld id="{89CC0966-DD48-43A2-9187-0ADCE9E1FC14}" type="datetimeFigureOut">
              <a:rPr lang="en-US"/>
              <a:pPr>
                <a:defRPr/>
              </a:pPr>
              <a:t>1/20/2025</a:t>
            </a:fld>
            <a:endParaRPr lang="en-US"/>
          </a:p>
        </p:txBody>
      </p:sp>
      <p:sp>
        <p:nvSpPr>
          <p:cNvPr id="4" name="Footer Placeholder 4">
            <a:extLst>
              <a:ext uri="{FF2B5EF4-FFF2-40B4-BE49-F238E27FC236}">
                <a16:creationId xmlns:a16="http://schemas.microsoft.com/office/drawing/2014/main" id="{94AA75C6-FFF0-3767-762E-CA5EAED6ECA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A756F24-0200-DDDD-B363-5E4AE1090479}"/>
              </a:ext>
            </a:extLst>
          </p:cNvPr>
          <p:cNvSpPr>
            <a:spLocks noGrp="1"/>
          </p:cNvSpPr>
          <p:nvPr>
            <p:ph type="sldNum" sz="quarter" idx="12"/>
          </p:nvPr>
        </p:nvSpPr>
        <p:spPr/>
        <p:txBody>
          <a:bodyPr/>
          <a:lstStyle>
            <a:lvl1pPr>
              <a:defRPr/>
            </a:lvl1pPr>
          </a:lstStyle>
          <a:p>
            <a:fld id="{3FA8EF1C-BC0E-40D8-A37F-5DB6467CFFE8}" type="slidenum">
              <a:rPr lang="en-US" altLang="en-US"/>
              <a:pPr/>
              <a:t>‹#›</a:t>
            </a:fld>
            <a:endParaRPr lang="en-US" altLang="en-US"/>
          </a:p>
        </p:txBody>
      </p:sp>
    </p:spTree>
    <p:extLst>
      <p:ext uri="{BB962C8B-B14F-4D97-AF65-F5344CB8AC3E}">
        <p14:creationId xmlns:p14="http://schemas.microsoft.com/office/powerpoint/2010/main" val="421040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0056CFC-F453-BFCC-11C9-80CE5451B962}"/>
              </a:ext>
            </a:extLst>
          </p:cNvPr>
          <p:cNvSpPr>
            <a:spLocks noGrp="1"/>
          </p:cNvSpPr>
          <p:nvPr>
            <p:ph type="dt" sz="half" idx="10"/>
          </p:nvPr>
        </p:nvSpPr>
        <p:spPr/>
        <p:txBody>
          <a:bodyPr/>
          <a:lstStyle>
            <a:lvl1pPr>
              <a:defRPr/>
            </a:lvl1pPr>
          </a:lstStyle>
          <a:p>
            <a:pPr>
              <a:defRPr/>
            </a:pPr>
            <a:fld id="{C38BE206-7E8C-42C2-A078-0DAE5D27CA92}" type="datetimeFigureOut">
              <a:rPr lang="en-US"/>
              <a:pPr>
                <a:defRPr/>
              </a:pPr>
              <a:t>1/20/2025</a:t>
            </a:fld>
            <a:endParaRPr lang="en-US"/>
          </a:p>
        </p:txBody>
      </p:sp>
      <p:sp>
        <p:nvSpPr>
          <p:cNvPr id="3" name="Footer Placeholder 4">
            <a:extLst>
              <a:ext uri="{FF2B5EF4-FFF2-40B4-BE49-F238E27FC236}">
                <a16:creationId xmlns:a16="http://schemas.microsoft.com/office/drawing/2014/main" id="{4CB02B4B-F945-3812-D824-4102CE5B4F7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5B81A24-E951-408E-8421-B0A1A00B382F}"/>
              </a:ext>
            </a:extLst>
          </p:cNvPr>
          <p:cNvSpPr>
            <a:spLocks noGrp="1"/>
          </p:cNvSpPr>
          <p:nvPr>
            <p:ph type="sldNum" sz="quarter" idx="12"/>
          </p:nvPr>
        </p:nvSpPr>
        <p:spPr/>
        <p:txBody>
          <a:bodyPr/>
          <a:lstStyle>
            <a:lvl1pPr>
              <a:defRPr/>
            </a:lvl1pPr>
          </a:lstStyle>
          <a:p>
            <a:fld id="{CC399AAB-5414-46AB-9806-63EF174097F0}" type="slidenum">
              <a:rPr lang="en-US" altLang="en-US"/>
              <a:pPr/>
              <a:t>‹#›</a:t>
            </a:fld>
            <a:endParaRPr lang="en-US" altLang="en-US"/>
          </a:p>
        </p:txBody>
      </p:sp>
    </p:spTree>
    <p:extLst>
      <p:ext uri="{BB962C8B-B14F-4D97-AF65-F5344CB8AC3E}">
        <p14:creationId xmlns:p14="http://schemas.microsoft.com/office/powerpoint/2010/main" val="2964001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62A50BF-0AEB-954B-86FB-805DC9B223B3}"/>
              </a:ext>
            </a:extLst>
          </p:cNvPr>
          <p:cNvSpPr>
            <a:spLocks noGrp="1"/>
          </p:cNvSpPr>
          <p:nvPr>
            <p:ph type="dt" sz="half" idx="10"/>
          </p:nvPr>
        </p:nvSpPr>
        <p:spPr/>
        <p:txBody>
          <a:bodyPr/>
          <a:lstStyle>
            <a:lvl1pPr>
              <a:defRPr/>
            </a:lvl1pPr>
          </a:lstStyle>
          <a:p>
            <a:pPr>
              <a:defRPr/>
            </a:pPr>
            <a:fld id="{B15954E5-ABCE-455F-B057-4F5CF6EF838F}" type="datetimeFigureOut">
              <a:rPr lang="en-US"/>
              <a:pPr>
                <a:defRPr/>
              </a:pPr>
              <a:t>1/20/2025</a:t>
            </a:fld>
            <a:endParaRPr lang="en-US"/>
          </a:p>
        </p:txBody>
      </p:sp>
      <p:sp>
        <p:nvSpPr>
          <p:cNvPr id="6" name="Footer Placeholder 4">
            <a:extLst>
              <a:ext uri="{FF2B5EF4-FFF2-40B4-BE49-F238E27FC236}">
                <a16:creationId xmlns:a16="http://schemas.microsoft.com/office/drawing/2014/main" id="{AB3D36A0-0721-00D9-A71B-D17F50D80F5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58ACE95-391D-9F4E-ED22-2C895C84B8FD}"/>
              </a:ext>
            </a:extLst>
          </p:cNvPr>
          <p:cNvSpPr>
            <a:spLocks noGrp="1"/>
          </p:cNvSpPr>
          <p:nvPr>
            <p:ph type="sldNum" sz="quarter" idx="12"/>
          </p:nvPr>
        </p:nvSpPr>
        <p:spPr/>
        <p:txBody>
          <a:bodyPr/>
          <a:lstStyle>
            <a:lvl1pPr>
              <a:defRPr/>
            </a:lvl1pPr>
          </a:lstStyle>
          <a:p>
            <a:fld id="{54441660-F68B-49F0-8CE5-051D0390A348}" type="slidenum">
              <a:rPr lang="en-US" altLang="en-US"/>
              <a:pPr/>
              <a:t>‹#›</a:t>
            </a:fld>
            <a:endParaRPr lang="en-US" altLang="en-US"/>
          </a:p>
        </p:txBody>
      </p:sp>
    </p:spTree>
    <p:extLst>
      <p:ext uri="{BB962C8B-B14F-4D97-AF65-F5344CB8AC3E}">
        <p14:creationId xmlns:p14="http://schemas.microsoft.com/office/powerpoint/2010/main" val="363454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3943EA1-87C7-86D0-EA3D-6BC8FD650BE3}"/>
              </a:ext>
            </a:extLst>
          </p:cNvPr>
          <p:cNvSpPr>
            <a:spLocks noGrp="1"/>
          </p:cNvSpPr>
          <p:nvPr>
            <p:ph type="dt" sz="half" idx="10"/>
          </p:nvPr>
        </p:nvSpPr>
        <p:spPr/>
        <p:txBody>
          <a:bodyPr/>
          <a:lstStyle>
            <a:lvl1pPr>
              <a:defRPr/>
            </a:lvl1pPr>
          </a:lstStyle>
          <a:p>
            <a:pPr>
              <a:defRPr/>
            </a:pPr>
            <a:fld id="{EC8EE46E-FA06-4254-902D-7FA620F7C87D}" type="datetimeFigureOut">
              <a:rPr lang="en-US"/>
              <a:pPr>
                <a:defRPr/>
              </a:pPr>
              <a:t>1/20/2025</a:t>
            </a:fld>
            <a:endParaRPr lang="en-US"/>
          </a:p>
        </p:txBody>
      </p:sp>
      <p:sp>
        <p:nvSpPr>
          <p:cNvPr id="6" name="Footer Placeholder 4">
            <a:extLst>
              <a:ext uri="{FF2B5EF4-FFF2-40B4-BE49-F238E27FC236}">
                <a16:creationId xmlns:a16="http://schemas.microsoft.com/office/drawing/2014/main" id="{2B8743D4-94A9-2C0A-ABC5-4AC82D53387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1229D5-D0E2-2984-C63E-2B4DBC7585D8}"/>
              </a:ext>
            </a:extLst>
          </p:cNvPr>
          <p:cNvSpPr>
            <a:spLocks noGrp="1"/>
          </p:cNvSpPr>
          <p:nvPr>
            <p:ph type="sldNum" sz="quarter" idx="12"/>
          </p:nvPr>
        </p:nvSpPr>
        <p:spPr/>
        <p:txBody>
          <a:bodyPr/>
          <a:lstStyle>
            <a:lvl1pPr>
              <a:defRPr/>
            </a:lvl1pPr>
          </a:lstStyle>
          <a:p>
            <a:fld id="{370DB8F9-E6F3-4778-9E8B-A5AB1B6CD89F}" type="slidenum">
              <a:rPr lang="en-US" altLang="en-US"/>
              <a:pPr/>
              <a:t>‹#›</a:t>
            </a:fld>
            <a:endParaRPr lang="en-US" altLang="en-US"/>
          </a:p>
        </p:txBody>
      </p:sp>
    </p:spTree>
    <p:extLst>
      <p:ext uri="{BB962C8B-B14F-4D97-AF65-F5344CB8AC3E}">
        <p14:creationId xmlns:p14="http://schemas.microsoft.com/office/powerpoint/2010/main" val="1180826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856EF-64C0-05B3-FA3B-48862BF9607D}"/>
              </a:ext>
            </a:extLst>
          </p:cNvPr>
          <p:cNvSpPr>
            <a:spLocks noGrp="1"/>
          </p:cNvSpPr>
          <p:nvPr>
            <p:ph type="dt" sz="half" idx="10"/>
          </p:nvPr>
        </p:nvSpPr>
        <p:spPr/>
        <p:txBody>
          <a:bodyPr/>
          <a:lstStyle>
            <a:lvl1pPr>
              <a:defRPr/>
            </a:lvl1pPr>
          </a:lstStyle>
          <a:p>
            <a:pPr>
              <a:defRPr/>
            </a:pPr>
            <a:fld id="{25A0F5DE-2560-4412-892D-A4722B556E82}" type="datetimeFigureOut">
              <a:rPr lang="en-US"/>
              <a:pPr>
                <a:defRPr/>
              </a:pPr>
              <a:t>1/20/2025</a:t>
            </a:fld>
            <a:endParaRPr lang="en-US"/>
          </a:p>
        </p:txBody>
      </p:sp>
      <p:sp>
        <p:nvSpPr>
          <p:cNvPr id="5" name="Footer Placeholder 4">
            <a:extLst>
              <a:ext uri="{FF2B5EF4-FFF2-40B4-BE49-F238E27FC236}">
                <a16:creationId xmlns:a16="http://schemas.microsoft.com/office/drawing/2014/main" id="{93858589-E24A-12C3-D2BE-9B0C64CAFF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D7F1752-DB55-8354-5C2A-A19ECAE44FE5}"/>
              </a:ext>
            </a:extLst>
          </p:cNvPr>
          <p:cNvSpPr>
            <a:spLocks noGrp="1"/>
          </p:cNvSpPr>
          <p:nvPr>
            <p:ph type="sldNum" sz="quarter" idx="12"/>
          </p:nvPr>
        </p:nvSpPr>
        <p:spPr/>
        <p:txBody>
          <a:bodyPr/>
          <a:lstStyle>
            <a:lvl1pPr>
              <a:defRPr/>
            </a:lvl1pPr>
          </a:lstStyle>
          <a:p>
            <a:fld id="{D4521F75-BEE4-4B37-BDD5-4E19798A2FCE}" type="slidenum">
              <a:rPr lang="en-US" altLang="en-US"/>
              <a:pPr/>
              <a:t>‹#›</a:t>
            </a:fld>
            <a:endParaRPr lang="en-US" altLang="en-US"/>
          </a:p>
        </p:txBody>
      </p:sp>
    </p:spTree>
    <p:extLst>
      <p:ext uri="{BB962C8B-B14F-4D97-AF65-F5344CB8AC3E}">
        <p14:creationId xmlns:p14="http://schemas.microsoft.com/office/powerpoint/2010/main" val="28369424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7AA47-60B5-E63F-48FB-3F745ABD5A2E}"/>
              </a:ext>
            </a:extLst>
          </p:cNvPr>
          <p:cNvSpPr>
            <a:spLocks noGrp="1"/>
          </p:cNvSpPr>
          <p:nvPr>
            <p:ph type="dt" sz="half" idx="10"/>
          </p:nvPr>
        </p:nvSpPr>
        <p:spPr/>
        <p:txBody>
          <a:bodyPr/>
          <a:lstStyle>
            <a:lvl1pPr>
              <a:defRPr/>
            </a:lvl1pPr>
          </a:lstStyle>
          <a:p>
            <a:pPr>
              <a:defRPr/>
            </a:pPr>
            <a:fld id="{5E1CA40C-9FAF-4F60-9820-B15A64969228}" type="datetimeFigureOut">
              <a:rPr lang="en-US"/>
              <a:pPr>
                <a:defRPr/>
              </a:pPr>
              <a:t>1/20/2025</a:t>
            </a:fld>
            <a:endParaRPr lang="en-US"/>
          </a:p>
        </p:txBody>
      </p:sp>
      <p:sp>
        <p:nvSpPr>
          <p:cNvPr id="5" name="Footer Placeholder 4">
            <a:extLst>
              <a:ext uri="{FF2B5EF4-FFF2-40B4-BE49-F238E27FC236}">
                <a16:creationId xmlns:a16="http://schemas.microsoft.com/office/drawing/2014/main" id="{5AA4C0F9-C954-3267-FEC3-484672FE09F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B184EC6-877A-8E98-AF75-5CD4D40AC1C9}"/>
              </a:ext>
            </a:extLst>
          </p:cNvPr>
          <p:cNvSpPr>
            <a:spLocks noGrp="1"/>
          </p:cNvSpPr>
          <p:nvPr>
            <p:ph type="sldNum" sz="quarter" idx="12"/>
          </p:nvPr>
        </p:nvSpPr>
        <p:spPr/>
        <p:txBody>
          <a:bodyPr/>
          <a:lstStyle>
            <a:lvl1pPr>
              <a:defRPr/>
            </a:lvl1pPr>
          </a:lstStyle>
          <a:p>
            <a:fld id="{FC1223C4-5847-4E70-B4A3-599E05B907BA}" type="slidenum">
              <a:rPr lang="en-US" altLang="en-US"/>
              <a:pPr/>
              <a:t>‹#›</a:t>
            </a:fld>
            <a:endParaRPr lang="en-US" altLang="en-US"/>
          </a:p>
        </p:txBody>
      </p:sp>
    </p:spTree>
    <p:extLst>
      <p:ext uri="{BB962C8B-B14F-4D97-AF65-F5344CB8AC3E}">
        <p14:creationId xmlns:p14="http://schemas.microsoft.com/office/powerpoint/2010/main" val="3881692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031EF4-F455-4317-8AD3-4BA2686B4CAE}" type="datetimeFigureOut">
              <a:rPr lang="en-US" smtClean="0"/>
              <a:t>1/20/2025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B6E57-9DF7-4933-A36E-A92548AC1F19}" type="slidenum">
              <a:rPr lang="en-US" smtClean="0"/>
              <a:t>‹#›</a:t>
            </a:fld>
            <a:endParaRPr lang="en-US"/>
          </a:p>
        </p:txBody>
      </p:sp>
    </p:spTree>
    <p:extLst>
      <p:ext uri="{BB962C8B-B14F-4D97-AF65-F5344CB8AC3E}">
        <p14:creationId xmlns:p14="http://schemas.microsoft.com/office/powerpoint/2010/main" val="3219924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19AE06A-D595-4FEF-E7CE-474EF8CB6113}"/>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06AB57C-24AE-9FBB-2008-A3E5DFE16EA1}"/>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BD869C7-84F8-729E-5E30-43B8F5134BD5}"/>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2B4DD5D2-2848-446A-A19A-5B56B354E8C7}" type="datetimeFigureOut">
              <a:rPr lang="en-US"/>
              <a:pPr>
                <a:defRPr/>
              </a:pPr>
              <a:t>1/20/2025</a:t>
            </a:fld>
            <a:endParaRPr lang="en-US"/>
          </a:p>
        </p:txBody>
      </p:sp>
      <p:sp>
        <p:nvSpPr>
          <p:cNvPr id="5" name="Footer Placeholder 4">
            <a:extLst>
              <a:ext uri="{FF2B5EF4-FFF2-40B4-BE49-F238E27FC236}">
                <a16:creationId xmlns:a16="http://schemas.microsoft.com/office/drawing/2014/main" id="{439A16B1-32E1-FCF1-7480-84273EE971BE}"/>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34E329C4-C512-CB35-CEB8-095E7F028CB1}"/>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11D323B2-7884-439F-B3DA-3EA7203B6407}" type="slidenum">
              <a:rPr lang="en-US" altLang="en-US"/>
              <a:pPr/>
              <a:t>‹#›</a:t>
            </a:fld>
            <a:endParaRPr lang="en-US" altLang="en-US"/>
          </a:p>
        </p:txBody>
      </p:sp>
    </p:spTree>
    <p:extLst>
      <p:ext uri="{BB962C8B-B14F-4D97-AF65-F5344CB8AC3E}">
        <p14:creationId xmlns:p14="http://schemas.microsoft.com/office/powerpoint/2010/main" val="30130956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Những bài học cuộc sống phải ghi nhớ">
            <a:extLst>
              <a:ext uri="{FF2B5EF4-FFF2-40B4-BE49-F238E27FC236}">
                <a16:creationId xmlns:a16="http://schemas.microsoft.com/office/drawing/2014/main" id="{DA98D1BD-0C7B-21F6-F75D-F1A78623E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762000"/>
            <a:ext cx="8128000" cy="4572000"/>
          </a:xfrm>
          <a:prstGeom prst="roundRect">
            <a:avLst>
              <a:gd name="adj" fmla="val 16667"/>
            </a:avLst>
          </a:prstGeom>
          <a:ln>
            <a:noFill/>
          </a:ln>
          <a:effectLst>
            <a:glow rad="228600">
              <a:schemeClr val="accent3">
                <a:satMod val="175000"/>
                <a:alpha val="40000"/>
              </a:schemeClr>
            </a:glow>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76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lumMod val="75000"/>
                  </a:schemeClr>
                </a:solidFill>
                <a:latin typeface="Bahnschrift SemiCondensed" panose="020B0502040204020203" pitchFamily="34" charset="0"/>
              </a:rPr>
              <a:t>BÀI HỌC LỢI ÍCH</a:t>
            </a:r>
          </a:p>
        </p:txBody>
      </p:sp>
      <p:sp>
        <p:nvSpPr>
          <p:cNvPr id="3" name="Content Placeholder 2"/>
          <p:cNvSpPr>
            <a:spLocks noGrp="1"/>
          </p:cNvSpPr>
          <p:nvPr>
            <p:ph idx="1"/>
          </p:nvPr>
        </p:nvSpPr>
        <p:spPr>
          <a:xfrm>
            <a:off x="1981200" y="1600202"/>
            <a:ext cx="8229600" cy="1523999"/>
          </a:xfrm>
        </p:spPr>
        <p:txBody>
          <a:bodyPr>
            <a:normAutofit/>
          </a:bodyPr>
          <a:lstStyle/>
          <a:p>
            <a:pPr marL="0" indent="0" algn="just">
              <a:buNone/>
            </a:pPr>
            <a:r>
              <a:rPr lang="vi-VN" sz="1800" b="1" dirty="0"/>
              <a:t>Vợ muốn chồng về nhà sớm, nên đã ra quy định: Nếu sau 11h mà chưa về nhà là khóa cửa. Tuần đầu tiên đã có hiệu quả, tuần thứ 2 ông chồng lại về muộn, người vợ đã theo quy định mà khóa trái cửa...</a:t>
            </a:r>
          </a:p>
          <a:p>
            <a:pPr algn="just"/>
            <a:endParaRPr lang="en-US" sz="1800" dirty="0"/>
          </a:p>
        </p:txBody>
      </p:sp>
      <p:pic>
        <p:nvPicPr>
          <p:cNvPr id="1026" name="Picture 2" descr="Kết quả hình ảnh cho VỢ CHỒNG BẤT HÒ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4419600"/>
            <a:ext cx="2602610" cy="173724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994848" y="2590800"/>
            <a:ext cx="7696200" cy="1477328"/>
          </a:xfrm>
          <a:prstGeom prst="rect">
            <a:avLst/>
          </a:prstGeom>
        </p:spPr>
        <p:txBody>
          <a:bodyPr wrap="square">
            <a:spAutoFit/>
          </a:bodyPr>
          <a:lstStyle/>
          <a:p>
            <a:pPr algn="just"/>
            <a:r>
              <a:rPr lang="vi-VN" dirty="0"/>
              <a:t>Cuối cùng người chồng đã ngủ luôn ở công ty mà không về nhà nữa. Người vợ rất chán nản không biết phải làm sao, nhưng sau khi có cao nhân chỉ bảo, bà đã đưa ra một quy định mới:</a:t>
            </a:r>
          </a:p>
          <a:p>
            <a:pPr algn="just"/>
            <a:r>
              <a:rPr lang="vi-VN" dirty="0"/>
              <a:t>Nếu như 11 giờ đêm mà chưa về bà sẽ mở cửa đi ngủ. Ông chồng nghe thấy rất kinh hãi, từ đó trở đi ông chồng luôn về rất đúng giờ.</a:t>
            </a:r>
          </a:p>
        </p:txBody>
      </p:sp>
      <p:sp>
        <p:nvSpPr>
          <p:cNvPr id="5" name="Rectangle 4"/>
          <p:cNvSpPr/>
          <p:nvPr/>
        </p:nvSpPr>
        <p:spPr>
          <a:xfrm>
            <a:off x="5334000" y="4419601"/>
            <a:ext cx="4953000" cy="1323439"/>
          </a:xfrm>
          <a:prstGeom prst="rect">
            <a:avLst/>
          </a:prstGeom>
        </p:spPr>
        <p:txBody>
          <a:bodyPr wrap="square">
            <a:spAutoFit/>
          </a:bodyPr>
          <a:lstStyle/>
          <a:p>
            <a:pPr algn="just"/>
            <a:r>
              <a:rPr lang="vi-VN" sz="2000" b="1" dirty="0">
                <a:solidFill>
                  <a:srgbClr val="FF0000"/>
                </a:solidFill>
                <a:latin typeface="-apple-system"/>
              </a:rPr>
              <a:t>Qua đó chúng ta có thể thấy những quy định khắt khe không thể ép buộc được lòng người, mà nó phải xuất phát từ lợi ích của người phải thực hiện thì mới có tác dụng.</a:t>
            </a:r>
            <a:endParaRPr lang="en-US" sz="2000" b="1" dirty="0">
              <a:solidFill>
                <a:srgbClr val="FF0000"/>
              </a:solidFill>
            </a:endParaRPr>
          </a:p>
        </p:txBody>
      </p:sp>
    </p:spTree>
    <p:extLst>
      <p:ext uri="{BB962C8B-B14F-4D97-AF65-F5344CB8AC3E}">
        <p14:creationId xmlns:p14="http://schemas.microsoft.com/office/powerpoint/2010/main" val="327309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1752600" y="2286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6">
                    <a:lumMod val="75000"/>
                  </a:schemeClr>
                </a:solidFill>
                <a:latin typeface="Bahnschrift SemiCondensed" panose="020B0502040204020203" pitchFamily="34" charset="0"/>
              </a:rPr>
              <a:t>BÀI HỌC TỒN TẠI</a:t>
            </a:r>
          </a:p>
        </p:txBody>
      </p:sp>
      <p:sp>
        <p:nvSpPr>
          <p:cNvPr id="5" name="Rectangle 4"/>
          <p:cNvSpPr/>
          <p:nvPr/>
        </p:nvSpPr>
        <p:spPr>
          <a:xfrm>
            <a:off x="1828800" y="1676401"/>
            <a:ext cx="8382000" cy="1200329"/>
          </a:xfrm>
          <a:prstGeom prst="rect">
            <a:avLst/>
          </a:prstGeom>
        </p:spPr>
        <p:txBody>
          <a:bodyPr wrap="square">
            <a:spAutoFit/>
          </a:bodyPr>
          <a:lstStyle/>
          <a:p>
            <a:pPr algn="just"/>
            <a:r>
              <a:rPr lang="vi-VN" dirty="0"/>
              <a:t>Gà con nói với mẹ: Mẹ có thể không đẻ trứng và đi chơi cùng con không? Gà mẹ trả lời: Không được, mẹ phải làm việc. Gà con lại nói: Nhưng mẹ đã đẻ rất nhiều trứng rồi. Gà mẹ trả lời: 1 ngày không đẻ trứng, dao thái thịt sẽ kề bên cổ, 1 tháng không đẻ trứng, thì chắc chắn mẹ sẽ phải nằm trong nồi.</a:t>
            </a:r>
            <a:endParaRPr lang="en-US" dirty="0"/>
          </a:p>
        </p:txBody>
      </p:sp>
      <p:pic>
        <p:nvPicPr>
          <p:cNvPr id="2050" name="Picture 2" descr="Kết quả hình ảnh cho ĐÀN G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2929592"/>
            <a:ext cx="3860800" cy="28956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6" name="Rectangle 5"/>
          <p:cNvSpPr/>
          <p:nvPr/>
        </p:nvSpPr>
        <p:spPr>
          <a:xfrm>
            <a:off x="1752600" y="3886200"/>
            <a:ext cx="4572000" cy="1938992"/>
          </a:xfrm>
          <a:prstGeom prst="rect">
            <a:avLst/>
          </a:prstGeom>
        </p:spPr>
        <p:txBody>
          <a:bodyPr>
            <a:spAutoFit/>
          </a:bodyPr>
          <a:lstStyle/>
          <a:p>
            <a:pPr algn="just"/>
            <a:r>
              <a:rPr lang="vi-VN" sz="2000" b="1" dirty="0">
                <a:solidFill>
                  <a:srgbClr val="FF0000"/>
                </a:solidFill>
                <a:latin typeface="-apple-system"/>
              </a:rPr>
              <a:t>Bạn tồn tại bởi vì bạn tạo ra giá trị cho cuộc sống, bạn bị đào thải bởi vì bạn đã không còn giá trị. Giá trị của quá khứ không đại biểu cho tương lai, đó là lý do vì sao mỗi ngày chúng ta đều phải tiếp tục cố gắng…</a:t>
            </a:r>
            <a:endParaRPr lang="en-US" sz="2000" b="1" dirty="0">
              <a:solidFill>
                <a:srgbClr val="FF0000"/>
              </a:solidFill>
            </a:endParaRPr>
          </a:p>
        </p:txBody>
      </p:sp>
    </p:spTree>
    <p:extLst>
      <p:ext uri="{BB962C8B-B14F-4D97-AF65-F5344CB8AC3E}">
        <p14:creationId xmlns:p14="http://schemas.microsoft.com/office/powerpoint/2010/main" val="76999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txBox="1">
            <a:spLocks/>
          </p:cNvSpPr>
          <p:nvPr/>
        </p:nvSpPr>
        <p:spPr>
          <a:xfrm>
            <a:off x="1752600" y="2286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6">
                    <a:lumMod val="75000"/>
                  </a:schemeClr>
                </a:solidFill>
                <a:latin typeface="Bahnschrift SemiCondensed" panose="020B0502040204020203" pitchFamily="34" charset="0"/>
              </a:rPr>
              <a:t>BÀI HỌC KIÊN TRÌ</a:t>
            </a:r>
          </a:p>
        </p:txBody>
      </p:sp>
      <p:sp>
        <p:nvSpPr>
          <p:cNvPr id="6" name="Rectangle 5"/>
          <p:cNvSpPr/>
          <p:nvPr/>
        </p:nvSpPr>
        <p:spPr>
          <a:xfrm>
            <a:off x="2057400" y="1676402"/>
            <a:ext cx="8153400" cy="1323439"/>
          </a:xfrm>
          <a:prstGeom prst="rect">
            <a:avLst/>
          </a:prstGeom>
        </p:spPr>
        <p:txBody>
          <a:bodyPr wrap="square">
            <a:spAutoFit/>
          </a:bodyPr>
          <a:lstStyle/>
          <a:p>
            <a:pPr algn="just"/>
            <a:r>
              <a:rPr lang="vi-VN" sz="2000" b="1" dirty="0"/>
              <a:t>Cây tre phải dùng 4 năm để mọc được 3cm, nhưng từ năm thứ 5 trở đi, nó có thể mọc 30cm mỗi ngày, chỉ trong vòng 6 tuần nó có thể mọc được 15m. Thực ra, cây tre đã sử dụng 4 năm đầu chỉ để phát triển bộ rễ.</a:t>
            </a:r>
            <a:endParaRPr lang="en-US" sz="2000" b="1" dirty="0"/>
          </a:p>
        </p:txBody>
      </p:sp>
      <p:pic>
        <p:nvPicPr>
          <p:cNvPr id="3074" name="Picture 2" descr="Kết quả hình ảnh cho CÂY T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9002" y="3200400"/>
            <a:ext cx="3373203" cy="253365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
        <p:nvSpPr>
          <p:cNvPr id="7" name="Rectangle 6"/>
          <p:cNvSpPr/>
          <p:nvPr/>
        </p:nvSpPr>
        <p:spPr>
          <a:xfrm>
            <a:off x="5638800" y="3451563"/>
            <a:ext cx="4572000" cy="2031325"/>
          </a:xfrm>
          <a:prstGeom prst="rect">
            <a:avLst/>
          </a:prstGeom>
        </p:spPr>
        <p:txBody>
          <a:bodyPr>
            <a:spAutoFit/>
          </a:bodyPr>
          <a:lstStyle/>
          <a:p>
            <a:pPr algn="just"/>
            <a:r>
              <a:rPr lang="vi-VN" b="1" dirty="0">
                <a:solidFill>
                  <a:srgbClr val="002060"/>
                </a:solidFill>
                <a:latin typeface="-apple-system"/>
              </a:rPr>
              <a:t>Đối với người hay sự việc thì cũng đều như thế, chúng ta không nên lo lắng phải làm nhiều mà không có hồi báo. </a:t>
            </a:r>
            <a:r>
              <a:rPr lang="vi-VN" b="1" dirty="0">
                <a:solidFill>
                  <a:srgbClr val="FF0000"/>
                </a:solidFill>
                <a:latin typeface="-apple-system"/>
              </a:rPr>
              <a:t>Bởi vì khi chúng ta làm, chúng ta cho đi thì đây đều là giai đoạn cắm rễ. Đợi đến khi thời cơ đến, bạn sẽ vươn tới một tầm cao mà không ai dám ngờ tới</a:t>
            </a:r>
            <a:endParaRPr lang="en-US" b="1" dirty="0">
              <a:solidFill>
                <a:srgbClr val="FF0000"/>
              </a:solidFill>
            </a:endParaRPr>
          </a:p>
        </p:txBody>
      </p:sp>
    </p:spTree>
    <p:extLst>
      <p:ext uri="{BB962C8B-B14F-4D97-AF65-F5344CB8AC3E}">
        <p14:creationId xmlns:p14="http://schemas.microsoft.com/office/powerpoint/2010/main" val="347827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lumMod val="75000"/>
                  </a:schemeClr>
                </a:solidFill>
                <a:latin typeface="Bahnschrift SemiCondensed" panose="020B0502040204020203" pitchFamily="34" charset="0"/>
              </a:rPr>
              <a:t>BÀI HỌC PHÁN XÉT</a:t>
            </a:r>
          </a:p>
        </p:txBody>
      </p:sp>
      <p:sp>
        <p:nvSpPr>
          <p:cNvPr id="4" name="Rectangle 3"/>
          <p:cNvSpPr/>
          <p:nvPr/>
        </p:nvSpPr>
        <p:spPr>
          <a:xfrm>
            <a:off x="1949355" y="1447801"/>
            <a:ext cx="8305800" cy="2031325"/>
          </a:xfrm>
          <a:prstGeom prst="rect">
            <a:avLst/>
          </a:prstGeom>
        </p:spPr>
        <p:txBody>
          <a:bodyPr wrap="square">
            <a:spAutoFit/>
          </a:bodyPr>
          <a:lstStyle/>
          <a:p>
            <a:pPr algn="just"/>
            <a:r>
              <a:rPr lang="vi-VN" dirty="0"/>
              <a:t>Người chồng về nhà sau một ngày làm việc vất vả, mở cửa nhìn thấy vợ đang đánh con. Chồng liền nhẫn nhịn đi vào bếp tìm đồ ăn, thấy nồi cháo trên bàn anh bèn múc một bát để ăn. Ăn xong anh nói, giáo dục con phải dùng đạo lý chứ không được dùng bạo lực. </a:t>
            </a:r>
            <a:endParaRPr lang="en-US" dirty="0"/>
          </a:p>
          <a:p>
            <a:pPr algn="just"/>
            <a:r>
              <a:rPr lang="vi-VN" dirty="0"/>
              <a:t>Người vợ nói:</a:t>
            </a:r>
            <a:r>
              <a:rPr lang="en-US" dirty="0"/>
              <a:t> </a:t>
            </a:r>
            <a:r>
              <a:rPr lang="vi-VN" dirty="0"/>
              <a:t>“Em vừa vất vả nấu nồi cháo ngon thế này, thế mà nó lại đi đổ nước tiểu vào, anh xem như thế thì ai mà nhẫn chịu được? Người chồng nghe thấy liền tức đỏ mặt, anh lập tức đứng dậy và tiến đến cậu con trai…</a:t>
            </a:r>
            <a:endParaRPr lang="en-US" dirty="0"/>
          </a:p>
        </p:txBody>
      </p:sp>
      <p:pic>
        <p:nvPicPr>
          <p:cNvPr id="4098" name="Picture 2" descr="Kết quả hình ảnh cho CHA MẸ ĐÁNH C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3582252"/>
            <a:ext cx="3810000" cy="28575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sp>
        <p:nvSpPr>
          <p:cNvPr id="5" name="Rectangle 4"/>
          <p:cNvSpPr/>
          <p:nvPr/>
        </p:nvSpPr>
        <p:spPr>
          <a:xfrm>
            <a:off x="1533667" y="4272338"/>
            <a:ext cx="4572000" cy="1477328"/>
          </a:xfrm>
          <a:prstGeom prst="rect">
            <a:avLst/>
          </a:prstGeom>
        </p:spPr>
        <p:txBody>
          <a:bodyPr>
            <a:spAutoFit/>
          </a:bodyPr>
          <a:lstStyle/>
          <a:p>
            <a:pPr algn="just"/>
            <a:r>
              <a:rPr lang="vi-VN" b="1" dirty="0">
                <a:solidFill>
                  <a:srgbClr val="FF0000"/>
                </a:solidFill>
                <a:latin typeface="-apple-system"/>
              </a:rPr>
              <a:t>Nếu như đứng ở ngoài cuộc, thì ai cũng có thể giữ được tâm thái hòa ái. Nhưng người trong cuộc thì rất khó giữ được bình tĩnh. Do đó không nên vội vàng đánh giá ai đó, bởi vì bạn không nằm trong hoàn cảnh của họ.</a:t>
            </a:r>
            <a:endParaRPr lang="en-US" b="1" dirty="0">
              <a:solidFill>
                <a:srgbClr val="FF0000"/>
              </a:solidFill>
            </a:endParaRPr>
          </a:p>
        </p:txBody>
      </p:sp>
    </p:spTree>
    <p:extLst>
      <p:ext uri="{BB962C8B-B14F-4D97-AF65-F5344CB8AC3E}">
        <p14:creationId xmlns:p14="http://schemas.microsoft.com/office/powerpoint/2010/main" val="310318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lumMod val="75000"/>
                  </a:schemeClr>
                </a:solidFill>
                <a:latin typeface="Bahnschrift SemiCondensed" panose="020B0502040204020203" pitchFamily="34" charset="0"/>
              </a:rPr>
              <a:t>BÀI HỌC SUY XÉT</a:t>
            </a:r>
          </a:p>
        </p:txBody>
      </p:sp>
      <p:sp>
        <p:nvSpPr>
          <p:cNvPr id="4" name="Rectangle 3"/>
          <p:cNvSpPr/>
          <p:nvPr/>
        </p:nvSpPr>
        <p:spPr>
          <a:xfrm>
            <a:off x="1752600" y="1752602"/>
            <a:ext cx="8610600" cy="1015663"/>
          </a:xfrm>
          <a:prstGeom prst="rect">
            <a:avLst/>
          </a:prstGeom>
        </p:spPr>
        <p:txBody>
          <a:bodyPr wrap="square">
            <a:spAutoFit/>
          </a:bodyPr>
          <a:lstStyle/>
          <a:p>
            <a:pPr algn="just"/>
            <a:r>
              <a:rPr lang="vi-VN" sz="2000" dirty="0">
                <a:solidFill>
                  <a:srgbClr val="111111"/>
                </a:solidFill>
                <a:latin typeface="-apple-system"/>
              </a:rPr>
              <a:t> Lão hòa thượng hỏi tiểu hòa thượng: “Nếu như con tiến lên một bước là chết, lùi sau một bước cũng chết, vậy con sẽ làm như nào?” Tiểu hòa thượng liền trả lời: “Con sẽ đi sang đường bên cạnh.”</a:t>
            </a:r>
            <a:endParaRPr lang="en-US" sz="2000" dirty="0"/>
          </a:p>
        </p:txBody>
      </p:sp>
      <p:pic>
        <p:nvPicPr>
          <p:cNvPr id="5122" name="Picture 2" descr="Kết quả hình ảnh cho TIẾN THOÁI LƯỠNG N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3124200"/>
            <a:ext cx="2133600" cy="2802128"/>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5" name="Rectangle 4"/>
          <p:cNvSpPr/>
          <p:nvPr/>
        </p:nvSpPr>
        <p:spPr>
          <a:xfrm>
            <a:off x="2057400" y="3810001"/>
            <a:ext cx="4572000" cy="1323439"/>
          </a:xfrm>
          <a:prstGeom prst="rect">
            <a:avLst/>
          </a:prstGeom>
        </p:spPr>
        <p:txBody>
          <a:bodyPr>
            <a:spAutoFit/>
          </a:bodyPr>
          <a:lstStyle/>
          <a:p>
            <a:pPr algn="just"/>
            <a:r>
              <a:rPr lang="vi-VN" sz="2000" dirty="0">
                <a:solidFill>
                  <a:srgbClr val="FF0000"/>
                </a:solidFill>
                <a:latin typeface="-apple-system"/>
              </a:rPr>
              <a:t>Khi gặp phải tình thế tiến thoái lưỡng nan, nếu như chúng ta có thể đứng ở một góc độ khác để suy xét vấn đề, thì chắc chắn bạn sẽ tìm được một hướng đi mới.</a:t>
            </a:r>
            <a:endParaRPr lang="en-US" sz="2000" dirty="0">
              <a:solidFill>
                <a:srgbClr val="FF0000"/>
              </a:solidFill>
            </a:endParaRPr>
          </a:p>
        </p:txBody>
      </p:sp>
    </p:spTree>
    <p:extLst>
      <p:ext uri="{BB962C8B-B14F-4D97-AF65-F5344CB8AC3E}">
        <p14:creationId xmlns:p14="http://schemas.microsoft.com/office/powerpoint/2010/main" val="196960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lumMod val="75000"/>
                  </a:schemeClr>
                </a:solidFill>
                <a:latin typeface="Bahnschrift SemiCondensed" panose="020B0502040204020203" pitchFamily="34" charset="0"/>
              </a:rPr>
              <a:t>BÀI HỌC BAO DUNG</a:t>
            </a:r>
          </a:p>
        </p:txBody>
      </p:sp>
      <p:sp>
        <p:nvSpPr>
          <p:cNvPr id="4" name="Rectangle 3"/>
          <p:cNvSpPr/>
          <p:nvPr/>
        </p:nvSpPr>
        <p:spPr>
          <a:xfrm>
            <a:off x="1981200" y="1600202"/>
            <a:ext cx="8305800" cy="1015663"/>
          </a:xfrm>
          <a:prstGeom prst="rect">
            <a:avLst/>
          </a:prstGeom>
        </p:spPr>
        <p:txBody>
          <a:bodyPr wrap="square">
            <a:spAutoFit/>
          </a:bodyPr>
          <a:lstStyle/>
          <a:p>
            <a:pPr algn="just"/>
            <a:r>
              <a:rPr lang="vi-VN" sz="2000" dirty="0"/>
              <a:t>Nếu như nhỏ một giọt mực vào một cốc nước, thì cốc nước này sẽ đổi mầu và không thể uống được nữa. Nếu một giọt mực nhỏ vào biển cả, thì biển vẫn mặn và vẫn xanh biếc như trước đây.</a:t>
            </a:r>
            <a:endParaRPr lang="en-US" sz="2000" dirty="0"/>
          </a:p>
        </p:txBody>
      </p:sp>
      <p:sp>
        <p:nvSpPr>
          <p:cNvPr id="5" name="AutoShape 2" descr="Kết quả hình ảnh cho BAO DUNG"/>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Kết quả hình ảnh cho BAO DUNG"/>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Kết quả hình ảnh cho BAO DUNG"/>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52" name="Picture 8" descr="Kết quả hình ảnh cho BAO D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2743200"/>
            <a:ext cx="4876800" cy="3661423"/>
          </a:xfrm>
          <a:prstGeom prst="roundRect">
            <a:avLst>
              <a:gd name="adj" fmla="val 16667"/>
            </a:avLst>
          </a:prstGeom>
          <a:ln>
            <a:noFill/>
          </a:ln>
          <a:effectLst>
            <a:glow rad="228600">
              <a:schemeClr val="accent2">
                <a:satMod val="175000"/>
                <a:alpha val="40000"/>
              </a:schemeClr>
            </a:glow>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84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fade">
                                      <p:cBhvr>
                                        <p:cTn id="12" dur="1000"/>
                                        <p:tgtEl>
                                          <p:spTgt spid="6152"/>
                                        </p:tgtEl>
                                      </p:cBhvr>
                                    </p:animEffect>
                                    <p:anim calcmode="lin" valueType="num">
                                      <p:cBhvr>
                                        <p:cTn id="13" dur="1000" fill="hold"/>
                                        <p:tgtEl>
                                          <p:spTgt spid="6152"/>
                                        </p:tgtEl>
                                        <p:attrNameLst>
                                          <p:attrName>ppt_x</p:attrName>
                                        </p:attrNameLst>
                                      </p:cBhvr>
                                      <p:tavLst>
                                        <p:tav tm="0">
                                          <p:val>
                                            <p:strVal val="#ppt_x"/>
                                          </p:val>
                                        </p:tav>
                                        <p:tav tm="100000">
                                          <p:val>
                                            <p:strVal val="#ppt_x"/>
                                          </p:val>
                                        </p:tav>
                                      </p:tavLst>
                                    </p:anim>
                                    <p:anim calcmode="lin" valueType="num">
                                      <p:cBhvr>
                                        <p:cTn id="14" dur="1000" fill="hold"/>
                                        <p:tgtEl>
                                          <p:spTgt spid="61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1600200" y="1905002"/>
            <a:ext cx="4495800" cy="3170099"/>
          </a:xfrm>
          <a:prstGeom prst="rect">
            <a:avLst/>
          </a:prstGeom>
        </p:spPr>
        <p:txBody>
          <a:bodyPr wrap="square">
            <a:spAutoFit/>
          </a:bodyPr>
          <a:lstStyle/>
          <a:p>
            <a:pPr algn="just"/>
            <a:r>
              <a:rPr lang="vi-VN" sz="2000" dirty="0">
                <a:solidFill>
                  <a:schemeClr val="accent6">
                    <a:lumMod val="75000"/>
                  </a:schemeClr>
                </a:solidFill>
                <a:latin typeface="-apple-system"/>
              </a:rPr>
              <a:t>Nếu như chúng ta làm việc gì cũng nghĩ cho lợi ích của người khác trước, không ngừng cố gắng trong mọi hoàn cảnh để vươn lên. Đứng ở một góc độ khác để tìm hướng đi, và đứng ở góc độ của đội phương để hiểu người khác hơn và có một tấm lòng bao la như biển cả. Thì chắn chắn bạn sẽ là người mà ai ai cũng muốn kết bạn và cuộc sống sẽ mỉm cười với bạn.</a:t>
            </a:r>
            <a:endParaRPr lang="en-US" sz="2000" dirty="0">
              <a:solidFill>
                <a:schemeClr val="accent6">
                  <a:lumMod val="75000"/>
                </a:schemeClr>
              </a:solidFill>
            </a:endParaRPr>
          </a:p>
        </p:txBody>
      </p:sp>
      <p:pic>
        <p:nvPicPr>
          <p:cNvPr id="7170" name="Picture 2" descr="Kết quả hình ảnh cho BAO D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1905002"/>
            <a:ext cx="4280027" cy="3829050"/>
          </a:xfrm>
          <a:prstGeom prst="rect">
            <a:avLst/>
          </a:prstGeom>
          <a:noFill/>
          <a:effectLst>
            <a:glow rad="2286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713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2C53BA75-34EA-15E3-F4FB-235256E6183A}"/>
              </a:ext>
            </a:extLst>
          </p:cNvPr>
          <p:cNvSpPr>
            <a:spLocks noGrp="1"/>
          </p:cNvSpPr>
          <p:nvPr>
            <p:ph type="ctrTitle"/>
          </p:nvPr>
        </p:nvSpPr>
        <p:spPr/>
        <p:txBody>
          <a:bodyPr/>
          <a:lstStyle/>
          <a:p>
            <a:pPr eaLnBrk="1" hangingPunct="1"/>
            <a:endParaRPr lang="en-US" altLang="en-US"/>
          </a:p>
        </p:txBody>
      </p:sp>
      <p:sp>
        <p:nvSpPr>
          <p:cNvPr id="3" name="Subtitle 2">
            <a:extLst>
              <a:ext uri="{FF2B5EF4-FFF2-40B4-BE49-F238E27FC236}">
                <a16:creationId xmlns:a16="http://schemas.microsoft.com/office/drawing/2014/main" id="{E79091C6-DD55-8FB9-A8D3-EBE7E43E49B9}"/>
              </a:ext>
            </a:extLst>
          </p:cNvPr>
          <p:cNvSpPr>
            <a:spLocks noGrp="1"/>
          </p:cNvSpPr>
          <p:nvPr>
            <p:ph type="subTitle" idx="1"/>
          </p:nvPr>
        </p:nvSpPr>
        <p:spPr/>
        <p:txBody>
          <a:bodyPr rtlCol="0">
            <a:normAutofit/>
          </a:bodyPr>
          <a:lstStyle/>
          <a:p>
            <a:pPr eaLnBrk="1" fontAlgn="auto" hangingPunct="1">
              <a:spcAft>
                <a:spcPts val="0"/>
              </a:spcAft>
              <a:defRPr/>
            </a:pPr>
            <a:endParaRPr lang="en-US"/>
          </a:p>
        </p:txBody>
      </p:sp>
      <p:sp>
        <p:nvSpPr>
          <p:cNvPr id="5" name="Rectangle 4">
            <a:extLst>
              <a:ext uri="{FF2B5EF4-FFF2-40B4-BE49-F238E27FC236}">
                <a16:creationId xmlns:a16="http://schemas.microsoft.com/office/drawing/2014/main" id="{33C52735-E4D6-4875-56BA-A014A8357A9B}"/>
              </a:ext>
            </a:extLst>
          </p:cNvPr>
          <p:cNvSpPr>
            <a:spLocks noChangeArrowheads="1"/>
          </p:cNvSpPr>
          <p:nvPr/>
        </p:nvSpPr>
        <p:spPr bwMode="auto">
          <a:xfrm>
            <a:off x="1820864" y="3962400"/>
            <a:ext cx="854233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a:solidFill>
                  <a:srgbClr val="FF0000"/>
                </a:solidFill>
                <a:latin typeface="Helvetica" panose="020B0604020202020204" pitchFamily="34" charset="0"/>
              </a:rPr>
              <a:t>Thứ nhất</a:t>
            </a:r>
            <a:r>
              <a:rPr lang="en-US" altLang="en-US" sz="2400">
                <a:solidFill>
                  <a:srgbClr val="FF0000"/>
                </a:solidFill>
                <a:latin typeface="Helvetica" panose="020B0604020202020204" pitchFamily="34" charset="0"/>
              </a:rPr>
              <a:t>: </a:t>
            </a:r>
            <a:r>
              <a:rPr lang="vi-VN" altLang="en-US" sz="2400">
                <a:solidFill>
                  <a:srgbClr val="002060"/>
                </a:solidFill>
                <a:latin typeface="Helvetica" panose="020B0604020202020204" pitchFamily="34" charset="0"/>
              </a:rPr>
              <a:t>“học nhận lỗi”. Con người thường không chịu nhận lỗi lầm về mình, tất cả mọi lỗi lầm đều đổ cho người khác, cho rằng bản thân mình mới đúng, </a:t>
            </a:r>
            <a:r>
              <a:rPr lang="vi-VN" altLang="en-US" sz="2400">
                <a:solidFill>
                  <a:srgbClr val="FF0000"/>
                </a:solidFill>
                <a:latin typeface="Helvetica" panose="020B0604020202020204" pitchFamily="34" charset="0"/>
              </a:rPr>
              <a:t>thật ra không biết nhận lỗi chính là một lỗi lầm lớn.</a:t>
            </a:r>
            <a:endParaRPr lang="en-US" altLang="en-US" sz="2400">
              <a:solidFill>
                <a:srgbClr val="FF0000"/>
              </a:solidFill>
              <a:latin typeface="Helvetica" panose="020B0604020202020204" pitchFamily="34" charset="0"/>
            </a:endParaRPr>
          </a:p>
        </p:txBody>
      </p:sp>
      <p:sp>
        <p:nvSpPr>
          <p:cNvPr id="6" name="Rectangle 5">
            <a:extLst>
              <a:ext uri="{FF2B5EF4-FFF2-40B4-BE49-F238E27FC236}">
                <a16:creationId xmlns:a16="http://schemas.microsoft.com/office/drawing/2014/main" id="{978BFAA0-134A-B739-06FE-F99F00072518}"/>
              </a:ext>
            </a:extLst>
          </p:cNvPr>
          <p:cNvSpPr/>
          <p:nvPr/>
        </p:nvSpPr>
        <p:spPr>
          <a:xfrm>
            <a:off x="5473258" y="1143000"/>
            <a:ext cx="4047903" cy="923330"/>
          </a:xfrm>
          <a:prstGeom prst="rect">
            <a:avLst/>
          </a:prstGeom>
          <a:noFill/>
        </p:spPr>
        <p:txBody>
          <a:bodyPr wrap="none">
            <a:spAutoFit/>
          </a:bodyPr>
          <a:lstStyle/>
          <a:p>
            <a:pPr algn="ctr">
              <a:defRPr/>
            </a:pPr>
            <a:r>
              <a:rPr lang="en-US" sz="5400" b="1" dirty="0">
                <a:ln w="1905"/>
                <a:solidFill>
                  <a:schemeClr val="accent6">
                    <a:lumMod val="75000"/>
                  </a:schemeClr>
                </a:solidFill>
                <a:effectLst>
                  <a:innerShdw blurRad="69850" dist="43180" dir="5400000">
                    <a:srgbClr val="000000">
                      <a:alpha val="65000"/>
                    </a:srgbClr>
                  </a:innerShdw>
                </a:effectLst>
                <a:latin typeface="Bahnschrift SemiCondensed" panose="020B0502040204020203" pitchFamily="34" charset="0"/>
                <a:cs typeface="Arial" panose="020B0604020202020204" pitchFamily="34" charset="0"/>
              </a:rPr>
              <a:t>HỌC NHẬN LỖI</a:t>
            </a:r>
          </a:p>
        </p:txBody>
      </p:sp>
      <p:pic>
        <p:nvPicPr>
          <p:cNvPr id="10242" name="Picture 2" descr="Văn hóa nhận lỗi">
            <a:extLst>
              <a:ext uri="{FF2B5EF4-FFF2-40B4-BE49-F238E27FC236}">
                <a16:creationId xmlns:a16="http://schemas.microsoft.com/office/drawing/2014/main" id="{DABAA78A-4D67-734E-EF23-85DD8E512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473" y="643227"/>
            <a:ext cx="3992823" cy="2250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67D1ED2E-36E5-70CC-796B-D72FD05A49BE}"/>
              </a:ext>
            </a:extLst>
          </p:cNvPr>
          <p:cNvSpPr>
            <a:spLocks noGrp="1"/>
          </p:cNvSpPr>
          <p:nvPr>
            <p:ph type="title"/>
          </p:nvPr>
        </p:nvSpPr>
        <p:spPr/>
        <p:txBody>
          <a:bodyPr/>
          <a:lstStyle/>
          <a:p>
            <a:pPr eaLnBrk="1" hangingPunct="1"/>
            <a:endParaRPr lang="en-US" altLang="en-US"/>
          </a:p>
        </p:txBody>
      </p:sp>
      <p:pic>
        <p:nvPicPr>
          <p:cNvPr id="6" name="Content Placeholder 5">
            <a:extLst>
              <a:ext uri="{FF2B5EF4-FFF2-40B4-BE49-F238E27FC236}">
                <a16:creationId xmlns:a16="http://schemas.microsoft.com/office/drawing/2014/main" id="{0E939A3F-919C-BE2E-478C-81AE4D8C6D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10400" y="304801"/>
            <a:ext cx="3280172" cy="2186781"/>
          </a:xfrm>
          <a:ln w="190500" cap="sq">
            <a:solidFill>
              <a:srgbClr val="C8C6BD"/>
            </a:solidFill>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4" name="Rectangle 3">
            <a:extLst>
              <a:ext uri="{FF2B5EF4-FFF2-40B4-BE49-F238E27FC236}">
                <a16:creationId xmlns:a16="http://schemas.microsoft.com/office/drawing/2014/main" id="{67C2BBB4-8683-3F6B-B9D0-D841A58A021D}"/>
              </a:ext>
            </a:extLst>
          </p:cNvPr>
          <p:cNvSpPr>
            <a:spLocks noChangeArrowheads="1"/>
          </p:cNvSpPr>
          <p:nvPr/>
        </p:nvSpPr>
        <p:spPr bwMode="auto">
          <a:xfrm>
            <a:off x="1828800" y="3048000"/>
            <a:ext cx="8610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a:solidFill>
                  <a:srgbClr val="FF0000"/>
                </a:solidFill>
                <a:latin typeface="Helvetica" panose="020B0604020202020204" pitchFamily="34" charset="0"/>
              </a:rPr>
              <a:t>Thứ hai</a:t>
            </a:r>
            <a:r>
              <a:rPr lang="en-US" altLang="en-US" sz="2400">
                <a:solidFill>
                  <a:srgbClr val="002060"/>
                </a:solidFill>
                <a:latin typeface="Helvetica" panose="020B0604020202020204" pitchFamily="34" charset="0"/>
              </a:rPr>
              <a:t>: </a:t>
            </a:r>
            <a:r>
              <a:rPr lang="vi-VN" altLang="en-US" sz="2400">
                <a:solidFill>
                  <a:srgbClr val="002060"/>
                </a:solidFill>
                <a:latin typeface="Helvetica" panose="020B0604020202020204" pitchFamily="34" charset="0"/>
              </a:rPr>
              <a:t>“học nhu hòa”. Răng người ta rất cứng, lưỡi người ta rất mềm, đi hết cuộc đời răng người ta lại rụng hết, nhưng lưỡi thì vẫn còn nguyên, cho nên cần phải học mềm mỏng, nhu hòa thì đời con người ta mới có thể tồn tại lâu dài được. </a:t>
            </a:r>
            <a:r>
              <a:rPr lang="vi-VN" altLang="en-US" sz="2400">
                <a:solidFill>
                  <a:srgbClr val="FF0000"/>
                </a:solidFill>
                <a:latin typeface="Helvetica" panose="020B0604020202020204" pitchFamily="34" charset="0"/>
              </a:rPr>
              <a:t>Giữ tâm nhu hòa là một tiến bộ lớn</a:t>
            </a:r>
            <a:endParaRPr lang="en-US" altLang="en-US" sz="2400">
              <a:solidFill>
                <a:srgbClr val="FF0000"/>
              </a:solidFill>
              <a:latin typeface="Helvetica" panose="020B0604020202020204" pitchFamily="34" charset="0"/>
            </a:endParaRPr>
          </a:p>
        </p:txBody>
      </p:sp>
      <p:sp>
        <p:nvSpPr>
          <p:cNvPr id="5" name="Rectangle 4">
            <a:extLst>
              <a:ext uri="{FF2B5EF4-FFF2-40B4-BE49-F238E27FC236}">
                <a16:creationId xmlns:a16="http://schemas.microsoft.com/office/drawing/2014/main" id="{022FA01B-BE6C-14F0-898E-0A56B85D1B1E}"/>
              </a:ext>
            </a:extLst>
          </p:cNvPr>
          <p:cNvSpPr/>
          <p:nvPr/>
        </p:nvSpPr>
        <p:spPr>
          <a:xfrm>
            <a:off x="2545752" y="702860"/>
            <a:ext cx="3914853" cy="923330"/>
          </a:xfrm>
          <a:prstGeom prst="rect">
            <a:avLst/>
          </a:prstGeom>
          <a:noFill/>
        </p:spPr>
        <p:txBody>
          <a:bodyPr wrap="none">
            <a:spAutoFit/>
          </a:bodyPr>
          <a:lstStyle/>
          <a:p>
            <a:pPr algn="ctr">
              <a:defRPr/>
            </a:pPr>
            <a:r>
              <a:rPr lang="en-US" sz="5400" b="1" dirty="0">
                <a:ln w="1905"/>
                <a:solidFill>
                  <a:schemeClr val="accent6">
                    <a:lumMod val="75000"/>
                  </a:schemeClr>
                </a:solidFill>
                <a:effectLst>
                  <a:innerShdw blurRad="69850" dist="43180" dir="5400000">
                    <a:srgbClr val="000000">
                      <a:alpha val="65000"/>
                    </a:srgbClr>
                  </a:innerShdw>
                </a:effectLst>
                <a:latin typeface="Bahnschrift SemiCondensed" panose="020B0502040204020203" pitchFamily="34" charset="0"/>
                <a:cs typeface="Arial" panose="020B0604020202020204" pitchFamily="34" charset="0"/>
              </a:rPr>
              <a:t>HỌC NHU HÒA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A8BF2EBF-7ACE-022E-4334-E20BFFF14742}"/>
              </a:ext>
            </a:extLst>
          </p:cNvPr>
          <p:cNvSpPr>
            <a:spLocks noGrp="1"/>
          </p:cNvSpPr>
          <p:nvPr>
            <p:ph type="title"/>
          </p:nvPr>
        </p:nvSpPr>
        <p:spPr/>
        <p:txBody>
          <a:bodyPr/>
          <a:lstStyle/>
          <a:p>
            <a:pPr eaLnBrk="1" hangingPunct="1"/>
            <a:endParaRPr lang="en-US" altLang="en-US"/>
          </a:p>
        </p:txBody>
      </p:sp>
      <p:pic>
        <p:nvPicPr>
          <p:cNvPr id="5123" name="Content Placeholder 5">
            <a:extLst>
              <a:ext uri="{FF2B5EF4-FFF2-40B4-BE49-F238E27FC236}">
                <a16:creationId xmlns:a16="http://schemas.microsoft.com/office/drawing/2014/main" id="{995C56F2-1A38-9489-5ED6-776163C06F5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343401" y="381001"/>
            <a:ext cx="2847975" cy="2695575"/>
          </a:xfrm>
        </p:spPr>
      </p:pic>
      <p:sp>
        <p:nvSpPr>
          <p:cNvPr id="5124" name="Rectangle 3">
            <a:extLst>
              <a:ext uri="{FF2B5EF4-FFF2-40B4-BE49-F238E27FC236}">
                <a16:creationId xmlns:a16="http://schemas.microsoft.com/office/drawing/2014/main" id="{BCB0B104-8EA3-742A-5626-FC6F7019B829}"/>
              </a:ext>
            </a:extLst>
          </p:cNvPr>
          <p:cNvSpPr>
            <a:spLocks noChangeArrowheads="1"/>
          </p:cNvSpPr>
          <p:nvPr/>
        </p:nvSpPr>
        <p:spPr bwMode="auto">
          <a:xfrm>
            <a:off x="1855788" y="4073525"/>
            <a:ext cx="8610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a:solidFill>
                  <a:srgbClr val="FF0000"/>
                </a:solidFill>
                <a:latin typeface="Helvetica" panose="020B0604020202020204" pitchFamily="34" charset="0"/>
              </a:rPr>
              <a:t>Thứ ba</a:t>
            </a:r>
            <a:r>
              <a:rPr lang="en-US" altLang="en-US" sz="2400">
                <a:solidFill>
                  <a:srgbClr val="FF0000"/>
                </a:solidFill>
                <a:latin typeface="Helvetica" panose="020B0604020202020204" pitchFamily="34" charset="0"/>
              </a:rPr>
              <a:t>: </a:t>
            </a:r>
            <a:r>
              <a:rPr lang="vi-VN" altLang="en-US" sz="2400">
                <a:solidFill>
                  <a:srgbClr val="002060"/>
                </a:solidFill>
                <a:latin typeface="Helvetica" panose="020B0604020202020204" pitchFamily="34" charset="0"/>
              </a:rPr>
              <a:t>” học nhẫn nhục”. Thế gian này nếu nhẫn được một chút thì sóng yên bể lặng, lùi một bước biển rộng trời cao. Nhẫn chính là biết xử sự, biết hóa giải, dùng trí tuệ và năng lực làm cho chuyện lớn hóa thành nhỏ, chuyện nhỏ hóa thành không.</a:t>
            </a:r>
          </a:p>
        </p:txBody>
      </p:sp>
      <p:sp>
        <p:nvSpPr>
          <p:cNvPr id="5" name="Rectangle 4">
            <a:extLst>
              <a:ext uri="{FF2B5EF4-FFF2-40B4-BE49-F238E27FC236}">
                <a16:creationId xmlns:a16="http://schemas.microsoft.com/office/drawing/2014/main" id="{473CC91E-3CC2-A801-203C-450CFD94D242}"/>
              </a:ext>
            </a:extLst>
          </p:cNvPr>
          <p:cNvSpPr/>
          <p:nvPr/>
        </p:nvSpPr>
        <p:spPr>
          <a:xfrm>
            <a:off x="3857171" y="2895600"/>
            <a:ext cx="4689104" cy="923330"/>
          </a:xfrm>
          <a:prstGeom prst="rect">
            <a:avLst/>
          </a:prstGeom>
          <a:noFill/>
        </p:spPr>
        <p:txBody>
          <a:bodyPr wrap="none">
            <a:spAutoFit/>
          </a:bodyPr>
          <a:lstStyle/>
          <a:p>
            <a:pPr algn="ctr">
              <a:defRPr/>
            </a:pPr>
            <a:r>
              <a:rPr lang="en-US" sz="54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latin typeface="Bahnschrift SemiCondensed" panose="020B0502040204020203" pitchFamily="34" charset="0"/>
                <a:cs typeface="Arial" panose="020B0604020202020204" pitchFamily="34" charset="0"/>
              </a:rPr>
              <a:t>HỌC NHẪN NHỤC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A3956A-65E1-9DED-21F5-292CAF2D9BBC}"/>
              </a:ext>
            </a:extLst>
          </p:cNvPr>
          <p:cNvSpPr>
            <a:spLocks noGrp="1"/>
          </p:cNvSpPr>
          <p:nvPr>
            <p:ph type="title"/>
          </p:nvPr>
        </p:nvSpPr>
        <p:spPr/>
        <p:txBody>
          <a:bodyPr/>
          <a:lstStyle/>
          <a:p>
            <a:pPr eaLnBrk="1" hangingPunct="1"/>
            <a:endParaRPr lang="en-US" altLang="en-US"/>
          </a:p>
        </p:txBody>
      </p:sp>
      <p:sp>
        <p:nvSpPr>
          <p:cNvPr id="4" name="Rectangle 3">
            <a:extLst>
              <a:ext uri="{FF2B5EF4-FFF2-40B4-BE49-F238E27FC236}">
                <a16:creationId xmlns:a16="http://schemas.microsoft.com/office/drawing/2014/main" id="{AEF66A37-7A1D-12B2-59FE-FD86F6B300EC}"/>
              </a:ext>
            </a:extLst>
          </p:cNvPr>
          <p:cNvSpPr>
            <a:spLocks noChangeArrowheads="1"/>
          </p:cNvSpPr>
          <p:nvPr/>
        </p:nvSpPr>
        <p:spPr bwMode="auto">
          <a:xfrm>
            <a:off x="1905000" y="4038600"/>
            <a:ext cx="8763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b="1">
                <a:solidFill>
                  <a:srgbClr val="FF0000"/>
                </a:solidFill>
                <a:latin typeface="Helvetica" panose="020B0604020202020204" pitchFamily="34" charset="0"/>
              </a:rPr>
              <a:t>Thứ tư</a:t>
            </a:r>
            <a:r>
              <a:rPr lang="en-US" altLang="en-US" sz="2400">
                <a:solidFill>
                  <a:srgbClr val="002060"/>
                </a:solidFill>
                <a:latin typeface="Helvetica" panose="020B0604020202020204" pitchFamily="34" charset="0"/>
              </a:rPr>
              <a:t>:</a:t>
            </a:r>
            <a:r>
              <a:rPr lang="vi-VN" altLang="en-US" sz="2400">
                <a:solidFill>
                  <a:srgbClr val="002060"/>
                </a:solidFill>
                <a:latin typeface="Helvetica" panose="020B0604020202020204" pitchFamily="34" charset="0"/>
              </a:rPr>
              <a:t> “học thấu hiểu”. </a:t>
            </a:r>
            <a:r>
              <a:rPr lang="en-US" altLang="en-US" sz="2400">
                <a:solidFill>
                  <a:srgbClr val="002060"/>
                </a:solidFill>
                <a:latin typeface="Helvetica" panose="020B0604020202020204" pitchFamily="34" charset="0"/>
              </a:rPr>
              <a:t>Không t</a:t>
            </a:r>
            <a:r>
              <a:rPr lang="vi-VN" altLang="en-US" sz="2400">
                <a:solidFill>
                  <a:srgbClr val="002060"/>
                </a:solidFill>
                <a:latin typeface="Helvetica" panose="020B0604020202020204" pitchFamily="34" charset="0"/>
              </a:rPr>
              <a:t>hiếu thấu hiểu nhau sẽ nảy sinh những thị phi, tranh chấp, hiểu lầm. Mọi người nên thấu hiểu thông cảm lẫn nhau, để giúp đỡ lẫn nhau. Không thông cảm lẫn nhau làm sao có thể hòa bình được?</a:t>
            </a:r>
            <a:endParaRPr lang="en-US" altLang="en-US" sz="2400">
              <a:solidFill>
                <a:srgbClr val="002060"/>
              </a:solidFill>
              <a:latin typeface="Helvetica" panose="020B0604020202020204" pitchFamily="34" charset="0"/>
            </a:endParaRPr>
          </a:p>
        </p:txBody>
      </p:sp>
      <p:sp>
        <p:nvSpPr>
          <p:cNvPr id="5" name="Rectangle 4">
            <a:extLst>
              <a:ext uri="{FF2B5EF4-FFF2-40B4-BE49-F238E27FC236}">
                <a16:creationId xmlns:a16="http://schemas.microsoft.com/office/drawing/2014/main" id="{8F6861F5-1B0D-941C-66D6-782A7FC33D90}"/>
              </a:ext>
            </a:extLst>
          </p:cNvPr>
          <p:cNvSpPr/>
          <p:nvPr/>
        </p:nvSpPr>
        <p:spPr>
          <a:xfrm>
            <a:off x="2019982" y="1436750"/>
            <a:ext cx="4289956" cy="923330"/>
          </a:xfrm>
          <a:prstGeom prst="rect">
            <a:avLst/>
          </a:prstGeom>
          <a:noFill/>
        </p:spPr>
        <p:txBody>
          <a:bodyPr wrap="none">
            <a:spAutoFit/>
          </a:bodyPr>
          <a:lstStyle/>
          <a:p>
            <a:pPr algn="ctr">
              <a:defRPr/>
            </a:pPr>
            <a:r>
              <a:rPr lang="en-US" sz="5400" b="1" dirty="0">
                <a:ln w="1905"/>
                <a:solidFill>
                  <a:schemeClr val="accent6">
                    <a:lumMod val="75000"/>
                  </a:schemeClr>
                </a:solidFill>
                <a:effectLst>
                  <a:innerShdw blurRad="69850" dist="43180" dir="5400000">
                    <a:srgbClr val="000000">
                      <a:alpha val="65000"/>
                    </a:srgbClr>
                  </a:innerShdw>
                </a:effectLst>
                <a:latin typeface="Bahnschrift SemiCondensed" panose="020B0502040204020203" pitchFamily="34" charset="0"/>
                <a:cs typeface="Arial" panose="020B0604020202020204" pitchFamily="34" charset="0"/>
              </a:rPr>
              <a:t>HỌC THẤU HIỂU</a:t>
            </a:r>
          </a:p>
        </p:txBody>
      </p:sp>
      <p:pic>
        <p:nvPicPr>
          <p:cNvPr id="7170" name="Picture 2" descr="Thấu Hiểu&quot; trong Tiếng Anh là gì: Định Nghĩa, Ví Dụ Anh Việt">
            <a:extLst>
              <a:ext uri="{FF2B5EF4-FFF2-40B4-BE49-F238E27FC236}">
                <a16:creationId xmlns:a16="http://schemas.microsoft.com/office/drawing/2014/main" id="{23399E4F-66F3-70A2-2F39-2E71D22B3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990600"/>
            <a:ext cx="4434928" cy="2943225"/>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0EE75E-87C3-5CFA-EBD5-CE29CC4476B9}"/>
              </a:ext>
            </a:extLst>
          </p:cNvPr>
          <p:cNvSpPr>
            <a:spLocks noChangeArrowheads="1"/>
          </p:cNvSpPr>
          <p:nvPr/>
        </p:nvSpPr>
        <p:spPr bwMode="auto">
          <a:xfrm>
            <a:off x="1828800" y="3733801"/>
            <a:ext cx="8610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b="1">
                <a:solidFill>
                  <a:srgbClr val="FF0000"/>
                </a:solidFill>
                <a:latin typeface="Helvetica" panose="020B0604020202020204" pitchFamily="34" charset="0"/>
              </a:rPr>
              <a:t>Thứ năm</a:t>
            </a:r>
            <a:r>
              <a:rPr lang="en-US" altLang="en-US" sz="2400">
                <a:solidFill>
                  <a:srgbClr val="002060"/>
                </a:solidFill>
                <a:latin typeface="Helvetica" panose="020B0604020202020204" pitchFamily="34" charset="0"/>
              </a:rPr>
              <a:t>:</a:t>
            </a:r>
            <a:r>
              <a:rPr lang="vi-VN" altLang="en-US" sz="2400">
                <a:solidFill>
                  <a:srgbClr val="002060"/>
                </a:solidFill>
                <a:latin typeface="Helvetica" panose="020B0604020202020204" pitchFamily="34" charset="0"/>
              </a:rPr>
              <a:t> “học buông bỏ”. Cuộc đời như một chiếc vali, lúc cần thì xách lên, không cần dùng nữa thì đặt nó xuống, lúc cần đặt xuống thì lại không đặt xuống, giống như kéo một túi hành lý nặng nề không tự tại chút nào cả. Năm tháng cuộc đời có hạn, nhận lỗi, tôn trọng, bao dung, mới làm cho người ta chấp nhận mình, biết buông bỏ thì mới tự tại được!</a:t>
            </a:r>
            <a:endParaRPr lang="en-US" altLang="en-US" sz="2400">
              <a:solidFill>
                <a:srgbClr val="002060"/>
              </a:solidFill>
              <a:latin typeface="Helvetica" panose="020B0604020202020204" pitchFamily="34" charset="0"/>
            </a:endParaRPr>
          </a:p>
        </p:txBody>
      </p:sp>
      <p:sp>
        <p:nvSpPr>
          <p:cNvPr id="5" name="Rectangle 4">
            <a:extLst>
              <a:ext uri="{FF2B5EF4-FFF2-40B4-BE49-F238E27FC236}">
                <a16:creationId xmlns:a16="http://schemas.microsoft.com/office/drawing/2014/main" id="{461DFC4E-DD44-6285-6368-53A4C3279067}"/>
              </a:ext>
            </a:extLst>
          </p:cNvPr>
          <p:cNvSpPr/>
          <p:nvPr/>
        </p:nvSpPr>
        <p:spPr>
          <a:xfrm>
            <a:off x="2671293" y="1371600"/>
            <a:ext cx="3462807" cy="923330"/>
          </a:xfrm>
          <a:prstGeom prst="rect">
            <a:avLst/>
          </a:prstGeom>
          <a:noFill/>
        </p:spPr>
        <p:txBody>
          <a:bodyPr wrap="none">
            <a:spAutoFit/>
          </a:bodyPr>
          <a:lstStyle/>
          <a:p>
            <a:pPr algn="ctr">
              <a:defRPr/>
            </a:pPr>
            <a:r>
              <a:rPr lang="en-US" sz="5400" b="1" dirty="0">
                <a:ln w="1905"/>
                <a:solidFill>
                  <a:schemeClr val="accent6">
                    <a:lumMod val="75000"/>
                  </a:schemeClr>
                </a:solidFill>
                <a:effectLst>
                  <a:innerShdw blurRad="69850" dist="43180" dir="5400000">
                    <a:srgbClr val="000000">
                      <a:alpha val="65000"/>
                    </a:srgbClr>
                  </a:innerShdw>
                </a:effectLst>
                <a:latin typeface="Bahnschrift SemiBold Condensed" panose="020B0502040204020203" pitchFamily="34" charset="0"/>
                <a:cs typeface="Arial" panose="020B0604020202020204" pitchFamily="34" charset="0"/>
              </a:rPr>
              <a:t>HỌC BUÔNG BỎ</a:t>
            </a:r>
          </a:p>
        </p:txBody>
      </p:sp>
      <p:pic>
        <p:nvPicPr>
          <p:cNvPr id="7174" name="Picture 2" descr="https://lh5.ggpht.com/brrIY67f69FOxRqR4PqjwIrqADgi83a1svMGJ2iAtyRY7n572PEuQXQsIBENeQSC3as=w300">
            <a:extLst>
              <a:ext uri="{FF2B5EF4-FFF2-40B4-BE49-F238E27FC236}">
                <a16:creationId xmlns:a16="http://schemas.microsoft.com/office/drawing/2014/main" id="{6DE474C3-60A4-0D74-0CA6-FC47F56C8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571500"/>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B395CD7-B256-F6BA-F525-845A9F09F7A6}"/>
              </a:ext>
            </a:extLst>
          </p:cNvPr>
          <p:cNvSpPr>
            <a:spLocks noGrp="1"/>
          </p:cNvSpPr>
          <p:nvPr>
            <p:ph type="title"/>
          </p:nvPr>
        </p:nvSpPr>
        <p:spPr/>
        <p:txBody>
          <a:bodyPr/>
          <a:lstStyle/>
          <a:p>
            <a:pPr eaLnBrk="1" hangingPunct="1"/>
            <a:endParaRPr lang="en-US" altLang="en-US"/>
          </a:p>
        </p:txBody>
      </p:sp>
      <p:sp>
        <p:nvSpPr>
          <p:cNvPr id="4" name="Rectangle 3">
            <a:extLst>
              <a:ext uri="{FF2B5EF4-FFF2-40B4-BE49-F238E27FC236}">
                <a16:creationId xmlns:a16="http://schemas.microsoft.com/office/drawing/2014/main" id="{F55A1EEE-57A1-1A68-5800-F9238B403891}"/>
              </a:ext>
            </a:extLst>
          </p:cNvPr>
          <p:cNvSpPr>
            <a:spLocks noChangeArrowheads="1"/>
          </p:cNvSpPr>
          <p:nvPr/>
        </p:nvSpPr>
        <p:spPr bwMode="auto">
          <a:xfrm>
            <a:off x="1981200" y="3594101"/>
            <a:ext cx="85344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b="1">
                <a:solidFill>
                  <a:srgbClr val="FF0000"/>
                </a:solidFill>
                <a:latin typeface="Helvetica" panose="020B0604020202020204" pitchFamily="34" charset="0"/>
              </a:rPr>
              <a:t>Thứ sáu</a:t>
            </a:r>
            <a:r>
              <a:rPr lang="en-US" altLang="en-US" sz="2400" b="1">
                <a:solidFill>
                  <a:srgbClr val="FF0000"/>
                </a:solidFill>
                <a:latin typeface="Helvetica" panose="020B0604020202020204" pitchFamily="34" charset="0"/>
              </a:rPr>
              <a:t>:</a:t>
            </a:r>
            <a:r>
              <a:rPr lang="vi-VN" altLang="en-US" sz="2400" b="1">
                <a:solidFill>
                  <a:srgbClr val="FF0000"/>
                </a:solidFill>
                <a:latin typeface="Helvetica" panose="020B0604020202020204" pitchFamily="34" charset="0"/>
              </a:rPr>
              <a:t> </a:t>
            </a:r>
            <a:r>
              <a:rPr lang="vi-VN" altLang="en-US" sz="2400">
                <a:solidFill>
                  <a:srgbClr val="002060"/>
                </a:solidFill>
                <a:latin typeface="Helvetica" panose="020B0604020202020204" pitchFamily="34" charset="0"/>
              </a:rPr>
              <a:t>“học cảm động”. Nhìn thấy ưu điểm của người khác chúng ta nên hoan hỷ mừng vui cùng cho họ, nhìn thấy điều không may của người khác nên cảm động. </a:t>
            </a:r>
            <a:endParaRPr lang="en-US" altLang="en-US" sz="2400">
              <a:solidFill>
                <a:srgbClr val="002060"/>
              </a:solidFill>
              <a:latin typeface="Helvetica" panose="020B0604020202020204" pitchFamily="34" charset="0"/>
            </a:endParaRPr>
          </a:p>
          <a:p>
            <a:pPr eaLnBrk="1" fontAlgn="base" hangingPunct="1">
              <a:spcBef>
                <a:spcPct val="0"/>
              </a:spcBef>
              <a:spcAft>
                <a:spcPct val="0"/>
              </a:spcAft>
            </a:pPr>
            <a:r>
              <a:rPr lang="vi-VN" altLang="en-US" sz="2400">
                <a:solidFill>
                  <a:srgbClr val="002060"/>
                </a:solidFill>
                <a:latin typeface="Helvetica" panose="020B0604020202020204" pitchFamily="34" charset="0"/>
              </a:rPr>
              <a:t>Cảm động là tâm thương yêu, tâm Bồ tát, tâm Bồ đề; trong cuộc đời của tôi, có rất nhiều câu chuyện, nhiều lời nói làm tôi cảm động, cho nên tôi cũng rất nỗ lực tìm cách làm cho người khác cảm động.</a:t>
            </a:r>
            <a:endParaRPr lang="en-US" altLang="en-US" sz="2400">
              <a:solidFill>
                <a:srgbClr val="002060"/>
              </a:solidFill>
              <a:latin typeface="Helvetica" panose="020B0604020202020204" pitchFamily="34" charset="0"/>
            </a:endParaRPr>
          </a:p>
        </p:txBody>
      </p:sp>
      <p:sp>
        <p:nvSpPr>
          <p:cNvPr id="5" name="Rectangle 4">
            <a:extLst>
              <a:ext uri="{FF2B5EF4-FFF2-40B4-BE49-F238E27FC236}">
                <a16:creationId xmlns:a16="http://schemas.microsoft.com/office/drawing/2014/main" id="{209853E5-59A3-1F38-B343-8DC297461D12}"/>
              </a:ext>
            </a:extLst>
          </p:cNvPr>
          <p:cNvSpPr/>
          <p:nvPr/>
        </p:nvSpPr>
        <p:spPr>
          <a:xfrm>
            <a:off x="5500311" y="1287952"/>
            <a:ext cx="3573414" cy="923330"/>
          </a:xfrm>
          <a:prstGeom prst="rect">
            <a:avLst/>
          </a:prstGeom>
          <a:noFill/>
        </p:spPr>
        <p:txBody>
          <a:bodyPr wrap="none">
            <a:spAutoFit/>
          </a:bodyPr>
          <a:lstStyle/>
          <a:p>
            <a:pPr algn="ctr">
              <a:defRPr/>
            </a:pPr>
            <a:r>
              <a:rPr lang="en-US" sz="5400" b="1" dirty="0">
                <a:ln w="1905"/>
                <a:solidFill>
                  <a:schemeClr val="accent6">
                    <a:lumMod val="75000"/>
                  </a:schemeClr>
                </a:solidFill>
                <a:effectLst>
                  <a:innerShdw blurRad="69850" dist="43180" dir="5400000">
                    <a:srgbClr val="000000">
                      <a:alpha val="65000"/>
                    </a:srgbClr>
                  </a:innerShdw>
                </a:effectLst>
                <a:latin typeface="Bahnschrift SemiBold Condensed" panose="020B0502040204020203" pitchFamily="34" charset="0"/>
                <a:cs typeface="Arial" panose="020B0604020202020204" pitchFamily="34" charset="0"/>
              </a:rPr>
              <a:t>HỌC CẢM ĐỘNG</a:t>
            </a:r>
          </a:p>
        </p:txBody>
      </p:sp>
      <p:pic>
        <p:nvPicPr>
          <p:cNvPr id="4098" name="Picture 2" descr="http://www.eva.vn/upload/4-2011/images/2011-12-17/1324095000-chuyen-hay-2011-eva.jpg">
            <a:extLst>
              <a:ext uri="{FF2B5EF4-FFF2-40B4-BE49-F238E27FC236}">
                <a16:creationId xmlns:a16="http://schemas.microsoft.com/office/drawing/2014/main" id="{2A6193CE-B27F-A928-D7D5-F9DD29FFA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685800"/>
            <a:ext cx="2895600" cy="212763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EF5321C-E898-8D38-9F22-24F8A6D33F38}"/>
              </a:ext>
            </a:extLst>
          </p:cNvPr>
          <p:cNvSpPr>
            <a:spLocks noGrp="1"/>
          </p:cNvSpPr>
          <p:nvPr>
            <p:ph type="title"/>
          </p:nvPr>
        </p:nvSpPr>
        <p:spPr/>
        <p:txBody>
          <a:bodyPr/>
          <a:lstStyle/>
          <a:p>
            <a:pPr eaLnBrk="1" hangingPunct="1"/>
            <a:endParaRPr lang="en-US" altLang="en-US"/>
          </a:p>
        </p:txBody>
      </p:sp>
      <p:sp>
        <p:nvSpPr>
          <p:cNvPr id="4" name="Rectangle 3">
            <a:extLst>
              <a:ext uri="{FF2B5EF4-FFF2-40B4-BE49-F238E27FC236}">
                <a16:creationId xmlns:a16="http://schemas.microsoft.com/office/drawing/2014/main" id="{7DCC66D9-0253-AC7C-6F4B-AB78405825F2}"/>
              </a:ext>
            </a:extLst>
          </p:cNvPr>
          <p:cNvSpPr>
            <a:spLocks noChangeArrowheads="1"/>
          </p:cNvSpPr>
          <p:nvPr/>
        </p:nvSpPr>
        <p:spPr bwMode="auto">
          <a:xfrm>
            <a:off x="1524000" y="3733800"/>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r>
              <a:rPr lang="vi-VN" altLang="en-US" sz="2400" b="1">
                <a:solidFill>
                  <a:srgbClr val="FF0000"/>
                </a:solidFill>
                <a:latin typeface="Helvetica" panose="020B0604020202020204" pitchFamily="34" charset="0"/>
              </a:rPr>
              <a:t>Thứ bảy</a:t>
            </a:r>
            <a:r>
              <a:rPr lang="en-US" altLang="en-US" sz="2400">
                <a:solidFill>
                  <a:srgbClr val="002060"/>
                </a:solidFill>
                <a:latin typeface="Helvetica" panose="020B0604020202020204" pitchFamily="34" charset="0"/>
              </a:rPr>
              <a:t>: </a:t>
            </a:r>
            <a:r>
              <a:rPr lang="vi-VN" altLang="en-US" sz="2400">
                <a:solidFill>
                  <a:srgbClr val="002060"/>
                </a:solidFill>
                <a:latin typeface="Helvetica" panose="020B0604020202020204" pitchFamily="34" charset="0"/>
              </a:rPr>
              <a:t>“học sinh tồn”. Để sinh tồn, chúng ta phải duy trì bảo vệ thân thể khỏe mạnh; thân thể khỏe mạnh không những có lợi cho bản thân, mà còn làm cho gia đình, bè bạn yên tâm.</a:t>
            </a:r>
          </a:p>
        </p:txBody>
      </p:sp>
      <p:sp>
        <p:nvSpPr>
          <p:cNvPr id="5" name="Rectangle 4">
            <a:extLst>
              <a:ext uri="{FF2B5EF4-FFF2-40B4-BE49-F238E27FC236}">
                <a16:creationId xmlns:a16="http://schemas.microsoft.com/office/drawing/2014/main" id="{7C9B821B-0DFA-B2FE-4384-3BC1C397ABDA}"/>
              </a:ext>
            </a:extLst>
          </p:cNvPr>
          <p:cNvSpPr/>
          <p:nvPr/>
        </p:nvSpPr>
        <p:spPr>
          <a:xfrm>
            <a:off x="3089665" y="2514600"/>
            <a:ext cx="5631670" cy="923330"/>
          </a:xfrm>
          <a:prstGeom prst="rect">
            <a:avLst/>
          </a:prstGeom>
          <a:noFill/>
        </p:spPr>
        <p:txBody>
          <a:bodyPr wrap="none">
            <a:spAutoFit/>
          </a:bodyPr>
          <a:lstStyle/>
          <a:p>
            <a:pPr algn="ctr">
              <a:defRPr/>
            </a:pPr>
            <a:r>
              <a:rPr lang="en-US" sz="5400" b="1" dirty="0">
                <a:ln w="1905"/>
                <a:solidFill>
                  <a:schemeClr val="accent6">
                    <a:lumMod val="75000"/>
                  </a:schemeClr>
                </a:solidFill>
                <a:effectLst>
                  <a:innerShdw blurRad="69850" dist="43180" dir="5400000">
                    <a:srgbClr val="000000">
                      <a:alpha val="65000"/>
                    </a:srgbClr>
                  </a:innerShdw>
                </a:effectLst>
                <a:latin typeface="Bahnschrift SemiCondensed" panose="020B0502040204020203" pitchFamily="34" charset="0"/>
                <a:cs typeface="Arial" panose="020B0604020202020204" pitchFamily="34" charset="0"/>
              </a:rPr>
              <a:t>HỌC CÁCH SINH TỒN</a:t>
            </a:r>
          </a:p>
        </p:txBody>
      </p:sp>
      <p:sp>
        <p:nvSpPr>
          <p:cNvPr id="9222" name="AutoShape 2" descr="data:image/jpeg;base64,/9j/4AAQSkZJRgABAQAAAQABAAD/2wCEAAkGBxQSEhQSEhQVFRQVFBUVFBIUFRQQFBQUFBQWFhQUFBQYHCggGBolHBQUITEhJSkrLi4uFx8zODMsNygtLiwBCgoKDg0OGxAQGiwkIBwsLCwsLi4sLCwsLCwsLCwsLCwsLCwsLCwsLCwsLCwsLCwsLCwsLCwsLCwsLCw3LCwsLP/AABEIALEBHAMBIgACEQEDEQH/xAAcAAACAgMBAQAAAAAAAAAAAAAEBQMGAAIHAQj/xAA9EAACAQIFAgQDBwEGBgMAAAABAgADEQQFEiExQVEGEyJhMnGBM0JSkaGxwRQHI2Jy0eEVJENzgpIWNFP/xAAaAQADAQEBAQAAAAAAAAAAAAABAgMEAAUG/8QAKxEAAgIBBAEDAgYDAAAAAAAAAAECEQMEEiExQRMiMjNRBUJhcYGhFFKR/9oADAMBAAIRAxEAPwARZtI0aSrPn0YjNMzTNwJ6BKIJoEm2iSBZ7pjHAzJBqqw5xBasIRZXWL6yRrWECqrGRwsq05AaUYvTmnlTrOAfJnoow8UZsKM5yAAihJFow4UZItCI5AsEp0ZOtKFpQkgoybYLAxTnuiGeTPPKi2AE0zRlhZpzRqc5BsCdZC6Q10kTJGTOsAdZGVhzU5G1OUUggZWeWhLJNCsbccQz3VPWWamE42DzYVZCTNC0NHBQqzPMghqTXzodpweKs3FeLhWmedDsCXmm8nVospVYVSqTOkAPUyRYKjyZWjIJOJ4TNNU8LQnGPBKpk7GQPCEEqiDOkMYSMrAcBGnMFKGeXN1pTgAi0ZKtGFJSky0oDgNaElWhDFoyZKEVgBEoTcUIelGSeTEaBQsNGRtSjVqMialA0AVNSkTU4zelIGpQAFr05E1OMXpyB6c6zhe1OROkPanIXpw7g2BMsgdYa6SB1jphsEYSJoQ4g7ysTiJzImab1IO5l4oKPGeRl5q7SJ2lYxGRL5s982CFp5rlNg1F5ptDaNSLaRhtGefRMY03k4eCUzJQ05BCQ8zXINc81whJi0hdp4XkTvAcekzyRapIpgOJEWTKsjpwhJxxsiSZKcxBCEWAB4lKEJSntNYTTScAjWnN/KhCU5Iqd4KCBeQTwCfkLyGpS9p0XClFACgWA6WklTC06nxIp+YlPQtdj+nwcuelIHpTpdfw1RbhbfIxZivBoPwP9CIksEkK8bKA9OQPTlpx3hiun3dQ7rvElbDlTYgg9jtIuLXZNxaFb0pC1KM2pSM0YjFFL0YNUpRzUpQdsMTwCfkLwphQjq0oHVWWcZJWf4aTn6WkWJ8KYoC/kP8Aof5loNjpMqVUQapHGOy2pT+NGX5i36xVVSa4M5AjmQsZNVEHeaYlEaM001TGmsqkVSOg0qcMprNkpSZac8XeZkYs2EwLPbRkwns1M9mEQ2EiZpEzSV1g7w2cZrkivBSZsjQnDGk0KpRfRaH0IDg2mIRTEhpiFUhAwE1MQqkIMsJpzrAEKJvaaKZuDCmElw+KZPcdo4w2cUzy2k9m2/XiITNHEKm49DKbReaNYHcG/wCsnDTn1Ks1M3Rivy4/KOcF4kI2qrf/ABL/ACJRZ/8AYdZEWoNBcdldKsLOoPvwR9YHRzqi/wD1AD2b0/vCVzKkP+on/sp/mPuhIe0yieIcgbDtflDw38GC5Rkr4htKbAfEx4E6BmrrXoOg3JU226ji02yHBjD0ADYEi7HjczMsMZT4fBN4lu/QX4Lwdh0HqBc924/KN8NllJBZEUfICDtnFInSrr8riH0qlxNEPT/KOlHwZ5QHQTUrJGaQu0rQxDicDTqAh0Ug9wDOaf2g/wBnaeW1fCixW5amOCPYd50qpVAF72t1Ow/OVXxF47w9BGRT5rkEWQgqCfxNEk4oSSR88V6cEqCPcWmok25JP5m8X1cPHx5ETQt0zPLhZoTBSlt4+46YtOSCnJAskVZ4O4zoHNOalIZomjJGUxkChZ7ohASYUh3jWBVEgtSnGbU4PVpxlMAsZJtTWEVKUxEjKYSSikOoCDUlh1BYykcFUhCkEhopCVELYGbLCKUhWT0hEsUnE3EjvN1h3HJnpM0JkwSask7cEHaQuYS6yBlgbOIWM1BsQexm7CRMJJnF782wVu6g/pFniXN/TpU9Ifjhamn+Rf2lOzmpuJnzSkpPGumaJuoi94wwPiGvR2Dal/C/q/I8xWXkbtKRk49GZNotP/ztxzRU/JiP4i7G+Oa7fAqJ+bH9YgqGC1JT1pviw72eZtm1et9pUZh2vYfkIhqpGlYQGqsMZfcNi2qsDqJGVVINUSaYSGAfLm4oQlacmFOO8hxe1SbBJOKczTPJ3EyErNWSTkTRhO3BIbTwzdhI42448IkDrCdM0ZJ24VsBdZiJJ2WSJSh3BTNKSQ6kk8pUZW/GPiY4YijS+0Iuz/hB4sD1l8EZZZbUNFNst2tUF2ZVHdiF/eRjNKP/AOi/necUqY53bU7s5J5Ylj/tDaGcFPeeotIvLL+kjs6YxD94fWG0WB4IPyN5yXB+MSvIv+Uc4PxAKzbAqQNmU6T8tukWWjXhgeL7HRwJPSpykYfxPVpjcCoOzEA/Qj/SP8k8T0sQ2j4Kn4GI3tzpPWY8mCcSTxtD4LNWWemtIXrzI50Iz3RIXoyRas2LiD1AoCejI0oEsB3IH6wtjCMuUNVpj/Gv7wxdsK7LHm67AdgBKJnP2hHaX7MN2lEzJL1H+Zj6he+y2XoUtIjDKlOaJSkdxmYG1OC1VtHBpwPG0pyZwqqCC1UhxSaNSjpjCp0kD0458ie/0QMop0NYjWlJ1SMamCtBzStG32Cy5Xg7Vd4vGYDiSk33ExONCVTDg15raR4Y94fSAi2U2kQpTw0YdYTYUpx1C9aUxqELalaRkzrFaBDhoRQw4m4YT0Pac7YKClwwtOL+Pv8A7ta5vYqB7C3H0na0rC3vOQf2m4MrizUC2V1X1dGYc/xPT/C3WRp+UWxcMqtGoByL/pCWxKW+zWATye7RoCWxHYAQrB5wyG9h/tFkyCji0Uc5RyNa/OxIM2rYumCrU2ZWBBVhvYj3lXUx94d8P1cW4A9KX3dr2A9h1MnkcYRbk+DjqWQ5359IOWGobNa4Fx137ix+snrZlbrFWcZWMBoSkCaTKGVjub/e1Hvf95X6maEm0+enBZJNw6MGT5NF0p5r7wkZjtzKxl1EuLmM/IsJBwpichz5lvzGvhrGB8RTH+L9pUK6xz4GB/q6W/U/tK4o+5FIXZ0vED1GUDF1P7x/8x/edBqcn6zmmJf1vf8AE37y2pRbMSsbzRYB/W72ENoDVMcuOzMS1DF+LPtG4ozWrhwRBHLEpFFatN0jlsuEDxGAI4lt8WGSIqNMGEjDiCAFYzwjXAnCIEq4b2i6rhd5Y6qiL6q7zro5soGLxxWpLTlOJ1LaVbN8L6riF5NjCCFmrNjUsaaGZZatYqfaaU84ANjBsbWusqWJxBueZnw6dZOx4s6BQzte8bYXMlfgzn/h/Jalb1XIWWejlLU+p2k8+OEHSYHNFovtFuMexkdGqw95KzA8zFckznVAKsbxxh8PcXMFw+FBO28OoYtRdSdx0miG6YsE2DV8ORxIMxyynWp+XWUMp78g9wehjMVF6wbFt2nKUoytCSm0zm2Zf2buW/5VwwJ2R/SR/wCXBiPHeCMdSvrw72UElhZlsOTcTtGDTg8W3EsjYhcRhqvfQyt87T29LrZSi1LwaMWVvs+VRRYmwU37WhuEyOtUYKEIv1bYTtHg3wxRJZioLC/IBm+d5QKbhlFunEOT8Re24oruEPhL+zakq+biCKr8hNwin37xn5QpVLKAAOnEs2V1LIR7SvZ56XvPJ1GWeZXJhcuA/HgVcK1xcp6h124MpuEysM97CWnI8WC2lvhYFT8jtE2HpGnVZDsVYj8jI6eUoxcfsZp8uw6lhNA427wDHZkF2ljpFWFiR8opzPJxyBz0jxypyphYhp1TUOxlq8D4cjF07+/7RPg8N5bAMtj0vLp4apAV0Psf2llL3pIH5i3N1+RnKM1repj/AIj+86s52b5Gcqx1G+q/c/vK6mSVDZnQoo1iTcR9l9YdTKfmlfyjtMy3NfeQnglOO5GZt9nRfPAEj/qgZUnzbaa0s1I5mVaaQFKT6LqHHeR1BeVcZ2vQxjh8yBFyY3pSj2WT45CalPfpPBVCxPnGZ6fhMhyl2qm8vFOrC5RSGGIzW2xi2rmu/WT5nhbm36wA5YexhW3yScrFmavZt9oPhKbXuIdiytfYbG8cYDKdCjj+Zpc9kOTRt4tg1GmSN+shGRjUCeLw0KNYXUFubAkEj9I5xeGFKiS1iRvqB6dCJm3zj15ISvwMsi8umoUWEizbWx/uwT7CKMoqgq1RzYBb3JAHsB7wmlm1Xby6ZQOTZ23NhzaZ/Td2xJSMoVCCRV2sLxUmcJUP2gT1EWPsepjTHuz0yXsDa2rvKVisRSFMoQAdVy3WaNPjjO00aMdOJ0rB1gKY0kFiOkqXiPz6b+ZbbuN4qw+PqJTHknn2vtJcHnrVVajU+LoZoUZR5SVIH+RTpLgPw2dMdPPG8ZV82Pllkax2BJFyLyqU0ekQbBgeLGSYrNSBpIK9frFlh3StHTimrRYmzCrSpeYrCqCfWhNiB3EN8K4xvNNVWJp1ARUosfUNiAbdwf0nPlxlVm3Y2PUcfWOsNibL6agDgjcbE2PWO8bxr9SMZOLOm+G6gWq69zcfWF+IaOpb9jK1l+KtVRgdmQb9DLNjmuh+V5lxz9rgbIu0LMuHSAZ/hNSn2/iF4Cp6vrD8XQvfsRO2+0auCh4IlW+RjPNGprU8x9YLKpOlbjYWJP5TxsHpcj3lY8ZZ5UpVwKbkKq6Sosd7XJ3+kXDieXLSISi6pFiwWaU2b06jbrbn2tyPrHNXMKYQMTseD2/3nOcoxpZnbYMxXf8Ab6/6xvmKGqgu2hgDpH3dt7H3J7SuTSxjOjO8klwN8wrPVZWUBl1c9RaWvw9U01UB50n9pyTJc9ekw13Kk8Xl+wviGiKyO1QKdJGkgjc9L8RpYZwkuA4m75OhvU9DnspP6TkhzlXLa1Kjf1c73l1xWZm2nVawJYbDUpEpeamhpb1LSa1wrMpBubd50prK6otlluaRoMpp1rEsrJcbAjUSb2ERnJCjqAD8QBU/Oa5XhTSPmHTpv1GoEjt7xji8xqvT82iPWrbqRqBA7W67SqTj7Yvgk3ztZY85yjD0aKsycgXPWKKXh1a7h6TjyrHWCdx7j3jLIM+TG0PKqkCoOA1hc23A/KYxaiClNAQzbt8tjbtIvdjfJRPwVbMPDy6nFKoylbafM+90I4vz1m2RYR0JWsbMDa3N+xB6yy4ylqVQx2U3CkC49gZ7haoYPodSUK31BdTG3QcC28Ms0pQoR2Bf8LBa59Q6jrJNWlSaS26b7RbmuVV3rNUw1W9+UO1z1AirC0KpqBMQKov0F9vfaGONON7hZIeVMyFNdVVgWv8AAu8HqeKRfZGt8rRF4gw/9GwIuQ3BYRO+duxvt+k049MpLclYyx2hzj8vZDqB5kOKzSppsHO3vFuMx9QixJiqpiW7zTjwSfyNMZNosdHO9Q01OfxXlox2MH9LTpsWIamCGX7p3sw/0lAy/CF2UuCFJH1Eu2eYRjQpmkDZdrcem0jnhCM4pCSkroVYOu7haRbUoJta1jbiWKvjPLphbsX03F/u+wlXyxEpYlQbqCLD2a8f4rCXcvUIteyAGwPzJkNQo7l9uzNJJNk9XGhsMoLXI3a/N/aKcjFGvWFDT6mPJ/UyN83AbToBUEg+ndbe/BkHh3bGJWpm4DEkHY7x8eGk93AYLnkKzXELh8Q9JGDKh02Asb24i7y3qN6V0E7lo/y7JWOIatXS2ty1rbWJ23mviwLTdfK1b7WB5vO9SCntj2HbHdZpSRKWnW1yBuf3MWeJcUtcKaINj1m/iPAPTw4qEj12BBBLXte36QbB7U76rIAORpA7j3O8fFBV6i5dl+KQJlGDcXJJ0jn/AGkWMxAW4p7fibm/0h+IzIkClRDEnZvTuB7EzbOMOuEUPTRX9Au73ezMQN0O1+ZojzL3dvwGh7kGa6qNMm4NI6CT1W1wf3l6o5sGQb8i05XkuT42taqBZHG5bYW6bdOJPRbGKzU/LY6Wtcbj23mHNplvbi0DlM6Fl2JBbfvLTUS6gjtOUUMc6VAtQFW2uJ0PLsfqp89JGK28MrFiDxLmKUAWbnp7npOR4jFGrUZn+8d46/tIxj1cX5Y4VQQPc3la/p6lMgspHzFxPU0uCMI35YGi1UspY6Wpgk29I0bG3Go7b8bwtMU9PUK6ldwvpOoXJve999jK9kGaslVSWYc8G/I7S45mrvRvRCMpA2cbi43a/wCK95HNcZqMun5MeRNOmUrHA6wgBvq44PPHtLrj664nD0jS+1pOV06rMyAXNj1NtvynP8RWbV6uR+d+5PWSYDM6lEkqdiLW4F+47GapYm0q8GiMaR0vGV2p00qqp00yAVJuyKRYq3tYyrvhmrVKiELYOdN7bDkW+kdYTNmrYKs4YemkxIPrYm3q54tYb+8o9HNXVfi1CxAB+IA+8zYcMqfhgcG+UXTKMor0CQ7qaLKSy6lbbgbHjnmR1MPWoMtWmGKAsGAsQL7G/fYiVqniw1n8wgKAdG+9j8B+sf0M7xHlB6Wg35Thh0Gnv0iTxTTvjn+CUo2aUcMoq02UVFfUGsu9x94j3tLFVzS6MQ50pe2w2UGxBXm/G8qNPNay1PUttRs4tZQeu9tj7iLctf8A5oiopKktYaiB3Fz1EL0+5e7wGMS9rnyaR52hhY2Zblh2uPzgVCthxU8ynqJWzMt+QL6jY/MflFGHVKtR1rUrLYkeWWBt+EAXBh+O8LJUpq2EqshA9VOrtv7MN5NYsafLqwqF82RjxFSV2ei7MS19J+7boL9I/OfGrh2xNFNbIbVEIuVX8QYdN5RMpyTy8ZSp4qnemWsxVrIf/MftL5icCaFZv6RA2Gcb0qZ1srWtcg7kXMbNhxKq5DLGvABifEFJ8Ohr0VqU78sbnV29oBgjlTrqNMqbm6kg2Pt7Rw+UNQS9dAaB38tgCASN79b3vF5bALtpUc7BR1N+vzk4TilUb/gRNR4bYpyDD0qutq9JnCi+zFFJ/DcdTv1jY5Nl1QqKdKqmsXV9epFJ4uD/AKww5E6LoAsvS3XuSfzk+Dywogp6req+m1xv7dLGF6hXwysGhFRyvSzJUBULxtzbgiaZrj2IChamlbCxUi473lzalsNRva1iRNWw6v8AE0zvUJStqyc6T4Kvk+XpiHUsrBUIbdhaPM2yQVi4Dqqldhfg95ticGKa/wB3cW3+cRYvGVPMAuQOoirI8kri+hd3g8ymgmGurkPubC1zPUKPUNWkoAW4cW9QPew6RylOkE1WBa3Ji+li/KuUQXbk83HaFZd1vywssmAzBBTAY39za/5RdmuBFYakIBBBv2sekS47Mae1lsx5HvGWR4v02tEjCUXuEimpUxNn1VW00yLsvqJO+452laxmIZymlbkEgADb5kd5YPF2YmlVDBRa3Noop+KRawUL7qBeenp4zjBOKs0w5XBZsqQ4ZA2guzEari5vBvEmXf1FakzEKNQuARYDrcd4NkmcGqSpYkMOTyD0MF/4DXNbUCdPNyfeSjFxyNydM5FqzrMqgp/09MDSQBq42HS0dZJqFIAW2HXe8UmqopjXbWBYEQNM58o7tz0EytblSDt45GFX+9qMz018wfCbdoVcr95QT93iS5fiBUAe2/eQZ3Qp1Pn3G0zuUrVkZTcWUXxTl1dK4rabg/eAuOescVXtRBqoGB5I5HzEbZFjksaVa1l6ne4kOeLRd1NFwBy1twbdLTbLK5JRa6HcrRWDkFKpvRb1dBeR/wBY+FHl1NRINxz+hgyYwpXY0zuGFgoJB7mN8bnKVT5eJpWvsHmlqXUuV/ZOSvhlKzKrrqMxPJvIqNQiw6Ha3PPtLBmnhqwJpHUedJ29PcSvYaqadRW50sDbvYz0cU4zj7TXBprgumRNTXCVFFyxBBB2upJU6V72IP0lfwGVVWPpDc9rDb3m+UZmVeoQNnvcHgdYS/iWoDZbD5CZmskZNRXZFuadIejwiNALNuPu/Oa4bwuQtSzEG4Cj/Cd7g9DElHxDWBBLG3aXzIM/SqoB2aYcr1GNW3Znk5rsS4fD4hEIq0y9NbEi9mFtr7/KAOi69TMyjqunp037y64pWJvr27DiKszwRdw1rWFrjtIw1XPPAiycklRQuG8+lU9KqRZhfnp+kryZsW21frJvE9cil5VM2p9QOSfeUpCwPWatPhU4W2a4KNWdUyLDrWpEEbG99O28VpiaOGqFH8xQt9L6iGU9wRNvC+a6KYH5zzxZhfPQFB6r3vIR4ntl0DcC4jxVSYNRckodw45J7sIoxGPpajopgr0PeJq+V1R90m/YQrD5LVt6tSntN8cGKPT/ALC8Slydwp/CPrBKX2n0mTJ4UfkSiR47gxckyZEyiz7Nsd8MrdX45kyPpvIF2E1/hnmH5+kyZKRGE2c/aD5x/kvwzJk05fgjn2JPH3AlBTmZMnq6L6KNOD4lq8IfHL6vw/nMmTz9V9RgXyE2L5MrGI+1E9mRdP2/2Czonh/7ITTMOT8pkyYsvZnz9FSxHxVP8s08P8/n+0yZN6+P/ALoRUPtz/3P5hOe/EPnMmTY/qL9ij7GtD7Vf8n8CUnF/Ef8x/eZMj6Ttj6cPyr4H+YgrfFMmS77Y7+TCBxHPhv4pkyZNR9NmbJ0X/DfDJMR8BmTJ4H5jJ5KXmnWV/ETJk9vS/E24/iO8i+GWahx9JkyY831Dl2aN/MHx/xn6ftMmR49FoH/2Q==">
            <a:extLst>
              <a:ext uri="{FF2B5EF4-FFF2-40B4-BE49-F238E27FC236}">
                <a16:creationId xmlns:a16="http://schemas.microsoft.com/office/drawing/2014/main" id="{9A07F195-EAE8-D121-258F-4C11184E8D8C}"/>
              </a:ext>
            </a:extLst>
          </p:cNvPr>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endParaRPr lang="en-US" altLang="en-US">
              <a:solidFill>
                <a:prstClr val="black"/>
              </a:solidFill>
            </a:endParaRPr>
          </a:p>
        </p:txBody>
      </p:sp>
      <p:pic>
        <p:nvPicPr>
          <p:cNvPr id="5124" name="Picture 4" descr="http://static.xaluan.com/images/news/Image/2009/06/23/1245762878.img.jpg">
            <a:extLst>
              <a:ext uri="{FF2B5EF4-FFF2-40B4-BE49-F238E27FC236}">
                <a16:creationId xmlns:a16="http://schemas.microsoft.com/office/drawing/2014/main" id="{36F97B0E-5AA9-B60B-8CF4-06E4FCA4A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28600"/>
            <a:ext cx="2465294" cy="16764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F730580-05E8-2FD7-7602-CA915ED34E75}"/>
              </a:ext>
            </a:extLst>
          </p:cNvPr>
          <p:cNvSpPr>
            <a:spLocks noGrp="1"/>
          </p:cNvSpPr>
          <p:nvPr>
            <p:ph type="title"/>
          </p:nvPr>
        </p:nvSpPr>
        <p:spPr/>
        <p:txBody>
          <a:bodyPr/>
          <a:lstStyle/>
          <a:p>
            <a:pPr eaLnBrk="1" hangingPunct="1"/>
            <a:endParaRPr lang="en-US" altLang="en-US"/>
          </a:p>
        </p:txBody>
      </p:sp>
      <p:sp>
        <p:nvSpPr>
          <p:cNvPr id="10243" name="Content Placeholder 2">
            <a:extLst>
              <a:ext uri="{FF2B5EF4-FFF2-40B4-BE49-F238E27FC236}">
                <a16:creationId xmlns:a16="http://schemas.microsoft.com/office/drawing/2014/main" id="{565AFAD6-C17A-C2C9-FBEC-D7B5E59CCEE1}"/>
              </a:ext>
            </a:extLst>
          </p:cNvPr>
          <p:cNvSpPr>
            <a:spLocks noGrp="1"/>
          </p:cNvSpPr>
          <p:nvPr>
            <p:ph idx="1"/>
          </p:nvPr>
        </p:nvSpPr>
        <p:spPr/>
        <p:txBody>
          <a:bodyPr/>
          <a:lstStyle/>
          <a:p>
            <a:pPr eaLnBrk="1" hangingPunct="1"/>
            <a:endParaRPr lang="en-US" altLang="en-US"/>
          </a:p>
        </p:txBody>
      </p:sp>
      <p:sp>
        <p:nvSpPr>
          <p:cNvPr id="10244" name="AutoShape 2" descr="data:image/jpeg;base64,/9j/4AAQSkZJRgABAQAAAQABAAD/2wCEAAkGBxQSEhQSEhQVFRQVFBUVFBIUFRQQFBQUFBQWFhQUFBQYHCggGBolHBQUITEhJSkrLi4uFx8zODMsNygtLiwBCgoKDg0OGxAQGiwkIBwsLCwsLi4sLCwsLCwsLCwsLCwsLCwsLCwsLCwsLCwsLCwsLCwsLCwsLCwsLCw3LCwsLP/AABEIALEBHAMBIgACEQEDEQH/xAAcAAACAgMBAQAAAAAAAAAAAAAEBQMGAAIHAQj/xAA9EAACAQIFAgQDBwEGBgMAAAABAgADEQQFEiExQVEGEyJhMnGBM0JSkaGxwRQHI2Jy0eEVJENzgpIWNFP/xAAaAQADAQEBAQAAAAAAAAAAAAABAgMEAAUG/8QAKxEAAgIBBAEDAgYDAAAAAAAAAAECEQMEEiExQRMiMjNRBUJhcYGhFFKR/9oADAMBAAIRAxEAPwARZtI0aSrPn0YjNMzTNwJ6BKIJoEm2iSBZ7pjHAzJBqqw5xBasIRZXWL6yRrWECqrGRwsq05AaUYvTmnlTrOAfJnoow8UZsKM5yAAihJFow4UZItCI5AsEp0ZOtKFpQkgoybYLAxTnuiGeTPPKi2AE0zRlhZpzRqc5BsCdZC6Q10kTJGTOsAdZGVhzU5G1OUUggZWeWhLJNCsbccQz3VPWWamE42DzYVZCTNC0NHBQqzPMghqTXzodpweKs3FeLhWmedDsCXmm8nVospVYVSqTOkAPUyRYKjyZWjIJOJ4TNNU8LQnGPBKpk7GQPCEEqiDOkMYSMrAcBGnMFKGeXN1pTgAi0ZKtGFJSky0oDgNaElWhDFoyZKEVgBEoTcUIelGSeTEaBQsNGRtSjVqMialA0AVNSkTU4zelIGpQAFr05E1OMXpyB6c6zhe1OROkPanIXpw7g2BMsgdYa6SB1jphsEYSJoQ4g7ysTiJzImab1IO5l4oKPGeRl5q7SJ2lYxGRL5s982CFp5rlNg1F5ptDaNSLaRhtGefRMY03k4eCUzJQ05BCQ8zXINc81whJi0hdp4XkTvAcekzyRapIpgOJEWTKsjpwhJxxsiSZKcxBCEWAB4lKEJSntNYTTScAjWnN/KhCU5Iqd4KCBeQTwCfkLyGpS9p0XClFACgWA6WklTC06nxIp+YlPQtdj+nwcuelIHpTpdfw1RbhbfIxZivBoPwP9CIksEkK8bKA9OQPTlpx3hiun3dQ7rvElbDlTYgg9jtIuLXZNxaFb0pC1KM2pSM0YjFFL0YNUpRzUpQdsMTwCfkLwphQjq0oHVWWcZJWf4aTn6WkWJ8KYoC/kP8Aof5loNjpMqVUQapHGOy2pT+NGX5i36xVVSa4M5AjmQsZNVEHeaYlEaM001TGmsqkVSOg0qcMprNkpSZac8XeZkYs2EwLPbRkwns1M9mEQ2EiZpEzSV1g7w2cZrkivBSZsjQnDGk0KpRfRaH0IDg2mIRTEhpiFUhAwE1MQqkIMsJpzrAEKJvaaKZuDCmElw+KZPcdo4w2cUzy2k9m2/XiITNHEKm49DKbReaNYHcG/wCsnDTn1Ks1M3Rivy4/KOcF4kI2qrf/ABL/ACJRZ/8AYdZEWoNBcdldKsLOoPvwR9YHRzqi/wD1AD2b0/vCVzKkP+on/sp/mPuhIe0yieIcgbDtflDw38GC5Rkr4htKbAfEx4E6BmrrXoOg3JU226ji02yHBjD0ADYEi7HjczMsMZT4fBN4lu/QX4Lwdh0HqBc924/KN8NllJBZEUfICDtnFInSrr8riH0qlxNEPT/KOlHwZ5QHQTUrJGaQu0rQxDicDTqAh0Ug9wDOaf2g/wBnaeW1fCixW5amOCPYd50qpVAF72t1Ow/OVXxF47w9BGRT5rkEWQgqCfxNEk4oSSR88V6cEqCPcWmok25JP5m8X1cPHx5ETQt0zPLhZoTBSlt4+46YtOSCnJAskVZ4O4zoHNOalIZomjJGUxkChZ7ohASYUh3jWBVEgtSnGbU4PVpxlMAsZJtTWEVKUxEjKYSSikOoCDUlh1BYykcFUhCkEhopCVELYGbLCKUhWT0hEsUnE3EjvN1h3HJnpM0JkwSask7cEHaQuYS6yBlgbOIWM1BsQexm7CRMJJnF782wVu6g/pFniXN/TpU9Ifjhamn+Rf2lOzmpuJnzSkpPGumaJuoi94wwPiGvR2Dal/C/q/I8xWXkbtKRk49GZNotP/ztxzRU/JiP4i7G+Oa7fAqJ+bH9YgqGC1JT1pviw72eZtm1et9pUZh2vYfkIhqpGlYQGqsMZfcNi2qsDqJGVVINUSaYSGAfLm4oQlacmFOO8hxe1SbBJOKczTPJ3EyErNWSTkTRhO3BIbTwzdhI42448IkDrCdM0ZJ24VsBdZiJJ2WSJSh3BTNKSQ6kk8pUZW/GPiY4YijS+0Iuz/hB4sD1l8EZZZbUNFNst2tUF2ZVHdiF/eRjNKP/AOi/necUqY53bU7s5J5Ylj/tDaGcFPeeotIvLL+kjs6YxD94fWG0WB4IPyN5yXB+MSvIv+Uc4PxAKzbAqQNmU6T8tukWWjXhgeL7HRwJPSpykYfxPVpjcCoOzEA/Qj/SP8k8T0sQ2j4Kn4GI3tzpPWY8mCcSTxtD4LNWWemtIXrzI50Iz3RIXoyRas2LiD1AoCejI0oEsB3IH6wtjCMuUNVpj/Gv7wxdsK7LHm67AdgBKJnP2hHaX7MN2lEzJL1H+Zj6he+y2XoUtIjDKlOaJSkdxmYG1OC1VtHBpwPG0pyZwqqCC1UhxSaNSjpjCp0kD0458ie/0QMop0NYjWlJ1SMamCtBzStG32Cy5Xg7Vd4vGYDiSk33ExONCVTDg15raR4Y94fSAi2U2kQpTw0YdYTYUpx1C9aUxqELalaRkzrFaBDhoRQw4m4YT0Pac7YKClwwtOL+Pv8A7ta5vYqB7C3H0na0rC3vOQf2m4MrizUC2V1X1dGYc/xPT/C3WRp+UWxcMqtGoByL/pCWxKW+zWATye7RoCWxHYAQrB5wyG9h/tFkyCji0Uc5RyNa/OxIM2rYumCrU2ZWBBVhvYj3lXUx94d8P1cW4A9KX3dr2A9h1MnkcYRbk+DjqWQ5359IOWGobNa4Fx137ix+snrZlbrFWcZWMBoSkCaTKGVjub/e1Hvf95X6maEm0+enBZJNw6MGT5NF0p5r7wkZjtzKxl1EuLmM/IsJBwpichz5lvzGvhrGB8RTH+L9pUK6xz4GB/q6W/U/tK4o+5FIXZ0vED1GUDF1P7x/8x/edBqcn6zmmJf1vf8AE37y2pRbMSsbzRYB/W72ENoDVMcuOzMS1DF+LPtG4ozWrhwRBHLEpFFatN0jlsuEDxGAI4lt8WGSIqNMGEjDiCAFYzwjXAnCIEq4b2i6rhd5Y6qiL6q7zro5soGLxxWpLTlOJ1LaVbN8L6riF5NjCCFmrNjUsaaGZZatYqfaaU84ANjBsbWusqWJxBueZnw6dZOx4s6BQzte8bYXMlfgzn/h/Jalb1XIWWejlLU+p2k8+OEHSYHNFovtFuMexkdGqw95KzA8zFckznVAKsbxxh8PcXMFw+FBO28OoYtRdSdx0miG6YsE2DV8ORxIMxyynWp+XWUMp78g9wehjMVF6wbFt2nKUoytCSm0zm2Zf2buW/5VwwJ2R/SR/wCXBiPHeCMdSvrw72UElhZlsOTcTtGDTg8W3EsjYhcRhqvfQyt87T29LrZSi1LwaMWVvs+VRRYmwU37WhuEyOtUYKEIv1bYTtHg3wxRJZioLC/IBm+d5QKbhlFunEOT8Re24oruEPhL+zakq+biCKr8hNwin37xn5QpVLKAAOnEs2V1LIR7SvZ56XvPJ1GWeZXJhcuA/HgVcK1xcp6h124MpuEysM97CWnI8WC2lvhYFT8jtE2HpGnVZDsVYj8jI6eUoxcfsZp8uw6lhNA427wDHZkF2ljpFWFiR8opzPJxyBz0jxypyphYhp1TUOxlq8D4cjF07+/7RPg8N5bAMtj0vLp4apAV0Psf2llL3pIH5i3N1+RnKM1repj/AIj+86s52b5Gcqx1G+q/c/vK6mSVDZnQoo1iTcR9l9YdTKfmlfyjtMy3NfeQnglOO5GZt9nRfPAEj/qgZUnzbaa0s1I5mVaaQFKT6LqHHeR1BeVcZ2vQxjh8yBFyY3pSj2WT45CalPfpPBVCxPnGZ6fhMhyl2qm8vFOrC5RSGGIzW2xi2rmu/WT5nhbm36wA5YexhW3yScrFmavZt9oPhKbXuIdiytfYbG8cYDKdCjj+Zpc9kOTRt4tg1GmSN+shGRjUCeLw0KNYXUFubAkEj9I5xeGFKiS1iRvqB6dCJm3zj15ISvwMsi8umoUWEizbWx/uwT7CKMoqgq1RzYBb3JAHsB7wmlm1Xby6ZQOTZ23NhzaZ/Td2xJSMoVCCRV2sLxUmcJUP2gT1EWPsepjTHuz0yXsDa2rvKVisRSFMoQAdVy3WaNPjjO00aMdOJ0rB1gKY0kFiOkqXiPz6b+ZbbuN4qw+PqJTHknn2vtJcHnrVVajU+LoZoUZR5SVIH+RTpLgPw2dMdPPG8ZV82Pllkax2BJFyLyqU0ekQbBgeLGSYrNSBpIK9frFlh3StHTimrRYmzCrSpeYrCqCfWhNiB3EN8K4xvNNVWJp1ARUosfUNiAbdwf0nPlxlVm3Y2PUcfWOsNibL6agDgjcbE2PWO8bxr9SMZOLOm+G6gWq69zcfWF+IaOpb9jK1l+KtVRgdmQb9DLNjmuh+V5lxz9rgbIu0LMuHSAZ/hNSn2/iF4Cp6vrD8XQvfsRO2+0auCh4IlW+RjPNGprU8x9YLKpOlbjYWJP5TxsHpcj3lY8ZZ5UpVwKbkKq6Sosd7XJ3+kXDieXLSISi6pFiwWaU2b06jbrbn2tyPrHNXMKYQMTseD2/3nOcoxpZnbYMxXf8Ab6/6xvmKGqgu2hgDpH3dt7H3J7SuTSxjOjO8klwN8wrPVZWUBl1c9RaWvw9U01UB50n9pyTJc9ekw13Kk8Xl+wviGiKyO1QKdJGkgjc9L8RpYZwkuA4m75OhvU9DnspP6TkhzlXLa1Kjf1c73l1xWZm2nVawJYbDUpEpeamhpb1LSa1wrMpBubd50prK6otlluaRoMpp1rEsrJcbAjUSb2ERnJCjqAD8QBU/Oa5XhTSPmHTpv1GoEjt7xji8xqvT82iPWrbqRqBA7W67SqTj7Yvgk3ztZY85yjD0aKsycgXPWKKXh1a7h6TjyrHWCdx7j3jLIM+TG0PKqkCoOA1hc23A/KYxaiClNAQzbt8tjbtIvdjfJRPwVbMPDy6nFKoylbafM+90I4vz1m2RYR0JWsbMDa3N+xB6yy4ylqVQx2U3CkC49gZ7haoYPodSUK31BdTG3QcC28Ms0pQoR2Bf8LBa59Q6jrJNWlSaS26b7RbmuVV3rNUw1W9+UO1z1AirC0KpqBMQKov0F9vfaGONON7hZIeVMyFNdVVgWv8AAu8HqeKRfZGt8rRF4gw/9GwIuQ3BYRO+duxvt+k049MpLclYyx2hzj8vZDqB5kOKzSppsHO3vFuMx9QixJiqpiW7zTjwSfyNMZNosdHO9Q01OfxXlox2MH9LTpsWIamCGX7p3sw/0lAy/CF2UuCFJH1Eu2eYRjQpmkDZdrcem0jnhCM4pCSkroVYOu7haRbUoJta1jbiWKvjPLphbsX03F/u+wlXyxEpYlQbqCLD2a8f4rCXcvUIteyAGwPzJkNQo7l9uzNJJNk9XGhsMoLXI3a/N/aKcjFGvWFDT6mPJ/UyN83AbToBUEg+ndbe/BkHh3bGJWpm4DEkHY7x8eGk93AYLnkKzXELh8Q9JGDKh02Asb24i7y3qN6V0E7lo/y7JWOIatXS2ty1rbWJ23mviwLTdfK1b7WB5vO9SCntj2HbHdZpSRKWnW1yBuf3MWeJcUtcKaINj1m/iPAPTw4qEj12BBBLXte36QbB7U76rIAORpA7j3O8fFBV6i5dl+KQJlGDcXJJ0jn/AGkWMxAW4p7fibm/0h+IzIkClRDEnZvTuB7EzbOMOuEUPTRX9Au73ezMQN0O1+ZojzL3dvwGh7kGa6qNMm4NI6CT1W1wf3l6o5sGQb8i05XkuT42taqBZHG5bYW6bdOJPRbGKzU/LY6Wtcbj23mHNplvbi0DlM6Fl2JBbfvLTUS6gjtOUUMc6VAtQFW2uJ0PLsfqp89JGK28MrFiDxLmKUAWbnp7npOR4jFGrUZn+8d46/tIxj1cX5Y4VQQPc3la/p6lMgspHzFxPU0uCMI35YGi1UspY6Wpgk29I0bG3Go7b8bwtMU9PUK6ldwvpOoXJve999jK9kGaslVSWYc8G/I7S45mrvRvRCMpA2cbi43a/wCK95HNcZqMun5MeRNOmUrHA6wgBvq44PPHtLrj664nD0jS+1pOV06rMyAXNj1NtvynP8RWbV6uR+d+5PWSYDM6lEkqdiLW4F+47GapYm0q8GiMaR0vGV2p00qqp00yAVJuyKRYq3tYyrvhmrVKiELYOdN7bDkW+kdYTNmrYKs4YemkxIPrYm3q54tYb+8o9HNXVfi1CxAB+IA+8zYcMqfhgcG+UXTKMor0CQ7qaLKSy6lbbgbHjnmR1MPWoMtWmGKAsGAsQL7G/fYiVqniw1n8wgKAdG+9j8B+sf0M7xHlB6Wg35Thh0Gnv0iTxTTvjn+CUo2aUcMoq02UVFfUGsu9x94j3tLFVzS6MQ50pe2w2UGxBXm/G8qNPNay1PUttRs4tZQeu9tj7iLctf8A5oiopKktYaiB3Fz1EL0+5e7wGMS9rnyaR52hhY2Zblh2uPzgVCthxU8ynqJWzMt+QL6jY/MflFGHVKtR1rUrLYkeWWBt+EAXBh+O8LJUpq2EqshA9VOrtv7MN5NYsafLqwqF82RjxFSV2ei7MS19J+7boL9I/OfGrh2xNFNbIbVEIuVX8QYdN5RMpyTy8ZSp4qnemWsxVrIf/MftL5icCaFZv6RA2Gcb0qZ1srWtcg7kXMbNhxKq5DLGvABifEFJ8Ohr0VqU78sbnV29oBgjlTrqNMqbm6kg2Pt7Rw+UNQS9dAaB38tgCASN79b3vF5bALtpUc7BR1N+vzk4TilUb/gRNR4bYpyDD0qutq9JnCi+zFFJ/DcdTv1jY5Nl1QqKdKqmsXV9epFJ4uD/AKww5E6LoAsvS3XuSfzk+Dywogp6req+m1xv7dLGF6hXwysGhFRyvSzJUBULxtzbgiaZrj2IChamlbCxUi473lzalsNRva1iRNWw6v8AE0zvUJStqyc6T4Kvk+XpiHUsrBUIbdhaPM2yQVi4Dqqldhfg95ticGKa/wB3cW3+cRYvGVPMAuQOoirI8kri+hd3g8ymgmGurkPubC1zPUKPUNWkoAW4cW9QPew6RylOkE1WBa3Ji+li/KuUQXbk83HaFZd1vywssmAzBBTAY39za/5RdmuBFYakIBBBv2sekS47Mae1lsx5HvGWR4v02tEjCUXuEimpUxNn1VW00yLsvqJO+452laxmIZymlbkEgADb5kd5YPF2YmlVDBRa3Noop+KRawUL7qBeenp4zjBOKs0w5XBZsqQ4ZA2guzEari5vBvEmXf1FakzEKNQuARYDrcd4NkmcGqSpYkMOTyD0MF/4DXNbUCdPNyfeSjFxyNydM5FqzrMqgp/09MDSQBq42HS0dZJqFIAW2HXe8UmqopjXbWBYEQNM58o7tz0EytblSDt45GFX+9qMz018wfCbdoVcr95QT93iS5fiBUAe2/eQZ3Qp1Pn3G0zuUrVkZTcWUXxTl1dK4rabg/eAuOescVXtRBqoGB5I5HzEbZFjksaVa1l6ne4kOeLRd1NFwBy1twbdLTbLK5JRa6HcrRWDkFKpvRb1dBeR/wBY+FHl1NRINxz+hgyYwpXY0zuGFgoJB7mN8bnKVT5eJpWvsHmlqXUuV/ZOSvhlKzKrrqMxPJvIqNQiw6Ha3PPtLBmnhqwJpHUedJ29PcSvYaqadRW50sDbvYz0cU4zj7TXBprgumRNTXCVFFyxBBB2upJU6V72IP0lfwGVVWPpDc9rDb3m+UZmVeoQNnvcHgdYS/iWoDZbD5CZmskZNRXZFuadIejwiNALNuPu/Oa4bwuQtSzEG4Cj/Cd7g9DElHxDWBBLG3aXzIM/SqoB2aYcr1GNW3Znk5rsS4fD4hEIq0y9NbEi9mFtr7/KAOi69TMyjqunp037y64pWJvr27DiKszwRdw1rWFrjtIw1XPPAiycklRQuG8+lU9KqRZhfnp+kryZsW21frJvE9cil5VM2p9QOSfeUpCwPWatPhU4W2a4KNWdUyLDrWpEEbG99O28VpiaOGqFH8xQt9L6iGU9wRNvC+a6KYH5zzxZhfPQFB6r3vIR4ntl0DcC4jxVSYNRckodw45J7sIoxGPpajopgr0PeJq+V1R90m/YQrD5LVt6tSntN8cGKPT/ALC8Slydwp/CPrBKX2n0mTJ4UfkSiR47gxckyZEyiz7Nsd8MrdX45kyPpvIF2E1/hnmH5+kyZKRGE2c/aD5x/kvwzJk05fgjn2JPH3AlBTmZMnq6L6KNOD4lq8IfHL6vw/nMmTz9V9RgXyE2L5MrGI+1E9mRdP2/2Czonh/7ITTMOT8pkyYsvZnz9FSxHxVP8s08P8/n+0yZN6+P/ALoRUPtz/3P5hOe/EPnMmTY/qL9ij7GtD7Vf8n8CUnF/Ef8x/eZMj6Ttj6cPyr4H+YgrfFMmS77Y7+TCBxHPhv4pkyZNR9NmbJ0X/DfDJMR8BmTJ4H5jJ5KXmnWV/ETJk9vS/E24/iO8i+GWahx9JkyY831Dl2aN/MHx/xn6ftMmR49FoH/2Q==">
            <a:extLst>
              <a:ext uri="{FF2B5EF4-FFF2-40B4-BE49-F238E27FC236}">
                <a16:creationId xmlns:a16="http://schemas.microsoft.com/office/drawing/2014/main" id="{26481859-6735-3A5B-AB01-B1B3FFA89431}"/>
              </a:ext>
            </a:extLst>
          </p:cNvPr>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spcBef>
                <a:spcPct val="0"/>
              </a:spcBef>
              <a:spcAft>
                <a:spcPct val="0"/>
              </a:spcAft>
            </a:pPr>
            <a:endParaRPr lang="en-US" altLang="en-US">
              <a:solidFill>
                <a:prstClr val="black"/>
              </a:solidFill>
            </a:endParaRPr>
          </a:p>
        </p:txBody>
      </p:sp>
      <p:pic>
        <p:nvPicPr>
          <p:cNvPr id="6148" name="Picture 4" descr="http://nganhangkynang.com/wp-content/uploads/2014/04/thanhcong.jpg">
            <a:extLst>
              <a:ext uri="{FF2B5EF4-FFF2-40B4-BE49-F238E27FC236}">
                <a16:creationId xmlns:a16="http://schemas.microsoft.com/office/drawing/2014/main" id="{5DA13E2D-08A9-5072-9241-6300F7499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191045"/>
            <a:ext cx="2667000" cy="20002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5" name="Rectangle 4">
            <a:extLst>
              <a:ext uri="{FF2B5EF4-FFF2-40B4-BE49-F238E27FC236}">
                <a16:creationId xmlns:a16="http://schemas.microsoft.com/office/drawing/2014/main" id="{8CF11F9B-90C2-F277-2BA5-0032D5B4F622}"/>
              </a:ext>
            </a:extLst>
          </p:cNvPr>
          <p:cNvSpPr>
            <a:spLocks noChangeArrowheads="1"/>
          </p:cNvSpPr>
          <p:nvPr/>
        </p:nvSpPr>
        <p:spPr bwMode="auto">
          <a:xfrm>
            <a:off x="1984376" y="3886200"/>
            <a:ext cx="792162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fontAlgn="base" hangingPunct="1">
              <a:lnSpc>
                <a:spcPct val="115000"/>
              </a:lnSpc>
              <a:spcBef>
                <a:spcPct val="0"/>
              </a:spcBef>
              <a:spcAft>
                <a:spcPts val="1000"/>
              </a:spcAft>
            </a:pPr>
            <a:r>
              <a:rPr lang="en-US" altLang="en-US" sz="2400" b="1">
                <a:solidFill>
                  <a:srgbClr val="FF0000"/>
                </a:solidFill>
                <a:ea typeface="Calibri" panose="020F0502020204030204" pitchFamily="34" charset="0"/>
                <a:cs typeface="Times New Roman" panose="02020603050405020304" pitchFamily="18" charset="0"/>
              </a:rPr>
              <a:t>Thứ tám: </a:t>
            </a:r>
            <a:r>
              <a:rPr lang="en-US" altLang="en-US" sz="2400">
                <a:solidFill>
                  <a:srgbClr val="002060"/>
                </a:solidFill>
                <a:ea typeface="Calibri" panose="020F0502020204030204" pitchFamily="34" charset="0"/>
                <a:cs typeface="Times New Roman" panose="02020603050405020304" pitchFamily="18" charset="0"/>
              </a:rPr>
              <a:t>“học thay đổi”. Chúng ta không thể yêu cầu người khác thay đổi theo mình, mà mình cần thay đổi để thích nghi theo mọi người. Đời thay đổi khi chúng ta thay đổi. thay đổi để phù hợp, thay đổi để tồn tại trong cuộc sống</a:t>
            </a:r>
          </a:p>
        </p:txBody>
      </p:sp>
      <p:sp>
        <p:nvSpPr>
          <p:cNvPr id="6" name="Rectangle 5">
            <a:extLst>
              <a:ext uri="{FF2B5EF4-FFF2-40B4-BE49-F238E27FC236}">
                <a16:creationId xmlns:a16="http://schemas.microsoft.com/office/drawing/2014/main" id="{5C9434BC-6DF4-9995-D228-8BB4F73287F7}"/>
              </a:ext>
            </a:extLst>
          </p:cNvPr>
          <p:cNvSpPr/>
          <p:nvPr/>
        </p:nvSpPr>
        <p:spPr>
          <a:xfrm>
            <a:off x="2889960" y="2286000"/>
            <a:ext cx="6110455" cy="923330"/>
          </a:xfrm>
          <a:prstGeom prst="rect">
            <a:avLst/>
          </a:prstGeom>
          <a:noFill/>
        </p:spPr>
        <p:txBody>
          <a:bodyPr wrap="none">
            <a:spAutoFit/>
          </a:bodyPr>
          <a:lstStyle/>
          <a:p>
            <a:pPr algn="ctr">
              <a:defRPr/>
            </a:pPr>
            <a:r>
              <a:rPr lang="en-US" sz="5400" b="1" dirty="0">
                <a:ln w="1905"/>
                <a:solidFill>
                  <a:srgbClr val="FF0000"/>
                </a:solidFill>
                <a:effectLst>
                  <a:innerShdw blurRad="69850" dist="43180" dir="5400000">
                    <a:srgbClr val="000000">
                      <a:alpha val="65000"/>
                    </a:srgbClr>
                  </a:innerShdw>
                </a:effectLst>
                <a:latin typeface="Calibri"/>
                <a:cs typeface="Arial" panose="020B0604020202020204" pitchFamily="34" charset="0"/>
              </a:rPr>
              <a:t>HỌC CÁCH THAY ĐỔI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06D5C05A-063A-E5E8-5347-6BC49DAE30F7}"/>
              </a:ext>
            </a:extLst>
          </p:cNvPr>
          <p:cNvSpPr>
            <a:spLocks noGrp="1"/>
          </p:cNvSpPr>
          <p:nvPr>
            <p:ph type="title"/>
          </p:nvPr>
        </p:nvSpPr>
        <p:spPr/>
        <p:txBody>
          <a:bodyPr/>
          <a:lstStyle/>
          <a:p>
            <a:pPr algn="l" eaLnBrk="1" hangingPunct="1"/>
            <a:r>
              <a:rPr lang="en-US" b="1" dirty="0">
                <a:solidFill>
                  <a:schemeClr val="accent6">
                    <a:lumMod val="75000"/>
                  </a:schemeClr>
                </a:solidFill>
              </a:rPr>
              <a:t>THANKS</a:t>
            </a:r>
            <a:endParaRPr lang="en-US" altLang="en-US" dirty="0"/>
          </a:p>
        </p:txBody>
      </p:sp>
      <p:sp>
        <p:nvSpPr>
          <p:cNvPr id="11267" name="Content Placeholder 2">
            <a:extLst>
              <a:ext uri="{FF2B5EF4-FFF2-40B4-BE49-F238E27FC236}">
                <a16:creationId xmlns:a16="http://schemas.microsoft.com/office/drawing/2014/main" id="{EFEE3C97-4AE8-4F9F-95C0-22D30DACD441}"/>
              </a:ext>
            </a:extLst>
          </p:cNvPr>
          <p:cNvSpPr>
            <a:spLocks noGrp="1"/>
          </p:cNvSpPr>
          <p:nvPr>
            <p:ph idx="1"/>
          </p:nvPr>
        </p:nvSpPr>
        <p:spPr/>
        <p:txBody>
          <a:bodyPr/>
          <a:lstStyle/>
          <a:p>
            <a:pPr eaLnBrk="1" hangingPunct="1"/>
            <a:endParaRPr lang="en-US" altLang="en-US"/>
          </a:p>
        </p:txBody>
      </p:sp>
      <p:pic>
        <p:nvPicPr>
          <p:cNvPr id="7170" name="Picture 2" descr="http://chanlyvacuocsong.weebly.com/uploads/3/1/2/6/31264217/9658199.jpg?1403565652">
            <a:extLst>
              <a:ext uri="{FF2B5EF4-FFF2-40B4-BE49-F238E27FC236}">
                <a16:creationId xmlns:a16="http://schemas.microsoft.com/office/drawing/2014/main" id="{A8EC5D6A-8F2E-8721-5735-A4C1F5F60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06774"/>
            <a:ext cx="7086600" cy="413930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1888</TotalTime>
  <Words>1403</Words>
  <Application>Microsoft Office PowerPoint</Application>
  <PresentationFormat>Widescreen</PresentationFormat>
  <Paragraphs>39</Paragraphs>
  <Slides>17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-apple-system</vt:lpstr>
      <vt:lpstr>Arial</vt:lpstr>
      <vt:lpstr>Bahnschrift SemiBold Condensed</vt:lpstr>
      <vt:lpstr>Bahnschrift SemiCondensed</vt:lpstr>
      <vt:lpstr>Calibri</vt:lpstr>
      <vt:lpstr>Helvetica</vt:lpstr>
      <vt:lpstr>Office Theme</vt:lpstr>
      <vt:lpstr>1_Office Theme</vt:lpstr>
      <vt:lpstr>PowerPoint Presentation</vt:lpstr>
      <vt:lpstr>BÀI HỌC LỢI ÍCH</vt:lpstr>
      <vt:lpstr>PowerPoint Presentation</vt:lpstr>
      <vt:lpstr>PowerPoint Presentation</vt:lpstr>
      <vt:lpstr>BÀI HỌC PHÁN XÉT</vt:lpstr>
      <vt:lpstr>BÀI HỌC SUY XÉT</vt:lpstr>
      <vt:lpstr>BÀI HỌC BAO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PruOneDesk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PruOneDesk User</dc:creator>
  <cp:lastModifiedBy>Administrator</cp:lastModifiedBy>
  <cp:revision>5</cp:revision>
  <dcterms:created xsi:type="dcterms:W3CDTF">2017-03-11T01:01:45Z</dcterms:created>
  <dcterms:modified xsi:type="dcterms:W3CDTF">2025-01-20T12:35:31Z</dcterms:modified>
</cp:coreProperties>
</file>