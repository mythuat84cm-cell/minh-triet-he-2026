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4"/>
  </p:notesMasterIdLst>
  <p:handoutMasterIdLst>
    <p:handoutMasterId r:id="rId15"/>
  </p:handoutMasterIdLst>
  <p:sldIdLst>
    <p:sldId id="294" r:id="rId5"/>
    <p:sldId id="295" r:id="rId6"/>
    <p:sldId id="299" r:id="rId7"/>
    <p:sldId id="300" r:id="rId8"/>
    <p:sldId id="301" r:id="rId9"/>
    <p:sldId id="305" r:id="rId10"/>
    <p:sldId id="307" r:id="rId11"/>
    <p:sldId id="308" r:id="rId12"/>
    <p:sldId id="30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008" userDrawn="1">
          <p15:clr>
            <a:srgbClr val="A4A3A4"/>
          </p15:clr>
        </p15:guide>
        <p15:guide id="4" pos="672" userDrawn="1">
          <p15:clr>
            <a:srgbClr val="A4A3A4"/>
          </p15:clr>
        </p15:guide>
        <p15:guide id="5" orient="horz" pos="1056" userDrawn="1">
          <p15:clr>
            <a:srgbClr val="A4A3A4"/>
          </p15:clr>
        </p15:guide>
        <p15:guide id="6" orient="horz" pos="3864" userDrawn="1">
          <p15:clr>
            <a:srgbClr val="A4A3A4"/>
          </p15:clr>
        </p15:guide>
        <p15:guide id="7" orient="horz" pos="3264" userDrawn="1">
          <p15:clr>
            <a:srgbClr val="A4A3A4"/>
          </p15:clr>
        </p15:guide>
        <p15:guide id="8" orient="horz" pos="2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2838BEF-8BB2-4498-84A7-C5851F593DF1}">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p:cViewPr varScale="1">
        <p:scale>
          <a:sx n="114" d="100"/>
          <a:sy n="114" d="100"/>
        </p:scale>
        <p:origin x="414" y="84"/>
      </p:cViewPr>
      <p:guideLst>
        <p:guide orient="horz" pos="2160"/>
        <p:guide pos="3840"/>
        <p:guide pos="7008"/>
        <p:guide pos="672"/>
        <p:guide orient="horz" pos="1056"/>
        <p:guide orient="horz" pos="3864"/>
        <p:guide orient="horz" pos="3264"/>
        <p:guide orient="horz" pos="28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3B40D-8C69-A453-83BB-CB2EAE35A3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29E1EF-9622-B80B-78DA-566BC641B1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AC0FB8-DA97-4B74-BCEB-8352A7280D2E}" type="datetimeFigureOut">
              <a:rPr lang="en-US" smtClean="0"/>
              <a:t>12/19/2024</a:t>
            </a:fld>
            <a:endParaRPr lang="en-US" dirty="0"/>
          </a:p>
        </p:txBody>
      </p:sp>
      <p:sp>
        <p:nvSpPr>
          <p:cNvPr id="4" name="Footer Placeholder 3">
            <a:extLst>
              <a:ext uri="{FF2B5EF4-FFF2-40B4-BE49-F238E27FC236}">
                <a16:creationId xmlns:a16="http://schemas.microsoft.com/office/drawing/2014/main" id="{49218F8B-3276-FABE-D6BF-4D1A81EACC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0AFC149-8A6B-0CEA-7149-97FDEB2E58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267C6A-48DD-4B7D-A791-101CDF37704C}" type="slidenum">
              <a:rPr lang="en-US" smtClean="0"/>
              <a:t>‹#›</a:t>
            </a:fld>
            <a:endParaRPr lang="en-US" dirty="0"/>
          </a:p>
        </p:txBody>
      </p:sp>
    </p:spTree>
    <p:extLst>
      <p:ext uri="{BB962C8B-B14F-4D97-AF65-F5344CB8AC3E}">
        <p14:creationId xmlns:p14="http://schemas.microsoft.com/office/powerpoint/2010/main" val="41662829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E7906-C82D-4E43-8C26-875A34EBFAB9}" type="datetimeFigureOut">
              <a:rPr lang="en-US" smtClean="0"/>
              <a:t>12/19/2024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BF4EA-66C0-4CFE-81BD-02CDB9148D34}" type="slidenum">
              <a:rPr lang="en-US" smtClean="0"/>
              <a:t>‹#›</a:t>
            </a:fld>
            <a:endParaRPr lang="en-US" dirty="0"/>
          </a:p>
        </p:txBody>
      </p:sp>
    </p:spTree>
    <p:extLst>
      <p:ext uri="{BB962C8B-B14F-4D97-AF65-F5344CB8AC3E}">
        <p14:creationId xmlns:p14="http://schemas.microsoft.com/office/powerpoint/2010/main" val="3147126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1</a:t>
            </a:fld>
            <a:endParaRPr lang="en-US" dirty="0"/>
          </a:p>
        </p:txBody>
      </p:sp>
    </p:spTree>
    <p:extLst>
      <p:ext uri="{BB962C8B-B14F-4D97-AF65-F5344CB8AC3E}">
        <p14:creationId xmlns:p14="http://schemas.microsoft.com/office/powerpoint/2010/main" val="172036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2</a:t>
            </a:fld>
            <a:endParaRPr lang="en-US" dirty="0"/>
          </a:p>
        </p:txBody>
      </p:sp>
    </p:spTree>
    <p:extLst>
      <p:ext uri="{BB962C8B-B14F-4D97-AF65-F5344CB8AC3E}">
        <p14:creationId xmlns:p14="http://schemas.microsoft.com/office/powerpoint/2010/main" val="3860821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3</a:t>
            </a:fld>
            <a:endParaRPr lang="en-US" dirty="0"/>
          </a:p>
        </p:txBody>
      </p:sp>
    </p:spTree>
    <p:extLst>
      <p:ext uri="{BB962C8B-B14F-4D97-AF65-F5344CB8AC3E}">
        <p14:creationId xmlns:p14="http://schemas.microsoft.com/office/powerpoint/2010/main" val="4278434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4</a:t>
            </a:fld>
            <a:endParaRPr lang="en-US" dirty="0"/>
          </a:p>
        </p:txBody>
      </p:sp>
    </p:spTree>
    <p:extLst>
      <p:ext uri="{BB962C8B-B14F-4D97-AF65-F5344CB8AC3E}">
        <p14:creationId xmlns:p14="http://schemas.microsoft.com/office/powerpoint/2010/main" val="3366460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5</a:t>
            </a:fld>
            <a:endParaRPr lang="en-US" dirty="0"/>
          </a:p>
        </p:txBody>
      </p:sp>
    </p:spTree>
    <p:extLst>
      <p:ext uri="{BB962C8B-B14F-4D97-AF65-F5344CB8AC3E}">
        <p14:creationId xmlns:p14="http://schemas.microsoft.com/office/powerpoint/2010/main" val="1638262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6</a:t>
            </a:fld>
            <a:endParaRPr lang="en-US" dirty="0"/>
          </a:p>
        </p:txBody>
      </p:sp>
    </p:spTree>
    <p:extLst>
      <p:ext uri="{BB962C8B-B14F-4D97-AF65-F5344CB8AC3E}">
        <p14:creationId xmlns:p14="http://schemas.microsoft.com/office/powerpoint/2010/main" val="3092093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8</a:t>
            </a:fld>
            <a:endParaRPr lang="en-US" dirty="0"/>
          </a:p>
        </p:txBody>
      </p:sp>
    </p:spTree>
    <p:extLst>
      <p:ext uri="{BB962C8B-B14F-4D97-AF65-F5344CB8AC3E}">
        <p14:creationId xmlns:p14="http://schemas.microsoft.com/office/powerpoint/2010/main" val="2924522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EBF4EA-66C0-4CFE-81BD-02CDB9148D34}" type="slidenum">
              <a:rPr lang="en-US" smtClean="0"/>
              <a:t>9</a:t>
            </a:fld>
            <a:endParaRPr lang="en-US" dirty="0"/>
          </a:p>
        </p:txBody>
      </p:sp>
    </p:spTree>
    <p:extLst>
      <p:ext uri="{BB962C8B-B14F-4D97-AF65-F5344CB8AC3E}">
        <p14:creationId xmlns:p14="http://schemas.microsoft.com/office/powerpoint/2010/main" val="15923173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AA1005-5A78-8030-BA8B-1E8F505EB3F5}"/>
              </a:ext>
            </a:extLst>
          </p:cNvPr>
          <p:cNvSpPr>
            <a:spLocks noGrp="1"/>
          </p:cNvSpPr>
          <p:nvPr>
            <p:ph type="title" hasCustomPrompt="1"/>
          </p:nvPr>
        </p:nvSpPr>
        <p:spPr>
          <a:xfrm>
            <a:off x="932155" y="879754"/>
            <a:ext cx="7838983" cy="5458901"/>
          </a:xfrm>
        </p:spPr>
        <p:txBody>
          <a:bodyPr anchor="t"/>
          <a:lstStyle>
            <a:lvl1pPr>
              <a:defRPr sz="6000" baseline="0">
                <a:solidFill>
                  <a:schemeClr val="tx1"/>
                </a:solidFill>
              </a:defRPr>
            </a:lvl1pPr>
          </a:lstStyle>
          <a:p>
            <a:r>
              <a:rPr lang="en-US" dirty="0"/>
              <a:t>Click to add title</a:t>
            </a:r>
          </a:p>
        </p:txBody>
      </p:sp>
      <p:pic>
        <p:nvPicPr>
          <p:cNvPr id="2" name="Graphic 1">
            <a:extLst>
              <a:ext uri="{FF2B5EF4-FFF2-40B4-BE49-F238E27FC236}">
                <a16:creationId xmlns:a16="http://schemas.microsoft.com/office/drawing/2014/main" id="{4560C947-3FAC-562F-F58F-1F8EC7F7464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7367" t="6898" r="6551" b="54124"/>
          <a:stretch/>
        </p:blipFill>
        <p:spPr>
          <a:xfrm>
            <a:off x="5287617" y="3962936"/>
            <a:ext cx="6393579" cy="2895064"/>
          </a:xfrm>
          <a:prstGeom prst="rect">
            <a:avLst/>
          </a:prstGeom>
        </p:spPr>
      </p:pic>
      <p:pic>
        <p:nvPicPr>
          <p:cNvPr id="4" name="Graphic 3">
            <a:extLst>
              <a:ext uri="{FF2B5EF4-FFF2-40B4-BE49-F238E27FC236}">
                <a16:creationId xmlns:a16="http://schemas.microsoft.com/office/drawing/2014/main" id="{5D22637E-9732-7B97-8962-59A37B5EFAC0}"/>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9321" b="2431"/>
          <a:stretch/>
        </p:blipFill>
        <p:spPr>
          <a:xfrm>
            <a:off x="8261809" y="0"/>
            <a:ext cx="2898983" cy="4548068"/>
          </a:xfrm>
          <a:prstGeom prst="rect">
            <a:avLst/>
          </a:prstGeom>
        </p:spPr>
      </p:pic>
      <p:pic>
        <p:nvPicPr>
          <p:cNvPr id="5" name="Graphic 4">
            <a:extLst>
              <a:ext uri="{FF2B5EF4-FFF2-40B4-BE49-F238E27FC236}">
                <a16:creationId xmlns:a16="http://schemas.microsoft.com/office/drawing/2014/main" id="{AB5B22F6-E5DA-BAE4-88FB-FBCCEB50C415}"/>
              </a:ext>
              <a:ext uri="{C183D7F6-B498-43B3-948B-1728B52AA6E4}">
                <adec:decorative xmlns:adec="http://schemas.microsoft.com/office/drawing/2017/decorative" val="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4110" t="2787" r="28862" b="4908"/>
          <a:stretch/>
        </p:blipFill>
        <p:spPr>
          <a:xfrm>
            <a:off x="10114483" y="1734855"/>
            <a:ext cx="2092618" cy="5123145"/>
          </a:xfrm>
          <a:prstGeom prst="rect">
            <a:avLst/>
          </a:prstGeom>
        </p:spPr>
      </p:pic>
    </p:spTree>
    <p:extLst>
      <p:ext uri="{BB962C8B-B14F-4D97-AF65-F5344CB8AC3E}">
        <p14:creationId xmlns:p14="http://schemas.microsoft.com/office/powerpoint/2010/main" val="23269839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26AA54-085B-2223-87B4-E8587A572C9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 t="8514" b="21211"/>
          <a:stretch/>
        </p:blipFill>
        <p:spPr>
          <a:xfrm>
            <a:off x="9139133" y="3962400"/>
            <a:ext cx="2315169" cy="2895600"/>
          </a:xfrm>
          <a:prstGeom prst="rect">
            <a:avLst/>
          </a:prstGeom>
        </p:spPr>
      </p:pic>
      <p:pic>
        <p:nvPicPr>
          <p:cNvPr id="3" name="Graphic 2">
            <a:extLst>
              <a:ext uri="{FF2B5EF4-FFF2-40B4-BE49-F238E27FC236}">
                <a16:creationId xmlns:a16="http://schemas.microsoft.com/office/drawing/2014/main" id="{71016C24-50CA-78BD-83F2-6274DF1F9E9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775" t="1986" r="557"/>
          <a:stretch/>
        </p:blipFill>
        <p:spPr>
          <a:xfrm rot="5400000">
            <a:off x="668939" y="-668938"/>
            <a:ext cx="1758776" cy="3096653"/>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505744" y="1523920"/>
            <a:ext cx="9180513" cy="5063311"/>
          </a:xfrm>
        </p:spPr>
        <p:txBody>
          <a:bodyPr tIns="274320" anchor="t"/>
          <a:lstStyle>
            <a:lvl1pPr marL="0" indent="0" algn="ctr">
              <a:spcBef>
                <a:spcPts val="672"/>
              </a:spcBef>
              <a:buNone/>
              <a:defRPr sz="2800" cap="small" spc="300" baseline="0"/>
            </a:lvl1pPr>
            <a:lvl2pPr marL="457200" indent="0" algn="ctr">
              <a:spcBef>
                <a:spcPts val="672"/>
              </a:spcBef>
              <a:buNone/>
              <a:defRPr sz="2400" cap="small" spc="300" baseline="0"/>
            </a:lvl2pPr>
            <a:lvl3pPr marL="914400" indent="0" algn="ctr">
              <a:spcBef>
                <a:spcPts val="672"/>
              </a:spcBef>
              <a:buNone/>
              <a:defRPr sz="2000" cap="small" spc="300" baseline="0"/>
            </a:lvl3pPr>
            <a:lvl4pPr marL="1371600" indent="0" algn="ctr">
              <a:spcBef>
                <a:spcPts val="672"/>
              </a:spcBef>
              <a:buNone/>
              <a:defRPr sz="1800" cap="small" spc="300" baseline="0"/>
            </a:lvl4pPr>
            <a:lvl5pPr marL="1828800" indent="0" algn="ctr">
              <a:spcBef>
                <a:spcPts val="672"/>
              </a:spcBef>
              <a:buNone/>
              <a:defRPr sz="1800" cap="small" spc="3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26820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584988" y="878889"/>
            <a:ext cx="6663020" cy="4474346"/>
          </a:xfrm>
        </p:spPr>
        <p:txBody>
          <a:bodyPr rIns="91440" anchor="t"/>
          <a:lstStyle>
            <a:lvl1pPr algn="r">
              <a:lnSpc>
                <a:spcPts val="7000"/>
              </a:lnSpc>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4567234" y="5353235"/>
            <a:ext cx="6680526" cy="1296139"/>
          </a:xfrm>
        </p:spPr>
        <p:txBody>
          <a:bodyPr rIns="91440" anchor="t"/>
          <a:lstStyle>
            <a:lvl1pPr marL="0" indent="0" algn="r">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9" name="Graphic 8">
            <a:extLst>
              <a:ext uri="{FF2B5EF4-FFF2-40B4-BE49-F238E27FC236}">
                <a16:creationId xmlns:a16="http://schemas.microsoft.com/office/drawing/2014/main" id="{07EBF394-DBF7-2DB8-0065-AEC4C1AA85D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4354" b="4354"/>
          <a:stretch/>
        </p:blipFill>
        <p:spPr>
          <a:xfrm>
            <a:off x="486560" y="0"/>
            <a:ext cx="4225637" cy="6858000"/>
          </a:xfrm>
          <a:prstGeom prst="rect">
            <a:avLst/>
          </a:prstGeom>
        </p:spPr>
      </p:pic>
    </p:spTree>
    <p:extLst>
      <p:ext uri="{BB962C8B-B14F-4D97-AF65-F5344CB8AC3E}">
        <p14:creationId xmlns:p14="http://schemas.microsoft.com/office/powerpoint/2010/main" val="1186416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7ABEC2D-64BA-878A-9610-72A205B7C54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2541" t="1986" r="556"/>
          <a:stretch/>
        </p:blipFill>
        <p:spPr>
          <a:xfrm rot="10800000">
            <a:off x="11043904" y="228442"/>
            <a:ext cx="1165899" cy="3096653"/>
          </a:xfrm>
          <a:prstGeom prst="rect">
            <a:avLst/>
          </a:prstGeom>
        </p:spPr>
      </p:pic>
      <p:pic>
        <p:nvPicPr>
          <p:cNvPr id="7" name="Graphic 6">
            <a:extLst>
              <a:ext uri="{FF2B5EF4-FFF2-40B4-BE49-F238E27FC236}">
                <a16:creationId xmlns:a16="http://schemas.microsoft.com/office/drawing/2014/main" id="{9D12A02C-5000-E60E-4601-81B4545CBB79}"/>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08" t="5465" r="38994" b="3070"/>
          <a:stretch/>
        </p:blipFill>
        <p:spPr>
          <a:xfrm rot="10800000">
            <a:off x="0" y="2497963"/>
            <a:ext cx="1411406" cy="3768725"/>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615440" y="1523920"/>
            <a:ext cx="8961120" cy="5063311"/>
          </a:xfrm>
        </p:spPr>
        <p:txBody>
          <a:bodyPr lIns="91440" tIns="228600" rIns="91440" anchor="t"/>
          <a:lstStyle>
            <a:lvl1pPr marL="0" indent="0" algn="ctr">
              <a:spcBef>
                <a:spcPts val="672"/>
              </a:spcBef>
              <a:buNone/>
              <a:defRPr sz="2000" cap="small" spc="0" baseline="0"/>
            </a:lvl1pPr>
            <a:lvl2pPr marL="457200" indent="0" algn="ctr">
              <a:spcBef>
                <a:spcPts val="672"/>
              </a:spcBef>
              <a:buNone/>
              <a:defRPr sz="1800" cap="small" spc="0" baseline="0"/>
            </a:lvl2pPr>
            <a:lvl3pPr marL="914400" indent="0" algn="ctr">
              <a:spcBef>
                <a:spcPts val="672"/>
              </a:spcBef>
              <a:buNone/>
              <a:defRPr sz="1600" cap="small" spc="0" baseline="0"/>
            </a:lvl3pPr>
            <a:lvl4pPr marL="1371600" indent="0" algn="ctr">
              <a:spcBef>
                <a:spcPts val="672"/>
              </a:spcBef>
              <a:buNone/>
              <a:defRPr sz="1400" cap="small" spc="0" baseline="0"/>
            </a:lvl4pPr>
            <a:lvl5pPr marL="1828800" indent="0" algn="ctr">
              <a:spcBef>
                <a:spcPts val="672"/>
              </a:spcBef>
              <a:buNone/>
              <a:defRPr sz="1400" cap="small" spc="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4381182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918494" y="878888"/>
            <a:ext cx="6663020" cy="4471416"/>
          </a:xfrm>
        </p:spPr>
        <p:txBody>
          <a:bodyPr rIns="91440" anchor="t"/>
          <a:lstStyle>
            <a:lvl1pPr algn="l">
              <a:lnSpc>
                <a:spcPts val="7000"/>
              </a:lnSpc>
              <a:defRPr sz="6000">
                <a:solidFill>
                  <a:schemeClr val="tx1"/>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900740" y="5349240"/>
            <a:ext cx="6680526" cy="1298448"/>
          </a:xfrm>
        </p:spPr>
        <p:txBody>
          <a:bodyPr rIns="91440" anchor="t"/>
          <a:lstStyle>
            <a:lvl1pPr marL="0" indent="0" algn="l">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pic>
        <p:nvPicPr>
          <p:cNvPr id="6" name="Graphic 5">
            <a:extLst>
              <a:ext uri="{FF2B5EF4-FFF2-40B4-BE49-F238E27FC236}">
                <a16:creationId xmlns:a16="http://schemas.microsoft.com/office/drawing/2014/main" id="{98556E3D-5025-D767-894E-166F3616A3C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4354" b="4354"/>
          <a:stretch/>
        </p:blipFill>
        <p:spPr>
          <a:xfrm>
            <a:off x="7495433" y="0"/>
            <a:ext cx="4225637" cy="6858000"/>
          </a:xfrm>
          <a:prstGeom prst="rect">
            <a:avLst/>
          </a:prstGeom>
        </p:spPr>
      </p:pic>
    </p:spTree>
    <p:extLst>
      <p:ext uri="{BB962C8B-B14F-4D97-AF65-F5344CB8AC3E}">
        <p14:creationId xmlns:p14="http://schemas.microsoft.com/office/powerpoint/2010/main" val="166012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FA2C55D-D280-4999-6323-2FF60F2CA1E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 t="5465" r="49587" b="3070"/>
          <a:stretch/>
        </p:blipFill>
        <p:spPr>
          <a:xfrm rot="5400000">
            <a:off x="2380911" y="4390688"/>
            <a:ext cx="1165899" cy="3768725"/>
          </a:xfrm>
          <a:prstGeom prst="rect">
            <a:avLst/>
          </a:prstGeom>
        </p:spPr>
      </p:pic>
      <p:pic>
        <p:nvPicPr>
          <p:cNvPr id="10" name="Graphic 9">
            <a:extLst>
              <a:ext uri="{FF2B5EF4-FFF2-40B4-BE49-F238E27FC236}">
                <a16:creationId xmlns:a16="http://schemas.microsoft.com/office/drawing/2014/main" id="{2BF3ED0B-3C46-66A2-40E6-589C7A24841B}"/>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10" t="2787" r="43974" b="18333"/>
          <a:stretch/>
        </p:blipFill>
        <p:spPr>
          <a:xfrm rot="16200000">
            <a:off x="10430450" y="-809652"/>
            <a:ext cx="951901" cy="2571201"/>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38637"/>
            <a:ext cx="8845737" cy="1568544"/>
          </a:xfrm>
        </p:spPr>
        <p:txBody>
          <a:bodyPr lIns="73152" tIns="182880" rIns="91440" anchor="t"/>
          <a:lstStyle>
            <a:lvl1pPr marL="283464" indent="-283464" algn="l">
              <a:spcBef>
                <a:spcPts val="480"/>
              </a:spcBef>
              <a:buClr>
                <a:schemeClr val="bg1"/>
              </a:buClr>
              <a:buFont typeface="Arial" panose="020B0604020202020204" pitchFamily="34" charset="0"/>
              <a:buChar char="•"/>
              <a:defRPr sz="2000" cap="small" spc="0" baseline="0"/>
            </a:lvl1pPr>
            <a:lvl2pPr marL="742950" indent="-283464" algn="l">
              <a:spcBef>
                <a:spcPts val="480"/>
              </a:spcBef>
              <a:buClr>
                <a:schemeClr val="bg1"/>
              </a:buClr>
              <a:buFont typeface="Arial" panose="020B0604020202020204" pitchFamily="34" charset="0"/>
              <a:buChar char="•"/>
              <a:defRPr sz="1800" cap="small" spc="0" baseline="0"/>
            </a:lvl2pPr>
            <a:lvl3pPr marL="1200150" indent="-283464" algn="l">
              <a:spcBef>
                <a:spcPts val="480"/>
              </a:spcBef>
              <a:buClr>
                <a:schemeClr val="bg1"/>
              </a:buClr>
              <a:buFont typeface="Arial" panose="020B0604020202020204" pitchFamily="34" charset="0"/>
              <a:buChar char="•"/>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15" name="Content Placeholder 14">
            <a:extLst>
              <a:ext uri="{FF2B5EF4-FFF2-40B4-BE49-F238E27FC236}">
                <a16:creationId xmlns:a16="http://schemas.microsoft.com/office/drawing/2014/main" id="{57E17837-C3DF-AE47-ED8C-AB8F4B4A62DE}"/>
              </a:ext>
            </a:extLst>
          </p:cNvPr>
          <p:cNvSpPr>
            <a:spLocks noGrp="1"/>
          </p:cNvSpPr>
          <p:nvPr>
            <p:ph sz="quarter" idx="15" hasCustomPrompt="1"/>
          </p:nvPr>
        </p:nvSpPr>
        <p:spPr>
          <a:xfrm>
            <a:off x="1176338" y="3189288"/>
            <a:ext cx="8647112" cy="2687637"/>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973352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A4EB0FB-00F7-3F34-2DCE-0D6EBEF1644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621" t="8811" r="31065" b="8811"/>
          <a:stretch/>
        </p:blipFill>
        <p:spPr>
          <a:xfrm>
            <a:off x="9427780" y="232063"/>
            <a:ext cx="2764220" cy="6393873"/>
          </a:xfrm>
          <a:prstGeom prst="rect">
            <a:avLst/>
          </a:prstGeom>
        </p:spPr>
      </p:pic>
      <p:pic>
        <p:nvPicPr>
          <p:cNvPr id="3" name="Graphic 2">
            <a:extLst>
              <a:ext uri="{FF2B5EF4-FFF2-40B4-BE49-F238E27FC236}">
                <a16:creationId xmlns:a16="http://schemas.microsoft.com/office/drawing/2014/main" id="{996CB442-A297-FCFD-47B9-53E34E25093D}"/>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775" t="1986" r="557"/>
          <a:stretch/>
        </p:blipFill>
        <p:spPr>
          <a:xfrm rot="16200000">
            <a:off x="2270932" y="4430286"/>
            <a:ext cx="1758776" cy="3096653"/>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38637"/>
            <a:ext cx="7827264" cy="3810158"/>
          </a:xfrm>
        </p:spPr>
        <p:txBody>
          <a:bodyPr lIns="73152" tIns="182880" rIns="91440" anchor="t"/>
          <a:lstStyle>
            <a:lvl1pPr marL="283464" indent="-283464" algn="l">
              <a:spcBef>
                <a:spcPts val="480"/>
              </a:spcBef>
              <a:buClr>
                <a:schemeClr val="bg1"/>
              </a:buClr>
              <a:buFont typeface="Arial" panose="020B0604020202020204" pitchFamily="34" charset="0"/>
              <a:buChar char="•"/>
              <a:defRPr sz="2000" cap="small" spc="0" baseline="0"/>
            </a:lvl1pPr>
            <a:lvl2pPr marL="742950" indent="-283464" algn="l">
              <a:spcBef>
                <a:spcPts val="480"/>
              </a:spcBef>
              <a:buClr>
                <a:schemeClr val="bg1"/>
              </a:buClr>
              <a:buFont typeface="Arial" panose="020B0604020202020204" pitchFamily="34" charset="0"/>
              <a:buChar char="•"/>
              <a:defRPr sz="1800" cap="small" spc="0" baseline="0"/>
            </a:lvl2pPr>
            <a:lvl3pPr marL="1200150" indent="-283464" algn="l">
              <a:spcBef>
                <a:spcPts val="480"/>
              </a:spcBef>
              <a:buClr>
                <a:schemeClr val="bg1"/>
              </a:buClr>
              <a:buFont typeface="Arial" panose="020B0604020202020204" pitchFamily="34" charset="0"/>
              <a:buChar char="•"/>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2391439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1">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638EA351-A68B-099F-492B-2A3B4BE8BC3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52596" b="2431"/>
          <a:stretch/>
        </p:blipFill>
        <p:spPr>
          <a:xfrm rot="16200000">
            <a:off x="-162378" y="4982971"/>
            <a:ext cx="1619957" cy="1295197"/>
          </a:xfrm>
          <a:prstGeom prst="rect">
            <a:avLst/>
          </a:prstGeom>
        </p:spPr>
      </p:pic>
      <p:pic>
        <p:nvPicPr>
          <p:cNvPr id="10" name="Graphic 9">
            <a:extLst>
              <a:ext uri="{FF2B5EF4-FFF2-40B4-BE49-F238E27FC236}">
                <a16:creationId xmlns:a16="http://schemas.microsoft.com/office/drawing/2014/main" id="{0A480583-227E-C3D0-2D9F-993380F0A88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775" t="1986" r="557" b="39547"/>
          <a:stretch/>
        </p:blipFill>
        <p:spPr>
          <a:xfrm rot="16200000">
            <a:off x="10389019" y="5078182"/>
            <a:ext cx="1758776" cy="1847188"/>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41676"/>
            <a:ext cx="4513601" cy="3810158"/>
          </a:xfrm>
        </p:spPr>
        <p:txBody>
          <a:bodyPr lIns="73152" tIns="182880" rIns="91440" anchor="t"/>
          <a:lstStyle>
            <a:lvl1pPr marL="0" indent="0" algn="l">
              <a:spcBef>
                <a:spcPts val="480"/>
              </a:spcBef>
              <a:spcAft>
                <a:spcPts val="800"/>
              </a:spcAft>
              <a:buClr>
                <a:schemeClr val="bg1"/>
              </a:buClr>
              <a:buFont typeface="Arial" panose="020B0604020202020204" pitchFamily="34" charset="0"/>
              <a:buNone/>
              <a:defRPr sz="2000" cap="small" spc="0" baseline="0"/>
            </a:lvl1pPr>
            <a:lvl2pPr marL="459486" indent="0" algn="l">
              <a:spcBef>
                <a:spcPts val="480"/>
              </a:spcBef>
              <a:spcAft>
                <a:spcPts val="800"/>
              </a:spcAft>
              <a:buClr>
                <a:schemeClr val="bg1"/>
              </a:buClr>
              <a:buFont typeface="Arial" panose="020B0604020202020204" pitchFamily="34" charset="0"/>
              <a:buNone/>
              <a:defRPr sz="1800" cap="small" spc="0" baseline="0"/>
            </a:lvl2pPr>
            <a:lvl3pPr marL="916686" indent="0" algn="l">
              <a:spcBef>
                <a:spcPts val="480"/>
              </a:spcBef>
              <a:spcAft>
                <a:spcPts val="800"/>
              </a:spcAft>
              <a:buClr>
                <a:schemeClr val="bg1"/>
              </a:buClr>
              <a:buFont typeface="Arial" panose="020B0604020202020204" pitchFamily="34" charset="0"/>
              <a:buNone/>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12" name="Content Placeholder 12">
            <a:extLst>
              <a:ext uri="{FF2B5EF4-FFF2-40B4-BE49-F238E27FC236}">
                <a16:creationId xmlns:a16="http://schemas.microsoft.com/office/drawing/2014/main" id="{D2F3403A-7A0E-4414-D5FB-AA522489E7FB}"/>
              </a:ext>
            </a:extLst>
          </p:cNvPr>
          <p:cNvSpPr>
            <a:spLocks noGrp="1"/>
          </p:cNvSpPr>
          <p:nvPr>
            <p:ph sz="quarter" idx="15" hasCustomPrompt="1"/>
          </p:nvPr>
        </p:nvSpPr>
        <p:spPr>
          <a:xfrm>
            <a:off x="6663715" y="1541676"/>
            <a:ext cx="4433593" cy="3810158"/>
          </a:xfrm>
        </p:spPr>
        <p:txBody>
          <a:bodyPr lIns="73152" tIns="182880" rIns="91440" anchor="t"/>
          <a:lstStyle>
            <a:lvl1pPr marL="0" indent="0" algn="l">
              <a:spcBef>
                <a:spcPts val="480"/>
              </a:spcBef>
              <a:spcAft>
                <a:spcPts val="800"/>
              </a:spcAft>
              <a:buClr>
                <a:schemeClr val="bg1"/>
              </a:buClr>
              <a:buFont typeface="Arial" panose="020B0604020202020204" pitchFamily="34" charset="0"/>
              <a:buNone/>
              <a:defRPr sz="2000" cap="small" spc="0" baseline="0"/>
            </a:lvl1pPr>
            <a:lvl2pPr marL="459486" indent="0" algn="l">
              <a:spcBef>
                <a:spcPts val="480"/>
              </a:spcBef>
              <a:spcAft>
                <a:spcPts val="800"/>
              </a:spcAft>
              <a:buClr>
                <a:schemeClr val="bg1"/>
              </a:buClr>
              <a:buFont typeface="Arial" panose="020B0604020202020204" pitchFamily="34" charset="0"/>
              <a:buNone/>
              <a:defRPr sz="1800" cap="small" spc="0" baseline="0"/>
            </a:lvl2pPr>
            <a:lvl3pPr marL="916686" indent="0" algn="l">
              <a:spcBef>
                <a:spcPts val="480"/>
              </a:spcBef>
              <a:spcAft>
                <a:spcPts val="800"/>
              </a:spcAft>
              <a:buClr>
                <a:schemeClr val="bg1"/>
              </a:buClr>
              <a:buFont typeface="Arial" panose="020B0604020202020204" pitchFamily="34" charset="0"/>
              <a:buNone/>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900035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2">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31801A0-D2B9-DB71-0FD3-74839C52B1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 t="8514" b="21211"/>
          <a:stretch/>
        </p:blipFill>
        <p:spPr>
          <a:xfrm>
            <a:off x="9139133" y="3962400"/>
            <a:ext cx="2315169" cy="2895600"/>
          </a:xfrm>
          <a:prstGeom prst="rect">
            <a:avLst/>
          </a:prstGeom>
        </p:spPr>
      </p:pic>
      <p:pic>
        <p:nvPicPr>
          <p:cNvPr id="7" name="Graphic 6">
            <a:extLst>
              <a:ext uri="{FF2B5EF4-FFF2-40B4-BE49-F238E27FC236}">
                <a16:creationId xmlns:a16="http://schemas.microsoft.com/office/drawing/2014/main" id="{F95936DF-6C8F-A1F2-976D-A715581488BC}"/>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775" t="1986" r="557"/>
          <a:stretch/>
        </p:blipFill>
        <p:spPr>
          <a:xfrm rot="5400000">
            <a:off x="668939" y="-668938"/>
            <a:ext cx="1758776" cy="3096653"/>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41675"/>
            <a:ext cx="5870944" cy="4646055"/>
          </a:xfrm>
        </p:spPr>
        <p:txBody>
          <a:bodyPr lIns="73152" tIns="182880" rIns="91440" anchor="t"/>
          <a:lstStyle>
            <a:lvl1pPr marL="512064" indent="-512064" algn="l">
              <a:spcBef>
                <a:spcPts val="480"/>
              </a:spcBef>
              <a:spcAft>
                <a:spcPts val="600"/>
              </a:spcAft>
              <a:buClr>
                <a:schemeClr val="bg1"/>
              </a:buClr>
              <a:buFont typeface="+mj-lt"/>
              <a:buAutoNum type="arabicPeriod"/>
              <a:defRPr sz="2000" cap="small" spc="0" baseline="0"/>
            </a:lvl1pPr>
            <a:lvl2pPr marL="802386" indent="-512064" algn="l">
              <a:spcBef>
                <a:spcPts val="480"/>
              </a:spcBef>
              <a:spcAft>
                <a:spcPts val="600"/>
              </a:spcAft>
              <a:buClr>
                <a:schemeClr val="bg1"/>
              </a:buClr>
              <a:buFont typeface="+mj-lt"/>
              <a:buAutoNum type="arabicPeriod"/>
              <a:defRPr sz="1800" cap="small" spc="0" baseline="0"/>
            </a:lvl2pPr>
            <a:lvl3pPr marL="1259586" indent="-512064" algn="l">
              <a:spcBef>
                <a:spcPts val="480"/>
              </a:spcBef>
              <a:spcAft>
                <a:spcPts val="600"/>
              </a:spcAft>
              <a:buClr>
                <a:schemeClr val="bg1"/>
              </a:buClr>
              <a:buFont typeface="+mj-lt"/>
              <a:buAutoNum type="arabicPeriod"/>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12" name="Content Placeholder 12">
            <a:extLst>
              <a:ext uri="{FF2B5EF4-FFF2-40B4-BE49-F238E27FC236}">
                <a16:creationId xmlns:a16="http://schemas.microsoft.com/office/drawing/2014/main" id="{D2F3403A-7A0E-4414-D5FB-AA522489E7FB}"/>
              </a:ext>
            </a:extLst>
          </p:cNvPr>
          <p:cNvSpPr>
            <a:spLocks noGrp="1"/>
          </p:cNvSpPr>
          <p:nvPr>
            <p:ph sz="quarter" idx="15" hasCustomPrompt="1"/>
          </p:nvPr>
        </p:nvSpPr>
        <p:spPr>
          <a:xfrm>
            <a:off x="7407106" y="1541676"/>
            <a:ext cx="3441407" cy="4646060"/>
          </a:xfrm>
        </p:spPr>
        <p:txBody>
          <a:bodyPr lIns="73152" tIns="182880" rIns="91440" anchor="t"/>
          <a:lstStyle>
            <a:lvl1pPr marL="283464" indent="-283464" algn="l">
              <a:spcBef>
                <a:spcPts val="480"/>
              </a:spcBef>
              <a:spcAft>
                <a:spcPts val="600"/>
              </a:spcAft>
              <a:buClr>
                <a:schemeClr val="bg1"/>
              </a:buClr>
              <a:buFont typeface="Arial" panose="020B0604020202020204" pitchFamily="34" charset="0"/>
              <a:buChar char="•"/>
              <a:defRPr sz="2000" cap="small" spc="0" baseline="0"/>
            </a:lvl1pPr>
            <a:lvl2pPr marL="745236" indent="-285750" algn="l">
              <a:spcBef>
                <a:spcPts val="480"/>
              </a:spcBef>
              <a:spcAft>
                <a:spcPts val="600"/>
              </a:spcAft>
              <a:buClr>
                <a:schemeClr val="bg1"/>
              </a:buClr>
              <a:buFont typeface="Arial" panose="020B0604020202020204" pitchFamily="34" charset="0"/>
              <a:buChar char="•"/>
              <a:defRPr sz="1800" cap="small" spc="0" baseline="0"/>
            </a:lvl2pPr>
            <a:lvl3pPr marL="1202436" indent="-285750" algn="l">
              <a:spcBef>
                <a:spcPts val="480"/>
              </a:spcBef>
              <a:spcAft>
                <a:spcPts val="600"/>
              </a:spcAft>
              <a:buClr>
                <a:schemeClr val="bg1"/>
              </a:buClr>
              <a:buFont typeface="Arial" panose="020B0604020202020204" pitchFamily="34" charset="0"/>
              <a:buChar char="•"/>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395536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41675"/>
            <a:ext cx="3412603" cy="4445333"/>
          </a:xfrm>
        </p:spPr>
        <p:txBody>
          <a:bodyPr lIns="73152" tIns="182880" rIns="91440" anchor="t"/>
          <a:lstStyle>
            <a:lvl1pPr marL="283464" indent="-283464" algn="l">
              <a:spcBef>
                <a:spcPts val="480"/>
              </a:spcBef>
              <a:spcAft>
                <a:spcPts val="600"/>
              </a:spcAft>
              <a:buClr>
                <a:schemeClr val="bg1"/>
              </a:buClr>
              <a:buFont typeface="Arial" panose="020B0604020202020204" pitchFamily="34" charset="0"/>
              <a:buChar char="•"/>
              <a:defRPr sz="2000" cap="small" spc="0" baseline="0"/>
            </a:lvl1pPr>
            <a:lvl2pPr marL="745236" indent="-285750" algn="l">
              <a:spcBef>
                <a:spcPts val="480"/>
              </a:spcBef>
              <a:spcAft>
                <a:spcPts val="600"/>
              </a:spcAft>
              <a:buClr>
                <a:schemeClr val="bg1"/>
              </a:buClr>
              <a:buFont typeface="Arial" panose="020B0604020202020204" pitchFamily="34" charset="0"/>
              <a:buChar char="•"/>
              <a:defRPr sz="1800" cap="small" spc="0" baseline="0"/>
            </a:lvl2pPr>
            <a:lvl3pPr marL="1202436" indent="-285750" algn="l">
              <a:spcBef>
                <a:spcPts val="480"/>
              </a:spcBef>
              <a:spcAft>
                <a:spcPts val="600"/>
              </a:spcAft>
              <a:buClr>
                <a:schemeClr val="bg1"/>
              </a:buClr>
              <a:buFont typeface="Arial" panose="020B0604020202020204" pitchFamily="34" charset="0"/>
              <a:buChar char="•"/>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7" name="Table Placeholder 6">
            <a:extLst>
              <a:ext uri="{FF2B5EF4-FFF2-40B4-BE49-F238E27FC236}">
                <a16:creationId xmlns:a16="http://schemas.microsoft.com/office/drawing/2014/main" id="{C8F5BB94-4C41-068B-B004-652B593FC8E1}"/>
              </a:ext>
            </a:extLst>
          </p:cNvPr>
          <p:cNvSpPr>
            <a:spLocks noGrp="1"/>
          </p:cNvSpPr>
          <p:nvPr>
            <p:ph type="tbl" sz="quarter" idx="15"/>
          </p:nvPr>
        </p:nvSpPr>
        <p:spPr>
          <a:xfrm>
            <a:off x="4672013" y="1689100"/>
            <a:ext cx="6453187" cy="4297363"/>
          </a:xfrm>
        </p:spPr>
        <p:txBody>
          <a:bodyPr anchor="t"/>
          <a:lstStyle>
            <a:lvl1pPr marL="0" indent="0" algn="ctr">
              <a:buNone/>
              <a:defRPr/>
            </a:lvl1pPr>
          </a:lstStyle>
          <a:p>
            <a:r>
              <a:rPr lang="en-US"/>
              <a:t>Click icon to add table</a:t>
            </a:r>
            <a:endParaRPr lang="en-US" dirty="0"/>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739413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7" name="Table Placeholder 6">
            <a:extLst>
              <a:ext uri="{FF2B5EF4-FFF2-40B4-BE49-F238E27FC236}">
                <a16:creationId xmlns:a16="http://schemas.microsoft.com/office/drawing/2014/main" id="{C8F5BB94-4C41-068B-B004-652B593FC8E1}"/>
              </a:ext>
            </a:extLst>
          </p:cNvPr>
          <p:cNvSpPr>
            <a:spLocks noGrp="1"/>
          </p:cNvSpPr>
          <p:nvPr>
            <p:ph type="tbl" sz="quarter" idx="15"/>
          </p:nvPr>
        </p:nvSpPr>
        <p:spPr>
          <a:xfrm>
            <a:off x="1066799" y="1689100"/>
            <a:ext cx="10058401" cy="4345254"/>
          </a:xfrm>
        </p:spPr>
        <p:txBody>
          <a:bodyPr anchor="t"/>
          <a:lstStyle>
            <a:lvl1pPr marL="0" indent="0" algn="ctr">
              <a:buNone/>
              <a:defRPr/>
            </a:lvl1pPr>
          </a:lstStyle>
          <a:p>
            <a:r>
              <a:rPr lang="en-US"/>
              <a:t>Click icon to add table</a:t>
            </a:r>
            <a:endParaRPr lang="en-US" dirty="0"/>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7647606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3">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E5ED643-5700-66AD-93FC-EC7B78D792E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52596" b="2431"/>
          <a:stretch/>
        </p:blipFill>
        <p:spPr>
          <a:xfrm rot="16200000">
            <a:off x="-162378" y="4982971"/>
            <a:ext cx="1619957" cy="1295197"/>
          </a:xfrm>
          <a:prstGeom prst="rect">
            <a:avLst/>
          </a:prstGeom>
        </p:spPr>
      </p:pic>
      <p:pic>
        <p:nvPicPr>
          <p:cNvPr id="7" name="Graphic 6">
            <a:extLst>
              <a:ext uri="{FF2B5EF4-FFF2-40B4-BE49-F238E27FC236}">
                <a16:creationId xmlns:a16="http://schemas.microsoft.com/office/drawing/2014/main" id="{48C85FBB-1090-DDD6-846C-7FC461DEF750}"/>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775" t="1986" r="557" b="39547"/>
          <a:stretch/>
        </p:blipFill>
        <p:spPr>
          <a:xfrm rot="16200000">
            <a:off x="10389019" y="5078182"/>
            <a:ext cx="1758776" cy="1847188"/>
          </a:xfrm>
          <a:prstGeom prst="rect">
            <a:avLst/>
          </a:prstGeom>
        </p:spPr>
      </p:pic>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13" name="Content Placeholder 12">
            <a:extLst>
              <a:ext uri="{FF2B5EF4-FFF2-40B4-BE49-F238E27FC236}">
                <a16:creationId xmlns:a16="http://schemas.microsoft.com/office/drawing/2014/main" id="{0137DD10-EDDF-37C4-5857-A1B9003E1A1F}"/>
              </a:ext>
            </a:extLst>
          </p:cNvPr>
          <p:cNvSpPr>
            <a:spLocks noGrp="1"/>
          </p:cNvSpPr>
          <p:nvPr>
            <p:ph sz="quarter" idx="14" hasCustomPrompt="1"/>
          </p:nvPr>
        </p:nvSpPr>
        <p:spPr>
          <a:xfrm>
            <a:off x="1088375" y="1538637"/>
            <a:ext cx="7827264" cy="3810158"/>
          </a:xfrm>
        </p:spPr>
        <p:txBody>
          <a:bodyPr lIns="73152" tIns="182880" rIns="91440" anchor="t"/>
          <a:lstStyle>
            <a:lvl1pPr marL="0" indent="0" algn="l">
              <a:spcBef>
                <a:spcPts val="480"/>
              </a:spcBef>
              <a:buClr>
                <a:schemeClr val="bg1"/>
              </a:buClr>
              <a:buFont typeface="Arial" panose="020B0604020202020204" pitchFamily="34" charset="0"/>
              <a:buNone/>
              <a:defRPr sz="2000" cap="small" spc="0" baseline="0"/>
            </a:lvl1pPr>
            <a:lvl2pPr marL="459486" indent="0" algn="l">
              <a:spcBef>
                <a:spcPts val="480"/>
              </a:spcBef>
              <a:buClr>
                <a:schemeClr val="bg1"/>
              </a:buClr>
              <a:buFont typeface="Arial" panose="020B0604020202020204" pitchFamily="34" charset="0"/>
              <a:buNone/>
              <a:defRPr sz="1800" cap="small" spc="0" baseline="0"/>
            </a:lvl2pPr>
            <a:lvl3pPr marL="916686" indent="0" algn="l">
              <a:spcBef>
                <a:spcPts val="480"/>
              </a:spcBef>
              <a:buClr>
                <a:schemeClr val="bg1"/>
              </a:buClr>
              <a:buFont typeface="Arial" panose="020B0604020202020204" pitchFamily="34" charset="0"/>
              <a:buNone/>
              <a:defRPr sz="1600" cap="small" spc="0" baseline="0"/>
            </a:lvl3pPr>
            <a:lvl4pPr marL="1657350" indent="-283464" algn="l">
              <a:spcBef>
                <a:spcPts val="672"/>
              </a:spcBef>
              <a:buClr>
                <a:schemeClr val="bg1"/>
              </a:buClr>
              <a:buFont typeface="Arial" panose="020B0604020202020204" pitchFamily="34" charset="0"/>
              <a:buChar char="•"/>
              <a:defRPr sz="1400" cap="small" spc="0" baseline="0"/>
            </a:lvl4pPr>
            <a:lvl5pPr marL="2114550" indent="-283464" algn="l">
              <a:spcBef>
                <a:spcPts val="672"/>
              </a:spcBef>
              <a:buClr>
                <a:schemeClr val="bg1"/>
              </a:buClr>
              <a:buFont typeface="Arial" panose="020B0604020202020204" pitchFamily="34" charset="0"/>
              <a:buChar char="•"/>
              <a:defRPr sz="1400" cap="small" spc="0" baseline="0"/>
            </a:lvl5pPr>
          </a:lstStyle>
          <a:p>
            <a:pPr lvl="0"/>
            <a:r>
              <a:rPr lang="en-US" dirty="0"/>
              <a:t>Click to add content</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4922393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5"/>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825623" y="514905"/>
            <a:ext cx="9842377" cy="5797117"/>
          </a:xfrm>
        </p:spPr>
        <p:txBody>
          <a:bodyPr anchor="ctr"/>
          <a:lstStyle>
            <a:lvl1pPr algn="l">
              <a:defRPr sz="6000"/>
            </a:lvl1pPr>
          </a:lstStyle>
          <a:p>
            <a:r>
              <a:rPr lang="en-US" dirty="0"/>
              <a:t>Click to add title</a:t>
            </a:r>
          </a:p>
        </p:txBody>
      </p:sp>
      <p:pic>
        <p:nvPicPr>
          <p:cNvPr id="2" name="Graphic 1">
            <a:extLst>
              <a:ext uri="{FF2B5EF4-FFF2-40B4-BE49-F238E27FC236}">
                <a16:creationId xmlns:a16="http://schemas.microsoft.com/office/drawing/2014/main" id="{D3A912FC-8335-A97E-22AE-9895013795D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621" t="8811" r="31065" b="8811"/>
          <a:stretch/>
        </p:blipFill>
        <p:spPr>
          <a:xfrm>
            <a:off x="9427780" y="232063"/>
            <a:ext cx="2764220" cy="6393873"/>
          </a:xfrm>
          <a:prstGeom prst="rect">
            <a:avLst/>
          </a:prstGeom>
        </p:spPr>
      </p:pic>
    </p:spTree>
    <p:extLst>
      <p:ext uri="{BB962C8B-B14F-4D97-AF65-F5344CB8AC3E}">
        <p14:creationId xmlns:p14="http://schemas.microsoft.com/office/powerpoint/2010/main" val="2716509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18494" y="-1"/>
            <a:ext cx="6663020" cy="4383157"/>
          </a:xfrm>
        </p:spPr>
        <p:txBody>
          <a:bodyPr rIns="91440" anchor="ctr"/>
          <a:lstStyle>
            <a:lvl1pPr algn="l">
              <a:lnSpc>
                <a:spcPts val="7000"/>
              </a:lnSpc>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918246" y="4383156"/>
            <a:ext cx="6663020" cy="2266218"/>
          </a:xfrm>
        </p:spPr>
        <p:txBody>
          <a:bodyPr rIns="91440" anchor="t"/>
          <a:lstStyle>
            <a:lvl1pPr marL="0" indent="0" algn="l">
              <a:spcBef>
                <a:spcPts val="168"/>
              </a:spcBef>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5" name="Graphic 4">
            <a:extLst>
              <a:ext uri="{FF2B5EF4-FFF2-40B4-BE49-F238E27FC236}">
                <a16:creationId xmlns:a16="http://schemas.microsoft.com/office/drawing/2014/main" id="{2B95EDD9-E264-FFB8-C9E4-595000125D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8022" t="5573" r="5162" b="5573"/>
          <a:stretch/>
        </p:blipFill>
        <p:spPr>
          <a:xfrm rot="10800000">
            <a:off x="9301048" y="-2"/>
            <a:ext cx="2900891" cy="6858001"/>
          </a:xfrm>
          <a:prstGeom prst="rect">
            <a:avLst/>
          </a:prstGeom>
        </p:spPr>
      </p:pic>
    </p:spTree>
    <p:extLst>
      <p:ext uri="{BB962C8B-B14F-4D97-AF65-F5344CB8AC3E}">
        <p14:creationId xmlns:p14="http://schemas.microsoft.com/office/powerpoint/2010/main" val="3592268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60854C8-07CE-4215-DC2E-8F91BA09529B}"/>
              </a:ext>
              <a:ext uri="{C183D7F6-B498-43B3-948B-1728B52AA6E4}">
                <adec:decorative xmlns:adec="http://schemas.microsoft.com/office/drawing/2017/decorative" val="1"/>
              </a:ext>
            </a:extLst>
          </p:cNvPr>
          <p:cNvCxnSpPr/>
          <p:nvPr userDrawn="1"/>
        </p:nvCxnSpPr>
        <p:spPr>
          <a:xfrm>
            <a:off x="5497033" y="1190847"/>
            <a:ext cx="1212111"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D7A458AA-543D-8513-92CC-552D0DE574FC}"/>
              </a:ext>
            </a:extLst>
          </p:cNvPr>
          <p:cNvSpPr>
            <a:spLocks noGrp="1"/>
          </p:cNvSpPr>
          <p:nvPr>
            <p:ph type="title" hasCustomPrompt="1"/>
          </p:nvPr>
        </p:nvSpPr>
        <p:spPr>
          <a:xfrm>
            <a:off x="0" y="0"/>
            <a:ext cx="12192000" cy="1190846"/>
          </a:xfrm>
        </p:spPr>
        <p:txBody>
          <a:bodyPr/>
          <a:lstStyle>
            <a:lvl1pPr algn="ctr">
              <a:defRPr sz="2800" baseline="0"/>
            </a:lvl1pPr>
          </a:lstStyle>
          <a:p>
            <a:r>
              <a:rPr lang="en-US" dirty="0"/>
              <a:t>Click to add title</a:t>
            </a:r>
          </a:p>
        </p:txBody>
      </p:sp>
      <p:sp>
        <p:nvSpPr>
          <p:cNvPr id="5" name="Footer Placeholder 4"/>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6" name="Slide Number Placeholder 5"/>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14" name="Freeform 6">
            <a:extLst>
              <a:ext uri="{FF2B5EF4-FFF2-40B4-BE49-F238E27FC236}">
                <a16:creationId xmlns:a16="http://schemas.microsoft.com/office/drawing/2014/main" id="{63154EAE-6842-5F43-5DAD-8D51FF92D03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0279059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58B8DF1-9F89-B36A-3BD2-D1BCF7A5F89A}"/>
              </a:ext>
            </a:extLst>
          </p:cNvPr>
          <p:cNvSpPr>
            <a:spLocks noGrp="1"/>
          </p:cNvSpPr>
          <p:nvPr>
            <p:ph type="ftr" sz="quarter" idx="11"/>
          </p:nvPr>
        </p:nvSpPr>
        <p:spPr>
          <a:xfrm rot="16200000">
            <a:off x="-1371679" y="2895600"/>
            <a:ext cx="3810158" cy="1066800"/>
          </a:xfrm>
        </p:spPr>
        <p:txBody>
          <a:bodyPr anchor="ctr"/>
          <a:lstStyle>
            <a:lvl1pPr algn="ctr">
              <a:defRPr sz="1000" b="0" spc="300">
                <a:solidFill>
                  <a:schemeClr val="bg1"/>
                </a:solidFill>
                <a:effectLst/>
              </a:defRPr>
            </a:lvl1pPr>
          </a:lstStyle>
          <a:p>
            <a:endParaRPr lang="en-US" dirty="0"/>
          </a:p>
        </p:txBody>
      </p:sp>
      <p:sp>
        <p:nvSpPr>
          <p:cNvPr id="6" name="Slide Number Placeholder 5">
            <a:extLst>
              <a:ext uri="{FF2B5EF4-FFF2-40B4-BE49-F238E27FC236}">
                <a16:creationId xmlns:a16="http://schemas.microsoft.com/office/drawing/2014/main" id="{F8B18B6B-2B9C-D2B0-6630-5081FED1D50C}"/>
              </a:ext>
            </a:extLst>
          </p:cNvPr>
          <p:cNvSpPr>
            <a:spLocks noGrp="1"/>
          </p:cNvSpPr>
          <p:nvPr>
            <p:ph type="sldNum" sz="quarter" idx="12"/>
          </p:nvPr>
        </p:nvSpPr>
        <p:spPr>
          <a:xfrm>
            <a:off x="11125198" y="3281426"/>
            <a:ext cx="1066800" cy="295148"/>
          </a:xfrm>
        </p:spPr>
        <p:txBody>
          <a:bodyPr/>
          <a:lstStyle>
            <a:lvl1pPr algn="ctr">
              <a:defRPr sz="1600" b="1">
                <a:solidFill>
                  <a:schemeClr val="bg1"/>
                </a:solidFill>
                <a:effectLst/>
              </a:defRPr>
            </a:lvl1pPr>
          </a:lstStyle>
          <a:p>
            <a:fld id="{D57F1E4F-1CFF-5643-939E-217C01CDF565}" type="slidenum">
              <a:rPr lang="en-US" smtClean="0"/>
              <a:pPr/>
              <a:t>‹#›</a:t>
            </a:fld>
            <a:endParaRPr lang="en-US" dirty="0"/>
          </a:p>
        </p:txBody>
      </p:sp>
      <p:sp>
        <p:nvSpPr>
          <p:cNvPr id="7" name="Freeform 6">
            <a:extLst>
              <a:ext uri="{FF2B5EF4-FFF2-40B4-BE49-F238E27FC236}">
                <a16:creationId xmlns:a16="http://schemas.microsoft.com/office/drawing/2014/main" id="{9383BB84-DA75-1BFC-A483-C47E0FC757C7}"/>
              </a:ext>
              <a:ext uri="{C183D7F6-B498-43B3-948B-1728B52AA6E4}">
                <adec:decorative xmlns:adec="http://schemas.microsoft.com/office/drawing/2017/decorative" val="1"/>
              </a:ext>
            </a:extLst>
          </p:cNvPr>
          <p:cNvSpPr/>
          <p:nvPr userDrawn="1"/>
        </p:nvSpPr>
        <p:spPr>
          <a:xfrm>
            <a:off x="5826641" y="6677247"/>
            <a:ext cx="552894" cy="180753"/>
          </a:xfrm>
          <a:custGeom>
            <a:avLst/>
            <a:gdLst>
              <a:gd name="connsiteX0" fmla="*/ 276447 w 552894"/>
              <a:gd name="connsiteY0" fmla="*/ 0 h 180753"/>
              <a:gd name="connsiteX1" fmla="*/ 552894 w 552894"/>
              <a:gd name="connsiteY1" fmla="*/ 164805 h 180753"/>
              <a:gd name="connsiteX2" fmla="*/ 550198 w 552894"/>
              <a:gd name="connsiteY2" fmla="*/ 180753 h 180753"/>
              <a:gd name="connsiteX3" fmla="*/ 2697 w 552894"/>
              <a:gd name="connsiteY3" fmla="*/ 180753 h 180753"/>
              <a:gd name="connsiteX4" fmla="*/ 0 w 552894"/>
              <a:gd name="connsiteY4" fmla="*/ 164805 h 180753"/>
              <a:gd name="connsiteX5" fmla="*/ 276447 w 552894"/>
              <a:gd name="connsiteY5" fmla="*/ 0 h 18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2894" h="180753">
                <a:moveTo>
                  <a:pt x="276447" y="0"/>
                </a:moveTo>
                <a:cubicBezTo>
                  <a:pt x="429124" y="0"/>
                  <a:pt x="552894" y="73786"/>
                  <a:pt x="552894" y="164805"/>
                </a:cubicBezTo>
                <a:lnTo>
                  <a:pt x="550198" y="180753"/>
                </a:lnTo>
                <a:lnTo>
                  <a:pt x="2697" y="180753"/>
                </a:lnTo>
                <a:lnTo>
                  <a:pt x="0" y="164805"/>
                </a:lnTo>
                <a:cubicBezTo>
                  <a:pt x="0" y="73786"/>
                  <a:pt x="123770" y="0"/>
                  <a:pt x="2764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latin typeface="+mn-lt"/>
              </a:defRPr>
            </a:lvl1pPr>
          </a:lstStyle>
          <a:p>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latin typeface="+mn-lt"/>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8" r:id="rId1"/>
    <p:sldLayoutId id="2147483669" r:id="rId2"/>
    <p:sldLayoutId id="2147483677" r:id="rId3"/>
    <p:sldLayoutId id="2147483680" r:id="rId4"/>
    <p:sldLayoutId id="2147483681" r:id="rId5"/>
    <p:sldLayoutId id="2147483682" r:id="rId6"/>
    <p:sldLayoutId id="2147483683" r:id="rId7"/>
    <p:sldLayoutId id="2147483685" r:id="rId8"/>
    <p:sldLayoutId id="2147483688" r:id="rId9"/>
    <p:sldLayoutId id="2147483686" r:id="rId10"/>
    <p:sldLayoutId id="2147483687" r:id="rId11"/>
    <p:sldLayoutId id="2147483684" r:id="rId12"/>
    <p:sldLayoutId id="2147483671" r:id="rId13"/>
    <p:sldLayoutId id="2147483689" r:id="rId14"/>
    <p:sldLayoutId id="2147483690" r:id="rId15"/>
    <p:sldLayoutId id="2147483649" r:id="rId16"/>
  </p:sldLayoutIdLst>
  <p:hf hdr="0" dt="0"/>
  <p:txStyles>
    <p:titleStyle>
      <a:lvl1pPr algn="l" defTabSz="457200" rtl="0" eaLnBrk="1" latinLnBrk="0" hangingPunct="1">
        <a:spcBef>
          <a:spcPct val="0"/>
        </a:spcBef>
        <a:buNone/>
        <a:defRPr sz="3200" kern="1200" cap="all">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bg1"/>
        </a:buClr>
        <a:buSzPct val="100000"/>
        <a:buFont typeface="Arial"/>
        <a:buChar char="•"/>
        <a:defRPr sz="2000" kern="1200" cap="small">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bg1"/>
        </a:buClr>
        <a:buSzPct val="100000"/>
        <a:buFont typeface="Arial"/>
        <a:buChar char="•"/>
        <a:defRPr sz="1800" kern="1200" cap="small">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bg1"/>
        </a:buClr>
        <a:buSzPct val="100000"/>
        <a:buFont typeface="Arial"/>
        <a:buChar char="•"/>
        <a:defRPr sz="1600" kern="1200" cap="small">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bg1"/>
        </a:buClr>
        <a:buSzPct val="100000"/>
        <a:buFont typeface="Arial"/>
        <a:buChar char="•"/>
        <a:defRPr sz="1400" kern="1200" cap="small">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bg1"/>
        </a:buClr>
        <a:buSzPct val="100000"/>
        <a:buFont typeface="Arial"/>
        <a:buChar char="•"/>
        <a:defRPr sz="1400" kern="1200" cap="small">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139EE-548A-B5BB-E05D-A3E1CC6E5F0B}"/>
              </a:ext>
            </a:extLst>
          </p:cNvPr>
          <p:cNvSpPr>
            <a:spLocks noGrp="1"/>
          </p:cNvSpPr>
          <p:nvPr>
            <p:ph type="title"/>
          </p:nvPr>
        </p:nvSpPr>
        <p:spPr>
          <a:xfrm>
            <a:off x="990877" y="2087769"/>
            <a:ext cx="6357879" cy="5458901"/>
          </a:xfrm>
        </p:spPr>
        <p:txBody>
          <a:bodyPr/>
          <a:lstStyle/>
          <a:p>
            <a:r>
              <a:rPr lang="vi-VN" sz="2800" b="1" i="0" dirty="0">
                <a:solidFill>
                  <a:srgbClr val="FFFF00"/>
                </a:solidFill>
                <a:effectLst/>
                <a:latin typeface="Arial" panose="020B0604020202020204" pitchFamily="34" charset="0"/>
                <a:cs typeface="Arial" panose="020B0604020202020204" pitchFamily="34" charset="0"/>
              </a:rPr>
              <a:t>7 </a:t>
            </a:r>
            <a:r>
              <a:rPr lang="en-US" sz="2800" b="1" i="0" dirty="0">
                <a:solidFill>
                  <a:srgbClr val="FFFF00"/>
                </a:solidFill>
                <a:effectLst/>
                <a:latin typeface="Arial" panose="020B0604020202020204" pitchFamily="34" charset="0"/>
                <a:cs typeface="Arial" panose="020B0604020202020204" pitchFamily="34" charset="0"/>
              </a:rPr>
              <a:t>ĐIỀU</a:t>
            </a:r>
            <a:r>
              <a:rPr lang="vi-VN" sz="2800" b="1" i="0" dirty="0">
                <a:solidFill>
                  <a:srgbClr val="FFFF00"/>
                </a:solidFill>
                <a:effectLst/>
                <a:latin typeface="Arial" panose="020B0604020202020204" pitchFamily="34" charset="0"/>
                <a:cs typeface="Arial" panose="020B0604020202020204" pitchFamily="34" charset="0"/>
              </a:rPr>
              <a:t> CỐT LÕI </a:t>
            </a:r>
            <a:br>
              <a:rPr lang="en-US" sz="2800" b="1" i="0" dirty="0">
                <a:solidFill>
                  <a:srgbClr val="FFFF00"/>
                </a:solidFill>
                <a:effectLst/>
                <a:latin typeface="Arial" panose="020B0604020202020204" pitchFamily="34" charset="0"/>
                <a:cs typeface="Arial" panose="020B0604020202020204" pitchFamily="34" charset="0"/>
              </a:rPr>
            </a:br>
            <a:r>
              <a:rPr lang="vi-VN" sz="2800" b="1" i="0" dirty="0">
                <a:solidFill>
                  <a:srgbClr val="FFFF00"/>
                </a:solidFill>
                <a:effectLst/>
                <a:latin typeface="Arial" panose="020B0604020202020204" pitchFamily="34" charset="0"/>
                <a:cs typeface="Arial" panose="020B0604020202020204" pitchFamily="34" charset="0"/>
              </a:rPr>
              <a:t>NGƯỜI THÀNH CÔNG</a:t>
            </a:r>
            <a:br>
              <a:rPr lang="en-US" sz="2800" b="1" i="0" dirty="0">
                <a:solidFill>
                  <a:srgbClr val="FFFF00"/>
                </a:solidFill>
                <a:effectLst/>
                <a:latin typeface="Arial" panose="020B0604020202020204" pitchFamily="34" charset="0"/>
                <a:cs typeface="Arial" panose="020B0604020202020204" pitchFamily="34" charset="0"/>
              </a:rPr>
            </a:br>
            <a:r>
              <a:rPr lang="vi-VN" sz="2800" b="1" i="0" dirty="0">
                <a:solidFill>
                  <a:srgbClr val="FFFF00"/>
                </a:solidFill>
                <a:effectLst/>
                <a:latin typeface="Arial" panose="020B0604020202020204" pitchFamily="34" charset="0"/>
                <a:cs typeface="Arial" panose="020B0604020202020204" pitchFamily="34" charset="0"/>
              </a:rPr>
              <a:t>PHẢI HỌC CÁCH KIỂM SOÁT</a:t>
            </a:r>
            <a:endParaRPr lang="en-US" sz="2800" b="1" dirty="0">
              <a:solidFill>
                <a:srgbClr val="FFFF00"/>
              </a:solidFill>
              <a:latin typeface="Arial" panose="020B0604020202020204" pitchFamily="34" charset="0"/>
              <a:cs typeface="Arial" panose="020B0604020202020204" pitchFamily="34" charset="0"/>
            </a:endParaRPr>
          </a:p>
        </p:txBody>
      </p:sp>
      <p:pic>
        <p:nvPicPr>
          <p:cNvPr id="1026" name="Picture 2" descr="Những câu nói hay của Tào Tháo">
            <a:extLst>
              <a:ext uri="{FF2B5EF4-FFF2-40B4-BE49-F238E27FC236}">
                <a16:creationId xmlns:a16="http://schemas.microsoft.com/office/drawing/2014/main" id="{9C1CB931-8ED5-0981-A68B-5860AC142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0"/>
            <a:ext cx="58928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45231FC-BE18-89D9-C5CC-4B30A5B7C9BF}"/>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2585991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A81924-90FD-94E5-8B24-0A9EDF1AD9E0}"/>
              </a:ext>
            </a:extLst>
          </p:cNvPr>
          <p:cNvSpPr>
            <a:spLocks noGrp="1"/>
          </p:cNvSpPr>
          <p:nvPr>
            <p:ph type="title"/>
          </p:nvPr>
        </p:nvSpPr>
        <p:spPr>
          <a:xfrm>
            <a:off x="0" y="0"/>
            <a:ext cx="12192000" cy="1190846"/>
          </a:xfrm>
        </p:spPr>
        <p:txBody>
          <a:bodyPr/>
          <a:lstStyle/>
          <a:p>
            <a:r>
              <a:rPr lang="vi-VN" b="1" i="0" dirty="0">
                <a:solidFill>
                  <a:schemeClr val="accent6">
                    <a:lumMod val="75000"/>
                  </a:schemeClr>
                </a:solidFill>
                <a:effectLst/>
              </a:rPr>
              <a:t>1. Kiểm soát được cảm xúc</a:t>
            </a:r>
            <a:endParaRPr lang="en-US" b="1" dirty="0">
              <a:solidFill>
                <a:schemeClr val="accent6">
                  <a:lumMod val="75000"/>
                </a:schemeClr>
              </a:solidFill>
            </a:endParaRPr>
          </a:p>
        </p:txBody>
      </p:sp>
      <p:sp>
        <p:nvSpPr>
          <p:cNvPr id="7" name="TextBox 6">
            <a:extLst>
              <a:ext uri="{FF2B5EF4-FFF2-40B4-BE49-F238E27FC236}">
                <a16:creationId xmlns:a16="http://schemas.microsoft.com/office/drawing/2014/main" id="{0088D881-C30D-B266-445E-4832B052784E}"/>
              </a:ext>
            </a:extLst>
          </p:cNvPr>
          <p:cNvSpPr txBox="1"/>
          <p:nvPr/>
        </p:nvSpPr>
        <p:spPr>
          <a:xfrm>
            <a:off x="478173" y="1286710"/>
            <a:ext cx="11190914" cy="2031325"/>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Châm ngôn có câu: "Không một ai muốn gần một quả bom, sẵn sàng nổ vì cảm xúc". Do vậy, bạn phải kiểm soát được cảm xúc của mình trước khi nghĩ tới những điều lớn lao. </a:t>
            </a:r>
          </a:p>
          <a:p>
            <a:pPr marL="285750" indent="-285750" algn="just">
              <a:buFont typeface="Wingdings" panose="05000000000000000000" pitchFamily="2" charset="2"/>
              <a:buChar char="ü"/>
            </a:pPr>
            <a:r>
              <a:rPr lang="vi-VN" b="0" i="0" dirty="0">
                <a:solidFill>
                  <a:srgbClr val="080809"/>
                </a:solidFill>
                <a:effectLst/>
                <a:latin typeface="inherit"/>
              </a:rPr>
              <a:t>Biểu hiện của việc này thể hiện qua các câu hỏi: Khi nào thì biểu lộ cảm xúc? Khi nào thì trì hoãn biểu lộ? Khi nào bạn cần kiềm chế nó? </a:t>
            </a:r>
          </a:p>
          <a:p>
            <a:pPr marL="285750" indent="-285750" algn="just">
              <a:buFont typeface="Wingdings" panose="05000000000000000000" pitchFamily="2" charset="2"/>
              <a:buChar char="ü"/>
            </a:pPr>
            <a:r>
              <a:rPr lang="vi-VN" b="0" i="0" dirty="0">
                <a:solidFill>
                  <a:srgbClr val="080809"/>
                </a:solidFill>
                <a:effectLst/>
                <a:latin typeface="inherit"/>
              </a:rPr>
              <a:t>Nếu xét về tính lợi hại, hãy tăng trì hoãn, tức khi nhiều việc "chồng lên" thì hẳn nói.</a:t>
            </a:r>
          </a:p>
          <a:p>
            <a:pPr marL="285750" indent="-285750" algn="just">
              <a:buFont typeface="Wingdings" panose="05000000000000000000" pitchFamily="2" charset="2"/>
              <a:buChar char="ü"/>
            </a:pPr>
            <a:r>
              <a:rPr lang="vi-VN" b="0" i="0" dirty="0">
                <a:solidFill>
                  <a:srgbClr val="080809"/>
                </a:solidFill>
                <a:effectLst/>
                <a:latin typeface="inherit"/>
              </a:rPr>
              <a:t>Để làm được ba điều trên, người ta luôn luôn nghĩ đến những người đối diện họ cần gì, chứ tuyệt đối không được nghĩ phải làm gì cho mình dễ chịu hơn. Bằng cách này, bạn sẽ kiểm soát được phần nào cảm xúc của mình.</a:t>
            </a:r>
          </a:p>
        </p:txBody>
      </p:sp>
      <p:pic>
        <p:nvPicPr>
          <p:cNvPr id="2050" name="Picture 2" descr="30 danh ngôn về trí tuệ cảm xúc- HugMyStep.com">
            <a:extLst>
              <a:ext uri="{FF2B5EF4-FFF2-40B4-BE49-F238E27FC236}">
                <a16:creationId xmlns:a16="http://schemas.microsoft.com/office/drawing/2014/main" id="{39710DB4-5D64-BDFA-298B-6C99793AA0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890"/>
          <a:stretch/>
        </p:blipFill>
        <p:spPr bwMode="auto">
          <a:xfrm>
            <a:off x="2662805" y="3716324"/>
            <a:ext cx="5734785" cy="2583810"/>
          </a:xfrm>
          <a:prstGeom prst="rect">
            <a:avLst/>
          </a:prstGeom>
          <a:noFill/>
          <a:effectLst>
            <a:glow rad="228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BEB777D-981B-C8EC-4A14-813D620ACEF0}"/>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32616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B4C23D-D404-C493-583C-06E53FA50279}"/>
              </a:ext>
            </a:extLst>
          </p:cNvPr>
          <p:cNvSpPr>
            <a:spLocks noGrp="1"/>
          </p:cNvSpPr>
          <p:nvPr>
            <p:ph type="title"/>
          </p:nvPr>
        </p:nvSpPr>
        <p:spPr>
          <a:xfrm>
            <a:off x="0" y="0"/>
            <a:ext cx="12192000" cy="1190846"/>
          </a:xfrm>
        </p:spPr>
        <p:txBody>
          <a:bodyPr/>
          <a:lstStyle/>
          <a:p>
            <a:r>
              <a:rPr lang="en-US" b="1" i="0" dirty="0">
                <a:solidFill>
                  <a:schemeClr val="accent6">
                    <a:lumMod val="75000"/>
                  </a:schemeClr>
                </a:solidFill>
                <a:effectLst/>
                <a:latin typeface="Arial" panose="020B0604020202020204" pitchFamily="34" charset="0"/>
                <a:cs typeface="Arial" panose="020B0604020202020204" pitchFamily="34" charset="0"/>
              </a:rPr>
              <a:t>2. </a:t>
            </a:r>
            <a:r>
              <a:rPr lang="en-US" b="1" i="0" dirty="0" err="1">
                <a:solidFill>
                  <a:schemeClr val="accent6">
                    <a:lumMod val="75000"/>
                  </a:schemeClr>
                </a:solidFill>
                <a:effectLst/>
                <a:latin typeface="Arial" panose="020B0604020202020204" pitchFamily="34" charset="0"/>
                <a:cs typeface="Arial" panose="020B0604020202020204" pitchFamily="34" charset="0"/>
              </a:rPr>
              <a:t>Kiểm</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soát</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thời</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gian</a:t>
            </a:r>
            <a:r>
              <a:rPr lang="en-US" b="1" i="0" dirty="0">
                <a:solidFill>
                  <a:schemeClr val="accent6">
                    <a:lumMod val="75000"/>
                  </a:schemeClr>
                </a:solidFill>
                <a:effectLst/>
                <a:latin typeface="Arial" panose="020B0604020202020204" pitchFamily="34" charset="0"/>
                <a:cs typeface="Arial" panose="020B0604020202020204" pitchFamily="34" charset="0"/>
              </a:rPr>
              <a:t> </a:t>
            </a:r>
            <a:endParaRPr lang="en-US" b="1" dirty="0">
              <a:solidFill>
                <a:schemeClr val="accent6">
                  <a:lumMod val="75000"/>
                </a:schemeClr>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E1C2FB6-4D35-3DC2-050B-135DDBAB21A5}"/>
              </a:ext>
            </a:extLst>
          </p:cNvPr>
          <p:cNvSpPr>
            <a:spLocks noGrp="1"/>
          </p:cNvSpPr>
          <p:nvPr>
            <p:ph type="sldNum" sz="quarter" idx="12"/>
          </p:nvPr>
        </p:nvSpPr>
        <p:spPr>
          <a:xfrm>
            <a:off x="11125198" y="3281426"/>
            <a:ext cx="1066800" cy="295148"/>
          </a:xfrm>
        </p:spPr>
        <p:txBody>
          <a:bodyPr/>
          <a:lstStyle/>
          <a:p>
            <a:fld id="{D57F1E4F-1CFF-5643-939E-217C01CDF565}" type="slidenum">
              <a:rPr lang="en-US" smtClean="0"/>
              <a:pPr/>
              <a:t>3</a:t>
            </a:fld>
            <a:endParaRPr lang="en-US" dirty="0"/>
          </a:p>
        </p:txBody>
      </p:sp>
      <p:sp>
        <p:nvSpPr>
          <p:cNvPr id="11" name="TextBox 10">
            <a:extLst>
              <a:ext uri="{FF2B5EF4-FFF2-40B4-BE49-F238E27FC236}">
                <a16:creationId xmlns:a16="http://schemas.microsoft.com/office/drawing/2014/main" id="{78BD7A9A-C341-34AB-11EC-AB6C81F89A5A}"/>
              </a:ext>
            </a:extLst>
          </p:cNvPr>
          <p:cNvSpPr txBox="1"/>
          <p:nvPr/>
        </p:nvSpPr>
        <p:spPr>
          <a:xfrm>
            <a:off x="337657" y="2136338"/>
            <a:ext cx="6094602" cy="2862322"/>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"Bạn sẽ không làm được gì trừ khi biết được giá trị của thời gian”. Để biết quý trọng thời gian, khi mua một món đồ nào đó, thay vì bạn tính giá trị món đồ ấy bằng tiền, thì hãy quy đổi giá mua bằng thời gian bạn phải bỏ ra.</a:t>
            </a:r>
            <a:endParaRPr lang="en-US" b="0" i="0" dirty="0">
              <a:solidFill>
                <a:srgbClr val="080809"/>
              </a:solidFill>
              <a:effectLst/>
              <a:latin typeface="inherit"/>
            </a:endParaRPr>
          </a:p>
          <a:p>
            <a:pPr marL="285750" indent="-285750" algn="just">
              <a:buFont typeface="Wingdings" panose="05000000000000000000" pitchFamily="2" charset="2"/>
              <a:buChar char="ü"/>
            </a:pPr>
            <a:endParaRPr lang="vi-VN" b="0" i="0" dirty="0">
              <a:solidFill>
                <a:srgbClr val="080809"/>
              </a:solidFill>
              <a:effectLst/>
              <a:latin typeface="inherit"/>
            </a:endParaRPr>
          </a:p>
          <a:p>
            <a:pPr marL="285750" indent="-285750" algn="just">
              <a:buFont typeface="Wingdings" panose="05000000000000000000" pitchFamily="2" charset="2"/>
              <a:buChar char="ü"/>
            </a:pPr>
            <a:r>
              <a:rPr lang="vi-VN" b="0" i="0" dirty="0">
                <a:solidFill>
                  <a:srgbClr val="080809"/>
                </a:solidFill>
                <a:effectLst/>
                <a:latin typeface="inherit"/>
              </a:rPr>
              <a:t>Chỉ khi biết quý trọng thời gian bạn mới thực sự làm những điều có ý nghĩa cho cuộc đời mình. Thời gian là thứ vô cùng giá trị mà bạn gần như được sở hữu miễn phí. Bạn hay bao người khác đều có 24 giờ mỗi ngày, vì vậy hãy thôi than phiền và dùng thời gian của mình vào việc có ích.</a:t>
            </a:r>
          </a:p>
        </p:txBody>
      </p:sp>
      <p:pic>
        <p:nvPicPr>
          <p:cNvPr id="3074" name="Picture 2" descr="6 năm ngày Steve Jobs qua đời, điểm lại những câu nói bất hủ của huyền  thoại công nghệ này">
            <a:extLst>
              <a:ext uri="{FF2B5EF4-FFF2-40B4-BE49-F238E27FC236}">
                <a16:creationId xmlns:a16="http://schemas.microsoft.com/office/drawing/2014/main" id="{96BBB0E1-8CCE-114D-5439-1791006E7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0477" y="2583810"/>
            <a:ext cx="5679007" cy="3194441"/>
          </a:xfrm>
          <a:prstGeom prst="rect">
            <a:avLst/>
          </a:prstGeom>
          <a:noFill/>
          <a:effectLst>
            <a:glow rad="228600">
              <a:schemeClr val="accent4">
                <a:satMod val="175000"/>
                <a:alpha val="40000"/>
              </a:schemeClr>
            </a:glow>
          </a:effectLst>
          <a:scene3d>
            <a:camera prst="isometricLeftDown"/>
            <a:lightRig rig="threePt" dir="t"/>
          </a:scene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D8D9E41-C5A8-94F7-6302-0037FC7A0E25}"/>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75298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39632-DB4A-74D5-C2FA-74E030AFAE80}"/>
              </a:ext>
            </a:extLst>
          </p:cNvPr>
          <p:cNvSpPr>
            <a:spLocks noGrp="1"/>
          </p:cNvSpPr>
          <p:nvPr>
            <p:ph type="title"/>
          </p:nvPr>
        </p:nvSpPr>
        <p:spPr>
          <a:xfrm>
            <a:off x="0" y="0"/>
            <a:ext cx="12192000" cy="1190846"/>
          </a:xfrm>
        </p:spPr>
        <p:txBody>
          <a:bodyPr/>
          <a:lstStyle/>
          <a:p>
            <a:r>
              <a:rPr lang="vi-VN" b="1" i="0" dirty="0">
                <a:solidFill>
                  <a:schemeClr val="accent6">
                    <a:lumMod val="75000"/>
                  </a:schemeClr>
                </a:solidFill>
                <a:effectLst/>
              </a:rPr>
              <a:t>3. Kiểm soát ưu tiên của mình </a:t>
            </a:r>
            <a:endParaRPr lang="en-US" b="1" dirty="0">
              <a:solidFill>
                <a:schemeClr val="accent6">
                  <a:lumMod val="75000"/>
                </a:schemeClr>
              </a:solidFill>
            </a:endParaRPr>
          </a:p>
        </p:txBody>
      </p:sp>
      <p:sp>
        <p:nvSpPr>
          <p:cNvPr id="3" name="Slide Number Placeholder 2">
            <a:extLst>
              <a:ext uri="{FF2B5EF4-FFF2-40B4-BE49-F238E27FC236}">
                <a16:creationId xmlns:a16="http://schemas.microsoft.com/office/drawing/2014/main" id="{195FF9A3-CA6B-125D-F76B-7F21DA15E735}"/>
              </a:ext>
            </a:extLst>
          </p:cNvPr>
          <p:cNvSpPr>
            <a:spLocks noGrp="1"/>
          </p:cNvSpPr>
          <p:nvPr>
            <p:ph type="sldNum" sz="quarter" idx="12"/>
          </p:nvPr>
        </p:nvSpPr>
        <p:spPr>
          <a:xfrm>
            <a:off x="11125198" y="3281426"/>
            <a:ext cx="1066800" cy="295148"/>
          </a:xfrm>
        </p:spPr>
        <p:txBody>
          <a:bodyPr/>
          <a:lstStyle/>
          <a:p>
            <a:fld id="{D57F1E4F-1CFF-5643-939E-217C01CDF565}" type="slidenum">
              <a:rPr lang="en-US" smtClean="0"/>
              <a:pPr/>
              <a:t>4</a:t>
            </a:fld>
            <a:endParaRPr lang="en-US" dirty="0"/>
          </a:p>
        </p:txBody>
      </p:sp>
      <p:sp>
        <p:nvSpPr>
          <p:cNvPr id="8" name="TextBox 7">
            <a:extLst>
              <a:ext uri="{FF2B5EF4-FFF2-40B4-BE49-F238E27FC236}">
                <a16:creationId xmlns:a16="http://schemas.microsoft.com/office/drawing/2014/main" id="{F262D6A2-5DC8-CC0C-948E-214DD8427C2F}"/>
              </a:ext>
            </a:extLst>
          </p:cNvPr>
          <p:cNvSpPr txBox="1"/>
          <p:nvPr/>
        </p:nvSpPr>
        <p:spPr>
          <a:xfrm>
            <a:off x="545284" y="1578065"/>
            <a:ext cx="7732553" cy="4247317"/>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Các nghiên cứu tâm lý đã chỉ ra: "Hầu hết mọi người chung chung là biết rất nhiều thứ nhưng họ thực sự không hề biết rõ về một thứ nào cả". Do đó, "Nếu cùng lúc bạn cố gắng đuổi theo hai con thỏ thì cả hai sẽ đều chạy thoát". Do đó, hãy kiểm soát những ưu tiên của mình.</a:t>
            </a:r>
          </a:p>
          <a:p>
            <a:pPr marL="285750" indent="-285750" algn="just">
              <a:buFont typeface="Wingdings" panose="05000000000000000000" pitchFamily="2" charset="2"/>
              <a:buChar char="ü"/>
            </a:pPr>
            <a:r>
              <a:rPr lang="vi-VN" b="0" i="0" dirty="0">
                <a:solidFill>
                  <a:srgbClr val="080809"/>
                </a:solidFill>
                <a:effectLst/>
                <a:latin typeface="inherit"/>
              </a:rPr>
              <a:t>Một công thức từ những người thành công để bạn có thể tham khảo. 80% thời gian dành cho những việc mình giỏi nhất, 15% dành cho cái đang học hỏi và 5% dành cho lĩnh vực khác. </a:t>
            </a:r>
          </a:p>
          <a:p>
            <a:pPr marL="285750" indent="-285750" algn="just">
              <a:buFont typeface="Wingdings" panose="05000000000000000000" pitchFamily="2" charset="2"/>
              <a:buChar char="ü"/>
            </a:pPr>
            <a:r>
              <a:rPr lang="vi-VN" b="0" i="0" dirty="0">
                <a:solidFill>
                  <a:srgbClr val="080809"/>
                </a:solidFill>
                <a:effectLst/>
                <a:latin typeface="inherit"/>
              </a:rPr>
              <a:t>Việc kiểm soát ưu tiên rất khó. Do vậy, bạn cần suy ngẫm thật kỹ châm ngôn sau: "Hầu hết chúng ta sống một cuộc đời rất bận rộn nhưng lại cực kỳ vô kỷ luật". Chúng ta có danh sách việc cần làm không ngừng mở rộng, mặc dù chúng làm việc không hiệu quả. Nói một cách khác, bận rộn là tín hiệu của sự ngu xuẩn.</a:t>
            </a:r>
          </a:p>
          <a:p>
            <a:pPr marL="285750" indent="-285750" algn="just">
              <a:buFont typeface="Wingdings" panose="05000000000000000000" pitchFamily="2" charset="2"/>
              <a:buChar char="ü"/>
            </a:pPr>
            <a:r>
              <a:rPr lang="vi-VN" b="0" i="0" dirty="0">
                <a:solidFill>
                  <a:srgbClr val="080809"/>
                </a:solidFill>
                <a:effectLst/>
                <a:latin typeface="inherit"/>
              </a:rPr>
              <a:t>Hãy đưa những việc là nguồn sức mạnh của mình, giúp mình tiến bộ vào trong danh sách ưu tiên. Còn những việc khác, kể cả những việc mình đặc biệt thích được đưa vào danh sách “những việc </a:t>
            </a:r>
          </a:p>
        </p:txBody>
      </p:sp>
      <p:pic>
        <p:nvPicPr>
          <p:cNvPr id="4098" name="Picture 2" descr="Giải mã bản chất con người">
            <a:extLst>
              <a:ext uri="{FF2B5EF4-FFF2-40B4-BE49-F238E27FC236}">
                <a16:creationId xmlns:a16="http://schemas.microsoft.com/office/drawing/2014/main" id="{47663796-9031-3385-A89C-EAF768E30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6705" y="2424049"/>
            <a:ext cx="2314575" cy="2305050"/>
          </a:xfrm>
          <a:prstGeom prst="roundRect">
            <a:avLst>
              <a:gd name="adj" fmla="val 16667"/>
            </a:avLst>
          </a:prstGeom>
          <a:ln>
            <a:noFill/>
          </a:ln>
          <a:effectLst>
            <a:glow rad="228600">
              <a:schemeClr val="accent6">
                <a:satMod val="175000"/>
                <a:alpha val="40000"/>
              </a:schemeClr>
            </a:glow>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80916E7-D767-E973-4D80-22B995155486}"/>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363428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D27F10-72FD-01C0-A061-837D49A8BB29}"/>
              </a:ext>
            </a:extLst>
          </p:cNvPr>
          <p:cNvSpPr>
            <a:spLocks noGrp="1"/>
          </p:cNvSpPr>
          <p:nvPr>
            <p:ph type="title"/>
          </p:nvPr>
        </p:nvSpPr>
        <p:spPr>
          <a:xfrm>
            <a:off x="0" y="0"/>
            <a:ext cx="12192000" cy="1190846"/>
          </a:xfrm>
        </p:spPr>
        <p:txBody>
          <a:bodyPr/>
          <a:lstStyle/>
          <a:p>
            <a:r>
              <a:rPr lang="vi-VN" b="1" i="0" dirty="0">
                <a:solidFill>
                  <a:schemeClr val="accent6">
                    <a:lumMod val="75000"/>
                  </a:schemeClr>
                </a:solidFill>
                <a:effectLst/>
              </a:rPr>
              <a:t>4. Kiểm soát năng lượng bản thân</a:t>
            </a:r>
            <a:endParaRPr lang="en-US" b="1" dirty="0">
              <a:solidFill>
                <a:schemeClr val="accent6">
                  <a:lumMod val="75000"/>
                </a:schemeClr>
              </a:solidFill>
            </a:endParaRPr>
          </a:p>
        </p:txBody>
      </p:sp>
      <p:sp>
        <p:nvSpPr>
          <p:cNvPr id="3" name="Slide Number Placeholder 2">
            <a:extLst>
              <a:ext uri="{FF2B5EF4-FFF2-40B4-BE49-F238E27FC236}">
                <a16:creationId xmlns:a16="http://schemas.microsoft.com/office/drawing/2014/main" id="{BBB5F587-D7F8-3890-DC33-1350684691B2}"/>
              </a:ext>
            </a:extLst>
          </p:cNvPr>
          <p:cNvSpPr>
            <a:spLocks noGrp="1"/>
          </p:cNvSpPr>
          <p:nvPr>
            <p:ph type="sldNum" sz="quarter" idx="12"/>
          </p:nvPr>
        </p:nvSpPr>
        <p:spPr>
          <a:xfrm>
            <a:off x="11125198" y="3281426"/>
            <a:ext cx="1066800" cy="295148"/>
          </a:xfrm>
        </p:spPr>
        <p:txBody>
          <a:bodyPr/>
          <a:lstStyle/>
          <a:p>
            <a:fld id="{D57F1E4F-1CFF-5643-939E-217C01CDF565}" type="slidenum">
              <a:rPr lang="en-US" smtClean="0"/>
              <a:pPr/>
              <a:t>5</a:t>
            </a:fld>
            <a:endParaRPr lang="en-US" dirty="0"/>
          </a:p>
        </p:txBody>
      </p:sp>
      <p:sp>
        <p:nvSpPr>
          <p:cNvPr id="11" name="TextBox 10">
            <a:extLst>
              <a:ext uri="{FF2B5EF4-FFF2-40B4-BE49-F238E27FC236}">
                <a16:creationId xmlns:a16="http://schemas.microsoft.com/office/drawing/2014/main" id="{A456623B-6C1D-51BA-48E7-D2228A27E383}"/>
              </a:ext>
            </a:extLst>
          </p:cNvPr>
          <p:cNvSpPr txBox="1"/>
          <p:nvPr/>
        </p:nvSpPr>
        <p:spPr>
          <a:xfrm>
            <a:off x="5624119" y="1993563"/>
            <a:ext cx="6094602" cy="3416320"/>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Giá trị của việc kiểm soát năng lượng mà nhiều người vẫn thường ít coi trọng và chủ quan là giúp cho bản thân không bị cạn kiệt sức lực. Nên nhớ, bạn không thể hoạt động như máy móc liên tục mà thay vào đó bạn có cơ chế sinh học và tinh thần để quyết định sức lực của bản thân.</a:t>
            </a:r>
            <a:endParaRPr lang="en-US" b="0" i="0" dirty="0">
              <a:solidFill>
                <a:srgbClr val="080809"/>
              </a:solidFill>
              <a:effectLst/>
              <a:latin typeface="inherit"/>
            </a:endParaRPr>
          </a:p>
          <a:p>
            <a:pPr marL="285750" indent="-285750" algn="just">
              <a:buFont typeface="Wingdings" panose="05000000000000000000" pitchFamily="2" charset="2"/>
              <a:buChar char="ü"/>
            </a:pPr>
            <a:endParaRPr lang="vi-VN" b="0" i="0" dirty="0">
              <a:solidFill>
                <a:srgbClr val="080809"/>
              </a:solidFill>
              <a:effectLst/>
              <a:latin typeface="inherit"/>
            </a:endParaRPr>
          </a:p>
          <a:p>
            <a:pPr marL="285750" indent="-285750" algn="just">
              <a:buFont typeface="Wingdings" panose="05000000000000000000" pitchFamily="2" charset="2"/>
              <a:buChar char="ü"/>
            </a:pPr>
            <a:r>
              <a:rPr lang="vi-VN" b="0" i="0" dirty="0">
                <a:solidFill>
                  <a:srgbClr val="080809"/>
                </a:solidFill>
                <a:effectLst/>
                <a:latin typeface="inherit"/>
              </a:rPr>
              <a:t>Hãy kiểm soát năng lượng bằng cách sau đây. Ngay buổi sáng thức dậy, bạn cần nghĩ ngay đâu là sự kiện chính trong ngày. Đó là việc duy nhất bạn phải làm bằng tất cả khả năng của mình. Còn lại những hoạt động khác vẫn làm nhưng được chia làm hai nhóm: Một nhóm cần hoàn thành, không cầu toàn. Một nhóm là từ bỏ ngay. </a:t>
            </a:r>
          </a:p>
        </p:txBody>
      </p:sp>
      <p:pic>
        <p:nvPicPr>
          <p:cNvPr id="5124" name="Picture 4" descr="Cách Nâng Cao Tần Số Năng Lượng Để Sống Khỏe Mạnh, An Vui – SongLanhManh.vn">
            <a:extLst>
              <a:ext uri="{FF2B5EF4-FFF2-40B4-BE49-F238E27FC236}">
                <a16:creationId xmlns:a16="http://schemas.microsoft.com/office/drawing/2014/main" id="{6BEDB234-C146-0D26-79A6-24FFE6699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486" y="1920815"/>
            <a:ext cx="4415356" cy="331151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26C3221-D1DE-B3D5-E47B-C9C75DD28CF4}"/>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31467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4D4991-A198-9129-373D-00E1A68AE2E2}"/>
              </a:ext>
            </a:extLst>
          </p:cNvPr>
          <p:cNvSpPr>
            <a:spLocks noGrp="1"/>
          </p:cNvSpPr>
          <p:nvPr>
            <p:ph type="title"/>
          </p:nvPr>
        </p:nvSpPr>
        <p:spPr>
          <a:xfrm>
            <a:off x="0" y="0"/>
            <a:ext cx="12192000" cy="1190846"/>
          </a:xfrm>
        </p:spPr>
        <p:txBody>
          <a:bodyPr/>
          <a:lstStyle/>
          <a:p>
            <a:r>
              <a:rPr lang="en-US" b="1" i="0" dirty="0">
                <a:solidFill>
                  <a:schemeClr val="accent6">
                    <a:lumMod val="75000"/>
                  </a:schemeClr>
                </a:solidFill>
                <a:effectLst/>
                <a:latin typeface="Arial" panose="020B0604020202020204" pitchFamily="34" charset="0"/>
                <a:cs typeface="Arial" panose="020B0604020202020204" pitchFamily="34" charset="0"/>
              </a:rPr>
              <a:t>5. </a:t>
            </a:r>
            <a:r>
              <a:rPr lang="en-US" b="1" i="0" dirty="0" err="1">
                <a:solidFill>
                  <a:schemeClr val="accent6">
                    <a:lumMod val="75000"/>
                  </a:schemeClr>
                </a:solidFill>
                <a:effectLst/>
                <a:latin typeface="Arial" panose="020B0604020202020204" pitchFamily="34" charset="0"/>
                <a:cs typeface="Arial" panose="020B0604020202020204" pitchFamily="34" charset="0"/>
              </a:rPr>
              <a:t>Kiểm</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soát</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suy</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nghĩ</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của</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mình</a:t>
            </a:r>
            <a:r>
              <a:rPr lang="en-US" b="1" i="0" dirty="0">
                <a:solidFill>
                  <a:schemeClr val="accent6">
                    <a:lumMod val="75000"/>
                  </a:schemeClr>
                </a:solidFill>
                <a:effectLst/>
                <a:latin typeface="Arial" panose="020B0604020202020204" pitchFamily="34" charset="0"/>
                <a:cs typeface="Arial" panose="020B0604020202020204" pitchFamily="34" charset="0"/>
              </a:rPr>
              <a:t> </a:t>
            </a:r>
            <a:endParaRPr lang="en-US" b="1" dirty="0">
              <a:solidFill>
                <a:schemeClr val="accent6">
                  <a:lumMod val="75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361E0055-4E5C-64EE-0CF5-4CC85B18BF45}"/>
              </a:ext>
            </a:extLst>
          </p:cNvPr>
          <p:cNvSpPr>
            <a:spLocks noGrp="1"/>
          </p:cNvSpPr>
          <p:nvPr>
            <p:ph type="sldNum" sz="quarter" idx="12"/>
          </p:nvPr>
        </p:nvSpPr>
        <p:spPr>
          <a:xfrm>
            <a:off x="11125198" y="3281426"/>
            <a:ext cx="1066800" cy="295148"/>
          </a:xfrm>
        </p:spPr>
        <p:txBody>
          <a:bodyPr/>
          <a:lstStyle/>
          <a:p>
            <a:fld id="{D57F1E4F-1CFF-5643-939E-217C01CDF565}" type="slidenum">
              <a:rPr lang="en-US" smtClean="0"/>
              <a:pPr/>
              <a:t>6</a:t>
            </a:fld>
            <a:endParaRPr lang="en-US" dirty="0"/>
          </a:p>
        </p:txBody>
      </p:sp>
      <p:sp>
        <p:nvSpPr>
          <p:cNvPr id="11" name="TextBox 10">
            <a:extLst>
              <a:ext uri="{FF2B5EF4-FFF2-40B4-BE49-F238E27FC236}">
                <a16:creationId xmlns:a16="http://schemas.microsoft.com/office/drawing/2014/main" id="{924C6545-802C-93A3-EC99-4C5A1C065DE1}"/>
              </a:ext>
            </a:extLst>
          </p:cNvPr>
          <p:cNvSpPr txBox="1"/>
          <p:nvPr/>
        </p:nvSpPr>
        <p:spPr>
          <a:xfrm>
            <a:off x="5983447" y="1497472"/>
            <a:ext cx="6094602" cy="1477328"/>
          </a:xfrm>
          <a:prstGeom prst="rect">
            <a:avLst/>
          </a:prstGeom>
          <a:noFill/>
        </p:spPr>
        <p:txBody>
          <a:bodyPr wrap="square">
            <a:spAutoFit/>
          </a:bodyPr>
          <a:lstStyle/>
          <a:p>
            <a:pPr algn="just"/>
            <a:r>
              <a:rPr lang="vi-VN" b="0" i="0" dirty="0">
                <a:solidFill>
                  <a:srgbClr val="080809"/>
                </a:solidFill>
                <a:effectLst/>
                <a:latin typeface="Segoe UI Historic" panose="020B0502040204020203" pitchFamily="34" charset="0"/>
              </a:rPr>
              <a:t>Kẻ thù lớn nhất của suy nghĩ chính là sự bận rộn. Do đó, nếu thấy tốc độ cuộc sống đòi hỏi mình phải nghĩ quá sức sẽ dẫn tới mức bạn không nghĩ được gì nữa. Khi này hãy lập tức điều chỉnh ngay. Hãy lên một danh sách những việc cần nghĩ và chỉ thực hiện trong danh sách đó.</a:t>
            </a:r>
            <a:endParaRPr lang="en-US" dirty="0"/>
          </a:p>
        </p:txBody>
      </p:sp>
      <p:pic>
        <p:nvPicPr>
          <p:cNvPr id="13" name="Picture 12">
            <a:extLst>
              <a:ext uri="{FF2B5EF4-FFF2-40B4-BE49-F238E27FC236}">
                <a16:creationId xmlns:a16="http://schemas.microsoft.com/office/drawing/2014/main" id="{78483DE6-A0F3-C1B5-C3B8-CE223CDAEBBA}"/>
              </a:ext>
            </a:extLst>
          </p:cNvPr>
          <p:cNvPicPr>
            <a:picLocks noChangeAspect="1"/>
          </p:cNvPicPr>
          <p:nvPr/>
        </p:nvPicPr>
        <p:blipFill rotWithShape="1">
          <a:blip r:embed="rId3"/>
          <a:srcRect b="10954"/>
          <a:stretch/>
        </p:blipFill>
        <p:spPr>
          <a:xfrm>
            <a:off x="724949" y="2637007"/>
            <a:ext cx="4784452" cy="2662724"/>
          </a:xfrm>
          <a:prstGeom prst="rect">
            <a:avLst/>
          </a:prstGeom>
          <a:effectLst>
            <a:glow rad="228600">
              <a:schemeClr val="accent4">
                <a:satMod val="175000"/>
                <a:alpha val="40000"/>
              </a:schemeClr>
            </a:glow>
          </a:effectLst>
          <a:scene3d>
            <a:camera prst="perspectiveHeroicExtremeLeftFacing"/>
            <a:lightRig rig="threePt" dir="t"/>
          </a:scene3d>
        </p:spPr>
      </p:pic>
      <p:pic>
        <p:nvPicPr>
          <p:cNvPr id="14" name="Picture 13">
            <a:extLst>
              <a:ext uri="{FF2B5EF4-FFF2-40B4-BE49-F238E27FC236}">
                <a16:creationId xmlns:a16="http://schemas.microsoft.com/office/drawing/2014/main" id="{94861008-D355-CB6E-C678-BAE76E5F729D}"/>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461919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9198-65E3-889A-27DE-113032F7998D}"/>
              </a:ext>
            </a:extLst>
          </p:cNvPr>
          <p:cNvSpPr>
            <a:spLocks noGrp="1"/>
          </p:cNvSpPr>
          <p:nvPr>
            <p:ph type="title"/>
          </p:nvPr>
        </p:nvSpPr>
        <p:spPr/>
        <p:txBody>
          <a:bodyPr/>
          <a:lstStyle/>
          <a:p>
            <a:r>
              <a:rPr lang="en-US" b="1" i="0" dirty="0">
                <a:solidFill>
                  <a:schemeClr val="accent6">
                    <a:lumMod val="75000"/>
                  </a:schemeClr>
                </a:solidFill>
                <a:effectLst/>
                <a:latin typeface="Arial" panose="020B0604020202020204" pitchFamily="34" charset="0"/>
                <a:cs typeface="Arial" panose="020B0604020202020204" pitchFamily="34" charset="0"/>
              </a:rPr>
              <a:t>6. </a:t>
            </a:r>
            <a:r>
              <a:rPr lang="en-US" b="1" i="0" dirty="0" err="1">
                <a:solidFill>
                  <a:schemeClr val="accent6">
                    <a:lumMod val="75000"/>
                  </a:schemeClr>
                </a:solidFill>
                <a:effectLst/>
                <a:latin typeface="Arial" panose="020B0604020202020204" pitchFamily="34" charset="0"/>
                <a:cs typeface="Arial" panose="020B0604020202020204" pitchFamily="34" charset="0"/>
              </a:rPr>
              <a:t>Kiểm</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soát</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lời</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nói</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của</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mình</a:t>
            </a:r>
            <a:endParaRPr lang="en-US" b="1" dirty="0">
              <a:solidFill>
                <a:schemeClr val="accent6">
                  <a:lumMod val="75000"/>
                </a:schemeClr>
              </a:solidFill>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F8ED0B5E-4F60-5981-60E4-B70DA857051F}"/>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8" name="Picture 7">
            <a:extLst>
              <a:ext uri="{FF2B5EF4-FFF2-40B4-BE49-F238E27FC236}">
                <a16:creationId xmlns:a16="http://schemas.microsoft.com/office/drawing/2014/main" id="{80618374-18C5-A484-07F8-901AD676C4A6}"/>
              </a:ext>
            </a:extLst>
          </p:cNvPr>
          <p:cNvPicPr>
            <a:picLocks noChangeAspect="1"/>
          </p:cNvPicPr>
          <p:nvPr/>
        </p:nvPicPr>
        <p:blipFill>
          <a:blip r:embed="rId2"/>
          <a:stretch>
            <a:fillRect/>
          </a:stretch>
        </p:blipFill>
        <p:spPr>
          <a:xfrm>
            <a:off x="7040282" y="1685797"/>
            <a:ext cx="4224782" cy="2398686"/>
          </a:xfrm>
          <a:prstGeom prst="rect">
            <a:avLst/>
          </a:prstGeom>
          <a:effectLst>
            <a:glow rad="228600">
              <a:schemeClr val="accent6">
                <a:satMod val="175000"/>
                <a:alpha val="40000"/>
              </a:schemeClr>
            </a:glow>
          </a:effectLst>
          <a:scene3d>
            <a:camera prst="isometricOffAxis2Left"/>
            <a:lightRig rig="threePt" dir="t"/>
          </a:scene3d>
        </p:spPr>
      </p:pic>
      <p:sp>
        <p:nvSpPr>
          <p:cNvPr id="10" name="TextBox 9">
            <a:extLst>
              <a:ext uri="{FF2B5EF4-FFF2-40B4-BE49-F238E27FC236}">
                <a16:creationId xmlns:a16="http://schemas.microsoft.com/office/drawing/2014/main" id="{6FE2512C-E9DC-CDC8-3846-74BDC58186CB}"/>
              </a:ext>
            </a:extLst>
          </p:cNvPr>
          <p:cNvSpPr txBox="1"/>
          <p:nvPr/>
        </p:nvSpPr>
        <p:spPr>
          <a:xfrm>
            <a:off x="631272" y="2578938"/>
            <a:ext cx="6094602" cy="2308324"/>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Những người thành công rất coi trọng hành động. Chính vì thế, nếu họ đã chịu lắng nghe thì những lời nói đó phải hết sức có ý nghĩa. Do đó, bạn cần chú ý đặc biệt đặc điểm này trước khi nói. "Một câu nói có sức mạnh hơn một khẩu đại bác"– Napoleon.</a:t>
            </a:r>
          </a:p>
          <a:p>
            <a:pPr marL="285750" indent="-285750" algn="just">
              <a:buFont typeface="Wingdings" panose="05000000000000000000" pitchFamily="2" charset="2"/>
              <a:buChar char="ü"/>
            </a:pPr>
            <a:r>
              <a:rPr lang="vi-VN" b="0" i="0" dirty="0">
                <a:solidFill>
                  <a:srgbClr val="080809"/>
                </a:solidFill>
                <a:effectLst/>
                <a:latin typeface="inherit"/>
              </a:rPr>
              <a:t>Hãy cân nhắc lời nói thật kỹ, ngắn gọn, rõ ràng, có ý nghĩa (còn không đừng nói). Nếu không làm được hãy im lặng là cách tốt nhất.</a:t>
            </a:r>
          </a:p>
        </p:txBody>
      </p:sp>
      <p:pic>
        <p:nvPicPr>
          <p:cNvPr id="11" name="Picture 10">
            <a:extLst>
              <a:ext uri="{FF2B5EF4-FFF2-40B4-BE49-F238E27FC236}">
                <a16:creationId xmlns:a16="http://schemas.microsoft.com/office/drawing/2014/main" id="{A6979328-251A-CC38-1188-0A4F8557B2C1}"/>
              </a:ext>
            </a:extLst>
          </p:cNvPr>
          <p:cNvPicPr>
            <a:picLocks noChangeAspect="1"/>
          </p:cNvPicPr>
          <p:nvPr/>
        </p:nvPicPr>
        <p:blipFill>
          <a:blip r:embed="rId3"/>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388345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B4C23D-D404-C493-583C-06E53FA50279}"/>
              </a:ext>
            </a:extLst>
          </p:cNvPr>
          <p:cNvSpPr>
            <a:spLocks noGrp="1"/>
          </p:cNvSpPr>
          <p:nvPr>
            <p:ph type="title"/>
          </p:nvPr>
        </p:nvSpPr>
        <p:spPr>
          <a:xfrm>
            <a:off x="0" y="0"/>
            <a:ext cx="12192000" cy="1190846"/>
          </a:xfrm>
        </p:spPr>
        <p:txBody>
          <a:bodyPr/>
          <a:lstStyle/>
          <a:p>
            <a:r>
              <a:rPr lang="en-US" b="1" i="0" dirty="0">
                <a:solidFill>
                  <a:schemeClr val="accent6">
                    <a:lumMod val="75000"/>
                  </a:schemeClr>
                </a:solidFill>
                <a:effectLst/>
                <a:latin typeface="Arial" panose="020B0604020202020204" pitchFamily="34" charset="0"/>
                <a:cs typeface="Arial" panose="020B0604020202020204" pitchFamily="34" charset="0"/>
              </a:rPr>
              <a:t>7. </a:t>
            </a:r>
            <a:r>
              <a:rPr lang="en-US" b="1" i="0" dirty="0" err="1">
                <a:solidFill>
                  <a:schemeClr val="accent6">
                    <a:lumMod val="75000"/>
                  </a:schemeClr>
                </a:solidFill>
                <a:effectLst/>
                <a:latin typeface="Arial" panose="020B0604020202020204" pitchFamily="34" charset="0"/>
                <a:cs typeface="Arial" panose="020B0604020202020204" pitchFamily="34" charset="0"/>
              </a:rPr>
              <a:t>Kiểm</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soát</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đời</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sống</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cá</a:t>
            </a:r>
            <a:r>
              <a:rPr lang="en-US" b="1" i="0" dirty="0">
                <a:solidFill>
                  <a:schemeClr val="accent6">
                    <a:lumMod val="75000"/>
                  </a:schemeClr>
                </a:solidFill>
                <a:effectLst/>
                <a:latin typeface="Arial" panose="020B0604020202020204" pitchFamily="34" charset="0"/>
                <a:cs typeface="Arial" panose="020B0604020202020204" pitchFamily="34" charset="0"/>
              </a:rPr>
              <a:t> </a:t>
            </a:r>
            <a:r>
              <a:rPr lang="en-US" b="1" i="0" dirty="0" err="1">
                <a:solidFill>
                  <a:schemeClr val="accent6">
                    <a:lumMod val="75000"/>
                  </a:schemeClr>
                </a:solidFill>
                <a:effectLst/>
                <a:latin typeface="Arial" panose="020B0604020202020204" pitchFamily="34" charset="0"/>
                <a:cs typeface="Arial" panose="020B0604020202020204" pitchFamily="34" charset="0"/>
              </a:rPr>
              <a:t>nhân</a:t>
            </a:r>
            <a:endParaRPr lang="en-US" b="1" dirty="0">
              <a:solidFill>
                <a:schemeClr val="accent6">
                  <a:lumMod val="75000"/>
                </a:schemeClr>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E1C2FB6-4D35-3DC2-050B-135DDBAB21A5}"/>
              </a:ext>
            </a:extLst>
          </p:cNvPr>
          <p:cNvSpPr>
            <a:spLocks noGrp="1"/>
          </p:cNvSpPr>
          <p:nvPr>
            <p:ph type="sldNum" sz="quarter" idx="12"/>
          </p:nvPr>
        </p:nvSpPr>
        <p:spPr>
          <a:xfrm>
            <a:off x="11125198" y="3281426"/>
            <a:ext cx="1066800" cy="295148"/>
          </a:xfrm>
        </p:spPr>
        <p:txBody>
          <a:bodyPr/>
          <a:lstStyle/>
          <a:p>
            <a:fld id="{D57F1E4F-1CFF-5643-939E-217C01CDF565}" type="slidenum">
              <a:rPr lang="en-US" smtClean="0"/>
              <a:pPr/>
              <a:t>8</a:t>
            </a:fld>
            <a:endParaRPr lang="en-US" dirty="0"/>
          </a:p>
        </p:txBody>
      </p:sp>
      <p:sp>
        <p:nvSpPr>
          <p:cNvPr id="3" name="TextBox 2">
            <a:extLst>
              <a:ext uri="{FF2B5EF4-FFF2-40B4-BE49-F238E27FC236}">
                <a16:creationId xmlns:a16="http://schemas.microsoft.com/office/drawing/2014/main" id="{B47DA812-A6D5-3723-97BE-2622CFC58247}"/>
              </a:ext>
            </a:extLst>
          </p:cNvPr>
          <p:cNvSpPr txBox="1"/>
          <p:nvPr/>
        </p:nvSpPr>
        <p:spPr>
          <a:xfrm>
            <a:off x="866163" y="1974931"/>
            <a:ext cx="6094602" cy="2585323"/>
          </a:xfrm>
          <a:prstGeom prst="rect">
            <a:avLst/>
          </a:prstGeom>
          <a:noFill/>
        </p:spPr>
        <p:txBody>
          <a:bodyPr wrap="square">
            <a:spAutoFit/>
          </a:bodyPr>
          <a:lstStyle/>
          <a:p>
            <a:pPr marL="285750" indent="-285750" algn="just">
              <a:buFont typeface="Wingdings" panose="05000000000000000000" pitchFamily="2" charset="2"/>
              <a:buChar char="ü"/>
            </a:pPr>
            <a:r>
              <a:rPr lang="vi-VN" b="0" i="0" dirty="0">
                <a:solidFill>
                  <a:srgbClr val="080809"/>
                </a:solidFill>
                <a:effectLst/>
                <a:latin typeface="inherit"/>
              </a:rPr>
              <a:t>Bạn có thể làm rất tốt công việc nhưng nếu đời sống cá nhân lộn xộn sẽ khiến mọi thứ trở nên cực kỳ tồi tệ. Ví dụ: Vợ chồng </a:t>
            </a:r>
            <a:r>
              <a:rPr lang="en-US" dirty="0" err="1">
                <a:solidFill>
                  <a:srgbClr val="080809"/>
                </a:solidFill>
                <a:latin typeface="inherit"/>
              </a:rPr>
              <a:t>bất</a:t>
            </a:r>
            <a:r>
              <a:rPr lang="en-US" dirty="0">
                <a:solidFill>
                  <a:srgbClr val="080809"/>
                </a:solidFill>
                <a:latin typeface="inherit"/>
              </a:rPr>
              <a:t> </a:t>
            </a:r>
            <a:r>
              <a:rPr lang="en-US" dirty="0" err="1">
                <a:solidFill>
                  <a:srgbClr val="080809"/>
                </a:solidFill>
                <a:latin typeface="inherit"/>
              </a:rPr>
              <a:t>hoà</a:t>
            </a:r>
            <a:r>
              <a:rPr lang="vi-VN" b="0" i="0" dirty="0">
                <a:solidFill>
                  <a:srgbClr val="080809"/>
                </a:solidFill>
                <a:effectLst/>
                <a:latin typeface="inherit"/>
              </a:rPr>
              <a:t>, xa lạ với con cái,… thì không có thành công nào chứa đựng các điều đó cả.</a:t>
            </a:r>
          </a:p>
          <a:p>
            <a:pPr marL="285750" indent="-285750" algn="just">
              <a:buFont typeface="Wingdings" panose="05000000000000000000" pitchFamily="2" charset="2"/>
              <a:buChar char="ü"/>
            </a:pPr>
            <a:r>
              <a:rPr lang="vi-VN" b="0" i="0" dirty="0">
                <a:solidFill>
                  <a:srgbClr val="080809"/>
                </a:solidFill>
                <a:effectLst/>
                <a:latin typeface="inherit"/>
              </a:rPr>
              <a:t>Thành công chứa đựng yếu tố như được những người gần gũi nhất yêu thương và tôn trọng (từ vợ, con, cháu,...). Đó là yếu tố đầu tiên của thành công. Nói một cách khác, bạn không thể đổi gia đình, huynh đệ để lấy bất kỳ thứ gì khác được.</a:t>
            </a:r>
          </a:p>
        </p:txBody>
      </p:sp>
      <p:pic>
        <p:nvPicPr>
          <p:cNvPr id="8194" name="Picture 2" descr="7 CÂU HỎI GIÚP BẠN TÌM KIẾM MỤC TIÊU CUỘC ĐỜI">
            <a:extLst>
              <a:ext uri="{FF2B5EF4-FFF2-40B4-BE49-F238E27FC236}">
                <a16:creationId xmlns:a16="http://schemas.microsoft.com/office/drawing/2014/main" id="{479984C5-ED2F-4436-982B-A3632B3545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4142" y="1477229"/>
            <a:ext cx="4026661" cy="41986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6D37C04-57D0-FDCA-2299-6985851BFBF3}"/>
              </a:ext>
            </a:extLst>
          </p:cNvPr>
          <p:cNvPicPr>
            <a:picLocks noChangeAspect="1"/>
          </p:cNvPicPr>
          <p:nvPr/>
        </p:nvPicPr>
        <p:blipFill>
          <a:blip r:embed="rId4"/>
          <a:stretch>
            <a:fillRect/>
          </a:stretch>
        </p:blipFill>
        <p:spPr>
          <a:xfrm>
            <a:off x="11456050" y="103836"/>
            <a:ext cx="806373" cy="694146"/>
          </a:xfrm>
          <a:prstGeom prst="rect">
            <a:avLst/>
          </a:prstGeom>
        </p:spPr>
      </p:pic>
    </p:spTree>
    <p:extLst>
      <p:ext uri="{BB962C8B-B14F-4D97-AF65-F5344CB8AC3E}">
        <p14:creationId xmlns:p14="http://schemas.microsoft.com/office/powerpoint/2010/main" val="41492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42BBD-D02F-C57E-F428-F0ED794C28BF}"/>
              </a:ext>
            </a:extLst>
          </p:cNvPr>
          <p:cNvSpPr>
            <a:spLocks noGrp="1"/>
          </p:cNvSpPr>
          <p:nvPr>
            <p:ph type="ctrTitle"/>
          </p:nvPr>
        </p:nvSpPr>
        <p:spPr>
          <a:xfrm>
            <a:off x="918494" y="-1"/>
            <a:ext cx="6663020" cy="4383157"/>
          </a:xfrm>
        </p:spPr>
        <p:txBody>
          <a:bodyPr/>
          <a:lstStyle/>
          <a:p>
            <a:r>
              <a:rPr lang="en-US" dirty="0"/>
              <a:t>Thank</a:t>
            </a:r>
            <a:br>
              <a:rPr lang="en-US" dirty="0"/>
            </a:br>
            <a:r>
              <a:rPr lang="en-US" dirty="0"/>
              <a:t>you</a:t>
            </a:r>
          </a:p>
        </p:txBody>
      </p:sp>
      <p:pic>
        <p:nvPicPr>
          <p:cNvPr id="9218" name="Picture 2" descr="999 Châm ngôn cuộc sống ngắn được các bạn trẻ yêu thích nhất">
            <a:extLst>
              <a:ext uri="{FF2B5EF4-FFF2-40B4-BE49-F238E27FC236}">
                <a16:creationId xmlns:a16="http://schemas.microsoft.com/office/drawing/2014/main" id="{34E72C25-39BB-222D-A6C4-0215922F2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9501" y="-1"/>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23CF12C-A2F4-A5CB-8351-DE458ED7D443}"/>
              </a:ext>
            </a:extLst>
          </p:cNvPr>
          <p:cNvPicPr>
            <a:picLocks noChangeAspect="1"/>
          </p:cNvPicPr>
          <p:nvPr/>
        </p:nvPicPr>
        <p:blipFill>
          <a:blip r:embed="rId4"/>
          <a:stretch>
            <a:fillRect/>
          </a:stretch>
        </p:blipFill>
        <p:spPr>
          <a:xfrm>
            <a:off x="11524560" y="122012"/>
            <a:ext cx="806373" cy="694146"/>
          </a:xfrm>
          <a:prstGeom prst="rect">
            <a:avLst/>
          </a:prstGeom>
        </p:spPr>
      </p:pic>
    </p:spTree>
    <p:extLst>
      <p:ext uri="{BB962C8B-B14F-4D97-AF65-F5344CB8AC3E}">
        <p14:creationId xmlns:p14="http://schemas.microsoft.com/office/powerpoint/2010/main" val="4075589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TM34100736_Win32_SL_V7" id="{872FBC98-85AA-4F18-AC53-861CB3F6E4CA}" vid="{60B4F374-418C-4145-8A08-393670359D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59F332-EDB6-4CE8-90E3-69674AA8F3D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1C1A27D-0A20-41E4-9D12-3931AE5A7901}">
  <ds:schemaRefs>
    <ds:schemaRef ds:uri="http://schemas.microsoft.com/sharepoint/v3/contenttype/forms"/>
  </ds:schemaRefs>
</ds:datastoreItem>
</file>

<file path=customXml/itemProps3.xml><?xml version="1.0" encoding="utf-8"?>
<ds:datastoreItem xmlns:ds="http://schemas.openxmlformats.org/officeDocument/2006/customXml" ds:itemID="{AA7787A0-3A88-4396-9CA1-027C369E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Mesh design</Template>
  <TotalTime>27</TotalTime>
  <Words>1021</Words>
  <Application>Microsoft Office PowerPoint</Application>
  <PresentationFormat>Widescreen</PresentationFormat>
  <Paragraphs>42</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Century Gothic</vt:lpstr>
      <vt:lpstr>inherit</vt:lpstr>
      <vt:lpstr>Segoe UI Historic</vt:lpstr>
      <vt:lpstr>Tahoma</vt:lpstr>
      <vt:lpstr>Wingdings</vt:lpstr>
      <vt:lpstr>Mesh</vt:lpstr>
      <vt:lpstr>7 ĐIỀU CỐT LÕI  NGƯỜI THÀNH CÔNG PHẢI HỌC CÁCH KIỂM SOÁT</vt:lpstr>
      <vt:lpstr>1. Kiểm soát được cảm xúc</vt:lpstr>
      <vt:lpstr>2. Kiểm soát thời gian </vt:lpstr>
      <vt:lpstr>3. Kiểm soát ưu tiên của mình </vt:lpstr>
      <vt:lpstr>4. Kiểm soát năng lượng bản thân</vt:lpstr>
      <vt:lpstr>5. Kiểm soát suy nghĩ của mình </vt:lpstr>
      <vt:lpstr>6. Kiểm soát lời nói của mình</vt:lpstr>
      <vt:lpstr>7. Kiểm soát đời sống cá nhân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ĐIỀU CỐT LÕI  NGƯỜI THÀNH CÔNG PHẢI HỌC CÁCH KIỂM SOÁT</dc:title>
  <dc:creator>Administrator</dc:creator>
  <cp:lastModifiedBy>Administrator</cp:lastModifiedBy>
  <cp:revision>1</cp:revision>
  <dcterms:created xsi:type="dcterms:W3CDTF">2024-12-19T11:38:17Z</dcterms:created>
  <dcterms:modified xsi:type="dcterms:W3CDTF">2024-12-19T12:05:36Z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