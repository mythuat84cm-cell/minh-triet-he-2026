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73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2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8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4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94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2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0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5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321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0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258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465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0628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96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12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07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7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19F0-E061-43A6-BEDA-D745EA99D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4218613"/>
            <a:ext cx="7766936" cy="164630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QUẢN LÝ THỜI GIAN – </a:t>
            </a:r>
            <a:r>
              <a:rPr lang="en-US" dirty="0">
                <a:solidFill>
                  <a:srgbClr val="00B050"/>
                </a:solidFill>
              </a:rPr>
              <a:t>CÔNG VIỆC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81E71-F131-4D60-A61D-4A511DB316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Kỹ năng quản lý thời gian là gì? Tại sao phải quản lý thời gian?">
            <a:extLst>
              <a:ext uri="{FF2B5EF4-FFF2-40B4-BE49-F238E27FC236}">
                <a16:creationId xmlns:a16="http://schemas.microsoft.com/office/drawing/2014/main" id="{57E47CC1-6EB4-401A-B382-705EC4B5B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651" y="542575"/>
            <a:ext cx="4790237" cy="2886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6338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BAEC-8C6E-4285-8C67-29A5DC82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F965-5457-429D-944F-6A3E4E7E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Top 10 Bài văn nghị luận xã hội về giá trị của thời gian (lớp 12) hay nhất  - toplist.vn">
            <a:extLst>
              <a:ext uri="{FF2B5EF4-FFF2-40B4-BE49-F238E27FC236}">
                <a16:creationId xmlns:a16="http://schemas.microsoft.com/office/drawing/2014/main" id="{BA2BCB9D-AD33-4E56-8279-A672357DB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801421"/>
            <a:ext cx="9315450" cy="52399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58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65CD-F442-4D05-BF91-C6126608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LÀM ĐẾN CÙNG MỌI VIỆC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6FF6-6547-41D3-8DBE-E757C9F5A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677" y="2160588"/>
            <a:ext cx="5270460" cy="2059073"/>
          </a:xfrm>
        </p:spPr>
        <p:txBody>
          <a:bodyPr/>
          <a:lstStyle/>
          <a:p>
            <a:r>
              <a:rPr lang="en-US"/>
              <a:t>Tại sao bạn chọn việc này?</a:t>
            </a:r>
          </a:p>
          <a:p>
            <a:r>
              <a:rPr lang="en-US"/>
              <a:t>Bạn đạt đ</a:t>
            </a:r>
            <a:r>
              <a:rPr lang="vi-VN"/>
              <a:t>ư</a:t>
            </a:r>
            <a:r>
              <a:rPr lang="en-US"/>
              <a:t>ợc gì khi hoàn thành?</a:t>
            </a:r>
          </a:p>
          <a:p>
            <a:r>
              <a:rPr lang="en-US"/>
              <a:t>Bạn sẽ mất mát gì khi bỏ ngang?</a:t>
            </a:r>
          </a:p>
          <a:p>
            <a:r>
              <a:rPr lang="en-US"/>
              <a:t>Bạn sẽ học hỏi đ</a:t>
            </a:r>
            <a:r>
              <a:rPr lang="vi-VN"/>
              <a:t>ư</a:t>
            </a:r>
            <a:r>
              <a:rPr lang="en-US"/>
              <a:t>ợc gì?</a:t>
            </a:r>
          </a:p>
          <a:p>
            <a:endParaRPr lang="en-US"/>
          </a:p>
        </p:txBody>
      </p:sp>
      <p:pic>
        <p:nvPicPr>
          <p:cNvPr id="1026" name="Picture 2" descr="Bí quyết thành công - 8 chiến lược để duy trì sự tập trung liên tục Trong  xã hội quay cuồng ngày nay – nơi mà lượng dữ liệu được tạo ra">
            <a:extLst>
              <a:ext uri="{FF2B5EF4-FFF2-40B4-BE49-F238E27FC236}">
                <a16:creationId xmlns:a16="http://schemas.microsoft.com/office/drawing/2014/main" id="{76BB1764-ECBE-4B7F-ABBE-253328753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217" y="2160588"/>
            <a:ext cx="3856680" cy="21597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9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9573-5618-481D-A69B-E5E2104F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968295" cy="1320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LÀM VIỆC NHỎ TR</a:t>
            </a:r>
            <a:r>
              <a:rPr lang="vi-VN" dirty="0"/>
              <a:t>Ư</a:t>
            </a:r>
            <a:r>
              <a:rPr lang="en-US" dirty="0"/>
              <a:t>ỚC TỚI KHI HOÀN THÀNH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043F-39BE-4D11-A794-F3CDCEFC5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9139" y="1930400"/>
            <a:ext cx="7031280" cy="66650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“Bạn không thể lên đỉnh Everest bằng đôi cánh thiên thần”</a:t>
            </a:r>
            <a:endParaRPr lang="en-US" dirty="0"/>
          </a:p>
        </p:txBody>
      </p:sp>
      <p:pic>
        <p:nvPicPr>
          <p:cNvPr id="2050" name="Picture 2" descr="Video: Climbers Fall &amp; Disappear From Everest Because Of Overcrowding -  YouTube">
            <a:extLst>
              <a:ext uri="{FF2B5EF4-FFF2-40B4-BE49-F238E27FC236}">
                <a16:creationId xmlns:a16="http://schemas.microsoft.com/office/drawing/2014/main" id="{7969DDC5-7199-4FD4-A434-E725B901E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24" y="2801922"/>
            <a:ext cx="5465893" cy="30745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15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1908-D45C-4C3E-A414-F7994741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167921" cy="1320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HÃY LÀM VIỆC CẬT LỰC – CHĂM CHỈ - </a:t>
            </a:r>
            <a:r>
              <a:rPr lang="en-US"/>
              <a:t>CÓ GIỚI HẠN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CA32-7E29-49B5-9653-DFB002777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4905" y="1646508"/>
            <a:ext cx="8596668" cy="1513789"/>
          </a:xfrm>
        </p:spPr>
        <p:txBody>
          <a:bodyPr/>
          <a:lstStyle/>
          <a:p>
            <a:r>
              <a:rPr lang="en-US"/>
              <a:t>Có kế hoạch </a:t>
            </a:r>
          </a:p>
          <a:p>
            <a:r>
              <a:rPr lang="en-US"/>
              <a:t>Có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nghĩ</a:t>
            </a:r>
            <a:r>
              <a:rPr lang="en-US" dirty="0"/>
              <a:t> ng</a:t>
            </a:r>
            <a:r>
              <a:rPr lang="vi-VN" dirty="0"/>
              <a:t>ơ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</p:txBody>
      </p:sp>
      <p:pic>
        <p:nvPicPr>
          <p:cNvPr id="3074" name="Picture 2" descr="Danh ngôn Kế hoạch">
            <a:extLst>
              <a:ext uri="{FF2B5EF4-FFF2-40B4-BE49-F238E27FC236}">
                <a16:creationId xmlns:a16="http://schemas.microsoft.com/office/drawing/2014/main" id="{D339FEE2-F38F-4429-9448-43CF14427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905" y="3429000"/>
            <a:ext cx="4286250" cy="28289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93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1F95-C245-4C19-AFB4-1F5507536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1000141" cy="1320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KHÔNG NGỪNG HỌC HỎI KIẾN TH</a:t>
            </a:r>
            <a:r>
              <a:rPr lang="vi-VN" dirty="0"/>
              <a:t>Ư</a:t>
            </a:r>
            <a:r>
              <a:rPr lang="en-US" dirty="0"/>
              <a:t>C – KỸ NĂNG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5833A-CEBD-4F0B-A545-2550BE1C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252" y="2367627"/>
            <a:ext cx="4555222" cy="3880773"/>
          </a:xfrm>
        </p:spPr>
        <p:txBody>
          <a:bodyPr/>
          <a:lstStyle/>
          <a:p>
            <a:r>
              <a:rPr lang="en-US"/>
              <a:t>Thầy bục giảng</a:t>
            </a:r>
          </a:p>
          <a:p>
            <a:r>
              <a:rPr lang="en-US"/>
              <a:t>Thầy đời</a:t>
            </a:r>
          </a:p>
          <a:p>
            <a:r>
              <a:rPr lang="en-US"/>
              <a:t>Bạn – Bè</a:t>
            </a:r>
          </a:p>
          <a:p>
            <a:r>
              <a:rPr lang="en-US"/>
              <a:t>Thần t</a:t>
            </a:r>
            <a:r>
              <a:rPr lang="vi-VN"/>
              <a:t>ư</a:t>
            </a:r>
            <a:r>
              <a:rPr lang="en-US"/>
              <a:t>ợng</a:t>
            </a:r>
          </a:p>
          <a:p>
            <a:r>
              <a:rPr lang="en-US"/>
              <a:t>Sách - Internet</a:t>
            </a:r>
            <a:endParaRPr lang="en-US" dirty="0"/>
          </a:p>
        </p:txBody>
      </p:sp>
      <p:pic>
        <p:nvPicPr>
          <p:cNvPr id="4098" name="Picture 2" descr="10 câu nói truyền cảm hứng cho bạn trẻ khởi nghiệp - Tuổi Trẻ Online">
            <a:extLst>
              <a:ext uri="{FF2B5EF4-FFF2-40B4-BE49-F238E27FC236}">
                <a16:creationId xmlns:a16="http://schemas.microsoft.com/office/drawing/2014/main" id="{3C9AD823-7962-4243-9052-71DF2E170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884" y="2063766"/>
            <a:ext cx="4892025" cy="29352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62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55B5-3204-4047-A2E8-22C782F4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HÃY LÀM CHỦ KẾ HOẠCH – LÀM CHỦ CUỘC ĐỜI BẠN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181A5-B819-43B6-AC56-A71DD7535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0216" y="3036815"/>
            <a:ext cx="6553785" cy="3004547"/>
          </a:xfrm>
        </p:spPr>
        <p:txBody>
          <a:bodyPr/>
          <a:lstStyle/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en-US" dirty="0"/>
          </a:p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tháng</a:t>
            </a:r>
            <a:endParaRPr lang="en-US" dirty="0"/>
          </a:p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năm</a:t>
            </a:r>
            <a:endParaRPr lang="en-US" dirty="0"/>
          </a:p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5 </a:t>
            </a:r>
            <a:r>
              <a:rPr lang="en-US" dirty="0" err="1"/>
              <a:t>năm</a:t>
            </a:r>
            <a:r>
              <a:rPr lang="en-US" dirty="0"/>
              <a:t> – 10 </a:t>
            </a:r>
            <a:r>
              <a:rPr lang="en-US" dirty="0" err="1"/>
              <a:t>năm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9279551-A22E-4AAC-9AC9-8F4C1DC03EF9}"/>
              </a:ext>
            </a:extLst>
          </p:cNvPr>
          <p:cNvGrpSpPr/>
          <p:nvPr/>
        </p:nvGrpSpPr>
        <p:grpSpPr>
          <a:xfrm>
            <a:off x="6339281" y="1930400"/>
            <a:ext cx="5335688" cy="3384827"/>
            <a:chOff x="6330892" y="2223083"/>
            <a:chExt cx="5335688" cy="3384827"/>
          </a:xfrm>
        </p:grpSpPr>
        <p:pic>
          <p:nvPicPr>
            <p:cNvPr id="4098" name="Picture 2" descr="Lập kế hoạch cho cuộc sống, bí quyết để thành công">
              <a:extLst>
                <a:ext uri="{FF2B5EF4-FFF2-40B4-BE49-F238E27FC236}">
                  <a16:creationId xmlns:a16="http://schemas.microsoft.com/office/drawing/2014/main" id="{F351EAA2-EA8F-40C0-A05A-D4AF8711E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0892" y="2223083"/>
              <a:ext cx="5335688" cy="3384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255C6E-53D1-4232-A10E-439B1E43680D}"/>
                </a:ext>
              </a:extLst>
            </p:cNvPr>
            <p:cNvSpPr/>
            <p:nvPr/>
          </p:nvSpPr>
          <p:spPr>
            <a:xfrm>
              <a:off x="8525690" y="3577755"/>
              <a:ext cx="94609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1400" b="1" cap="none" spc="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Mục</a:t>
              </a:r>
              <a:r>
                <a:rPr lang="en-US" sz="1400" b="1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400" b="1" cap="none" spc="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tiêu</a:t>
              </a:r>
              <a:r>
                <a:rPr lang="en-US" sz="1400" b="1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</a:p>
            <a:p>
              <a:pPr algn="ctr"/>
              <a:r>
                <a:rPr lang="en-US" sz="1400" b="1" cap="none" spc="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cuộc</a:t>
              </a:r>
              <a:r>
                <a:rPr lang="en-US" sz="1400" b="1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en-US" sz="1400" b="1" cap="none" spc="0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đ</a:t>
              </a:r>
              <a:r>
                <a:rPr lang="en-US" sz="1400" b="1" dirty="0" err="1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ời</a:t>
              </a:r>
              <a:endParaRPr lang="en-US" sz="14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21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55D5-DC51-49E8-83C0-1D024209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SỐNG CÓ MỤC TIÊU – CÓ </a:t>
            </a:r>
            <a:r>
              <a:rPr lang="vi-VN" dirty="0"/>
              <a:t>Ư</a:t>
            </a:r>
            <a:r>
              <a:rPr lang="en-US" dirty="0"/>
              <a:t>U TIÊN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FFA37-E625-43B0-9C0D-7EEE9F08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1358" y="2367627"/>
            <a:ext cx="7130642" cy="3880773"/>
          </a:xfrm>
        </p:spPr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ta h</a:t>
            </a:r>
            <a:r>
              <a:rPr lang="vi-VN" dirty="0"/>
              <a:t>ư</a:t>
            </a:r>
            <a:r>
              <a:rPr lang="en-US" dirty="0" err="1"/>
              <a:t>ớng</a:t>
            </a:r>
            <a:r>
              <a:rPr lang="en-US" dirty="0"/>
              <a:t> </a:t>
            </a:r>
            <a:r>
              <a:rPr lang="en-US" dirty="0" err="1"/>
              <a:t>tới</a:t>
            </a:r>
            <a:endParaRPr lang="en-US" dirty="0"/>
          </a:p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rỏ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con đ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chặng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con đ</a:t>
            </a:r>
            <a:r>
              <a:rPr lang="vi-VN" dirty="0"/>
              <a:t>ư</a:t>
            </a:r>
            <a:r>
              <a:rPr lang="en-US" dirty="0" err="1"/>
              <a:t>ờng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</p:txBody>
      </p:sp>
      <p:pic>
        <p:nvPicPr>
          <p:cNvPr id="5122" name="Picture 2" descr="Danh ngôn Mục tiêu">
            <a:extLst>
              <a:ext uri="{FF2B5EF4-FFF2-40B4-BE49-F238E27FC236}">
                <a16:creationId xmlns:a16="http://schemas.microsoft.com/office/drawing/2014/main" id="{07620114-91E0-4E34-AEFF-73FC88F8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2098676"/>
            <a:ext cx="428625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422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212A-2C3E-4D65-BCAF-AD83597E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54" y="292908"/>
            <a:ext cx="9297176" cy="13208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HỌC CÁCH PHÂN BIỆT VIỆ QUAN TRỌNG VÀ KHÔNG QUAN TRỌNG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5367-36A4-4E7E-9E99-75FB2AB71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thói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chép</a:t>
            </a:r>
            <a:endParaRPr lang="en-US" dirty="0"/>
          </a:p>
          <a:p>
            <a:r>
              <a:rPr lang="en-US" dirty="0" err="1"/>
              <a:t>Đừng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  <a:p>
            <a:r>
              <a:rPr lang="en-US" dirty="0" err="1"/>
              <a:t>Đừng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r>
              <a:rPr lang="en-US" dirty="0" err="1"/>
              <a:t>Đừng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 </a:t>
            </a:r>
            <a:r>
              <a:rPr lang="en-US" dirty="0" err="1"/>
              <a:t>lộn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bận</a:t>
            </a:r>
            <a:r>
              <a:rPr lang="en-US" dirty="0"/>
              <a:t> </a:t>
            </a:r>
            <a:r>
              <a:rPr lang="en-US" dirty="0" err="1"/>
              <a:t>rộn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r>
              <a:rPr lang="en-US" dirty="0" err="1"/>
              <a:t>Chúng</a:t>
            </a:r>
            <a:r>
              <a:rPr lang="en-US" dirty="0"/>
              <a:t> ta đ</a:t>
            </a:r>
            <a:r>
              <a:rPr lang="vi-VN" dirty="0"/>
              <a:t>ư</a:t>
            </a:r>
            <a:r>
              <a:rPr lang="en-US" dirty="0" err="1"/>
              <a:t>ợc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chứ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</p:txBody>
      </p:sp>
      <p:pic>
        <p:nvPicPr>
          <p:cNvPr id="4" name="Picture 2" descr="Bộ kỹ năng &amp; mô hình quản lý thời gian hiệu quả giúp thúc đẩy NSLĐ - MISA  AMIS">
            <a:extLst>
              <a:ext uri="{FF2B5EF4-FFF2-40B4-BE49-F238E27FC236}">
                <a16:creationId xmlns:a16="http://schemas.microsoft.com/office/drawing/2014/main" id="{4F3DCC44-B12A-43CC-B8A7-51A3860AA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22" y="1613708"/>
            <a:ext cx="4808245" cy="388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25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B3D1-5845-41C0-A4FE-84D634EA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HÃY CÁCH NÓI KHÔNG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E0448-161C-43AD-85A0-91A2644D4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009" y="1371083"/>
            <a:ext cx="8596668" cy="3880773"/>
          </a:xfrm>
        </p:spPr>
        <p:txBody>
          <a:bodyPr/>
          <a:lstStyle/>
          <a:p>
            <a:r>
              <a:rPr lang="en-US" dirty="0"/>
              <a:t>90% </a:t>
            </a:r>
            <a:r>
              <a:rPr lang="en-US" dirty="0" err="1"/>
              <a:t>mọi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lòng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ng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mình</a:t>
            </a:r>
            <a:endParaRPr lang="en-US" dirty="0"/>
          </a:p>
        </p:txBody>
      </p:sp>
      <p:pic>
        <p:nvPicPr>
          <p:cNvPr id="6146" name="Picture 2" descr="Top 6 Cuốn sách viết về nghệ thuật nói lời từ chối hay nhất">
            <a:extLst>
              <a:ext uri="{FF2B5EF4-FFF2-40B4-BE49-F238E27FC236}">
                <a16:creationId xmlns:a16="http://schemas.microsoft.com/office/drawing/2014/main" id="{A474F67F-F02F-4160-AB74-C3FDC5813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017" y="2608975"/>
            <a:ext cx="4060971" cy="406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992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A96D-F5E4-4499-A0D0-02A2EB54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LÀM RA LÀM – CH</a:t>
            </a:r>
            <a:r>
              <a:rPr lang="vi-VN" dirty="0"/>
              <a:t>Ơ</a:t>
            </a:r>
            <a:r>
              <a:rPr lang="en-US" dirty="0"/>
              <a:t>I RA CH</a:t>
            </a:r>
            <a:r>
              <a:rPr lang="vi-VN" dirty="0"/>
              <a:t>Ơ</a:t>
            </a:r>
            <a:r>
              <a:rPr lang="en-US" dirty="0"/>
              <a:t>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224B7-46C8-460A-91D1-16BB654CA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56" y="2807473"/>
            <a:ext cx="4083345" cy="1651999"/>
          </a:xfrm>
        </p:spPr>
        <p:txBody>
          <a:bodyPr/>
          <a:lstStyle/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ơ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ch</a:t>
            </a:r>
            <a:r>
              <a:rPr lang="vi-VN" dirty="0"/>
              <a:t>ơ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làm</a:t>
            </a:r>
            <a:endParaRPr lang="en-US" dirty="0"/>
          </a:p>
          <a:p>
            <a:r>
              <a:rPr lang="en-US" dirty="0" err="1"/>
              <a:t>Đừng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h</a:t>
            </a:r>
            <a:r>
              <a:rPr lang="vi-VN" dirty="0"/>
              <a:t>ư</a:t>
            </a:r>
            <a:r>
              <a:rPr lang="en-US" dirty="0" err="1"/>
              <a:t>ởng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quanh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chơi</a:t>
            </a:r>
            <a:r>
              <a:rPr lang="en-US" dirty="0"/>
              <a:t> – </a:t>
            </a:r>
            <a:r>
              <a:rPr lang="en-US" dirty="0" err="1"/>
              <a:t>khi</a:t>
            </a:r>
            <a:r>
              <a:rPr lang="en-US" dirty="0"/>
              <a:t> lam</a:t>
            </a:r>
          </a:p>
        </p:txBody>
      </p:sp>
      <p:pic>
        <p:nvPicPr>
          <p:cNvPr id="7170" name="Picture 2" descr="Làm Ra Làm Chơi Ra Chơi - Bí quyết giúp bạn thành thạo kỹ năng “làm việc  sâu” - elonx.vn">
            <a:extLst>
              <a:ext uri="{FF2B5EF4-FFF2-40B4-BE49-F238E27FC236}">
                <a16:creationId xmlns:a16="http://schemas.microsoft.com/office/drawing/2014/main" id="{AC9CB6A9-4C43-41C6-BE66-1401F776D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426" y="1930400"/>
            <a:ext cx="4886238" cy="32574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114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93D8-33CD-42F6-9612-936CE6A2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ĐÁNH GIÁ BẢN THÂN LẠI MỖI NGÀY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26FCF-692B-47BE-8AE4-090D8255C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247" y="2168978"/>
            <a:ext cx="5595457" cy="3880773"/>
          </a:xfrm>
        </p:spPr>
        <p:txBody>
          <a:bodyPr/>
          <a:lstStyle/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ở </a:t>
            </a:r>
            <a:r>
              <a:rPr lang="en-US" dirty="0" err="1"/>
              <a:t>đâu</a:t>
            </a:r>
            <a:endParaRPr lang="en-US" dirty="0"/>
          </a:p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ở </a:t>
            </a:r>
            <a:r>
              <a:rPr lang="en-US" dirty="0" err="1"/>
              <a:t>đâu</a:t>
            </a:r>
            <a:endParaRPr lang="en-US" dirty="0"/>
          </a:p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đâu</a:t>
            </a:r>
            <a:endParaRPr lang="en-US" dirty="0"/>
          </a:p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en-US" dirty="0"/>
          </a:p>
        </p:txBody>
      </p:sp>
      <p:pic>
        <p:nvPicPr>
          <p:cNvPr id="8194" name="Picture 2" descr="Đánh giá bản thân - kỹ năng giúp bạn tìm kiếm việc làm nhanh chóng">
            <a:extLst>
              <a:ext uri="{FF2B5EF4-FFF2-40B4-BE49-F238E27FC236}">
                <a16:creationId xmlns:a16="http://schemas.microsoft.com/office/drawing/2014/main" id="{62FA7669-F59E-4D33-AC41-0E06937F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150" y="1930400"/>
            <a:ext cx="4920702" cy="307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88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47E1-91A1-4C22-A8C1-AC7FF39F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CẨN THẬN VỚI NHỮNG TH</a:t>
            </a:r>
            <a:r>
              <a:rPr lang="vi-VN" dirty="0"/>
              <a:t>Ư</a:t>
            </a:r>
            <a:r>
              <a:rPr lang="en-US" dirty="0"/>
              <a:t> GÂY PHÂN TÂM CHO BẠN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3D1E-989A-43BA-82E0-B14D34F8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( mail, </a:t>
            </a:r>
            <a:r>
              <a:rPr lang="en-US" dirty="0" err="1"/>
              <a:t>mạng</a:t>
            </a:r>
            <a:r>
              <a:rPr lang="en-US" dirty="0"/>
              <a:t>,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err="1"/>
              <a:t>tính</a:t>
            </a:r>
            <a:r>
              <a:rPr lang="en-US"/>
              <a:t>…).</a:t>
            </a:r>
          </a:p>
          <a:p>
            <a:r>
              <a:rPr lang="en-US"/>
              <a:t>Hãy tắt những kẻ tâm thần lấy đi sự tỉnh táo của bạn.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218" name="Picture 2" descr="Review Hồ sơ tâm lý học - Tâm thần hay kẻ điên - Cái nhìn trực diện vào vấn  đề sức khỏe tâm thần - Bookmark">
            <a:extLst>
              <a:ext uri="{FF2B5EF4-FFF2-40B4-BE49-F238E27FC236}">
                <a16:creationId xmlns:a16="http://schemas.microsoft.com/office/drawing/2014/main" id="{D6B80C41-6FDD-4586-8495-711E80CC1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455" y="3272230"/>
            <a:ext cx="4678261" cy="263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48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500B-C750-4893-AAF8-DC8D585E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HÃY ĐỀ PHÒNG KẺ ĐÁNH CẮP THỜI GIAN CỦA BẠN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88D2-0D0A-4CE5-8508-8B25DEAEA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t</a:t>
            </a:r>
            <a:r>
              <a:rPr lang="vi-VN" dirty="0"/>
              <a:t>ư</a:t>
            </a:r>
            <a:r>
              <a:rPr lang="en-US" dirty="0" err="1"/>
              <a:t>ởng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vĩnh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lảng</a:t>
            </a:r>
            <a:r>
              <a:rPr lang="en-US" dirty="0"/>
              <a:t> </a:t>
            </a:r>
            <a:r>
              <a:rPr lang="en-US" dirty="0" err="1"/>
              <a:t>phí</a:t>
            </a:r>
            <a:endParaRPr lang="en-US" dirty="0"/>
          </a:p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nhàn</a:t>
            </a:r>
            <a:r>
              <a:rPr lang="en-US" dirty="0"/>
              <a:t> c</a:t>
            </a:r>
            <a:r>
              <a:rPr lang="vi-VN" dirty="0"/>
              <a:t>ư</a:t>
            </a:r>
            <a:r>
              <a:rPr lang="en-US" dirty="0"/>
              <a:t> vi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thiện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BF708-3913-4DC3-B9F9-A9CCACAE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172" y="3299342"/>
            <a:ext cx="4856096" cy="274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35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4543-5E78-419E-ADF5-4650357A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VIẾT MỌI SUY NGHĨ RA GIẤY MỖI NGÀY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1338F-231B-45B3-9F2F-726BDC637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nghĩ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dung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ra </a:t>
            </a:r>
            <a:r>
              <a:rPr lang="en-US" dirty="0" err="1"/>
              <a:t>giấy</a:t>
            </a:r>
            <a:r>
              <a:rPr lang="en-US" dirty="0"/>
              <a:t> </a:t>
            </a:r>
          </a:p>
          <a:p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268" name="Picture 4" descr="Sách - Dòng Chảy - Flow - First News | Shopee Việt Nam">
            <a:extLst>
              <a:ext uri="{FF2B5EF4-FFF2-40B4-BE49-F238E27FC236}">
                <a16:creationId xmlns:a16="http://schemas.microsoft.com/office/drawing/2014/main" id="{DB53CE8C-0CFD-43A6-A8BF-CEB543880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326" y="1786855"/>
            <a:ext cx="3762462" cy="3762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4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47BA-EF78-4293-A3EE-CFB51E29B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CHÚNG TA ĐỂ LẠI GÌ CHO ĐỜI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4BADB-BB0E-43F1-886B-B80F5806E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ta </a:t>
            </a:r>
            <a:r>
              <a:rPr lang="en-US" dirty="0" err="1"/>
              <a:t>khóc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c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ra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c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khóc</a:t>
            </a:r>
            <a:endParaRPr lang="en-US" dirty="0"/>
          </a:p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bức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video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bạn</a:t>
            </a:r>
            <a:endParaRPr lang="en-US" dirty="0"/>
          </a:p>
          <a:p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con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ng</a:t>
            </a:r>
            <a:r>
              <a:rPr lang="vi-VN" dirty="0"/>
              <a:t>ư</a:t>
            </a:r>
            <a:r>
              <a:rPr lang="en-US" dirty="0" err="1"/>
              <a:t>ời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Tiền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</a:t>
            </a:r>
            <a:r>
              <a:rPr lang="vi-VN" dirty="0">
                <a:sym typeface="Wingdings" panose="05000000000000000000" pitchFamily="2" charset="2"/>
              </a:rPr>
              <a:t>ư</a:t>
            </a:r>
            <a:r>
              <a:rPr lang="en-US" dirty="0">
                <a:sym typeface="Wingdings" panose="05000000000000000000" pitchFamily="2" charset="2"/>
              </a:rPr>
              <a:t>ng tri </a:t>
            </a:r>
            <a:r>
              <a:rPr lang="en-US" dirty="0" err="1">
                <a:sym typeface="Wingdings" panose="05000000000000000000" pitchFamily="2" charset="2"/>
              </a:rPr>
              <a:t>thức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không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hết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 err="1">
                <a:sym typeface="Wingdings" panose="05000000000000000000" pitchFamily="2" charset="2"/>
              </a:rPr>
              <a:t>Những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trang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nhật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hoặc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hồi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của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bạn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523C9-A0CC-4FF2-A342-083B2B9E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30" y="3949350"/>
            <a:ext cx="4149755" cy="23342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6246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48D2-3B6B-41CA-AD55-5166D56F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8218-C26F-45D6-9314-1362ED447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Nên lập kế hoạch 10 năm cuộc đời, và đừng quên TIỀN là điều quan trọng số 1!">
            <a:extLst>
              <a:ext uri="{FF2B5EF4-FFF2-40B4-BE49-F238E27FC236}">
                <a16:creationId xmlns:a16="http://schemas.microsoft.com/office/drawing/2014/main" id="{E91FF14A-6E00-472B-9C2F-FAEE99F19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462088"/>
            <a:ext cx="6191250" cy="3933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7907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70</TotalTime>
  <Words>591</Words>
  <Application>Microsoft Office PowerPoint</Application>
  <PresentationFormat>Widescreen</PresentationFormat>
  <Paragraphs>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Tahoma</vt:lpstr>
      <vt:lpstr>Trebuchet MS</vt:lpstr>
      <vt:lpstr>Wingdings</vt:lpstr>
      <vt:lpstr>Wingdings 3</vt:lpstr>
      <vt:lpstr>Facet</vt:lpstr>
      <vt:lpstr>QUẢN LÝ THỜI GIAN – CÔNG VIỆC</vt:lpstr>
      <vt:lpstr>PowerPoint Presentation</vt:lpstr>
      <vt:lpstr>LÀM ĐẾN CÙNG MỌI VIỆC</vt:lpstr>
      <vt:lpstr>LÀM VIỆC NHỎ TRƯỚC TỚI KHI HOÀN THÀNH</vt:lpstr>
      <vt:lpstr>HÃY LÀM VIỆC CẬT LỰC – CHĂM CHỈ - CÓ GIỚI HẠN</vt:lpstr>
      <vt:lpstr>KHÔNG NGỪNG HỌC HỎI KIẾN THƯC – KỸ NĂNG </vt:lpstr>
      <vt:lpstr>HÃY LÀM CHỦ KẾ HOẠCH – LÀM CHỦ CUỘC ĐỜI BẠN</vt:lpstr>
      <vt:lpstr>SỐNG CÓ MỤC TIÊU – CÓ ƯU TIÊN</vt:lpstr>
      <vt:lpstr>HỌC CÁCH PHÂN BIỆT VIỆ QUAN TRỌNG VÀ KHÔNG QUAN TRỌNG</vt:lpstr>
      <vt:lpstr>HÃY CÁCH NÓI KHÔNG</vt:lpstr>
      <vt:lpstr>LÀM RA LÀM – CHƠI RA CHƠI</vt:lpstr>
      <vt:lpstr>ĐÁNH GIÁ BẢN THÂN LẠI MỖI NGÀY</vt:lpstr>
      <vt:lpstr>CẨN THẬN VỚI NHỮNG THƯ GÂY PHÂN TÂM CHO BẠN</vt:lpstr>
      <vt:lpstr>HÃY ĐỀ PHÒNG KẺ ĐÁNH CẮP THỜI GIAN CỦA BẠN</vt:lpstr>
      <vt:lpstr>VIẾT MỌI SUY NGHĨ RA GIẤY MỖI NGÀY</vt:lpstr>
      <vt:lpstr>CHÚNG TA ĐỂ LẠI GÌ CHO ĐỜI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Thien Le</dc:creator>
  <cp:lastModifiedBy>Thien Le</cp:lastModifiedBy>
  <cp:revision>8</cp:revision>
  <dcterms:created xsi:type="dcterms:W3CDTF">2023-08-06T12:13:03Z</dcterms:created>
  <dcterms:modified xsi:type="dcterms:W3CDTF">2024-12-03T12:27:55Z</dcterms:modified>
</cp:coreProperties>
</file>