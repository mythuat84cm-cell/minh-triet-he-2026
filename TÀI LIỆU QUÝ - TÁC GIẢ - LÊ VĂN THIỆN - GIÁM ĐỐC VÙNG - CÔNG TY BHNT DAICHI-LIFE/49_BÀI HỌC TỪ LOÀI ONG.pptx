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3" d="100"/>
          <a:sy n="103" d="100"/>
        </p:scale>
        <p:origin x="198"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487B0-48DE-1392-0122-D2909E51F2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72C29E8-0254-1FC7-FE0D-8845F278BF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96AAAD-C4CB-DE5E-0DBF-D4EFA8549E7C}"/>
              </a:ext>
            </a:extLst>
          </p:cNvPr>
          <p:cNvSpPr>
            <a:spLocks noGrp="1"/>
          </p:cNvSpPr>
          <p:nvPr>
            <p:ph type="dt" sz="half" idx="10"/>
          </p:nvPr>
        </p:nvSpPr>
        <p:spPr/>
        <p:txBody>
          <a:bodyPr/>
          <a:lstStyle/>
          <a:p>
            <a:fld id="{7F71B213-69EC-44BE-A642-4331B58FC425}" type="datetimeFigureOut">
              <a:rPr lang="en-US" smtClean="0"/>
              <a:t>1/1/2025</a:t>
            </a:fld>
            <a:endParaRPr lang="en-US"/>
          </a:p>
        </p:txBody>
      </p:sp>
      <p:sp>
        <p:nvSpPr>
          <p:cNvPr id="5" name="Footer Placeholder 4">
            <a:extLst>
              <a:ext uri="{FF2B5EF4-FFF2-40B4-BE49-F238E27FC236}">
                <a16:creationId xmlns:a16="http://schemas.microsoft.com/office/drawing/2014/main" id="{8E805608-FD28-A308-E2ED-92B295053B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7B1612-8FFA-1955-DFC1-4C2E649D50CE}"/>
              </a:ext>
            </a:extLst>
          </p:cNvPr>
          <p:cNvSpPr>
            <a:spLocks noGrp="1"/>
          </p:cNvSpPr>
          <p:nvPr>
            <p:ph type="sldNum" sz="quarter" idx="12"/>
          </p:nvPr>
        </p:nvSpPr>
        <p:spPr/>
        <p:txBody>
          <a:bodyPr/>
          <a:lstStyle/>
          <a:p>
            <a:fld id="{A65EF1D7-D450-4703-8DA7-A2D833D5410D}" type="slidenum">
              <a:rPr lang="en-US" smtClean="0"/>
              <a:t>‹#›</a:t>
            </a:fld>
            <a:endParaRPr lang="en-US"/>
          </a:p>
        </p:txBody>
      </p:sp>
    </p:spTree>
    <p:extLst>
      <p:ext uri="{BB962C8B-B14F-4D97-AF65-F5344CB8AC3E}">
        <p14:creationId xmlns:p14="http://schemas.microsoft.com/office/powerpoint/2010/main" val="2444781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16A5B-B1AE-556B-2EC1-EA90D68B58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521CD6-12C6-4A2F-313D-A376517A44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0117B0-C85E-0D82-EEA4-2179D4481B4F}"/>
              </a:ext>
            </a:extLst>
          </p:cNvPr>
          <p:cNvSpPr>
            <a:spLocks noGrp="1"/>
          </p:cNvSpPr>
          <p:nvPr>
            <p:ph type="dt" sz="half" idx="10"/>
          </p:nvPr>
        </p:nvSpPr>
        <p:spPr/>
        <p:txBody>
          <a:bodyPr/>
          <a:lstStyle/>
          <a:p>
            <a:fld id="{7F71B213-69EC-44BE-A642-4331B58FC425}" type="datetimeFigureOut">
              <a:rPr lang="en-US" smtClean="0"/>
              <a:t>1/1/2025</a:t>
            </a:fld>
            <a:endParaRPr lang="en-US"/>
          </a:p>
        </p:txBody>
      </p:sp>
      <p:sp>
        <p:nvSpPr>
          <p:cNvPr id="5" name="Footer Placeholder 4">
            <a:extLst>
              <a:ext uri="{FF2B5EF4-FFF2-40B4-BE49-F238E27FC236}">
                <a16:creationId xmlns:a16="http://schemas.microsoft.com/office/drawing/2014/main" id="{59FB99BC-CCEF-7479-FF85-2DCCE58C36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F2EA67-39D7-A63F-0798-BF5A31DC024E}"/>
              </a:ext>
            </a:extLst>
          </p:cNvPr>
          <p:cNvSpPr>
            <a:spLocks noGrp="1"/>
          </p:cNvSpPr>
          <p:nvPr>
            <p:ph type="sldNum" sz="quarter" idx="12"/>
          </p:nvPr>
        </p:nvSpPr>
        <p:spPr/>
        <p:txBody>
          <a:bodyPr/>
          <a:lstStyle/>
          <a:p>
            <a:fld id="{A65EF1D7-D450-4703-8DA7-A2D833D5410D}" type="slidenum">
              <a:rPr lang="en-US" smtClean="0"/>
              <a:t>‹#›</a:t>
            </a:fld>
            <a:endParaRPr lang="en-US"/>
          </a:p>
        </p:txBody>
      </p:sp>
    </p:spTree>
    <p:extLst>
      <p:ext uri="{BB962C8B-B14F-4D97-AF65-F5344CB8AC3E}">
        <p14:creationId xmlns:p14="http://schemas.microsoft.com/office/powerpoint/2010/main" val="3736638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E8B2C-C7D5-9CCC-AF7B-81FFDD807E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EE96C84-8AAD-BED5-A42D-8EEC0127B1F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69613E-EB4A-1ECE-ACB2-4EC770321412}"/>
              </a:ext>
            </a:extLst>
          </p:cNvPr>
          <p:cNvSpPr>
            <a:spLocks noGrp="1"/>
          </p:cNvSpPr>
          <p:nvPr>
            <p:ph type="dt" sz="half" idx="10"/>
          </p:nvPr>
        </p:nvSpPr>
        <p:spPr/>
        <p:txBody>
          <a:bodyPr/>
          <a:lstStyle/>
          <a:p>
            <a:fld id="{7F71B213-69EC-44BE-A642-4331B58FC425}" type="datetimeFigureOut">
              <a:rPr lang="en-US" smtClean="0"/>
              <a:t>1/1/2025</a:t>
            </a:fld>
            <a:endParaRPr lang="en-US"/>
          </a:p>
        </p:txBody>
      </p:sp>
      <p:sp>
        <p:nvSpPr>
          <p:cNvPr id="5" name="Footer Placeholder 4">
            <a:extLst>
              <a:ext uri="{FF2B5EF4-FFF2-40B4-BE49-F238E27FC236}">
                <a16:creationId xmlns:a16="http://schemas.microsoft.com/office/drawing/2014/main" id="{111D09AE-ABB0-0737-E7DB-7E8282420A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D4E524-BB07-10C4-348C-CEDB83410F84}"/>
              </a:ext>
            </a:extLst>
          </p:cNvPr>
          <p:cNvSpPr>
            <a:spLocks noGrp="1"/>
          </p:cNvSpPr>
          <p:nvPr>
            <p:ph type="sldNum" sz="quarter" idx="12"/>
          </p:nvPr>
        </p:nvSpPr>
        <p:spPr/>
        <p:txBody>
          <a:bodyPr/>
          <a:lstStyle/>
          <a:p>
            <a:fld id="{A65EF1D7-D450-4703-8DA7-A2D833D5410D}" type="slidenum">
              <a:rPr lang="en-US" smtClean="0"/>
              <a:t>‹#›</a:t>
            </a:fld>
            <a:endParaRPr lang="en-US"/>
          </a:p>
        </p:txBody>
      </p:sp>
    </p:spTree>
    <p:extLst>
      <p:ext uri="{BB962C8B-B14F-4D97-AF65-F5344CB8AC3E}">
        <p14:creationId xmlns:p14="http://schemas.microsoft.com/office/powerpoint/2010/main" val="721304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EF012-C201-EE0B-F75E-F506283A2E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F4324E-EDE6-40F0-C924-DCE4E08FF7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697BB1-0DD0-77E4-F9CD-5F6D20868A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F3ADD5A-31F1-A746-7C80-42AC93998650}"/>
              </a:ext>
            </a:extLst>
          </p:cNvPr>
          <p:cNvSpPr>
            <a:spLocks noGrp="1"/>
          </p:cNvSpPr>
          <p:nvPr>
            <p:ph type="dt" sz="half" idx="10"/>
          </p:nvPr>
        </p:nvSpPr>
        <p:spPr/>
        <p:txBody>
          <a:bodyPr/>
          <a:lstStyle/>
          <a:p>
            <a:fld id="{7F71B213-69EC-44BE-A642-4331B58FC425}" type="datetimeFigureOut">
              <a:rPr lang="en-US" smtClean="0"/>
              <a:t>1/1/2025</a:t>
            </a:fld>
            <a:endParaRPr lang="en-US"/>
          </a:p>
        </p:txBody>
      </p:sp>
      <p:sp>
        <p:nvSpPr>
          <p:cNvPr id="6" name="Footer Placeholder 5">
            <a:extLst>
              <a:ext uri="{FF2B5EF4-FFF2-40B4-BE49-F238E27FC236}">
                <a16:creationId xmlns:a16="http://schemas.microsoft.com/office/drawing/2014/main" id="{E98C5312-E45C-40F2-00BF-56A7F53403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DECFAA-F6B9-BDF3-4C07-3B6BBC9B32CE}"/>
              </a:ext>
            </a:extLst>
          </p:cNvPr>
          <p:cNvSpPr>
            <a:spLocks noGrp="1"/>
          </p:cNvSpPr>
          <p:nvPr>
            <p:ph type="sldNum" sz="quarter" idx="12"/>
          </p:nvPr>
        </p:nvSpPr>
        <p:spPr/>
        <p:txBody>
          <a:bodyPr/>
          <a:lstStyle/>
          <a:p>
            <a:fld id="{A65EF1D7-D450-4703-8DA7-A2D833D5410D}" type="slidenum">
              <a:rPr lang="en-US" smtClean="0"/>
              <a:t>‹#›</a:t>
            </a:fld>
            <a:endParaRPr lang="en-US"/>
          </a:p>
        </p:txBody>
      </p:sp>
    </p:spTree>
    <p:extLst>
      <p:ext uri="{BB962C8B-B14F-4D97-AF65-F5344CB8AC3E}">
        <p14:creationId xmlns:p14="http://schemas.microsoft.com/office/powerpoint/2010/main" val="2322075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96037-361C-AB86-31F1-7875A32A184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DAB6A56-7233-C40B-1531-D8F8F72931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371422-57FF-8241-C067-BC9EFFA08F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18F1AB-AFEB-7D9A-CF63-3FC61BFB10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F82021-58B6-6739-9D83-668E767837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E459EE-E492-9586-1661-9C09AD9782B2}"/>
              </a:ext>
            </a:extLst>
          </p:cNvPr>
          <p:cNvSpPr>
            <a:spLocks noGrp="1"/>
          </p:cNvSpPr>
          <p:nvPr>
            <p:ph type="dt" sz="half" idx="10"/>
          </p:nvPr>
        </p:nvSpPr>
        <p:spPr/>
        <p:txBody>
          <a:bodyPr/>
          <a:lstStyle/>
          <a:p>
            <a:fld id="{7F71B213-69EC-44BE-A642-4331B58FC425}" type="datetimeFigureOut">
              <a:rPr lang="en-US" smtClean="0"/>
              <a:t>1/1/2025</a:t>
            </a:fld>
            <a:endParaRPr lang="en-US"/>
          </a:p>
        </p:txBody>
      </p:sp>
      <p:sp>
        <p:nvSpPr>
          <p:cNvPr id="8" name="Footer Placeholder 7">
            <a:extLst>
              <a:ext uri="{FF2B5EF4-FFF2-40B4-BE49-F238E27FC236}">
                <a16:creationId xmlns:a16="http://schemas.microsoft.com/office/drawing/2014/main" id="{E5A14DF0-9C8B-5233-F104-19B15EB3292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144263B-D895-D420-60CD-C157D07CA044}"/>
              </a:ext>
            </a:extLst>
          </p:cNvPr>
          <p:cNvSpPr>
            <a:spLocks noGrp="1"/>
          </p:cNvSpPr>
          <p:nvPr>
            <p:ph type="sldNum" sz="quarter" idx="12"/>
          </p:nvPr>
        </p:nvSpPr>
        <p:spPr/>
        <p:txBody>
          <a:bodyPr/>
          <a:lstStyle/>
          <a:p>
            <a:fld id="{A65EF1D7-D450-4703-8DA7-A2D833D5410D}" type="slidenum">
              <a:rPr lang="en-US" smtClean="0"/>
              <a:t>‹#›</a:t>
            </a:fld>
            <a:endParaRPr lang="en-US"/>
          </a:p>
        </p:txBody>
      </p:sp>
    </p:spTree>
    <p:extLst>
      <p:ext uri="{BB962C8B-B14F-4D97-AF65-F5344CB8AC3E}">
        <p14:creationId xmlns:p14="http://schemas.microsoft.com/office/powerpoint/2010/main" val="3108177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15FA3-1620-18D3-FF79-6AC7E80E145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9474184-AC50-89C9-9F95-FEB515EA023A}"/>
              </a:ext>
            </a:extLst>
          </p:cNvPr>
          <p:cNvSpPr>
            <a:spLocks noGrp="1"/>
          </p:cNvSpPr>
          <p:nvPr>
            <p:ph type="dt" sz="half" idx="10"/>
          </p:nvPr>
        </p:nvSpPr>
        <p:spPr/>
        <p:txBody>
          <a:bodyPr/>
          <a:lstStyle/>
          <a:p>
            <a:fld id="{7F71B213-69EC-44BE-A642-4331B58FC425}" type="datetimeFigureOut">
              <a:rPr lang="en-US" smtClean="0"/>
              <a:t>1/1/2025</a:t>
            </a:fld>
            <a:endParaRPr lang="en-US"/>
          </a:p>
        </p:txBody>
      </p:sp>
      <p:sp>
        <p:nvSpPr>
          <p:cNvPr id="4" name="Footer Placeholder 3">
            <a:extLst>
              <a:ext uri="{FF2B5EF4-FFF2-40B4-BE49-F238E27FC236}">
                <a16:creationId xmlns:a16="http://schemas.microsoft.com/office/drawing/2014/main" id="{A2801BD0-4A0F-BB39-4D4E-6FE6C5C28BC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EAC2EF-DFDA-6C2B-68B4-DF3CB8D430F4}"/>
              </a:ext>
            </a:extLst>
          </p:cNvPr>
          <p:cNvSpPr>
            <a:spLocks noGrp="1"/>
          </p:cNvSpPr>
          <p:nvPr>
            <p:ph type="sldNum" sz="quarter" idx="12"/>
          </p:nvPr>
        </p:nvSpPr>
        <p:spPr/>
        <p:txBody>
          <a:bodyPr/>
          <a:lstStyle/>
          <a:p>
            <a:fld id="{A65EF1D7-D450-4703-8DA7-A2D833D5410D}" type="slidenum">
              <a:rPr lang="en-US" smtClean="0"/>
              <a:t>‹#›</a:t>
            </a:fld>
            <a:endParaRPr lang="en-US"/>
          </a:p>
        </p:txBody>
      </p:sp>
    </p:spTree>
    <p:extLst>
      <p:ext uri="{BB962C8B-B14F-4D97-AF65-F5344CB8AC3E}">
        <p14:creationId xmlns:p14="http://schemas.microsoft.com/office/powerpoint/2010/main" val="1376863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9E902C-EAAC-699F-BF66-B08334962A4D}"/>
              </a:ext>
            </a:extLst>
          </p:cNvPr>
          <p:cNvSpPr>
            <a:spLocks noGrp="1"/>
          </p:cNvSpPr>
          <p:nvPr>
            <p:ph type="dt" sz="half" idx="10"/>
          </p:nvPr>
        </p:nvSpPr>
        <p:spPr/>
        <p:txBody>
          <a:bodyPr/>
          <a:lstStyle/>
          <a:p>
            <a:fld id="{7F71B213-69EC-44BE-A642-4331B58FC425}" type="datetimeFigureOut">
              <a:rPr lang="en-US" smtClean="0"/>
              <a:t>1/1/2025</a:t>
            </a:fld>
            <a:endParaRPr lang="en-US"/>
          </a:p>
        </p:txBody>
      </p:sp>
      <p:sp>
        <p:nvSpPr>
          <p:cNvPr id="3" name="Footer Placeholder 2">
            <a:extLst>
              <a:ext uri="{FF2B5EF4-FFF2-40B4-BE49-F238E27FC236}">
                <a16:creationId xmlns:a16="http://schemas.microsoft.com/office/drawing/2014/main" id="{2BCFC2C6-19C0-DE8E-3F18-82C69835E2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BE13EFB-5ED4-B6FC-EB79-4530C6E0082F}"/>
              </a:ext>
            </a:extLst>
          </p:cNvPr>
          <p:cNvSpPr>
            <a:spLocks noGrp="1"/>
          </p:cNvSpPr>
          <p:nvPr>
            <p:ph type="sldNum" sz="quarter" idx="12"/>
          </p:nvPr>
        </p:nvSpPr>
        <p:spPr/>
        <p:txBody>
          <a:bodyPr/>
          <a:lstStyle/>
          <a:p>
            <a:fld id="{A65EF1D7-D450-4703-8DA7-A2D833D5410D}" type="slidenum">
              <a:rPr lang="en-US" smtClean="0"/>
              <a:t>‹#›</a:t>
            </a:fld>
            <a:endParaRPr lang="en-US"/>
          </a:p>
        </p:txBody>
      </p:sp>
    </p:spTree>
    <p:extLst>
      <p:ext uri="{BB962C8B-B14F-4D97-AF65-F5344CB8AC3E}">
        <p14:creationId xmlns:p14="http://schemas.microsoft.com/office/powerpoint/2010/main" val="3854861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9752B-AFC5-8F57-1275-0CCAF8248C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93F0DDE-3B45-E5B9-6842-0F2BD585FA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9A8F03-F6F6-E614-D9BC-BC5164F1B5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343C94-0638-DDB2-E8A3-023EF8607DEC}"/>
              </a:ext>
            </a:extLst>
          </p:cNvPr>
          <p:cNvSpPr>
            <a:spLocks noGrp="1"/>
          </p:cNvSpPr>
          <p:nvPr>
            <p:ph type="dt" sz="half" idx="10"/>
          </p:nvPr>
        </p:nvSpPr>
        <p:spPr/>
        <p:txBody>
          <a:bodyPr/>
          <a:lstStyle/>
          <a:p>
            <a:fld id="{7F71B213-69EC-44BE-A642-4331B58FC425}" type="datetimeFigureOut">
              <a:rPr lang="en-US" smtClean="0"/>
              <a:t>1/1/2025</a:t>
            </a:fld>
            <a:endParaRPr lang="en-US"/>
          </a:p>
        </p:txBody>
      </p:sp>
      <p:sp>
        <p:nvSpPr>
          <p:cNvPr id="6" name="Footer Placeholder 5">
            <a:extLst>
              <a:ext uri="{FF2B5EF4-FFF2-40B4-BE49-F238E27FC236}">
                <a16:creationId xmlns:a16="http://schemas.microsoft.com/office/drawing/2014/main" id="{68EC88E7-965B-6052-C972-C8B5794D62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0D3590-A983-A7F7-9AA1-DF6FDFCB5DCC}"/>
              </a:ext>
            </a:extLst>
          </p:cNvPr>
          <p:cNvSpPr>
            <a:spLocks noGrp="1"/>
          </p:cNvSpPr>
          <p:nvPr>
            <p:ph type="sldNum" sz="quarter" idx="12"/>
          </p:nvPr>
        </p:nvSpPr>
        <p:spPr/>
        <p:txBody>
          <a:bodyPr/>
          <a:lstStyle/>
          <a:p>
            <a:fld id="{A65EF1D7-D450-4703-8DA7-A2D833D5410D}" type="slidenum">
              <a:rPr lang="en-US" smtClean="0"/>
              <a:t>‹#›</a:t>
            </a:fld>
            <a:endParaRPr lang="en-US"/>
          </a:p>
        </p:txBody>
      </p:sp>
    </p:spTree>
    <p:extLst>
      <p:ext uri="{BB962C8B-B14F-4D97-AF65-F5344CB8AC3E}">
        <p14:creationId xmlns:p14="http://schemas.microsoft.com/office/powerpoint/2010/main" val="548955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C4F93-9B10-7C84-843C-35B5541DF8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0923FFE-1BCE-C8BE-332C-98127EC559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37F48EC-B5D8-0D7C-275E-60D3A2905A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26D9A3-577B-3BAB-3EB1-D86EE42041E6}"/>
              </a:ext>
            </a:extLst>
          </p:cNvPr>
          <p:cNvSpPr>
            <a:spLocks noGrp="1"/>
          </p:cNvSpPr>
          <p:nvPr>
            <p:ph type="dt" sz="half" idx="10"/>
          </p:nvPr>
        </p:nvSpPr>
        <p:spPr/>
        <p:txBody>
          <a:bodyPr/>
          <a:lstStyle/>
          <a:p>
            <a:fld id="{7F71B213-69EC-44BE-A642-4331B58FC425}" type="datetimeFigureOut">
              <a:rPr lang="en-US" smtClean="0"/>
              <a:t>1/1/2025</a:t>
            </a:fld>
            <a:endParaRPr lang="en-US"/>
          </a:p>
        </p:txBody>
      </p:sp>
      <p:sp>
        <p:nvSpPr>
          <p:cNvPr id="6" name="Footer Placeholder 5">
            <a:extLst>
              <a:ext uri="{FF2B5EF4-FFF2-40B4-BE49-F238E27FC236}">
                <a16:creationId xmlns:a16="http://schemas.microsoft.com/office/drawing/2014/main" id="{3CE1A082-411E-D6BE-B31A-6A3D45406B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1E0620-BAAD-F0E8-BB31-5CE623C73FD1}"/>
              </a:ext>
            </a:extLst>
          </p:cNvPr>
          <p:cNvSpPr>
            <a:spLocks noGrp="1"/>
          </p:cNvSpPr>
          <p:nvPr>
            <p:ph type="sldNum" sz="quarter" idx="12"/>
          </p:nvPr>
        </p:nvSpPr>
        <p:spPr/>
        <p:txBody>
          <a:bodyPr/>
          <a:lstStyle/>
          <a:p>
            <a:fld id="{A65EF1D7-D450-4703-8DA7-A2D833D5410D}" type="slidenum">
              <a:rPr lang="en-US" smtClean="0"/>
              <a:t>‹#›</a:t>
            </a:fld>
            <a:endParaRPr lang="en-US"/>
          </a:p>
        </p:txBody>
      </p:sp>
    </p:spTree>
    <p:extLst>
      <p:ext uri="{BB962C8B-B14F-4D97-AF65-F5344CB8AC3E}">
        <p14:creationId xmlns:p14="http://schemas.microsoft.com/office/powerpoint/2010/main" val="2691883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2A380-1D1B-A952-F2E6-5EC6EEE63A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DF54C5-1CDA-8B97-CF4C-506559204A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15A42C-7E84-ED2F-5034-F484C78D0499}"/>
              </a:ext>
            </a:extLst>
          </p:cNvPr>
          <p:cNvSpPr>
            <a:spLocks noGrp="1"/>
          </p:cNvSpPr>
          <p:nvPr>
            <p:ph type="dt" sz="half" idx="10"/>
          </p:nvPr>
        </p:nvSpPr>
        <p:spPr/>
        <p:txBody>
          <a:bodyPr/>
          <a:lstStyle/>
          <a:p>
            <a:fld id="{7F71B213-69EC-44BE-A642-4331B58FC425}" type="datetimeFigureOut">
              <a:rPr lang="en-US" smtClean="0"/>
              <a:t>1/1/2025</a:t>
            </a:fld>
            <a:endParaRPr lang="en-US"/>
          </a:p>
        </p:txBody>
      </p:sp>
      <p:sp>
        <p:nvSpPr>
          <p:cNvPr id="5" name="Footer Placeholder 4">
            <a:extLst>
              <a:ext uri="{FF2B5EF4-FFF2-40B4-BE49-F238E27FC236}">
                <a16:creationId xmlns:a16="http://schemas.microsoft.com/office/drawing/2014/main" id="{38FBC1E3-8972-CD4E-C3F3-B960173E3C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DD7320-1EDB-C679-8FF0-B5C543FED644}"/>
              </a:ext>
            </a:extLst>
          </p:cNvPr>
          <p:cNvSpPr>
            <a:spLocks noGrp="1"/>
          </p:cNvSpPr>
          <p:nvPr>
            <p:ph type="sldNum" sz="quarter" idx="12"/>
          </p:nvPr>
        </p:nvSpPr>
        <p:spPr/>
        <p:txBody>
          <a:bodyPr/>
          <a:lstStyle/>
          <a:p>
            <a:fld id="{A65EF1D7-D450-4703-8DA7-A2D833D5410D}" type="slidenum">
              <a:rPr lang="en-US" smtClean="0"/>
              <a:t>‹#›</a:t>
            </a:fld>
            <a:endParaRPr lang="en-US"/>
          </a:p>
        </p:txBody>
      </p:sp>
    </p:spTree>
    <p:extLst>
      <p:ext uri="{BB962C8B-B14F-4D97-AF65-F5344CB8AC3E}">
        <p14:creationId xmlns:p14="http://schemas.microsoft.com/office/powerpoint/2010/main" val="3074879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08F81A-B667-A5CE-65FB-A11D91B901D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5D0B5F-F3B6-1102-A7A6-95001FF03C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95B842-9160-A2AA-41BA-C8CD6BADA55A}"/>
              </a:ext>
            </a:extLst>
          </p:cNvPr>
          <p:cNvSpPr>
            <a:spLocks noGrp="1"/>
          </p:cNvSpPr>
          <p:nvPr>
            <p:ph type="dt" sz="half" idx="10"/>
          </p:nvPr>
        </p:nvSpPr>
        <p:spPr/>
        <p:txBody>
          <a:bodyPr/>
          <a:lstStyle/>
          <a:p>
            <a:fld id="{7F71B213-69EC-44BE-A642-4331B58FC425}" type="datetimeFigureOut">
              <a:rPr lang="en-US" smtClean="0"/>
              <a:t>1/1/2025</a:t>
            </a:fld>
            <a:endParaRPr lang="en-US"/>
          </a:p>
        </p:txBody>
      </p:sp>
      <p:sp>
        <p:nvSpPr>
          <p:cNvPr id="5" name="Footer Placeholder 4">
            <a:extLst>
              <a:ext uri="{FF2B5EF4-FFF2-40B4-BE49-F238E27FC236}">
                <a16:creationId xmlns:a16="http://schemas.microsoft.com/office/drawing/2014/main" id="{306F1FDD-0892-AD15-96ED-9F51B214C3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C772B3-A749-025B-9099-CBA5DB667827}"/>
              </a:ext>
            </a:extLst>
          </p:cNvPr>
          <p:cNvSpPr>
            <a:spLocks noGrp="1"/>
          </p:cNvSpPr>
          <p:nvPr>
            <p:ph type="sldNum" sz="quarter" idx="12"/>
          </p:nvPr>
        </p:nvSpPr>
        <p:spPr/>
        <p:txBody>
          <a:bodyPr/>
          <a:lstStyle/>
          <a:p>
            <a:fld id="{A65EF1D7-D450-4703-8DA7-A2D833D5410D}" type="slidenum">
              <a:rPr lang="en-US" smtClean="0"/>
              <a:t>‹#›</a:t>
            </a:fld>
            <a:endParaRPr lang="en-US"/>
          </a:p>
        </p:txBody>
      </p:sp>
    </p:spTree>
    <p:extLst>
      <p:ext uri="{BB962C8B-B14F-4D97-AF65-F5344CB8AC3E}">
        <p14:creationId xmlns:p14="http://schemas.microsoft.com/office/powerpoint/2010/main" val="208046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FFAD6F-D805-A843-CA63-622394F911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3FE5E4-E9F1-37AD-B696-DCA75E6C79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FF390-5EFB-D0C2-3D06-37C9F75B54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71B213-69EC-44BE-A642-4331B58FC425}" type="datetimeFigureOut">
              <a:rPr lang="en-US" smtClean="0"/>
              <a:t>1/1/2025</a:t>
            </a:fld>
            <a:endParaRPr lang="en-US"/>
          </a:p>
        </p:txBody>
      </p:sp>
      <p:sp>
        <p:nvSpPr>
          <p:cNvPr id="5" name="Footer Placeholder 4">
            <a:extLst>
              <a:ext uri="{FF2B5EF4-FFF2-40B4-BE49-F238E27FC236}">
                <a16:creationId xmlns:a16="http://schemas.microsoft.com/office/drawing/2014/main" id="{82DF3B88-A4AD-5DF7-9CD3-6639D0BFC6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3901B3E-A15A-8619-EEB4-276D392FF1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5EF1D7-D450-4703-8DA7-A2D833D5410D}" type="slidenum">
              <a:rPr lang="en-US" smtClean="0"/>
              <a:t>‹#›</a:t>
            </a:fld>
            <a:endParaRPr lang="en-US"/>
          </a:p>
        </p:txBody>
      </p:sp>
    </p:spTree>
    <p:extLst>
      <p:ext uri="{BB962C8B-B14F-4D97-AF65-F5344CB8AC3E}">
        <p14:creationId xmlns:p14="http://schemas.microsoft.com/office/powerpoint/2010/main" val="2583637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31C53-9BEE-D8BB-4F40-2C858AD6CC53}"/>
              </a:ext>
            </a:extLst>
          </p:cNvPr>
          <p:cNvSpPr>
            <a:spLocks noGrp="1"/>
          </p:cNvSpPr>
          <p:nvPr>
            <p:ph type="ctrTitle"/>
          </p:nvPr>
        </p:nvSpPr>
        <p:spPr>
          <a:xfrm>
            <a:off x="1794588" y="4357396"/>
            <a:ext cx="9144000" cy="1233294"/>
          </a:xfrm>
        </p:spPr>
        <p:txBody>
          <a:bodyPr/>
          <a:lstStyle/>
          <a:p>
            <a:r>
              <a:rPr lang="en-US" dirty="0">
                <a:solidFill>
                  <a:schemeClr val="accent4">
                    <a:lumMod val="75000"/>
                  </a:schemeClr>
                </a:solidFill>
                <a:latin typeface="Bahnschrift Condensed" panose="020B0502040204020203" pitchFamily="34" charset="0"/>
              </a:rPr>
              <a:t>BÀI HỌC TỪ LOÀI ONG</a:t>
            </a:r>
          </a:p>
        </p:txBody>
      </p:sp>
      <p:pic>
        <p:nvPicPr>
          <p:cNvPr id="1026" name="Picture 2" descr="Con Ong Tổ Hoạt Hình Côn - Miễn Phí vector hình ảnh trên Pixabay">
            <a:extLst>
              <a:ext uri="{FF2B5EF4-FFF2-40B4-BE49-F238E27FC236}">
                <a16:creationId xmlns:a16="http://schemas.microsoft.com/office/drawing/2014/main" id="{CF5595CC-CC6D-62E8-55AC-DF4FED5B9A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4706" y="246483"/>
            <a:ext cx="4508241" cy="4508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9254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3C69D-F19D-4F36-495F-5D9B31B39CE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F618137-5ED5-5FAE-A75B-E00D9E94948D}"/>
              </a:ext>
            </a:extLst>
          </p:cNvPr>
          <p:cNvSpPr>
            <a:spLocks noGrp="1"/>
          </p:cNvSpPr>
          <p:nvPr>
            <p:ph idx="1"/>
          </p:nvPr>
        </p:nvSpPr>
        <p:spPr>
          <a:xfrm>
            <a:off x="838199" y="1825625"/>
            <a:ext cx="7960567" cy="4351338"/>
          </a:xfrm>
        </p:spPr>
        <p:txBody>
          <a:bodyPr/>
          <a:lstStyle/>
          <a:p>
            <a:pPr marL="0" indent="0" algn="just">
              <a:buNone/>
            </a:pPr>
            <a:r>
              <a:rPr lang="en-US" sz="2800" dirty="0" err="1"/>
              <a:t>Kích</a:t>
            </a:r>
            <a:r>
              <a:rPr lang="en-US" sz="2800" dirty="0"/>
              <a:t> </a:t>
            </a:r>
            <a:r>
              <a:rPr lang="en-US" sz="2800" dirty="0" err="1"/>
              <a:t>thước</a:t>
            </a:r>
            <a:r>
              <a:rPr lang="en-US" sz="2800" dirty="0"/>
              <a:t> </a:t>
            </a:r>
            <a:r>
              <a:rPr lang="en-US" sz="2800" dirty="0" err="1"/>
              <a:t>loài</a:t>
            </a:r>
            <a:r>
              <a:rPr lang="en-US" sz="2800" dirty="0"/>
              <a:t> </a:t>
            </a:r>
            <a:r>
              <a:rPr lang="en-US" sz="2800" dirty="0" err="1"/>
              <a:t>ong</a:t>
            </a:r>
            <a:r>
              <a:rPr lang="en-US" sz="2800" dirty="0"/>
              <a:t> </a:t>
            </a:r>
            <a:r>
              <a:rPr lang="en-US" sz="2800" dirty="0" err="1"/>
              <a:t>chỉ</a:t>
            </a:r>
            <a:r>
              <a:rPr lang="en-US" sz="2800" dirty="0"/>
              <a:t> </a:t>
            </a:r>
            <a:r>
              <a:rPr lang="en-US" sz="2800" dirty="0" err="1"/>
              <a:t>bàng</a:t>
            </a:r>
            <a:r>
              <a:rPr lang="en-US" sz="2800" dirty="0"/>
              <a:t> 1% </a:t>
            </a:r>
            <a:r>
              <a:rPr lang="en-US" sz="2800" dirty="0" err="1"/>
              <a:t>trăm</a:t>
            </a:r>
            <a:r>
              <a:rPr lang="en-US" sz="2800" dirty="0"/>
              <a:t> </a:t>
            </a:r>
            <a:r>
              <a:rPr lang="en-US" sz="2800" dirty="0" err="1"/>
              <a:t>triệu</a:t>
            </a:r>
            <a:r>
              <a:rPr lang="en-US" sz="2800" dirty="0"/>
              <a:t> </a:t>
            </a:r>
            <a:r>
              <a:rPr lang="en-US" sz="2800" dirty="0" err="1"/>
              <a:t>của</a:t>
            </a:r>
            <a:r>
              <a:rPr lang="en-US" sz="2800" dirty="0"/>
              <a:t> con </a:t>
            </a:r>
            <a:r>
              <a:rPr lang="en-US" sz="2800" dirty="0" err="1"/>
              <a:t>người</a:t>
            </a:r>
            <a:r>
              <a:rPr lang="en-US" sz="2800" dirty="0"/>
              <a:t> </a:t>
            </a:r>
            <a:r>
              <a:rPr lang="en-US" sz="2800" dirty="0" err="1"/>
              <a:t>nhưng</a:t>
            </a:r>
            <a:r>
              <a:rPr lang="en-US" sz="2800" dirty="0"/>
              <a:t> </a:t>
            </a:r>
            <a:r>
              <a:rPr lang="en-US" sz="2800" dirty="0" err="1"/>
              <a:t>trí</a:t>
            </a:r>
            <a:r>
              <a:rPr lang="en-US" sz="2800" dirty="0"/>
              <a:t> </a:t>
            </a:r>
            <a:r>
              <a:rPr lang="en-US" sz="2800" dirty="0" err="1"/>
              <a:t>tuệ</a:t>
            </a:r>
            <a:r>
              <a:rPr lang="en-US" sz="2800" dirty="0"/>
              <a:t> </a:t>
            </a:r>
            <a:r>
              <a:rPr lang="en-US" sz="2800" dirty="0" err="1"/>
              <a:t>của</a:t>
            </a:r>
            <a:r>
              <a:rPr lang="en-US" sz="2800" dirty="0"/>
              <a:t> </a:t>
            </a:r>
            <a:r>
              <a:rPr lang="en-US" sz="2800" dirty="0" err="1"/>
              <a:t>ong</a:t>
            </a:r>
            <a:r>
              <a:rPr lang="en-US" sz="2800" dirty="0"/>
              <a:t> </a:t>
            </a:r>
            <a:r>
              <a:rPr lang="en-US" sz="2800" dirty="0" err="1"/>
              <a:t>xét</a:t>
            </a:r>
            <a:r>
              <a:rPr lang="en-US" sz="2800" dirty="0"/>
              <a:t> </a:t>
            </a:r>
            <a:r>
              <a:rPr lang="en-US" sz="2800" dirty="0" err="1"/>
              <a:t>theo</a:t>
            </a:r>
            <a:r>
              <a:rPr lang="en-US" sz="2800" dirty="0"/>
              <a:t> </a:t>
            </a:r>
            <a:r>
              <a:rPr lang="en-US" sz="2800" dirty="0" err="1"/>
              <a:t>góc</a:t>
            </a:r>
            <a:r>
              <a:rPr lang="en-US" sz="2800" dirty="0"/>
              <a:t> </a:t>
            </a:r>
            <a:r>
              <a:rPr lang="en-US" sz="2800" dirty="0" err="1"/>
              <a:t>độ</a:t>
            </a:r>
            <a:r>
              <a:rPr lang="en-US" sz="2800" dirty="0"/>
              <a:t> </a:t>
            </a:r>
            <a:r>
              <a:rPr lang="en-US" sz="2800" dirty="0" err="1"/>
              <a:t>hành</a:t>
            </a:r>
            <a:r>
              <a:rPr lang="en-US" sz="2800" dirty="0"/>
              <a:t> </a:t>
            </a:r>
            <a:r>
              <a:rPr lang="en-US" sz="2800" dirty="0" err="1"/>
              <a:t>động</a:t>
            </a:r>
            <a:r>
              <a:rPr lang="en-US" sz="2800" dirty="0"/>
              <a:t> </a:t>
            </a:r>
            <a:r>
              <a:rPr lang="en-US" sz="2800" dirty="0" err="1"/>
              <a:t>thì</a:t>
            </a:r>
            <a:r>
              <a:rPr lang="en-US" sz="2800" dirty="0"/>
              <a:t> </a:t>
            </a:r>
            <a:r>
              <a:rPr lang="en-US" sz="2800" dirty="0" err="1"/>
              <a:t>bằng</a:t>
            </a:r>
            <a:r>
              <a:rPr lang="en-US" sz="2800" dirty="0"/>
              <a:t> 100 </a:t>
            </a:r>
            <a:r>
              <a:rPr lang="en-US" sz="2800" dirty="0" err="1"/>
              <a:t>lần</a:t>
            </a:r>
            <a:r>
              <a:rPr lang="en-US" sz="2800" dirty="0"/>
              <a:t> con </a:t>
            </a:r>
            <a:r>
              <a:rPr lang="en-US" sz="2800" dirty="0" err="1"/>
              <a:t>người</a:t>
            </a:r>
            <a:r>
              <a:rPr lang="en-US" sz="2800" dirty="0"/>
              <a:t>. </a:t>
            </a:r>
            <a:r>
              <a:rPr lang="en-US" sz="2800" dirty="0" err="1"/>
              <a:t>Vì</a:t>
            </a:r>
            <a:r>
              <a:rPr lang="en-US" sz="2800" dirty="0"/>
              <a:t> con </a:t>
            </a:r>
            <a:r>
              <a:rPr lang="en-US" sz="2800" dirty="0" err="1"/>
              <a:t>ong</a:t>
            </a:r>
            <a:r>
              <a:rPr lang="en-US" sz="2800" dirty="0"/>
              <a:t> </a:t>
            </a:r>
            <a:r>
              <a:rPr lang="en-US" sz="2800" dirty="0" err="1"/>
              <a:t>làm</a:t>
            </a:r>
            <a:r>
              <a:rPr lang="en-US" sz="2800" dirty="0"/>
              <a:t> </a:t>
            </a:r>
            <a:r>
              <a:rPr lang="en-US" sz="2800" dirty="0" err="1"/>
              <a:t>việc</a:t>
            </a:r>
            <a:r>
              <a:rPr lang="en-US" sz="2800" dirty="0"/>
              <a:t> </a:t>
            </a:r>
            <a:r>
              <a:rPr lang="en-US" sz="2800" dirty="0" err="1"/>
              <a:t>chăm</a:t>
            </a:r>
            <a:r>
              <a:rPr lang="en-US" sz="2800" dirty="0"/>
              <a:t> </a:t>
            </a:r>
            <a:r>
              <a:rPr lang="en-US" sz="2800" dirty="0" err="1"/>
              <a:t>chỉ</a:t>
            </a:r>
            <a:r>
              <a:rPr lang="en-US" sz="2800" dirty="0"/>
              <a:t> 100% </a:t>
            </a:r>
            <a:r>
              <a:rPr lang="en-US" sz="2800" dirty="0" err="1"/>
              <a:t>chứ</a:t>
            </a:r>
            <a:r>
              <a:rPr lang="en-US" sz="2800" dirty="0"/>
              <a:t> </a:t>
            </a:r>
            <a:r>
              <a:rPr lang="en-US" sz="2800" dirty="0" err="1"/>
              <a:t>không</a:t>
            </a:r>
            <a:r>
              <a:rPr lang="en-US" sz="2800" dirty="0"/>
              <a:t> </a:t>
            </a:r>
            <a:r>
              <a:rPr lang="en-US" sz="2800" dirty="0" err="1"/>
              <a:t>có</a:t>
            </a:r>
            <a:r>
              <a:rPr lang="en-US" sz="2800" dirty="0"/>
              <a:t> 99% </a:t>
            </a:r>
            <a:r>
              <a:rPr lang="en-US" sz="2800" dirty="0" err="1"/>
              <a:t>vì</a:t>
            </a:r>
            <a:r>
              <a:rPr lang="en-US" sz="2800" dirty="0"/>
              <a:t> </a:t>
            </a:r>
            <a:r>
              <a:rPr lang="en-US" sz="2800" dirty="0" err="1"/>
              <a:t>mục</a:t>
            </a:r>
            <a:r>
              <a:rPr lang="en-US" sz="2800" dirty="0"/>
              <a:t> </a:t>
            </a:r>
            <a:r>
              <a:rPr lang="en-US" sz="2800" dirty="0" err="1"/>
              <a:t>tiêu</a:t>
            </a:r>
            <a:r>
              <a:rPr lang="en-US" sz="2800" dirty="0"/>
              <a:t> </a:t>
            </a:r>
            <a:r>
              <a:rPr lang="en-US" sz="2800" dirty="0" err="1"/>
              <a:t>duy</a:t>
            </a:r>
            <a:r>
              <a:rPr lang="en-US" sz="2800" dirty="0"/>
              <a:t> </a:t>
            </a:r>
            <a:r>
              <a:rPr lang="en-US" sz="2800" dirty="0" err="1"/>
              <a:t>nhất</a:t>
            </a:r>
            <a:r>
              <a:rPr lang="en-US" sz="2800" dirty="0"/>
              <a:t> </a:t>
            </a:r>
            <a:r>
              <a:rPr lang="en-US" sz="2800" dirty="0" err="1"/>
              <a:t>là</a:t>
            </a:r>
            <a:r>
              <a:rPr lang="en-US" sz="2800" dirty="0"/>
              <a:t> </a:t>
            </a:r>
            <a:r>
              <a:rPr lang="en-US" sz="2800" dirty="0" err="1"/>
              <a:t>tổ</a:t>
            </a:r>
            <a:r>
              <a:rPr lang="en-US" sz="2800" dirty="0"/>
              <a:t> </a:t>
            </a:r>
            <a:r>
              <a:rPr lang="en-US" sz="2800" dirty="0" err="1"/>
              <a:t>ong</a:t>
            </a:r>
            <a:r>
              <a:rPr lang="en-US" sz="2800" dirty="0"/>
              <a:t>, </a:t>
            </a:r>
            <a:r>
              <a:rPr lang="en-US" sz="2800" dirty="0" err="1"/>
              <a:t>vì</a:t>
            </a:r>
            <a:r>
              <a:rPr lang="en-US" sz="2800" dirty="0"/>
              <a:t> </a:t>
            </a:r>
            <a:r>
              <a:rPr lang="en-US" sz="2800" dirty="0" err="1"/>
              <a:t>cộng</a:t>
            </a:r>
            <a:r>
              <a:rPr lang="en-US" sz="2800" dirty="0"/>
              <a:t> </a:t>
            </a:r>
            <a:r>
              <a:rPr lang="en-US" sz="2800" dirty="0" err="1"/>
              <a:t>đồng</a:t>
            </a:r>
            <a:r>
              <a:rPr lang="en-US" sz="2800" dirty="0"/>
              <a:t>.</a:t>
            </a:r>
          </a:p>
          <a:p>
            <a:pPr marL="0" indent="0" algn="just">
              <a:buNone/>
            </a:pPr>
            <a:endParaRPr lang="en-US" dirty="0"/>
          </a:p>
        </p:txBody>
      </p:sp>
      <p:pic>
        <p:nvPicPr>
          <p:cNvPr id="2050" name="Picture 2" descr="MẬT ONG RỪNG CÓ TỐT NHƯ BẠN NGHĨ??? | YUGOC">
            <a:extLst>
              <a:ext uri="{FF2B5EF4-FFF2-40B4-BE49-F238E27FC236}">
                <a16:creationId xmlns:a16="http://schemas.microsoft.com/office/drawing/2014/main" id="{111BF5DA-254E-5543-58D4-5E79E8EF30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3800" y="3773487"/>
            <a:ext cx="3810000" cy="2538413"/>
          </a:xfrm>
          <a:prstGeom prst="rect">
            <a:avLst/>
          </a:prstGeom>
          <a:noFill/>
          <a:effectLst>
            <a:glow rad="228600">
              <a:schemeClr val="accent1">
                <a:satMod val="175000"/>
                <a:alpha val="40000"/>
              </a:schemeClr>
            </a:glow>
          </a:effectLst>
          <a:scene3d>
            <a:camera prst="isometricOffAxis1Right"/>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438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77E72-C73C-2C1D-E584-DB839AC57365}"/>
              </a:ext>
            </a:extLst>
          </p:cNvPr>
          <p:cNvSpPr>
            <a:spLocks noGrp="1"/>
          </p:cNvSpPr>
          <p:nvPr>
            <p:ph type="title"/>
          </p:nvPr>
        </p:nvSpPr>
        <p:spPr/>
        <p:txBody>
          <a:bodyPr/>
          <a:lstStyle/>
          <a:p>
            <a:r>
              <a:rPr lang="en-US" dirty="0">
                <a:solidFill>
                  <a:schemeClr val="accent4">
                    <a:lumMod val="75000"/>
                  </a:schemeClr>
                </a:solidFill>
                <a:latin typeface="Bahnschrift Condensed" panose="020B0502040204020203" pitchFamily="34" charset="0"/>
              </a:rPr>
              <a:t>1. LÀM VIỆC CHĂM CHỈ</a:t>
            </a:r>
          </a:p>
        </p:txBody>
      </p:sp>
      <p:sp>
        <p:nvSpPr>
          <p:cNvPr id="3" name="Content Placeholder 2">
            <a:extLst>
              <a:ext uri="{FF2B5EF4-FFF2-40B4-BE49-F238E27FC236}">
                <a16:creationId xmlns:a16="http://schemas.microsoft.com/office/drawing/2014/main" id="{254951C0-C38F-21CA-A7E7-C1370D60C93D}"/>
              </a:ext>
            </a:extLst>
          </p:cNvPr>
          <p:cNvSpPr>
            <a:spLocks noGrp="1"/>
          </p:cNvSpPr>
          <p:nvPr>
            <p:ph idx="1"/>
          </p:nvPr>
        </p:nvSpPr>
        <p:spPr>
          <a:xfrm>
            <a:off x="5812971" y="2394792"/>
            <a:ext cx="5643465" cy="4351338"/>
          </a:xfrm>
        </p:spPr>
        <p:txBody>
          <a:bodyPr/>
          <a:lstStyle/>
          <a:p>
            <a:pPr marL="0" indent="0" algn="just">
              <a:buNone/>
            </a:pPr>
            <a:r>
              <a:rPr lang="en-US" dirty="0"/>
              <a:t>Ong </a:t>
            </a:r>
            <a:r>
              <a:rPr lang="en-US" dirty="0" err="1"/>
              <a:t>làm</a:t>
            </a:r>
            <a:r>
              <a:rPr lang="en-US" dirty="0"/>
              <a:t> </a:t>
            </a:r>
            <a:r>
              <a:rPr lang="en-US" dirty="0" err="1"/>
              <a:t>việc</a:t>
            </a:r>
            <a:r>
              <a:rPr lang="en-US" dirty="0"/>
              <a:t> </a:t>
            </a:r>
            <a:r>
              <a:rPr lang="en-US" dirty="0" err="1"/>
              <a:t>không</a:t>
            </a:r>
            <a:r>
              <a:rPr lang="en-US" dirty="0"/>
              <a:t> </a:t>
            </a:r>
            <a:r>
              <a:rPr lang="en-US" dirty="0" err="1"/>
              <a:t>ngừng</a:t>
            </a:r>
            <a:r>
              <a:rPr lang="en-US" dirty="0"/>
              <a:t> </a:t>
            </a:r>
            <a:r>
              <a:rPr lang="en-US" dirty="0" err="1"/>
              <a:t>nghỉ</a:t>
            </a:r>
            <a:r>
              <a:rPr lang="en-US" dirty="0"/>
              <a:t> </a:t>
            </a:r>
            <a:r>
              <a:rPr lang="en-US" dirty="0" err="1"/>
              <a:t>để</a:t>
            </a:r>
            <a:r>
              <a:rPr lang="en-US" dirty="0"/>
              <a:t> </a:t>
            </a:r>
            <a:r>
              <a:rPr lang="en-US" dirty="0" err="1"/>
              <a:t>thu</a:t>
            </a:r>
            <a:r>
              <a:rPr lang="en-US" dirty="0"/>
              <a:t> </a:t>
            </a:r>
            <a:r>
              <a:rPr lang="en-US" dirty="0" err="1"/>
              <a:t>thập</a:t>
            </a:r>
            <a:r>
              <a:rPr lang="en-US" dirty="0"/>
              <a:t> </a:t>
            </a:r>
            <a:r>
              <a:rPr lang="en-US" dirty="0" err="1"/>
              <a:t>mật</a:t>
            </a:r>
            <a:r>
              <a:rPr lang="en-US" dirty="0"/>
              <a:t> </a:t>
            </a:r>
            <a:r>
              <a:rPr lang="en-US" dirty="0" err="1"/>
              <a:t>hoa</a:t>
            </a:r>
            <a:r>
              <a:rPr lang="en-US" dirty="0"/>
              <a:t> </a:t>
            </a:r>
            <a:r>
              <a:rPr lang="en-US" dirty="0" err="1"/>
              <a:t>và</a:t>
            </a:r>
            <a:r>
              <a:rPr lang="en-US" dirty="0"/>
              <a:t> </a:t>
            </a:r>
            <a:r>
              <a:rPr lang="en-US" dirty="0" err="1"/>
              <a:t>phấn</a:t>
            </a:r>
            <a:r>
              <a:rPr lang="en-US" dirty="0"/>
              <a:t> </a:t>
            </a:r>
            <a:r>
              <a:rPr lang="en-US" dirty="0" err="1"/>
              <a:t>hoa</a:t>
            </a:r>
            <a:r>
              <a:rPr lang="en-US" dirty="0"/>
              <a:t>. </a:t>
            </a:r>
            <a:r>
              <a:rPr lang="en-US" dirty="0" err="1"/>
              <a:t>Chúng</a:t>
            </a:r>
            <a:r>
              <a:rPr lang="en-US" dirty="0"/>
              <a:t> </a:t>
            </a:r>
            <a:r>
              <a:rPr lang="en-US" dirty="0" err="1"/>
              <a:t>dành</a:t>
            </a:r>
            <a:r>
              <a:rPr lang="en-US" dirty="0"/>
              <a:t> </a:t>
            </a:r>
            <a:r>
              <a:rPr lang="en-US" dirty="0" err="1"/>
              <a:t>hàng</a:t>
            </a:r>
            <a:r>
              <a:rPr lang="en-US" dirty="0"/>
              <a:t> </a:t>
            </a:r>
            <a:r>
              <a:rPr lang="en-US" dirty="0" err="1"/>
              <a:t>giờ</a:t>
            </a:r>
            <a:r>
              <a:rPr lang="en-US" dirty="0"/>
              <a:t> bay </a:t>
            </a:r>
            <a:r>
              <a:rPr lang="en-US" dirty="0" err="1"/>
              <a:t>từ</a:t>
            </a:r>
            <a:r>
              <a:rPr lang="en-US" dirty="0"/>
              <a:t> </a:t>
            </a:r>
            <a:r>
              <a:rPr lang="en-US" dirty="0" err="1"/>
              <a:t>hoa</a:t>
            </a:r>
            <a:r>
              <a:rPr lang="en-US" dirty="0"/>
              <a:t> </a:t>
            </a:r>
            <a:r>
              <a:rPr lang="en-US" dirty="0" err="1"/>
              <a:t>này</a:t>
            </a:r>
            <a:r>
              <a:rPr lang="en-US" dirty="0"/>
              <a:t> sang </a:t>
            </a:r>
            <a:r>
              <a:rPr lang="en-US" dirty="0" err="1"/>
              <a:t>hoa</a:t>
            </a:r>
            <a:r>
              <a:rPr lang="en-US" dirty="0"/>
              <a:t> </a:t>
            </a:r>
            <a:r>
              <a:rPr lang="en-US" dirty="0" err="1"/>
              <a:t>khác</a:t>
            </a:r>
            <a:r>
              <a:rPr lang="en-US" dirty="0"/>
              <a:t>, </a:t>
            </a:r>
            <a:r>
              <a:rPr lang="en-US" dirty="0" err="1"/>
              <a:t>không</a:t>
            </a:r>
            <a:r>
              <a:rPr lang="en-US" dirty="0"/>
              <a:t> </a:t>
            </a:r>
            <a:r>
              <a:rPr lang="en-US" dirty="0" err="1"/>
              <a:t>ngại</a:t>
            </a:r>
            <a:r>
              <a:rPr lang="en-US" dirty="0"/>
              <a:t> </a:t>
            </a:r>
            <a:r>
              <a:rPr lang="en-US" dirty="0" err="1"/>
              <a:t>khó</a:t>
            </a:r>
            <a:r>
              <a:rPr lang="en-US" dirty="0"/>
              <a:t> </a:t>
            </a:r>
            <a:r>
              <a:rPr lang="en-US" dirty="0" err="1"/>
              <a:t>khăn</a:t>
            </a:r>
            <a:r>
              <a:rPr lang="en-US" dirty="0"/>
              <a:t> hay </a:t>
            </a:r>
            <a:r>
              <a:rPr lang="en-US" dirty="0" err="1"/>
              <a:t>mệt</a:t>
            </a:r>
            <a:r>
              <a:rPr lang="en-US" dirty="0"/>
              <a:t> </a:t>
            </a:r>
            <a:r>
              <a:rPr lang="en-US" dirty="0" err="1"/>
              <a:t>mỏi</a:t>
            </a:r>
            <a:r>
              <a:rPr lang="en-US" dirty="0"/>
              <a:t>.</a:t>
            </a:r>
          </a:p>
        </p:txBody>
      </p:sp>
      <p:pic>
        <p:nvPicPr>
          <p:cNvPr id="3074" name="Picture 2" descr="Đặc tính và khả năng không tưởng của loài Ong đối với nông nghiệp -  TraceVerified">
            <a:extLst>
              <a:ext uri="{FF2B5EF4-FFF2-40B4-BE49-F238E27FC236}">
                <a16:creationId xmlns:a16="http://schemas.microsoft.com/office/drawing/2014/main" id="{666FBF28-7287-6ECC-5A34-B4C20C45FD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96" y="1847460"/>
            <a:ext cx="5452467" cy="3402467"/>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9109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1A87B-2094-CEAC-8A16-5138F7BB1351}"/>
              </a:ext>
            </a:extLst>
          </p:cNvPr>
          <p:cNvSpPr>
            <a:spLocks noGrp="1"/>
          </p:cNvSpPr>
          <p:nvPr>
            <p:ph type="title"/>
          </p:nvPr>
        </p:nvSpPr>
        <p:spPr/>
        <p:txBody>
          <a:bodyPr/>
          <a:lstStyle/>
          <a:p>
            <a:r>
              <a:rPr lang="en-US" b="1" dirty="0">
                <a:solidFill>
                  <a:schemeClr val="accent4">
                    <a:lumMod val="75000"/>
                  </a:schemeClr>
                </a:solidFill>
                <a:latin typeface="Bahnschrift Condensed" panose="020B0502040204020203" pitchFamily="34" charset="0"/>
              </a:rPr>
              <a:t>2. TINH THẦN ĐỒNG ĐỘI</a:t>
            </a:r>
          </a:p>
        </p:txBody>
      </p:sp>
      <p:sp>
        <p:nvSpPr>
          <p:cNvPr id="3" name="Content Placeholder 2">
            <a:extLst>
              <a:ext uri="{FF2B5EF4-FFF2-40B4-BE49-F238E27FC236}">
                <a16:creationId xmlns:a16="http://schemas.microsoft.com/office/drawing/2014/main" id="{71F9C0FA-96C3-A092-2613-3FBAE831B0DF}"/>
              </a:ext>
            </a:extLst>
          </p:cNvPr>
          <p:cNvSpPr>
            <a:spLocks noGrp="1"/>
          </p:cNvSpPr>
          <p:nvPr>
            <p:ph idx="1"/>
          </p:nvPr>
        </p:nvSpPr>
        <p:spPr>
          <a:xfrm>
            <a:off x="838200" y="1825625"/>
            <a:ext cx="6542314" cy="4351338"/>
          </a:xfrm>
        </p:spPr>
        <p:txBody>
          <a:bodyPr/>
          <a:lstStyle/>
          <a:p>
            <a:pPr marL="0" indent="0" algn="just">
              <a:buNone/>
            </a:pPr>
            <a:r>
              <a:rPr lang="en-US" dirty="0"/>
              <a:t>Ong </a:t>
            </a:r>
            <a:r>
              <a:rPr lang="en-US" dirty="0" err="1"/>
              <a:t>luôn</a:t>
            </a:r>
            <a:r>
              <a:rPr lang="en-US" dirty="0"/>
              <a:t> </a:t>
            </a:r>
            <a:r>
              <a:rPr lang="en-US" dirty="0" err="1"/>
              <a:t>làm</a:t>
            </a:r>
            <a:r>
              <a:rPr lang="en-US" dirty="0"/>
              <a:t> </a:t>
            </a:r>
            <a:r>
              <a:rPr lang="en-US" dirty="0" err="1"/>
              <a:t>việc</a:t>
            </a:r>
            <a:r>
              <a:rPr lang="en-US" dirty="0"/>
              <a:t> </a:t>
            </a:r>
            <a:r>
              <a:rPr lang="en-US" dirty="0" err="1"/>
              <a:t>theo</a:t>
            </a:r>
            <a:r>
              <a:rPr lang="en-US" dirty="0"/>
              <a:t> </a:t>
            </a:r>
            <a:r>
              <a:rPr lang="en-US" dirty="0" err="1"/>
              <a:t>nhóm</a:t>
            </a:r>
            <a:r>
              <a:rPr lang="en-US" dirty="0"/>
              <a:t> </a:t>
            </a:r>
            <a:r>
              <a:rPr lang="en-US" dirty="0" err="1"/>
              <a:t>và</a:t>
            </a:r>
            <a:r>
              <a:rPr lang="en-US" dirty="0"/>
              <a:t> </a:t>
            </a:r>
            <a:r>
              <a:rPr lang="en-US" dirty="0" err="1"/>
              <a:t>phối</a:t>
            </a:r>
            <a:r>
              <a:rPr lang="en-US" dirty="0"/>
              <a:t> </a:t>
            </a:r>
            <a:r>
              <a:rPr lang="en-US" dirty="0" err="1"/>
              <a:t>hợp</a:t>
            </a:r>
            <a:r>
              <a:rPr lang="en-US" dirty="0"/>
              <a:t> </a:t>
            </a:r>
            <a:r>
              <a:rPr lang="en-US" dirty="0" err="1"/>
              <a:t>nhịp</a:t>
            </a:r>
            <a:r>
              <a:rPr lang="en-US" dirty="0"/>
              <a:t> </a:t>
            </a:r>
            <a:r>
              <a:rPr lang="en-US" dirty="0" err="1"/>
              <a:t>nhàng</a:t>
            </a:r>
            <a:r>
              <a:rPr lang="en-US" dirty="0"/>
              <a:t> </a:t>
            </a:r>
            <a:r>
              <a:rPr lang="en-US" dirty="0" err="1"/>
              <a:t>với</a:t>
            </a:r>
            <a:r>
              <a:rPr lang="en-US" dirty="0"/>
              <a:t> </a:t>
            </a:r>
            <a:r>
              <a:rPr lang="en-US" dirty="0" err="1"/>
              <a:t>nhau</a:t>
            </a:r>
            <a:r>
              <a:rPr lang="en-US" dirty="0"/>
              <a:t>. </a:t>
            </a:r>
            <a:r>
              <a:rPr lang="en-US" dirty="0" err="1"/>
              <a:t>Từ</a:t>
            </a:r>
            <a:r>
              <a:rPr lang="en-US" dirty="0"/>
              <a:t> </a:t>
            </a:r>
            <a:r>
              <a:rPr lang="en-US" dirty="0" err="1"/>
              <a:t>việc</a:t>
            </a:r>
            <a:r>
              <a:rPr lang="en-US" dirty="0"/>
              <a:t> </a:t>
            </a:r>
            <a:r>
              <a:rPr lang="en-US" dirty="0" err="1"/>
              <a:t>xây</a:t>
            </a:r>
            <a:r>
              <a:rPr lang="en-US" dirty="0"/>
              <a:t> </a:t>
            </a:r>
            <a:r>
              <a:rPr lang="en-US" dirty="0" err="1"/>
              <a:t>dựng</a:t>
            </a:r>
            <a:r>
              <a:rPr lang="en-US" dirty="0"/>
              <a:t> </a:t>
            </a:r>
            <a:r>
              <a:rPr lang="en-US" dirty="0" err="1"/>
              <a:t>tổ</a:t>
            </a:r>
            <a:r>
              <a:rPr lang="en-US" dirty="0"/>
              <a:t> </a:t>
            </a:r>
            <a:r>
              <a:rPr lang="en-US" dirty="0" err="1"/>
              <a:t>đến</a:t>
            </a:r>
            <a:r>
              <a:rPr lang="en-US" dirty="0"/>
              <a:t> </a:t>
            </a:r>
            <a:r>
              <a:rPr lang="en-US" dirty="0" err="1"/>
              <a:t>bảo</a:t>
            </a:r>
            <a:r>
              <a:rPr lang="en-US" dirty="0"/>
              <a:t> </a:t>
            </a:r>
            <a:r>
              <a:rPr lang="en-US" dirty="0" err="1"/>
              <a:t>vệ</a:t>
            </a:r>
            <a:r>
              <a:rPr lang="en-US" dirty="0"/>
              <a:t> </a:t>
            </a:r>
            <a:r>
              <a:rPr lang="en-US" dirty="0" err="1"/>
              <a:t>đàn</a:t>
            </a:r>
            <a:r>
              <a:rPr lang="en-US" dirty="0"/>
              <a:t>, </a:t>
            </a:r>
            <a:r>
              <a:rPr lang="en-US" dirty="0" err="1"/>
              <a:t>chúng</a:t>
            </a:r>
            <a:r>
              <a:rPr lang="en-US" dirty="0"/>
              <a:t> </a:t>
            </a:r>
            <a:r>
              <a:rPr lang="en-US" dirty="0" err="1"/>
              <a:t>luôn</a:t>
            </a:r>
            <a:r>
              <a:rPr lang="en-US" dirty="0"/>
              <a:t> </a:t>
            </a:r>
            <a:r>
              <a:rPr lang="en-US" dirty="0" err="1"/>
              <a:t>đặt</a:t>
            </a:r>
            <a:r>
              <a:rPr lang="en-US" dirty="0"/>
              <a:t> </a:t>
            </a:r>
            <a:r>
              <a:rPr lang="en-US" dirty="0" err="1"/>
              <a:t>lợi</a:t>
            </a:r>
            <a:r>
              <a:rPr lang="en-US" dirty="0"/>
              <a:t> </a:t>
            </a:r>
            <a:r>
              <a:rPr lang="en-US" dirty="0" err="1"/>
              <a:t>ích</a:t>
            </a:r>
            <a:r>
              <a:rPr lang="en-US" dirty="0"/>
              <a:t> </a:t>
            </a:r>
            <a:r>
              <a:rPr lang="en-US" dirty="0" err="1"/>
              <a:t>của</a:t>
            </a:r>
            <a:r>
              <a:rPr lang="en-US" dirty="0"/>
              <a:t> </a:t>
            </a:r>
            <a:r>
              <a:rPr lang="en-US" dirty="0" err="1"/>
              <a:t>cộng</a:t>
            </a:r>
            <a:r>
              <a:rPr lang="en-US" dirty="0"/>
              <a:t> </a:t>
            </a:r>
            <a:r>
              <a:rPr lang="en-US" dirty="0" err="1"/>
              <a:t>đồng</a:t>
            </a:r>
            <a:r>
              <a:rPr lang="en-US" dirty="0"/>
              <a:t> </a:t>
            </a:r>
            <a:r>
              <a:rPr lang="en-US" dirty="0" err="1"/>
              <a:t>lên</a:t>
            </a:r>
            <a:r>
              <a:rPr lang="en-US" dirty="0"/>
              <a:t> </a:t>
            </a:r>
            <a:r>
              <a:rPr lang="en-US" dirty="0" err="1"/>
              <a:t>trên</a:t>
            </a:r>
            <a:r>
              <a:rPr lang="en-US" dirty="0"/>
              <a:t> </a:t>
            </a:r>
            <a:r>
              <a:rPr lang="en-US" dirty="0" err="1"/>
              <a:t>hết</a:t>
            </a:r>
            <a:r>
              <a:rPr lang="en-US" dirty="0"/>
              <a:t>.</a:t>
            </a:r>
          </a:p>
        </p:txBody>
      </p:sp>
      <p:pic>
        <p:nvPicPr>
          <p:cNvPr id="5" name="Picture 4">
            <a:extLst>
              <a:ext uri="{FF2B5EF4-FFF2-40B4-BE49-F238E27FC236}">
                <a16:creationId xmlns:a16="http://schemas.microsoft.com/office/drawing/2014/main" id="{6D2013AB-1FE4-958E-AC3F-236A6106B9D6}"/>
              </a:ext>
            </a:extLst>
          </p:cNvPr>
          <p:cNvPicPr>
            <a:picLocks noChangeAspect="1"/>
          </p:cNvPicPr>
          <p:nvPr/>
        </p:nvPicPr>
        <p:blipFill>
          <a:blip r:embed="rId2"/>
          <a:stretch>
            <a:fillRect/>
          </a:stretch>
        </p:blipFill>
        <p:spPr>
          <a:xfrm>
            <a:off x="6198637" y="3533516"/>
            <a:ext cx="4439039" cy="2959359"/>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865513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82305-D898-8435-0E0A-6137D9C90DC6}"/>
              </a:ext>
            </a:extLst>
          </p:cNvPr>
          <p:cNvSpPr>
            <a:spLocks noGrp="1"/>
          </p:cNvSpPr>
          <p:nvPr>
            <p:ph type="title"/>
          </p:nvPr>
        </p:nvSpPr>
        <p:spPr>
          <a:xfrm>
            <a:off x="838200" y="327803"/>
            <a:ext cx="10515600" cy="1325563"/>
          </a:xfrm>
        </p:spPr>
        <p:txBody>
          <a:bodyPr/>
          <a:lstStyle/>
          <a:p>
            <a:r>
              <a:rPr lang="en-US" b="1" dirty="0">
                <a:solidFill>
                  <a:schemeClr val="accent4">
                    <a:lumMod val="75000"/>
                  </a:schemeClr>
                </a:solidFill>
                <a:latin typeface="Bahnschrift Condensed" panose="020B0502040204020203" pitchFamily="34" charset="0"/>
              </a:rPr>
              <a:t>3. KỸ NĂNG TỔ CHỨC</a:t>
            </a:r>
          </a:p>
        </p:txBody>
      </p:sp>
      <p:sp>
        <p:nvSpPr>
          <p:cNvPr id="3" name="Content Placeholder 2">
            <a:extLst>
              <a:ext uri="{FF2B5EF4-FFF2-40B4-BE49-F238E27FC236}">
                <a16:creationId xmlns:a16="http://schemas.microsoft.com/office/drawing/2014/main" id="{34E28A14-76B9-098A-1DE3-2C7411110174}"/>
              </a:ext>
            </a:extLst>
          </p:cNvPr>
          <p:cNvSpPr>
            <a:spLocks noGrp="1"/>
          </p:cNvSpPr>
          <p:nvPr>
            <p:ph idx="1"/>
          </p:nvPr>
        </p:nvSpPr>
        <p:spPr>
          <a:xfrm>
            <a:off x="5103844" y="1825625"/>
            <a:ext cx="6249955" cy="4351338"/>
          </a:xfrm>
        </p:spPr>
        <p:txBody>
          <a:bodyPr/>
          <a:lstStyle/>
          <a:p>
            <a:pPr marL="0" indent="0" algn="just">
              <a:buNone/>
            </a:pPr>
            <a:r>
              <a:rPr lang="vi-VN" dirty="0"/>
              <a:t>Tổ ong là một hệ thống hoàn hảo với các phòng riêng biệt cho từng công việc. Mọi thứ đều được sắp xếp một cách khoa học và có trật tự.</a:t>
            </a:r>
            <a:endParaRPr lang="en-US" dirty="0"/>
          </a:p>
        </p:txBody>
      </p:sp>
      <p:pic>
        <p:nvPicPr>
          <p:cNvPr id="6146" name="Picture 2" descr="Nghệ thuật xây tổ “bậc thầy” của loài ong">
            <a:extLst>
              <a:ext uri="{FF2B5EF4-FFF2-40B4-BE49-F238E27FC236}">
                <a16:creationId xmlns:a16="http://schemas.microsoft.com/office/drawing/2014/main" id="{3D7F040A-0CF8-329C-1E89-DC63B521D7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7227" y="3620276"/>
            <a:ext cx="4492691" cy="2995127"/>
          </a:xfrm>
          <a:prstGeom prst="rect">
            <a:avLst/>
          </a:prstGeom>
          <a:ln w="127000"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1142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053ED-BA59-832D-536E-6A7FA857B973}"/>
              </a:ext>
            </a:extLst>
          </p:cNvPr>
          <p:cNvSpPr>
            <a:spLocks noGrp="1"/>
          </p:cNvSpPr>
          <p:nvPr>
            <p:ph type="title"/>
          </p:nvPr>
        </p:nvSpPr>
        <p:spPr/>
        <p:txBody>
          <a:bodyPr/>
          <a:lstStyle/>
          <a:p>
            <a:r>
              <a:rPr lang="en-US" b="1" dirty="0">
                <a:solidFill>
                  <a:schemeClr val="accent4">
                    <a:lumMod val="75000"/>
                  </a:schemeClr>
                </a:solidFill>
                <a:latin typeface="Bahnschrift Condensed" panose="020B0502040204020203" pitchFamily="34" charset="0"/>
              </a:rPr>
              <a:t>4. SỰ KIÊN NHẪN</a:t>
            </a:r>
          </a:p>
        </p:txBody>
      </p:sp>
      <p:sp>
        <p:nvSpPr>
          <p:cNvPr id="3" name="Content Placeholder 2">
            <a:extLst>
              <a:ext uri="{FF2B5EF4-FFF2-40B4-BE49-F238E27FC236}">
                <a16:creationId xmlns:a16="http://schemas.microsoft.com/office/drawing/2014/main" id="{84C121A0-16CA-782F-BF1B-C4DF566E01B6}"/>
              </a:ext>
            </a:extLst>
          </p:cNvPr>
          <p:cNvSpPr>
            <a:spLocks noGrp="1"/>
          </p:cNvSpPr>
          <p:nvPr>
            <p:ph idx="1"/>
          </p:nvPr>
        </p:nvSpPr>
        <p:spPr>
          <a:xfrm>
            <a:off x="430763" y="3429000"/>
            <a:ext cx="5665237" cy="4351338"/>
          </a:xfrm>
        </p:spPr>
        <p:txBody>
          <a:bodyPr/>
          <a:lstStyle/>
          <a:p>
            <a:pPr marL="0" indent="0" algn="just">
              <a:buNone/>
            </a:pPr>
            <a:r>
              <a:rPr lang="en-US" dirty="0"/>
              <a:t>Ong </a:t>
            </a:r>
            <a:r>
              <a:rPr lang="en-US" dirty="0" err="1"/>
              <a:t>phải</a:t>
            </a:r>
            <a:r>
              <a:rPr lang="en-US" dirty="0"/>
              <a:t> bay </a:t>
            </a:r>
            <a:r>
              <a:rPr lang="en-US" dirty="0" err="1"/>
              <a:t>hàng</a:t>
            </a:r>
            <a:r>
              <a:rPr lang="en-US" dirty="0"/>
              <a:t> km </a:t>
            </a:r>
            <a:r>
              <a:rPr lang="en-US" dirty="0" err="1"/>
              <a:t>và</a:t>
            </a:r>
            <a:r>
              <a:rPr lang="en-US" dirty="0"/>
              <a:t> </a:t>
            </a:r>
            <a:r>
              <a:rPr lang="en-US" dirty="0" err="1"/>
              <a:t>thăm</a:t>
            </a:r>
            <a:r>
              <a:rPr lang="en-US" dirty="0"/>
              <a:t> </a:t>
            </a:r>
            <a:r>
              <a:rPr lang="en-US" dirty="0" err="1"/>
              <a:t>hàng</a:t>
            </a:r>
            <a:r>
              <a:rPr lang="en-US" dirty="0"/>
              <a:t> </a:t>
            </a:r>
            <a:r>
              <a:rPr lang="en-US" dirty="0" err="1"/>
              <a:t>trăm</a:t>
            </a:r>
            <a:r>
              <a:rPr lang="en-US" dirty="0"/>
              <a:t> </a:t>
            </a:r>
            <a:r>
              <a:rPr lang="en-US" dirty="0" err="1"/>
              <a:t>bông</a:t>
            </a:r>
            <a:r>
              <a:rPr lang="en-US" dirty="0"/>
              <a:t> </a:t>
            </a:r>
            <a:r>
              <a:rPr lang="en-US" dirty="0" err="1"/>
              <a:t>hoa</a:t>
            </a:r>
            <a:r>
              <a:rPr lang="en-US" dirty="0"/>
              <a:t> </a:t>
            </a:r>
            <a:r>
              <a:rPr lang="en-US" dirty="0" err="1"/>
              <a:t>để</a:t>
            </a:r>
            <a:r>
              <a:rPr lang="en-US" dirty="0"/>
              <a:t> </a:t>
            </a:r>
            <a:r>
              <a:rPr lang="en-US" dirty="0" err="1"/>
              <a:t>thu</a:t>
            </a:r>
            <a:r>
              <a:rPr lang="en-US" dirty="0"/>
              <a:t> </a:t>
            </a:r>
            <a:r>
              <a:rPr lang="en-US" dirty="0" err="1"/>
              <a:t>thập</a:t>
            </a:r>
            <a:r>
              <a:rPr lang="en-US" dirty="0"/>
              <a:t> </a:t>
            </a:r>
            <a:r>
              <a:rPr lang="en-US" dirty="0" err="1"/>
              <a:t>đủ</a:t>
            </a:r>
            <a:r>
              <a:rPr lang="en-US" dirty="0"/>
              <a:t> </a:t>
            </a:r>
            <a:r>
              <a:rPr lang="en-US" dirty="0" err="1"/>
              <a:t>mật</a:t>
            </a:r>
            <a:r>
              <a:rPr lang="en-US" dirty="0"/>
              <a:t> </a:t>
            </a:r>
            <a:r>
              <a:rPr lang="en-US" dirty="0" err="1"/>
              <a:t>hoa</a:t>
            </a:r>
            <a:r>
              <a:rPr lang="en-US" dirty="0"/>
              <a:t> </a:t>
            </a:r>
            <a:r>
              <a:rPr lang="en-US" dirty="0" err="1"/>
              <a:t>cho</a:t>
            </a:r>
            <a:r>
              <a:rPr lang="en-US" dirty="0"/>
              <a:t> </a:t>
            </a:r>
            <a:r>
              <a:rPr lang="en-US" dirty="0" err="1"/>
              <a:t>tổ</a:t>
            </a:r>
            <a:r>
              <a:rPr lang="en-US" dirty="0"/>
              <a:t>. </a:t>
            </a:r>
            <a:r>
              <a:rPr lang="en-US" dirty="0" err="1"/>
              <a:t>Điều</a:t>
            </a:r>
            <a:r>
              <a:rPr lang="en-US" dirty="0"/>
              <a:t> </a:t>
            </a:r>
            <a:r>
              <a:rPr lang="en-US" dirty="0" err="1"/>
              <a:t>này</a:t>
            </a:r>
            <a:r>
              <a:rPr lang="en-US" dirty="0"/>
              <a:t> </a:t>
            </a:r>
            <a:r>
              <a:rPr lang="en-US" dirty="0" err="1"/>
              <a:t>đòi</a:t>
            </a:r>
            <a:r>
              <a:rPr lang="en-US" dirty="0"/>
              <a:t> </a:t>
            </a:r>
            <a:r>
              <a:rPr lang="en-US" dirty="0" err="1"/>
              <a:t>hỏi</a:t>
            </a:r>
            <a:r>
              <a:rPr lang="en-US" dirty="0"/>
              <a:t> </a:t>
            </a:r>
            <a:r>
              <a:rPr lang="en-US" dirty="0" err="1"/>
              <a:t>sự</a:t>
            </a:r>
            <a:r>
              <a:rPr lang="en-US" dirty="0"/>
              <a:t> </a:t>
            </a:r>
            <a:r>
              <a:rPr lang="en-US" dirty="0" err="1"/>
              <a:t>kiên</a:t>
            </a:r>
            <a:r>
              <a:rPr lang="en-US" dirty="0"/>
              <a:t> </a:t>
            </a:r>
            <a:r>
              <a:rPr lang="en-US" dirty="0" err="1"/>
              <a:t>nhẫn</a:t>
            </a:r>
            <a:r>
              <a:rPr lang="en-US" dirty="0"/>
              <a:t> </a:t>
            </a:r>
            <a:r>
              <a:rPr lang="en-US" dirty="0" err="1"/>
              <a:t>và</a:t>
            </a:r>
            <a:r>
              <a:rPr lang="en-US" dirty="0"/>
              <a:t> </a:t>
            </a:r>
            <a:r>
              <a:rPr lang="en-US" dirty="0" err="1"/>
              <a:t>bền</a:t>
            </a:r>
            <a:r>
              <a:rPr lang="en-US" dirty="0"/>
              <a:t> </a:t>
            </a:r>
            <a:r>
              <a:rPr lang="en-US" dirty="0" err="1"/>
              <a:t>bỉ</a:t>
            </a:r>
            <a:r>
              <a:rPr lang="en-US" dirty="0"/>
              <a:t>.</a:t>
            </a:r>
          </a:p>
        </p:txBody>
      </p:sp>
      <p:pic>
        <p:nvPicPr>
          <p:cNvPr id="7170" name="Picture 2" descr="GIỚI THIỆU VỀ LOÀI ONG">
            <a:extLst>
              <a:ext uri="{FF2B5EF4-FFF2-40B4-BE49-F238E27FC236}">
                <a16:creationId xmlns:a16="http://schemas.microsoft.com/office/drawing/2014/main" id="{446682B4-9A78-45A5-4F2D-A235C81F3B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5044" y="1343608"/>
            <a:ext cx="4466435" cy="2791522"/>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7162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41C35-24A8-87AA-35E6-27AB57815306}"/>
              </a:ext>
            </a:extLst>
          </p:cNvPr>
          <p:cNvSpPr>
            <a:spLocks noGrp="1"/>
          </p:cNvSpPr>
          <p:nvPr>
            <p:ph type="title"/>
          </p:nvPr>
        </p:nvSpPr>
        <p:spPr/>
        <p:txBody>
          <a:bodyPr/>
          <a:lstStyle/>
          <a:p>
            <a:r>
              <a:rPr lang="en-US" b="1" dirty="0">
                <a:solidFill>
                  <a:schemeClr val="accent4">
                    <a:lumMod val="75000"/>
                  </a:schemeClr>
                </a:solidFill>
                <a:latin typeface="Bahnschrift Condensed" panose="020B0502040204020203" pitchFamily="34" charset="0"/>
              </a:rPr>
              <a:t>5. </a:t>
            </a:r>
            <a:r>
              <a:rPr lang="vi-VN" b="1" dirty="0">
                <a:solidFill>
                  <a:schemeClr val="accent4">
                    <a:lumMod val="75000"/>
                  </a:schemeClr>
                </a:solidFill>
                <a:latin typeface="Bahnschrift Condensed" panose="020B0502040204020203" pitchFamily="34" charset="0"/>
              </a:rPr>
              <a:t>TẬN HƯỞNG THÀNH QUẢ</a:t>
            </a:r>
            <a:endParaRPr lang="en-US" b="1" dirty="0">
              <a:solidFill>
                <a:schemeClr val="accent4">
                  <a:lumMod val="75000"/>
                </a:schemeClr>
              </a:solidFill>
              <a:latin typeface="Bahnschrift Condensed" panose="020B0502040204020203" pitchFamily="34" charset="0"/>
            </a:endParaRPr>
          </a:p>
        </p:txBody>
      </p:sp>
      <p:sp>
        <p:nvSpPr>
          <p:cNvPr id="3" name="Content Placeholder 2">
            <a:extLst>
              <a:ext uri="{FF2B5EF4-FFF2-40B4-BE49-F238E27FC236}">
                <a16:creationId xmlns:a16="http://schemas.microsoft.com/office/drawing/2014/main" id="{0343B60D-B2BE-5601-6B43-F9AFC878C891}"/>
              </a:ext>
            </a:extLst>
          </p:cNvPr>
          <p:cNvSpPr>
            <a:spLocks noGrp="1"/>
          </p:cNvSpPr>
          <p:nvPr>
            <p:ph idx="1"/>
          </p:nvPr>
        </p:nvSpPr>
        <p:spPr>
          <a:xfrm>
            <a:off x="5999584" y="1825625"/>
            <a:ext cx="5354216" cy="2923657"/>
          </a:xfrm>
        </p:spPr>
        <p:txBody>
          <a:bodyPr/>
          <a:lstStyle/>
          <a:p>
            <a:pPr marL="0" indent="0" algn="just">
              <a:buNone/>
            </a:pPr>
            <a:r>
              <a:rPr lang="vi-VN" dirty="0"/>
              <a:t>Mật ong là một sản phẩm tinh túy của sự chăm chỉ và kiên trì của loài ong. Nó nhắc nhở chúng ta rằng sau những nỗ lực, chúng ta sẽ nhận được những thành quả xứng đáng.</a:t>
            </a:r>
            <a:endParaRPr lang="en-US" dirty="0"/>
          </a:p>
        </p:txBody>
      </p:sp>
      <p:pic>
        <p:nvPicPr>
          <p:cNvPr id="8194" name="Picture 2" descr="Nếu loài ong tuyệt chủng, rất có thể nhân loại chỉ tồn tại được thêm 4 năm">
            <a:extLst>
              <a:ext uri="{FF2B5EF4-FFF2-40B4-BE49-F238E27FC236}">
                <a16:creationId xmlns:a16="http://schemas.microsoft.com/office/drawing/2014/main" id="{83C75867-4D9E-FCD5-2B9C-A1BEBFB15A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957" y="2985796"/>
            <a:ext cx="4545673" cy="3031964"/>
          </a:xfrm>
          <a:prstGeom prst="ellipse">
            <a:avLst/>
          </a:prstGeom>
          <a:ln w="63500" cap="rnd">
            <a:solidFill>
              <a:srgbClr val="333333"/>
            </a:solidFill>
          </a:ln>
          <a:effectLst>
            <a:glow rad="228600">
              <a:schemeClr val="accent6">
                <a:satMod val="175000"/>
                <a:alpha val="40000"/>
              </a:schemeClr>
            </a:glow>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3457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31D2E-B5A3-55AC-2AF6-DF5CCE952F12}"/>
              </a:ext>
            </a:extLst>
          </p:cNvPr>
          <p:cNvSpPr>
            <a:spLocks noGrp="1"/>
          </p:cNvSpPr>
          <p:nvPr>
            <p:ph type="title"/>
          </p:nvPr>
        </p:nvSpPr>
        <p:spPr/>
        <p:txBody>
          <a:bodyPr/>
          <a:lstStyle/>
          <a:p>
            <a:r>
              <a:rPr lang="en-US" b="1" dirty="0">
                <a:solidFill>
                  <a:schemeClr val="accent4">
                    <a:lumMod val="75000"/>
                  </a:schemeClr>
                </a:solidFill>
              </a:rPr>
              <a:t>THANKS!</a:t>
            </a:r>
          </a:p>
        </p:txBody>
      </p:sp>
      <p:sp>
        <p:nvSpPr>
          <p:cNvPr id="3" name="Content Placeholder 2">
            <a:extLst>
              <a:ext uri="{FF2B5EF4-FFF2-40B4-BE49-F238E27FC236}">
                <a16:creationId xmlns:a16="http://schemas.microsoft.com/office/drawing/2014/main" id="{911A1B19-2CFD-C9F7-736C-30670744F820}"/>
              </a:ext>
            </a:extLst>
          </p:cNvPr>
          <p:cNvSpPr>
            <a:spLocks noGrp="1"/>
          </p:cNvSpPr>
          <p:nvPr>
            <p:ph idx="1"/>
          </p:nvPr>
        </p:nvSpPr>
        <p:spPr/>
        <p:txBody>
          <a:bodyPr/>
          <a:lstStyle/>
          <a:p>
            <a:endParaRPr lang="en-US"/>
          </a:p>
        </p:txBody>
      </p:sp>
      <p:pic>
        <p:nvPicPr>
          <p:cNvPr id="4098" name="Picture 2" descr="Đàn ông sinh ra để làm gì?">
            <a:extLst>
              <a:ext uri="{FF2B5EF4-FFF2-40B4-BE49-F238E27FC236}">
                <a16:creationId xmlns:a16="http://schemas.microsoft.com/office/drawing/2014/main" id="{971B8609-0755-688E-6836-71260F4D46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3869" y="1499054"/>
            <a:ext cx="7156579" cy="4373892"/>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06053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270</Words>
  <Application>Microsoft Office PowerPoint</Application>
  <PresentationFormat>Widescreen</PresentationFormat>
  <Paragraphs>13</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Bahnschrift Condensed</vt:lpstr>
      <vt:lpstr>Calibri</vt:lpstr>
      <vt:lpstr>Calibri Light</vt:lpstr>
      <vt:lpstr>Office Theme</vt:lpstr>
      <vt:lpstr>BÀI HỌC TỪ LOÀI ONG</vt:lpstr>
      <vt:lpstr>PowerPoint Presentation</vt:lpstr>
      <vt:lpstr>1. LÀM VIỆC CHĂM CHỈ</vt:lpstr>
      <vt:lpstr>2. TINH THẦN ĐỒNG ĐỘI</vt:lpstr>
      <vt:lpstr>3. KỸ NĂNG TỔ CHỨC</vt:lpstr>
      <vt:lpstr>4. SỰ KIÊN NHẪN</vt:lpstr>
      <vt:lpstr>5. TẬN HƯỞNG THÀNH QUẢ</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HỌC TỪ LOÀI ONG</dc:title>
  <dc:creator>Administrator</dc:creator>
  <cp:lastModifiedBy>Administrator</cp:lastModifiedBy>
  <cp:revision>1</cp:revision>
  <dcterms:created xsi:type="dcterms:W3CDTF">2025-01-01T16:52:17Z</dcterms:created>
  <dcterms:modified xsi:type="dcterms:W3CDTF">2025-01-01T16:53:13Z</dcterms:modified>
</cp:coreProperties>
</file>