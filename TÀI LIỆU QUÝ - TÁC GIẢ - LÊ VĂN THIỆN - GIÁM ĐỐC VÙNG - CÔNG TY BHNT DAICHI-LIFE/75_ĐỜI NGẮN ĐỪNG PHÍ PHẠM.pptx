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03" d="100"/>
          <a:sy n="103" d="100"/>
        </p:scale>
        <p:origin x="138" y="3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B195E-F236-C71D-A450-17BF834DD8E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5305C4C-D9B7-A396-8899-3C8564972E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75DA61-9141-6835-E58D-974D0B1FBB61}"/>
              </a:ext>
            </a:extLst>
          </p:cNvPr>
          <p:cNvSpPr>
            <a:spLocks noGrp="1"/>
          </p:cNvSpPr>
          <p:nvPr>
            <p:ph type="dt" sz="half" idx="10"/>
          </p:nvPr>
        </p:nvSpPr>
        <p:spPr/>
        <p:txBody>
          <a:bodyPr/>
          <a:lstStyle/>
          <a:p>
            <a:fld id="{8A560AE9-0B72-492A-A2E5-84510FA38B4F}" type="datetimeFigureOut">
              <a:rPr lang="en-US" smtClean="0"/>
              <a:t>1/27/2025</a:t>
            </a:fld>
            <a:endParaRPr lang="en-US"/>
          </a:p>
        </p:txBody>
      </p:sp>
      <p:sp>
        <p:nvSpPr>
          <p:cNvPr id="5" name="Footer Placeholder 4">
            <a:extLst>
              <a:ext uri="{FF2B5EF4-FFF2-40B4-BE49-F238E27FC236}">
                <a16:creationId xmlns:a16="http://schemas.microsoft.com/office/drawing/2014/main" id="{32702509-7976-560B-C4BA-861BDC1A99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68EB05-CFA7-33C0-0D84-DE4369B6782F}"/>
              </a:ext>
            </a:extLst>
          </p:cNvPr>
          <p:cNvSpPr>
            <a:spLocks noGrp="1"/>
          </p:cNvSpPr>
          <p:nvPr>
            <p:ph type="sldNum" sz="quarter" idx="12"/>
          </p:nvPr>
        </p:nvSpPr>
        <p:spPr/>
        <p:txBody>
          <a:bodyPr/>
          <a:lstStyle/>
          <a:p>
            <a:fld id="{5E8253F1-0E2A-48B6-A792-E08334725801}" type="slidenum">
              <a:rPr lang="en-US" smtClean="0"/>
              <a:t>‹#›</a:t>
            </a:fld>
            <a:endParaRPr lang="en-US"/>
          </a:p>
        </p:txBody>
      </p:sp>
    </p:spTree>
    <p:extLst>
      <p:ext uri="{BB962C8B-B14F-4D97-AF65-F5344CB8AC3E}">
        <p14:creationId xmlns:p14="http://schemas.microsoft.com/office/powerpoint/2010/main" val="9721481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8E59C-D87E-1FFF-8A85-7BB7723E9DB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4E1D0A-34E8-AFFA-D359-7908FB2B62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49D988-DCE2-72E6-FEDC-74F528A25240}"/>
              </a:ext>
            </a:extLst>
          </p:cNvPr>
          <p:cNvSpPr>
            <a:spLocks noGrp="1"/>
          </p:cNvSpPr>
          <p:nvPr>
            <p:ph type="dt" sz="half" idx="10"/>
          </p:nvPr>
        </p:nvSpPr>
        <p:spPr/>
        <p:txBody>
          <a:bodyPr/>
          <a:lstStyle/>
          <a:p>
            <a:fld id="{8A560AE9-0B72-492A-A2E5-84510FA38B4F}" type="datetimeFigureOut">
              <a:rPr lang="en-US" smtClean="0"/>
              <a:t>1/27/2025</a:t>
            </a:fld>
            <a:endParaRPr lang="en-US"/>
          </a:p>
        </p:txBody>
      </p:sp>
      <p:sp>
        <p:nvSpPr>
          <p:cNvPr id="5" name="Footer Placeholder 4">
            <a:extLst>
              <a:ext uri="{FF2B5EF4-FFF2-40B4-BE49-F238E27FC236}">
                <a16:creationId xmlns:a16="http://schemas.microsoft.com/office/drawing/2014/main" id="{C1D7EE44-3496-7023-2CFB-0547618521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956541-DAA0-3A04-91EA-CCF94834E48E}"/>
              </a:ext>
            </a:extLst>
          </p:cNvPr>
          <p:cNvSpPr>
            <a:spLocks noGrp="1"/>
          </p:cNvSpPr>
          <p:nvPr>
            <p:ph type="sldNum" sz="quarter" idx="12"/>
          </p:nvPr>
        </p:nvSpPr>
        <p:spPr/>
        <p:txBody>
          <a:bodyPr/>
          <a:lstStyle/>
          <a:p>
            <a:fld id="{5E8253F1-0E2A-48B6-A792-E08334725801}" type="slidenum">
              <a:rPr lang="en-US" smtClean="0"/>
              <a:t>‹#›</a:t>
            </a:fld>
            <a:endParaRPr lang="en-US"/>
          </a:p>
        </p:txBody>
      </p:sp>
    </p:spTree>
    <p:extLst>
      <p:ext uri="{BB962C8B-B14F-4D97-AF65-F5344CB8AC3E}">
        <p14:creationId xmlns:p14="http://schemas.microsoft.com/office/powerpoint/2010/main" val="20006857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4C98F-5B9D-3A4B-3B79-0BC5583449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F6A892-A919-76EF-046A-3B90F203D11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30C5015-277F-3512-E804-BFA68F4781CE}"/>
              </a:ext>
            </a:extLst>
          </p:cNvPr>
          <p:cNvSpPr>
            <a:spLocks noGrp="1"/>
          </p:cNvSpPr>
          <p:nvPr>
            <p:ph type="dt" sz="half" idx="10"/>
          </p:nvPr>
        </p:nvSpPr>
        <p:spPr/>
        <p:txBody>
          <a:bodyPr/>
          <a:lstStyle/>
          <a:p>
            <a:fld id="{8A560AE9-0B72-492A-A2E5-84510FA38B4F}" type="datetimeFigureOut">
              <a:rPr lang="en-US" smtClean="0"/>
              <a:t>1/27/2025</a:t>
            </a:fld>
            <a:endParaRPr lang="en-US"/>
          </a:p>
        </p:txBody>
      </p:sp>
      <p:sp>
        <p:nvSpPr>
          <p:cNvPr id="5" name="Footer Placeholder 4">
            <a:extLst>
              <a:ext uri="{FF2B5EF4-FFF2-40B4-BE49-F238E27FC236}">
                <a16:creationId xmlns:a16="http://schemas.microsoft.com/office/drawing/2014/main" id="{A1795340-3F97-7F0F-3D12-B498E5E46A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96EAAC-8B68-4760-07A0-628147787833}"/>
              </a:ext>
            </a:extLst>
          </p:cNvPr>
          <p:cNvSpPr>
            <a:spLocks noGrp="1"/>
          </p:cNvSpPr>
          <p:nvPr>
            <p:ph type="sldNum" sz="quarter" idx="12"/>
          </p:nvPr>
        </p:nvSpPr>
        <p:spPr/>
        <p:txBody>
          <a:bodyPr/>
          <a:lstStyle/>
          <a:p>
            <a:fld id="{5E8253F1-0E2A-48B6-A792-E08334725801}" type="slidenum">
              <a:rPr lang="en-US" smtClean="0"/>
              <a:t>‹#›</a:t>
            </a:fld>
            <a:endParaRPr lang="en-US"/>
          </a:p>
        </p:txBody>
      </p:sp>
    </p:spTree>
    <p:extLst>
      <p:ext uri="{BB962C8B-B14F-4D97-AF65-F5344CB8AC3E}">
        <p14:creationId xmlns:p14="http://schemas.microsoft.com/office/powerpoint/2010/main" val="34765118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BDD66-5D9A-B2F1-F9FE-11E2C4BA3A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6F09270-3AB1-7DD2-8A9F-AAA60745DA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2683FA0-AB67-965B-590E-B26EED08C2E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C8A32EB-0BC1-E772-B159-807EC7FDD1D7}"/>
              </a:ext>
            </a:extLst>
          </p:cNvPr>
          <p:cNvSpPr>
            <a:spLocks noGrp="1"/>
          </p:cNvSpPr>
          <p:nvPr>
            <p:ph type="dt" sz="half" idx="10"/>
          </p:nvPr>
        </p:nvSpPr>
        <p:spPr/>
        <p:txBody>
          <a:bodyPr/>
          <a:lstStyle/>
          <a:p>
            <a:fld id="{8A560AE9-0B72-492A-A2E5-84510FA38B4F}" type="datetimeFigureOut">
              <a:rPr lang="en-US" smtClean="0"/>
              <a:t>1/27/2025</a:t>
            </a:fld>
            <a:endParaRPr lang="en-US"/>
          </a:p>
        </p:txBody>
      </p:sp>
      <p:sp>
        <p:nvSpPr>
          <p:cNvPr id="6" name="Footer Placeholder 5">
            <a:extLst>
              <a:ext uri="{FF2B5EF4-FFF2-40B4-BE49-F238E27FC236}">
                <a16:creationId xmlns:a16="http://schemas.microsoft.com/office/drawing/2014/main" id="{2FBA0906-72B1-417B-8069-4BA9BDA424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9FFA11-FBA6-7DE2-4E28-19B35C9C816E}"/>
              </a:ext>
            </a:extLst>
          </p:cNvPr>
          <p:cNvSpPr>
            <a:spLocks noGrp="1"/>
          </p:cNvSpPr>
          <p:nvPr>
            <p:ph type="sldNum" sz="quarter" idx="12"/>
          </p:nvPr>
        </p:nvSpPr>
        <p:spPr/>
        <p:txBody>
          <a:bodyPr/>
          <a:lstStyle/>
          <a:p>
            <a:fld id="{5E8253F1-0E2A-48B6-A792-E08334725801}" type="slidenum">
              <a:rPr lang="en-US" smtClean="0"/>
              <a:t>‹#›</a:t>
            </a:fld>
            <a:endParaRPr lang="en-US"/>
          </a:p>
        </p:txBody>
      </p:sp>
    </p:spTree>
    <p:extLst>
      <p:ext uri="{BB962C8B-B14F-4D97-AF65-F5344CB8AC3E}">
        <p14:creationId xmlns:p14="http://schemas.microsoft.com/office/powerpoint/2010/main" val="2031806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C5FF3-4736-D607-7278-A750EE2289B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DE18EA5-24E4-DFAA-513B-E32BA1D641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0709E92-8643-A7A9-16B8-4135CB6D727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595A702-3C36-2A6C-4840-9BA32AAABD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56C6D53-49C7-B655-9966-879DA327FC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E23CE8-8AF9-96A6-8746-92C277445568}"/>
              </a:ext>
            </a:extLst>
          </p:cNvPr>
          <p:cNvSpPr>
            <a:spLocks noGrp="1"/>
          </p:cNvSpPr>
          <p:nvPr>
            <p:ph type="dt" sz="half" idx="10"/>
          </p:nvPr>
        </p:nvSpPr>
        <p:spPr/>
        <p:txBody>
          <a:bodyPr/>
          <a:lstStyle/>
          <a:p>
            <a:fld id="{8A560AE9-0B72-492A-A2E5-84510FA38B4F}" type="datetimeFigureOut">
              <a:rPr lang="en-US" smtClean="0"/>
              <a:t>1/27/2025</a:t>
            </a:fld>
            <a:endParaRPr lang="en-US"/>
          </a:p>
        </p:txBody>
      </p:sp>
      <p:sp>
        <p:nvSpPr>
          <p:cNvPr id="8" name="Footer Placeholder 7">
            <a:extLst>
              <a:ext uri="{FF2B5EF4-FFF2-40B4-BE49-F238E27FC236}">
                <a16:creationId xmlns:a16="http://schemas.microsoft.com/office/drawing/2014/main" id="{C31DEC9F-41FD-45BC-4F90-97703B927F4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3E82732-EE3C-004D-21FD-B18ECF6CAE96}"/>
              </a:ext>
            </a:extLst>
          </p:cNvPr>
          <p:cNvSpPr>
            <a:spLocks noGrp="1"/>
          </p:cNvSpPr>
          <p:nvPr>
            <p:ph type="sldNum" sz="quarter" idx="12"/>
          </p:nvPr>
        </p:nvSpPr>
        <p:spPr/>
        <p:txBody>
          <a:bodyPr/>
          <a:lstStyle/>
          <a:p>
            <a:fld id="{5E8253F1-0E2A-48B6-A792-E08334725801}" type="slidenum">
              <a:rPr lang="en-US" smtClean="0"/>
              <a:t>‹#›</a:t>
            </a:fld>
            <a:endParaRPr lang="en-US"/>
          </a:p>
        </p:txBody>
      </p:sp>
    </p:spTree>
    <p:extLst>
      <p:ext uri="{BB962C8B-B14F-4D97-AF65-F5344CB8AC3E}">
        <p14:creationId xmlns:p14="http://schemas.microsoft.com/office/powerpoint/2010/main" val="1945739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0457C-8B4F-1743-3FAE-18C4D0A2A3A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C83D575-FA0B-1B80-25EB-825422EDD925}"/>
              </a:ext>
            </a:extLst>
          </p:cNvPr>
          <p:cNvSpPr>
            <a:spLocks noGrp="1"/>
          </p:cNvSpPr>
          <p:nvPr>
            <p:ph type="dt" sz="half" idx="10"/>
          </p:nvPr>
        </p:nvSpPr>
        <p:spPr/>
        <p:txBody>
          <a:bodyPr/>
          <a:lstStyle/>
          <a:p>
            <a:fld id="{8A560AE9-0B72-492A-A2E5-84510FA38B4F}" type="datetimeFigureOut">
              <a:rPr lang="en-US" smtClean="0"/>
              <a:t>1/27/2025</a:t>
            </a:fld>
            <a:endParaRPr lang="en-US"/>
          </a:p>
        </p:txBody>
      </p:sp>
      <p:sp>
        <p:nvSpPr>
          <p:cNvPr id="4" name="Footer Placeholder 3">
            <a:extLst>
              <a:ext uri="{FF2B5EF4-FFF2-40B4-BE49-F238E27FC236}">
                <a16:creationId xmlns:a16="http://schemas.microsoft.com/office/drawing/2014/main" id="{181136C6-E1BF-7734-8A84-23B5EC5DB54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27AFB07-9B81-4B20-4A01-46AF88B8D439}"/>
              </a:ext>
            </a:extLst>
          </p:cNvPr>
          <p:cNvSpPr>
            <a:spLocks noGrp="1"/>
          </p:cNvSpPr>
          <p:nvPr>
            <p:ph type="sldNum" sz="quarter" idx="12"/>
          </p:nvPr>
        </p:nvSpPr>
        <p:spPr/>
        <p:txBody>
          <a:bodyPr/>
          <a:lstStyle/>
          <a:p>
            <a:fld id="{5E8253F1-0E2A-48B6-A792-E08334725801}" type="slidenum">
              <a:rPr lang="en-US" smtClean="0"/>
              <a:t>‹#›</a:t>
            </a:fld>
            <a:endParaRPr lang="en-US"/>
          </a:p>
        </p:txBody>
      </p:sp>
    </p:spTree>
    <p:extLst>
      <p:ext uri="{BB962C8B-B14F-4D97-AF65-F5344CB8AC3E}">
        <p14:creationId xmlns:p14="http://schemas.microsoft.com/office/powerpoint/2010/main" val="1776528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B3AADF-9602-B44B-CD0A-9CE5F1492E32}"/>
              </a:ext>
            </a:extLst>
          </p:cNvPr>
          <p:cNvSpPr>
            <a:spLocks noGrp="1"/>
          </p:cNvSpPr>
          <p:nvPr>
            <p:ph type="dt" sz="half" idx="10"/>
          </p:nvPr>
        </p:nvSpPr>
        <p:spPr/>
        <p:txBody>
          <a:bodyPr/>
          <a:lstStyle/>
          <a:p>
            <a:fld id="{8A560AE9-0B72-492A-A2E5-84510FA38B4F}" type="datetimeFigureOut">
              <a:rPr lang="en-US" smtClean="0"/>
              <a:t>1/27/2025</a:t>
            </a:fld>
            <a:endParaRPr lang="en-US"/>
          </a:p>
        </p:txBody>
      </p:sp>
      <p:sp>
        <p:nvSpPr>
          <p:cNvPr id="3" name="Footer Placeholder 2">
            <a:extLst>
              <a:ext uri="{FF2B5EF4-FFF2-40B4-BE49-F238E27FC236}">
                <a16:creationId xmlns:a16="http://schemas.microsoft.com/office/drawing/2014/main" id="{B79B69FB-0977-67C0-8E89-C0574D244A8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CCC40A3-CD8D-F1DC-3DF2-75903A18673A}"/>
              </a:ext>
            </a:extLst>
          </p:cNvPr>
          <p:cNvSpPr>
            <a:spLocks noGrp="1"/>
          </p:cNvSpPr>
          <p:nvPr>
            <p:ph type="sldNum" sz="quarter" idx="12"/>
          </p:nvPr>
        </p:nvSpPr>
        <p:spPr/>
        <p:txBody>
          <a:bodyPr/>
          <a:lstStyle/>
          <a:p>
            <a:fld id="{5E8253F1-0E2A-48B6-A792-E08334725801}" type="slidenum">
              <a:rPr lang="en-US" smtClean="0"/>
              <a:t>‹#›</a:t>
            </a:fld>
            <a:endParaRPr lang="en-US"/>
          </a:p>
        </p:txBody>
      </p:sp>
    </p:spTree>
    <p:extLst>
      <p:ext uri="{BB962C8B-B14F-4D97-AF65-F5344CB8AC3E}">
        <p14:creationId xmlns:p14="http://schemas.microsoft.com/office/powerpoint/2010/main" val="16876569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D272D-563C-8173-4A6F-9EC9E60125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5D284C3-4761-879E-0281-A4DB039F6E0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140A0B7-C24F-B5DC-7E6C-3235F16456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298E9E-4C63-FEA2-3665-3BC105218588}"/>
              </a:ext>
            </a:extLst>
          </p:cNvPr>
          <p:cNvSpPr>
            <a:spLocks noGrp="1"/>
          </p:cNvSpPr>
          <p:nvPr>
            <p:ph type="dt" sz="half" idx="10"/>
          </p:nvPr>
        </p:nvSpPr>
        <p:spPr/>
        <p:txBody>
          <a:bodyPr/>
          <a:lstStyle/>
          <a:p>
            <a:fld id="{8A560AE9-0B72-492A-A2E5-84510FA38B4F}" type="datetimeFigureOut">
              <a:rPr lang="en-US" smtClean="0"/>
              <a:t>1/27/2025</a:t>
            </a:fld>
            <a:endParaRPr lang="en-US"/>
          </a:p>
        </p:txBody>
      </p:sp>
      <p:sp>
        <p:nvSpPr>
          <p:cNvPr id="6" name="Footer Placeholder 5">
            <a:extLst>
              <a:ext uri="{FF2B5EF4-FFF2-40B4-BE49-F238E27FC236}">
                <a16:creationId xmlns:a16="http://schemas.microsoft.com/office/drawing/2014/main" id="{44F3594B-A5B2-B245-D196-0CFDC4FF73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A2BDE1-6FCB-210F-E9FD-91E8896B65C3}"/>
              </a:ext>
            </a:extLst>
          </p:cNvPr>
          <p:cNvSpPr>
            <a:spLocks noGrp="1"/>
          </p:cNvSpPr>
          <p:nvPr>
            <p:ph type="sldNum" sz="quarter" idx="12"/>
          </p:nvPr>
        </p:nvSpPr>
        <p:spPr/>
        <p:txBody>
          <a:bodyPr/>
          <a:lstStyle/>
          <a:p>
            <a:fld id="{5E8253F1-0E2A-48B6-A792-E08334725801}" type="slidenum">
              <a:rPr lang="en-US" smtClean="0"/>
              <a:t>‹#›</a:t>
            </a:fld>
            <a:endParaRPr lang="en-US"/>
          </a:p>
        </p:txBody>
      </p:sp>
    </p:spTree>
    <p:extLst>
      <p:ext uri="{BB962C8B-B14F-4D97-AF65-F5344CB8AC3E}">
        <p14:creationId xmlns:p14="http://schemas.microsoft.com/office/powerpoint/2010/main" val="3341831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667C1-EF6C-76DA-C6FF-1B7F80B179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286C978-DB53-3642-4D72-557791B7F3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C7F6555-C7B7-FD92-7F32-834FEE0AAB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56F291-441F-C854-8490-4F631489EFD2}"/>
              </a:ext>
            </a:extLst>
          </p:cNvPr>
          <p:cNvSpPr>
            <a:spLocks noGrp="1"/>
          </p:cNvSpPr>
          <p:nvPr>
            <p:ph type="dt" sz="half" idx="10"/>
          </p:nvPr>
        </p:nvSpPr>
        <p:spPr/>
        <p:txBody>
          <a:bodyPr/>
          <a:lstStyle/>
          <a:p>
            <a:fld id="{8A560AE9-0B72-492A-A2E5-84510FA38B4F}" type="datetimeFigureOut">
              <a:rPr lang="en-US" smtClean="0"/>
              <a:t>1/27/2025</a:t>
            </a:fld>
            <a:endParaRPr lang="en-US"/>
          </a:p>
        </p:txBody>
      </p:sp>
      <p:sp>
        <p:nvSpPr>
          <p:cNvPr id="6" name="Footer Placeholder 5">
            <a:extLst>
              <a:ext uri="{FF2B5EF4-FFF2-40B4-BE49-F238E27FC236}">
                <a16:creationId xmlns:a16="http://schemas.microsoft.com/office/drawing/2014/main" id="{0D5BC573-2E54-BEDA-0BBA-0CA3F17D74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80F69F-FC78-2F5D-4FE0-1973ED0D6FB1}"/>
              </a:ext>
            </a:extLst>
          </p:cNvPr>
          <p:cNvSpPr>
            <a:spLocks noGrp="1"/>
          </p:cNvSpPr>
          <p:nvPr>
            <p:ph type="sldNum" sz="quarter" idx="12"/>
          </p:nvPr>
        </p:nvSpPr>
        <p:spPr/>
        <p:txBody>
          <a:bodyPr/>
          <a:lstStyle/>
          <a:p>
            <a:fld id="{5E8253F1-0E2A-48B6-A792-E08334725801}" type="slidenum">
              <a:rPr lang="en-US" smtClean="0"/>
              <a:t>‹#›</a:t>
            </a:fld>
            <a:endParaRPr lang="en-US"/>
          </a:p>
        </p:txBody>
      </p:sp>
    </p:spTree>
    <p:extLst>
      <p:ext uri="{BB962C8B-B14F-4D97-AF65-F5344CB8AC3E}">
        <p14:creationId xmlns:p14="http://schemas.microsoft.com/office/powerpoint/2010/main" val="37441190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458B1-4028-D019-FDC5-085F103799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2937E30-340B-C570-C407-858DCE98BE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733B64-974B-9504-67E7-A3538DFFDAC7}"/>
              </a:ext>
            </a:extLst>
          </p:cNvPr>
          <p:cNvSpPr>
            <a:spLocks noGrp="1"/>
          </p:cNvSpPr>
          <p:nvPr>
            <p:ph type="dt" sz="half" idx="10"/>
          </p:nvPr>
        </p:nvSpPr>
        <p:spPr/>
        <p:txBody>
          <a:bodyPr/>
          <a:lstStyle/>
          <a:p>
            <a:fld id="{8A560AE9-0B72-492A-A2E5-84510FA38B4F}" type="datetimeFigureOut">
              <a:rPr lang="en-US" smtClean="0"/>
              <a:t>1/27/2025</a:t>
            </a:fld>
            <a:endParaRPr lang="en-US"/>
          </a:p>
        </p:txBody>
      </p:sp>
      <p:sp>
        <p:nvSpPr>
          <p:cNvPr id="5" name="Footer Placeholder 4">
            <a:extLst>
              <a:ext uri="{FF2B5EF4-FFF2-40B4-BE49-F238E27FC236}">
                <a16:creationId xmlns:a16="http://schemas.microsoft.com/office/drawing/2014/main" id="{575A127F-C468-9688-BFD3-73DFDE2030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5F29CE-D6A5-465D-63A3-5AB14949D9FC}"/>
              </a:ext>
            </a:extLst>
          </p:cNvPr>
          <p:cNvSpPr>
            <a:spLocks noGrp="1"/>
          </p:cNvSpPr>
          <p:nvPr>
            <p:ph type="sldNum" sz="quarter" idx="12"/>
          </p:nvPr>
        </p:nvSpPr>
        <p:spPr/>
        <p:txBody>
          <a:bodyPr/>
          <a:lstStyle/>
          <a:p>
            <a:fld id="{5E8253F1-0E2A-48B6-A792-E08334725801}" type="slidenum">
              <a:rPr lang="en-US" smtClean="0"/>
              <a:t>‹#›</a:t>
            </a:fld>
            <a:endParaRPr lang="en-US"/>
          </a:p>
        </p:txBody>
      </p:sp>
    </p:spTree>
    <p:extLst>
      <p:ext uri="{BB962C8B-B14F-4D97-AF65-F5344CB8AC3E}">
        <p14:creationId xmlns:p14="http://schemas.microsoft.com/office/powerpoint/2010/main" val="1362700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7A4744-5AF8-52A6-F3DC-DD335BC727B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403E633-6314-F886-5982-B0B0AAB151D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9665E8-2AD7-4E5D-4390-78B5A11A3B93}"/>
              </a:ext>
            </a:extLst>
          </p:cNvPr>
          <p:cNvSpPr>
            <a:spLocks noGrp="1"/>
          </p:cNvSpPr>
          <p:nvPr>
            <p:ph type="dt" sz="half" idx="10"/>
          </p:nvPr>
        </p:nvSpPr>
        <p:spPr/>
        <p:txBody>
          <a:bodyPr/>
          <a:lstStyle/>
          <a:p>
            <a:fld id="{8A560AE9-0B72-492A-A2E5-84510FA38B4F}" type="datetimeFigureOut">
              <a:rPr lang="en-US" smtClean="0"/>
              <a:t>1/27/2025</a:t>
            </a:fld>
            <a:endParaRPr lang="en-US"/>
          </a:p>
        </p:txBody>
      </p:sp>
      <p:sp>
        <p:nvSpPr>
          <p:cNvPr id="5" name="Footer Placeholder 4">
            <a:extLst>
              <a:ext uri="{FF2B5EF4-FFF2-40B4-BE49-F238E27FC236}">
                <a16:creationId xmlns:a16="http://schemas.microsoft.com/office/drawing/2014/main" id="{8B8C5942-1028-1802-BEF7-CDA70E538B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2F4F41-1969-1896-E073-99038AB6E3A9}"/>
              </a:ext>
            </a:extLst>
          </p:cNvPr>
          <p:cNvSpPr>
            <a:spLocks noGrp="1"/>
          </p:cNvSpPr>
          <p:nvPr>
            <p:ph type="sldNum" sz="quarter" idx="12"/>
          </p:nvPr>
        </p:nvSpPr>
        <p:spPr/>
        <p:txBody>
          <a:bodyPr/>
          <a:lstStyle/>
          <a:p>
            <a:fld id="{5E8253F1-0E2A-48B6-A792-E08334725801}" type="slidenum">
              <a:rPr lang="en-US" smtClean="0"/>
              <a:t>‹#›</a:t>
            </a:fld>
            <a:endParaRPr lang="en-US"/>
          </a:p>
        </p:txBody>
      </p:sp>
    </p:spTree>
    <p:extLst>
      <p:ext uri="{BB962C8B-B14F-4D97-AF65-F5344CB8AC3E}">
        <p14:creationId xmlns:p14="http://schemas.microsoft.com/office/powerpoint/2010/main" val="4160438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1405DA-2252-DC6C-6FAD-BB7929DD31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831D60C-47A8-516F-3783-E242D7587F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B2821-1EC4-4FB9-6497-54B75BC6C5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560AE9-0B72-492A-A2E5-84510FA38B4F}" type="datetimeFigureOut">
              <a:rPr lang="en-US" smtClean="0"/>
              <a:t>1/27/2025</a:t>
            </a:fld>
            <a:endParaRPr lang="en-US"/>
          </a:p>
        </p:txBody>
      </p:sp>
      <p:sp>
        <p:nvSpPr>
          <p:cNvPr id="5" name="Footer Placeholder 4">
            <a:extLst>
              <a:ext uri="{FF2B5EF4-FFF2-40B4-BE49-F238E27FC236}">
                <a16:creationId xmlns:a16="http://schemas.microsoft.com/office/drawing/2014/main" id="{BA2CE352-CCDD-6D53-91CE-1451B3C6BB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12AD576-821F-2DB6-EFA5-7F3A0FC8CB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8253F1-0E2A-48B6-A792-E08334725801}" type="slidenum">
              <a:rPr lang="en-US" smtClean="0"/>
              <a:t>‹#›</a:t>
            </a:fld>
            <a:endParaRPr lang="en-US"/>
          </a:p>
        </p:txBody>
      </p:sp>
    </p:spTree>
    <p:extLst>
      <p:ext uri="{BB962C8B-B14F-4D97-AF65-F5344CB8AC3E}">
        <p14:creationId xmlns:p14="http://schemas.microsoft.com/office/powerpoint/2010/main" val="41836089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4F4F8-9C3E-0F78-6445-CB4F1D44C42E}"/>
              </a:ext>
            </a:extLst>
          </p:cNvPr>
          <p:cNvSpPr>
            <a:spLocks noGrp="1"/>
          </p:cNvSpPr>
          <p:nvPr>
            <p:ph type="ctrTitle"/>
          </p:nvPr>
        </p:nvSpPr>
        <p:spPr>
          <a:xfrm>
            <a:off x="1800837" y="2791773"/>
            <a:ext cx="9144000" cy="2387600"/>
          </a:xfrm>
        </p:spPr>
        <p:txBody>
          <a:bodyPr/>
          <a:lstStyle/>
          <a:p>
            <a:r>
              <a:rPr lang="en-US" dirty="0">
                <a:solidFill>
                  <a:schemeClr val="accent2">
                    <a:lumMod val="75000"/>
                  </a:schemeClr>
                </a:solidFill>
                <a:latin typeface="Bahnschrift SemiBold SemiConden" panose="020B0502040204020203" pitchFamily="34" charset="0"/>
              </a:rPr>
              <a:t>ĐỜI NGẮN ĐỪNG PHÍ PHẠM</a:t>
            </a:r>
          </a:p>
        </p:txBody>
      </p:sp>
      <p:pic>
        <p:nvPicPr>
          <p:cNvPr id="1026" name="Picture 2" descr="Ngẫm Nghĩ Về Cuộc Đời - GIÁO PHẬN BAN MÊ THUỘT">
            <a:extLst>
              <a:ext uri="{FF2B5EF4-FFF2-40B4-BE49-F238E27FC236}">
                <a16:creationId xmlns:a16="http://schemas.microsoft.com/office/drawing/2014/main" id="{FDAE58AF-F35A-90D9-9590-46E98AB284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8543" y="354013"/>
            <a:ext cx="4876800" cy="3248025"/>
          </a:xfrm>
          <a:prstGeom prst="roundRect">
            <a:avLst>
              <a:gd name="adj" fmla="val 16667"/>
            </a:avLst>
          </a:prstGeom>
          <a:ln>
            <a:noFill/>
          </a:ln>
          <a:effectLst>
            <a:glow rad="228600">
              <a:schemeClr val="accent6">
                <a:satMod val="175000"/>
                <a:alpha val="40000"/>
              </a:schemeClr>
            </a:glow>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68813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08F31-9CC5-1FFD-30F6-7718906A3DE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E1057F3-CEDE-8C67-05A1-841963BB552F}"/>
              </a:ext>
            </a:extLst>
          </p:cNvPr>
          <p:cNvSpPr>
            <a:spLocks noGrp="1"/>
          </p:cNvSpPr>
          <p:nvPr>
            <p:ph idx="1"/>
          </p:nvPr>
        </p:nvSpPr>
        <p:spPr>
          <a:xfrm>
            <a:off x="838200" y="1825625"/>
            <a:ext cx="6737059" cy="4351338"/>
          </a:xfrm>
        </p:spPr>
        <p:txBody>
          <a:bodyPr/>
          <a:lstStyle/>
          <a:p>
            <a:pPr marL="0" indent="0" algn="just">
              <a:lnSpc>
                <a:spcPct val="150000"/>
              </a:lnSpc>
              <a:buNone/>
            </a:pPr>
            <a:r>
              <a:rPr lang="vi-VN" b="0" i="0" dirty="0">
                <a:solidFill>
                  <a:srgbClr val="080809"/>
                </a:solidFill>
                <a:effectLst/>
                <a:latin typeface="Segoe UI Historic" panose="020B0502040204020203" pitchFamily="34" charset="0"/>
              </a:rPr>
              <a:t>Cuộc sống là một cuộc hành trình và trên suốt hành trình đó, đừng để những điều không đáng làm gây cản trở bản thân. Nếu học được 4 điều "không đáng" làm sau đây, bạn sẽ gia tăng được sự tập trung hướng tới các khát khao của mình.</a:t>
            </a:r>
            <a:endParaRPr lang="en-US" dirty="0"/>
          </a:p>
        </p:txBody>
      </p:sp>
      <p:pic>
        <p:nvPicPr>
          <p:cNvPr id="2050" name="Picture 2" descr="Bánh xe cuộc đời - Giải pháp cân bằng cuộc sống">
            <a:extLst>
              <a:ext uri="{FF2B5EF4-FFF2-40B4-BE49-F238E27FC236}">
                <a16:creationId xmlns:a16="http://schemas.microsoft.com/office/drawing/2014/main" id="{D7BB1C59-930D-67C9-A2DB-FABC10234C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17825" y="1887523"/>
            <a:ext cx="3553967" cy="35359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908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6129C-9547-9ADC-09D0-259B4BD08868}"/>
              </a:ext>
            </a:extLst>
          </p:cNvPr>
          <p:cNvSpPr>
            <a:spLocks noGrp="1"/>
          </p:cNvSpPr>
          <p:nvPr>
            <p:ph type="title"/>
          </p:nvPr>
        </p:nvSpPr>
        <p:spPr/>
        <p:txBody>
          <a:bodyPr/>
          <a:lstStyle/>
          <a:p>
            <a:r>
              <a:rPr lang="en-US" b="1" dirty="0">
                <a:solidFill>
                  <a:schemeClr val="accent2">
                    <a:lumMod val="75000"/>
                  </a:schemeClr>
                </a:solidFill>
                <a:latin typeface="Bahnschrift SemiBold SemiConden" panose="020B0502040204020203" pitchFamily="34" charset="0"/>
              </a:rPr>
              <a:t>1. </a:t>
            </a:r>
            <a:r>
              <a:rPr lang="en-US" b="1" dirty="0" err="1">
                <a:solidFill>
                  <a:schemeClr val="accent2">
                    <a:lumMod val="75000"/>
                  </a:schemeClr>
                </a:solidFill>
                <a:latin typeface="Bahnschrift SemiBold SemiConden" panose="020B0502040204020203" pitchFamily="34" charset="0"/>
              </a:rPr>
              <a:t>Đừng</a:t>
            </a:r>
            <a:r>
              <a:rPr lang="en-US" b="1" dirty="0">
                <a:solidFill>
                  <a:schemeClr val="accent2">
                    <a:lumMod val="75000"/>
                  </a:schemeClr>
                </a:solidFill>
                <a:latin typeface="Bahnschrift SemiBold SemiConden" panose="020B0502040204020203" pitchFamily="34" charset="0"/>
              </a:rPr>
              <a:t> </a:t>
            </a:r>
            <a:r>
              <a:rPr lang="en-US" b="1" dirty="0" err="1">
                <a:solidFill>
                  <a:schemeClr val="accent2">
                    <a:lumMod val="75000"/>
                  </a:schemeClr>
                </a:solidFill>
                <a:latin typeface="Bahnschrift SemiBold SemiConden" panose="020B0502040204020203" pitchFamily="34" charset="0"/>
              </a:rPr>
              <a:t>lãng</a:t>
            </a:r>
            <a:r>
              <a:rPr lang="en-US" b="1" dirty="0">
                <a:solidFill>
                  <a:schemeClr val="accent2">
                    <a:lumMod val="75000"/>
                  </a:schemeClr>
                </a:solidFill>
                <a:latin typeface="Bahnschrift SemiBold SemiConden" panose="020B0502040204020203" pitchFamily="34" charset="0"/>
              </a:rPr>
              <a:t> </a:t>
            </a:r>
            <a:r>
              <a:rPr lang="en-US" b="1" dirty="0" err="1">
                <a:solidFill>
                  <a:schemeClr val="accent2">
                    <a:lumMod val="75000"/>
                  </a:schemeClr>
                </a:solidFill>
                <a:latin typeface="Bahnschrift SemiBold SemiConden" panose="020B0502040204020203" pitchFamily="34" charset="0"/>
              </a:rPr>
              <a:t>phí</a:t>
            </a:r>
            <a:r>
              <a:rPr lang="en-US" b="1" dirty="0">
                <a:solidFill>
                  <a:schemeClr val="accent2">
                    <a:lumMod val="75000"/>
                  </a:schemeClr>
                </a:solidFill>
                <a:latin typeface="Bahnschrift SemiBold SemiConden" panose="020B0502040204020203" pitchFamily="34" charset="0"/>
              </a:rPr>
              <a:t> </a:t>
            </a:r>
            <a:r>
              <a:rPr lang="en-US" b="1" dirty="0" err="1">
                <a:solidFill>
                  <a:schemeClr val="accent2">
                    <a:lumMod val="75000"/>
                  </a:schemeClr>
                </a:solidFill>
                <a:latin typeface="Bahnschrift SemiBold SemiConden" panose="020B0502040204020203" pitchFamily="34" charset="0"/>
              </a:rPr>
              <a:t>thời</a:t>
            </a:r>
            <a:r>
              <a:rPr lang="en-US" b="1" dirty="0">
                <a:solidFill>
                  <a:schemeClr val="accent2">
                    <a:lumMod val="75000"/>
                  </a:schemeClr>
                </a:solidFill>
                <a:latin typeface="Bahnschrift SemiBold SemiConden" panose="020B0502040204020203" pitchFamily="34" charset="0"/>
              </a:rPr>
              <a:t> </a:t>
            </a:r>
            <a:r>
              <a:rPr lang="en-US" b="1" dirty="0" err="1">
                <a:solidFill>
                  <a:schemeClr val="accent2">
                    <a:lumMod val="75000"/>
                  </a:schemeClr>
                </a:solidFill>
                <a:latin typeface="Bahnschrift SemiBold SemiConden" panose="020B0502040204020203" pitchFamily="34" charset="0"/>
              </a:rPr>
              <a:t>gian</a:t>
            </a:r>
            <a:endParaRPr lang="en-US" b="1" dirty="0">
              <a:solidFill>
                <a:schemeClr val="accent2">
                  <a:lumMod val="75000"/>
                </a:schemeClr>
              </a:solidFill>
              <a:latin typeface="Bahnschrift SemiBold SemiConden" panose="020B0502040204020203" pitchFamily="34" charset="0"/>
            </a:endParaRPr>
          </a:p>
        </p:txBody>
      </p:sp>
      <p:sp>
        <p:nvSpPr>
          <p:cNvPr id="3" name="Content Placeholder 2">
            <a:extLst>
              <a:ext uri="{FF2B5EF4-FFF2-40B4-BE49-F238E27FC236}">
                <a16:creationId xmlns:a16="http://schemas.microsoft.com/office/drawing/2014/main" id="{9B0E1EED-E942-72B3-8E8F-6ACA6A3672C1}"/>
              </a:ext>
            </a:extLst>
          </p:cNvPr>
          <p:cNvSpPr>
            <a:spLocks noGrp="1"/>
          </p:cNvSpPr>
          <p:nvPr>
            <p:ph idx="1"/>
          </p:nvPr>
        </p:nvSpPr>
        <p:spPr>
          <a:xfrm>
            <a:off x="1108789" y="1417590"/>
            <a:ext cx="10245011" cy="3147591"/>
          </a:xfrm>
        </p:spPr>
        <p:txBody>
          <a:bodyPr>
            <a:normAutofit fontScale="55000" lnSpcReduction="20000"/>
          </a:bodyPr>
          <a:lstStyle/>
          <a:p>
            <a:pPr>
              <a:lnSpc>
                <a:spcPct val="170000"/>
              </a:lnSpc>
            </a:pPr>
            <a:r>
              <a:rPr lang="en-US" dirty="0" err="1"/>
              <a:t>Thế</a:t>
            </a:r>
            <a:r>
              <a:rPr lang="en-US" dirty="0"/>
              <a:t> </a:t>
            </a:r>
            <a:r>
              <a:rPr lang="en-US" dirty="0" err="1"/>
              <a:t>giới</a:t>
            </a:r>
            <a:r>
              <a:rPr lang="en-US" dirty="0"/>
              <a:t> ai </a:t>
            </a:r>
            <a:r>
              <a:rPr lang="en-US" dirty="0" err="1"/>
              <a:t>cũng</a:t>
            </a:r>
            <a:r>
              <a:rPr lang="en-US" dirty="0"/>
              <a:t> </a:t>
            </a:r>
            <a:r>
              <a:rPr lang="en-US" dirty="0" err="1"/>
              <a:t>nói</a:t>
            </a:r>
            <a:r>
              <a:rPr lang="en-US" dirty="0"/>
              <a:t> </a:t>
            </a:r>
            <a:r>
              <a:rPr lang="en-US" dirty="0" err="1"/>
              <a:t>không</a:t>
            </a:r>
            <a:r>
              <a:rPr lang="en-US" dirty="0"/>
              <a:t> </a:t>
            </a:r>
            <a:r>
              <a:rPr lang="en-US" dirty="0" err="1"/>
              <a:t>công</a:t>
            </a:r>
            <a:r>
              <a:rPr lang="en-US" dirty="0"/>
              <a:t> </a:t>
            </a:r>
            <a:r>
              <a:rPr lang="en-US" dirty="0" err="1"/>
              <a:t>bằng</a:t>
            </a:r>
            <a:r>
              <a:rPr lang="en-US" dirty="0"/>
              <a:t>, </a:t>
            </a:r>
            <a:r>
              <a:rPr lang="en-US" dirty="0" err="1"/>
              <a:t>nhưng</a:t>
            </a:r>
            <a:r>
              <a:rPr lang="en-US" dirty="0"/>
              <a:t> </a:t>
            </a:r>
            <a:r>
              <a:rPr lang="en-US" dirty="0" err="1"/>
              <a:t>xét</a:t>
            </a:r>
            <a:r>
              <a:rPr lang="en-US" dirty="0"/>
              <a:t> </a:t>
            </a:r>
            <a:r>
              <a:rPr lang="en-US" dirty="0" err="1"/>
              <a:t>trên</a:t>
            </a:r>
            <a:r>
              <a:rPr lang="en-US" dirty="0"/>
              <a:t> </a:t>
            </a:r>
            <a:r>
              <a:rPr lang="en-US" dirty="0" err="1"/>
              <a:t>góc</a:t>
            </a:r>
            <a:r>
              <a:rPr lang="en-US" dirty="0"/>
              <a:t> </a:t>
            </a:r>
            <a:r>
              <a:rPr lang="en-US" dirty="0" err="1"/>
              <a:t>độ</a:t>
            </a:r>
            <a:r>
              <a:rPr lang="en-US" dirty="0"/>
              <a:t> </a:t>
            </a:r>
            <a:r>
              <a:rPr lang="en-US" dirty="0" err="1"/>
              <a:t>thời</a:t>
            </a:r>
            <a:r>
              <a:rPr lang="en-US" dirty="0"/>
              <a:t> </a:t>
            </a:r>
            <a:r>
              <a:rPr lang="en-US" dirty="0" err="1"/>
              <a:t>gian</a:t>
            </a:r>
            <a:r>
              <a:rPr lang="en-US" dirty="0"/>
              <a:t> </a:t>
            </a:r>
            <a:r>
              <a:rPr lang="en-US" dirty="0" err="1"/>
              <a:t>thì</a:t>
            </a:r>
            <a:r>
              <a:rPr lang="en-US" dirty="0"/>
              <a:t> ai </a:t>
            </a:r>
            <a:r>
              <a:rPr lang="en-US" dirty="0" err="1"/>
              <a:t>cũng</a:t>
            </a:r>
            <a:r>
              <a:rPr lang="en-US" dirty="0"/>
              <a:t> </a:t>
            </a:r>
            <a:r>
              <a:rPr lang="en-US" dirty="0" err="1"/>
              <a:t>công</a:t>
            </a:r>
            <a:r>
              <a:rPr lang="en-US" dirty="0"/>
              <a:t> </a:t>
            </a:r>
            <a:r>
              <a:rPr lang="en-US" dirty="0" err="1"/>
              <a:t>bằng</a:t>
            </a:r>
            <a:r>
              <a:rPr lang="en-US" dirty="0"/>
              <a:t> </a:t>
            </a:r>
            <a:r>
              <a:rPr lang="en-US" dirty="0" err="1"/>
              <a:t>trong</a:t>
            </a:r>
            <a:r>
              <a:rPr lang="en-US" dirty="0"/>
              <a:t> </a:t>
            </a:r>
            <a:r>
              <a:rPr lang="en-US" dirty="0" err="1"/>
              <a:t>một</a:t>
            </a:r>
            <a:r>
              <a:rPr lang="en-US" dirty="0"/>
              <a:t> </a:t>
            </a:r>
            <a:r>
              <a:rPr lang="en-US" dirty="0" err="1"/>
              <a:t>thời</a:t>
            </a:r>
            <a:r>
              <a:rPr lang="en-US" dirty="0"/>
              <a:t> </a:t>
            </a:r>
            <a:r>
              <a:rPr lang="en-US" dirty="0" err="1"/>
              <a:t>điểm</a:t>
            </a:r>
            <a:r>
              <a:rPr lang="en-US" dirty="0"/>
              <a:t> </a:t>
            </a:r>
            <a:r>
              <a:rPr lang="en-US" dirty="0" err="1"/>
              <a:t>xác</a:t>
            </a:r>
            <a:r>
              <a:rPr lang="en-US" dirty="0"/>
              <a:t> </a:t>
            </a:r>
            <a:r>
              <a:rPr lang="en-US" dirty="0" err="1"/>
              <a:t>định</a:t>
            </a:r>
            <a:r>
              <a:rPr lang="en-US" dirty="0"/>
              <a:t>.</a:t>
            </a:r>
          </a:p>
          <a:p>
            <a:pPr>
              <a:lnSpc>
                <a:spcPct val="170000"/>
              </a:lnSpc>
            </a:pPr>
            <a:r>
              <a:rPr lang="en-US" dirty="0" err="1"/>
              <a:t>Thời</a:t>
            </a:r>
            <a:r>
              <a:rPr lang="en-US" dirty="0"/>
              <a:t> </a:t>
            </a:r>
            <a:r>
              <a:rPr lang="en-US" dirty="0" err="1"/>
              <a:t>gian</a:t>
            </a:r>
            <a:r>
              <a:rPr lang="en-US" dirty="0"/>
              <a:t> </a:t>
            </a:r>
            <a:r>
              <a:rPr lang="en-US" dirty="0" err="1"/>
              <a:t>là</a:t>
            </a:r>
            <a:r>
              <a:rPr lang="en-US" dirty="0"/>
              <a:t> </a:t>
            </a:r>
            <a:r>
              <a:rPr lang="en-US" dirty="0" err="1"/>
              <a:t>thứ</a:t>
            </a:r>
            <a:r>
              <a:rPr lang="en-US" dirty="0"/>
              <a:t> </a:t>
            </a:r>
            <a:r>
              <a:rPr lang="en-US" dirty="0" err="1"/>
              <a:t>ra</a:t>
            </a:r>
            <a:r>
              <a:rPr lang="en-US" dirty="0"/>
              <a:t> </a:t>
            </a:r>
            <a:r>
              <a:rPr lang="en-US" dirty="0" err="1"/>
              <a:t>đi</a:t>
            </a:r>
            <a:r>
              <a:rPr lang="en-US" dirty="0"/>
              <a:t> </a:t>
            </a:r>
            <a:r>
              <a:rPr lang="en-US" dirty="0" err="1"/>
              <a:t>không</a:t>
            </a:r>
            <a:r>
              <a:rPr lang="en-US" dirty="0"/>
              <a:t> bao </a:t>
            </a:r>
            <a:r>
              <a:rPr lang="en-US" dirty="0" err="1"/>
              <a:t>giờ</a:t>
            </a:r>
            <a:r>
              <a:rPr lang="en-US" dirty="0"/>
              <a:t> </a:t>
            </a:r>
            <a:r>
              <a:rPr lang="en-US" dirty="0" err="1"/>
              <a:t>lấy</a:t>
            </a:r>
            <a:r>
              <a:rPr lang="en-US" dirty="0"/>
              <a:t> </a:t>
            </a:r>
            <a:r>
              <a:rPr lang="en-US" dirty="0" err="1"/>
              <a:t>lại</a:t>
            </a:r>
            <a:r>
              <a:rPr lang="en-US" dirty="0"/>
              <a:t> </a:t>
            </a:r>
            <a:r>
              <a:rPr lang="en-US" dirty="0" err="1"/>
              <a:t>được</a:t>
            </a:r>
            <a:r>
              <a:rPr lang="en-US" dirty="0"/>
              <a:t>, ai </a:t>
            </a:r>
            <a:r>
              <a:rPr lang="en-US" dirty="0" err="1"/>
              <a:t>cũng</a:t>
            </a:r>
            <a:r>
              <a:rPr lang="en-US" dirty="0"/>
              <a:t> </a:t>
            </a:r>
            <a:r>
              <a:rPr lang="en-US" dirty="0" err="1"/>
              <a:t>nói</a:t>
            </a:r>
            <a:r>
              <a:rPr lang="en-US" dirty="0"/>
              <a:t> </a:t>
            </a:r>
            <a:r>
              <a:rPr lang="en-US" dirty="0" err="1"/>
              <a:t>sức</a:t>
            </a:r>
            <a:r>
              <a:rPr lang="en-US" dirty="0"/>
              <a:t> </a:t>
            </a:r>
            <a:r>
              <a:rPr lang="en-US" dirty="0" err="1"/>
              <a:t>khoẻ</a:t>
            </a:r>
            <a:r>
              <a:rPr lang="en-US" dirty="0"/>
              <a:t> </a:t>
            </a:r>
            <a:r>
              <a:rPr lang="en-US" dirty="0" err="1"/>
              <a:t>hơn</a:t>
            </a:r>
            <a:r>
              <a:rPr lang="en-US" dirty="0"/>
              <a:t> </a:t>
            </a:r>
            <a:r>
              <a:rPr lang="en-US" dirty="0" err="1"/>
              <a:t>vàng</a:t>
            </a:r>
            <a:r>
              <a:rPr lang="en-US" dirty="0"/>
              <a:t> </a:t>
            </a:r>
            <a:r>
              <a:rPr lang="en-US" dirty="0" err="1"/>
              <a:t>nhưng</a:t>
            </a:r>
            <a:r>
              <a:rPr lang="en-US" dirty="0"/>
              <a:t> </a:t>
            </a:r>
            <a:r>
              <a:rPr lang="en-US" dirty="0" err="1"/>
              <a:t>thời</a:t>
            </a:r>
            <a:r>
              <a:rPr lang="en-US" dirty="0"/>
              <a:t> </a:t>
            </a:r>
            <a:r>
              <a:rPr lang="en-US" dirty="0" err="1"/>
              <a:t>gian</a:t>
            </a:r>
            <a:r>
              <a:rPr lang="en-US" dirty="0"/>
              <a:t> </a:t>
            </a:r>
            <a:r>
              <a:rPr lang="en-US" dirty="0" err="1"/>
              <a:t>không</a:t>
            </a:r>
            <a:r>
              <a:rPr lang="en-US" dirty="0"/>
              <a:t> </a:t>
            </a:r>
            <a:r>
              <a:rPr lang="en-US" dirty="0" err="1"/>
              <a:t>có</a:t>
            </a:r>
            <a:r>
              <a:rPr lang="en-US" dirty="0"/>
              <a:t> </a:t>
            </a:r>
            <a:r>
              <a:rPr lang="en-US" dirty="0" err="1"/>
              <a:t>định</a:t>
            </a:r>
            <a:r>
              <a:rPr lang="en-US" dirty="0"/>
              <a:t> </a:t>
            </a:r>
            <a:r>
              <a:rPr lang="en-US" dirty="0" err="1"/>
              <a:t>lượng</a:t>
            </a:r>
            <a:r>
              <a:rPr lang="en-US" dirty="0"/>
              <a:t> </a:t>
            </a:r>
            <a:r>
              <a:rPr lang="en-US" dirty="0" err="1"/>
              <a:t>được</a:t>
            </a:r>
            <a:r>
              <a:rPr lang="en-US" dirty="0"/>
              <a:t>.</a:t>
            </a:r>
          </a:p>
          <a:p>
            <a:pPr>
              <a:lnSpc>
                <a:spcPct val="170000"/>
              </a:lnSpc>
            </a:pPr>
            <a:r>
              <a:rPr lang="en-US" dirty="0" err="1"/>
              <a:t>Nhưng</a:t>
            </a:r>
            <a:r>
              <a:rPr lang="en-US" dirty="0"/>
              <a:t> </a:t>
            </a:r>
            <a:r>
              <a:rPr lang="en-US" dirty="0" err="1"/>
              <a:t>kỳ</a:t>
            </a:r>
            <a:r>
              <a:rPr lang="en-US" dirty="0"/>
              <a:t> </a:t>
            </a:r>
            <a:r>
              <a:rPr lang="en-US" dirty="0" err="1"/>
              <a:t>thực</a:t>
            </a:r>
            <a:r>
              <a:rPr lang="en-US" dirty="0"/>
              <a:t> </a:t>
            </a:r>
            <a:r>
              <a:rPr lang="en-US" dirty="0" err="1"/>
              <a:t>thứ</a:t>
            </a:r>
            <a:r>
              <a:rPr lang="en-US" dirty="0"/>
              <a:t> </a:t>
            </a:r>
            <a:r>
              <a:rPr lang="en-US" dirty="0" err="1"/>
              <a:t>phí</a:t>
            </a:r>
            <a:r>
              <a:rPr lang="en-US" dirty="0"/>
              <a:t> </a:t>
            </a:r>
            <a:r>
              <a:rPr lang="en-US" dirty="0" err="1"/>
              <a:t>phạm</a:t>
            </a:r>
            <a:r>
              <a:rPr lang="en-US" dirty="0"/>
              <a:t> </a:t>
            </a:r>
            <a:r>
              <a:rPr lang="en-US" dirty="0" err="1"/>
              <a:t>nhất</a:t>
            </a:r>
            <a:r>
              <a:rPr lang="en-US" dirty="0"/>
              <a:t> </a:t>
            </a:r>
            <a:r>
              <a:rPr lang="en-US" dirty="0" err="1"/>
              <a:t>của</a:t>
            </a:r>
            <a:r>
              <a:rPr lang="en-US" dirty="0"/>
              <a:t> con </a:t>
            </a:r>
            <a:r>
              <a:rPr lang="en-US" dirty="0" err="1"/>
              <a:t>người</a:t>
            </a:r>
            <a:r>
              <a:rPr lang="en-US" dirty="0"/>
              <a:t> </a:t>
            </a:r>
            <a:r>
              <a:rPr lang="en-US" dirty="0" err="1"/>
              <a:t>lại</a:t>
            </a:r>
            <a:r>
              <a:rPr lang="en-US" dirty="0"/>
              <a:t> </a:t>
            </a:r>
            <a:r>
              <a:rPr lang="en-US" dirty="0" err="1"/>
              <a:t>chính</a:t>
            </a:r>
            <a:r>
              <a:rPr lang="en-US" dirty="0"/>
              <a:t> </a:t>
            </a:r>
            <a:r>
              <a:rPr lang="en-US" dirty="0" err="1"/>
              <a:t>là</a:t>
            </a:r>
            <a:r>
              <a:rPr lang="en-US" dirty="0"/>
              <a:t> </a:t>
            </a:r>
            <a:r>
              <a:rPr lang="en-US" dirty="0" err="1"/>
              <a:t>thời</a:t>
            </a:r>
            <a:r>
              <a:rPr lang="en-US" dirty="0"/>
              <a:t> </a:t>
            </a:r>
            <a:r>
              <a:rPr lang="en-US" dirty="0" err="1"/>
              <a:t>gian</a:t>
            </a:r>
            <a:r>
              <a:rPr lang="en-US" dirty="0"/>
              <a:t>, </a:t>
            </a:r>
            <a:r>
              <a:rPr lang="en-US" dirty="0" err="1"/>
              <a:t>họ</a:t>
            </a:r>
            <a:r>
              <a:rPr lang="en-US" dirty="0"/>
              <a:t> </a:t>
            </a:r>
            <a:r>
              <a:rPr lang="en-US" dirty="0" err="1"/>
              <a:t>phí</a:t>
            </a:r>
            <a:r>
              <a:rPr lang="en-US" dirty="0"/>
              <a:t> </a:t>
            </a:r>
            <a:r>
              <a:rPr lang="en-US" dirty="0" err="1"/>
              <a:t>phạm</a:t>
            </a:r>
            <a:r>
              <a:rPr lang="en-US" dirty="0"/>
              <a:t> </a:t>
            </a:r>
            <a:r>
              <a:rPr lang="en-US" dirty="0" err="1"/>
              <a:t>trong</a:t>
            </a:r>
            <a:r>
              <a:rPr lang="en-US" dirty="0"/>
              <a:t> </a:t>
            </a:r>
            <a:r>
              <a:rPr lang="en-US" dirty="0" err="1"/>
              <a:t>mọi</a:t>
            </a:r>
            <a:r>
              <a:rPr lang="en-US" dirty="0"/>
              <a:t> </a:t>
            </a:r>
            <a:r>
              <a:rPr lang="en-US" dirty="0" err="1"/>
              <a:t>lĩnh</a:t>
            </a:r>
            <a:r>
              <a:rPr lang="en-US" dirty="0"/>
              <a:t> </a:t>
            </a:r>
            <a:r>
              <a:rPr lang="en-US" dirty="0" err="1"/>
              <a:t>vực</a:t>
            </a:r>
            <a:r>
              <a:rPr lang="en-US" dirty="0"/>
              <a:t> </a:t>
            </a:r>
            <a:r>
              <a:rPr lang="en-US" dirty="0" err="1"/>
              <a:t>cuộc</a:t>
            </a:r>
            <a:r>
              <a:rPr lang="en-US" dirty="0"/>
              <a:t> </a:t>
            </a:r>
            <a:r>
              <a:rPr lang="en-US" dirty="0" err="1"/>
              <a:t>sống</a:t>
            </a:r>
            <a:endParaRPr lang="en-US" dirty="0"/>
          </a:p>
          <a:p>
            <a:pPr>
              <a:lnSpc>
                <a:spcPct val="170000"/>
              </a:lnSpc>
            </a:pPr>
            <a:r>
              <a:rPr lang="en-US" dirty="0" err="1"/>
              <a:t>Phí</a:t>
            </a:r>
            <a:r>
              <a:rPr lang="en-US" dirty="0"/>
              <a:t> </a:t>
            </a:r>
            <a:r>
              <a:rPr lang="en-US" dirty="0" err="1"/>
              <a:t>phạm</a:t>
            </a:r>
            <a:r>
              <a:rPr lang="en-US" dirty="0"/>
              <a:t> </a:t>
            </a:r>
            <a:r>
              <a:rPr lang="en-US" dirty="0" err="1"/>
              <a:t>thời</a:t>
            </a:r>
            <a:r>
              <a:rPr lang="en-US" dirty="0"/>
              <a:t> </a:t>
            </a:r>
            <a:r>
              <a:rPr lang="en-US" dirty="0" err="1"/>
              <a:t>gian</a:t>
            </a:r>
            <a:r>
              <a:rPr lang="en-US" dirty="0"/>
              <a:t> </a:t>
            </a:r>
            <a:r>
              <a:rPr lang="en-US" dirty="0" err="1"/>
              <a:t>là</a:t>
            </a:r>
            <a:r>
              <a:rPr lang="en-US" dirty="0"/>
              <a:t> </a:t>
            </a:r>
            <a:r>
              <a:rPr lang="en-US" dirty="0" err="1"/>
              <a:t>phí</a:t>
            </a:r>
            <a:r>
              <a:rPr lang="en-US" dirty="0"/>
              <a:t> </a:t>
            </a:r>
            <a:r>
              <a:rPr lang="en-US" dirty="0" err="1"/>
              <a:t>phạm</a:t>
            </a:r>
            <a:r>
              <a:rPr lang="en-US" dirty="0"/>
              <a:t> </a:t>
            </a:r>
            <a:r>
              <a:rPr lang="en-US" dirty="0" err="1"/>
              <a:t>cuộc</a:t>
            </a:r>
            <a:r>
              <a:rPr lang="en-US" dirty="0"/>
              <a:t> </a:t>
            </a:r>
            <a:r>
              <a:rPr lang="en-US" dirty="0" err="1"/>
              <a:t>đời</a:t>
            </a:r>
            <a:endParaRPr lang="en-US" dirty="0"/>
          </a:p>
          <a:p>
            <a:pPr>
              <a:lnSpc>
                <a:spcPct val="170000"/>
              </a:lnSpc>
            </a:pPr>
            <a:r>
              <a:rPr lang="en-US" dirty="0" err="1"/>
              <a:t>Họ</a:t>
            </a:r>
            <a:r>
              <a:rPr lang="en-US" dirty="0"/>
              <a:t> </a:t>
            </a:r>
            <a:r>
              <a:rPr lang="en-US" dirty="0" err="1"/>
              <a:t>không</a:t>
            </a:r>
            <a:r>
              <a:rPr lang="en-US" dirty="0"/>
              <a:t> </a:t>
            </a:r>
            <a:r>
              <a:rPr lang="en-US" dirty="0" err="1"/>
              <a:t>sống</a:t>
            </a:r>
            <a:r>
              <a:rPr lang="en-US" dirty="0"/>
              <a:t> </a:t>
            </a:r>
            <a:r>
              <a:rPr lang="en-US" dirty="0" err="1"/>
              <a:t>cho</a:t>
            </a:r>
            <a:r>
              <a:rPr lang="en-US" dirty="0"/>
              <a:t> </a:t>
            </a:r>
            <a:r>
              <a:rPr lang="en-US" dirty="0" err="1"/>
              <a:t>mình</a:t>
            </a:r>
            <a:r>
              <a:rPr lang="en-US" dirty="0"/>
              <a:t> </a:t>
            </a:r>
            <a:r>
              <a:rPr lang="en-US" dirty="0" err="1"/>
              <a:t>mà</a:t>
            </a:r>
            <a:r>
              <a:rPr lang="en-US" dirty="0"/>
              <a:t> </a:t>
            </a:r>
            <a:r>
              <a:rPr lang="en-US" dirty="0" err="1"/>
              <a:t>phải</a:t>
            </a:r>
            <a:r>
              <a:rPr lang="en-US" dirty="0"/>
              <a:t> </a:t>
            </a:r>
            <a:r>
              <a:rPr lang="en-US" dirty="0" err="1"/>
              <a:t>sống</a:t>
            </a:r>
            <a:r>
              <a:rPr lang="en-US" dirty="0"/>
              <a:t> </a:t>
            </a:r>
            <a:r>
              <a:rPr lang="en-US" dirty="0" err="1"/>
              <a:t>theo</a:t>
            </a:r>
            <a:r>
              <a:rPr lang="en-US" dirty="0"/>
              <a:t> </a:t>
            </a:r>
            <a:r>
              <a:rPr lang="en-US" dirty="0" err="1"/>
              <a:t>kẻ</a:t>
            </a:r>
            <a:r>
              <a:rPr lang="en-US" dirty="0"/>
              <a:t> </a:t>
            </a:r>
            <a:r>
              <a:rPr lang="en-US" dirty="0" err="1"/>
              <a:t>khác</a:t>
            </a:r>
            <a:r>
              <a:rPr lang="en-US" dirty="0"/>
              <a:t>, </a:t>
            </a:r>
            <a:r>
              <a:rPr lang="en-US" dirty="0" err="1"/>
              <a:t>đây</a:t>
            </a:r>
            <a:r>
              <a:rPr lang="en-US" dirty="0"/>
              <a:t> </a:t>
            </a:r>
            <a:r>
              <a:rPr lang="en-US" dirty="0" err="1"/>
              <a:t>là</a:t>
            </a:r>
            <a:r>
              <a:rPr lang="en-US" dirty="0"/>
              <a:t> con </a:t>
            </a:r>
            <a:r>
              <a:rPr lang="en-US" dirty="0" err="1"/>
              <a:t>đường</a:t>
            </a:r>
            <a:r>
              <a:rPr lang="en-US" dirty="0"/>
              <a:t> </a:t>
            </a:r>
            <a:r>
              <a:rPr lang="en-US" dirty="0" err="1"/>
              <a:t>đến</a:t>
            </a:r>
            <a:r>
              <a:rPr lang="en-US" dirty="0"/>
              <a:t> </a:t>
            </a:r>
            <a:r>
              <a:rPr lang="en-US" dirty="0" err="1"/>
              <a:t>thất</a:t>
            </a:r>
            <a:r>
              <a:rPr lang="en-US" dirty="0"/>
              <a:t> </a:t>
            </a:r>
            <a:r>
              <a:rPr lang="en-US" dirty="0" err="1"/>
              <a:t>bại</a:t>
            </a:r>
            <a:r>
              <a:rPr lang="en-US" dirty="0"/>
              <a:t> </a:t>
            </a:r>
            <a:r>
              <a:rPr lang="en-US" dirty="0" err="1"/>
              <a:t>nhanh</a:t>
            </a:r>
            <a:r>
              <a:rPr lang="en-US" dirty="0"/>
              <a:t> </a:t>
            </a:r>
            <a:r>
              <a:rPr lang="en-US" dirty="0" err="1"/>
              <a:t>nhất</a:t>
            </a:r>
            <a:endParaRPr lang="en-US" dirty="0"/>
          </a:p>
          <a:p>
            <a:pPr>
              <a:lnSpc>
                <a:spcPct val="170000"/>
              </a:lnSpc>
            </a:pPr>
            <a:endParaRPr lang="en-US" dirty="0"/>
          </a:p>
        </p:txBody>
      </p:sp>
      <p:pic>
        <p:nvPicPr>
          <p:cNvPr id="7170" name="Picture 2" descr="Top 10 Bài văn nghị luận xã hội về giá trị của thời gian (lớp 12) hay nhất  - toplist.vn">
            <a:extLst>
              <a:ext uri="{FF2B5EF4-FFF2-40B4-BE49-F238E27FC236}">
                <a16:creationId xmlns:a16="http://schemas.microsoft.com/office/drawing/2014/main" id="{85C792A7-5456-E9FE-D2A7-EA155A2F1E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0680" y="3960812"/>
            <a:ext cx="4862688" cy="2735262"/>
          </a:xfrm>
          <a:prstGeom prst="rect">
            <a:avLst/>
          </a:prstGeom>
          <a:noFill/>
          <a:effectLst>
            <a:glow rad="228600">
              <a:schemeClr val="accent4">
                <a:satMod val="175000"/>
                <a:alpha val="40000"/>
              </a:schemeClr>
            </a:glo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7370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ircle(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ircle(in)">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circle(in)">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84FBB-B0FE-5136-FBDD-72FB67EBAA0F}"/>
              </a:ext>
            </a:extLst>
          </p:cNvPr>
          <p:cNvSpPr>
            <a:spLocks noGrp="1"/>
          </p:cNvSpPr>
          <p:nvPr>
            <p:ph type="title"/>
          </p:nvPr>
        </p:nvSpPr>
        <p:spPr/>
        <p:txBody>
          <a:bodyPr/>
          <a:lstStyle/>
          <a:p>
            <a:r>
              <a:rPr lang="en-US" b="1" dirty="0">
                <a:solidFill>
                  <a:schemeClr val="accent2">
                    <a:lumMod val="75000"/>
                  </a:schemeClr>
                </a:solidFill>
                <a:latin typeface="Bahnschrift SemiBold SemiConden" panose="020B0502040204020203" pitchFamily="34" charset="0"/>
              </a:rPr>
              <a:t>2</a:t>
            </a:r>
            <a:r>
              <a:rPr lang="en-US" b="1" i="0" dirty="0">
                <a:solidFill>
                  <a:schemeClr val="accent2">
                    <a:lumMod val="75000"/>
                  </a:schemeClr>
                </a:solidFill>
                <a:effectLst/>
                <a:latin typeface="Bahnschrift SemiBold SemiConden" panose="020B0502040204020203" pitchFamily="34" charset="0"/>
              </a:rPr>
              <a:t>. </a:t>
            </a:r>
            <a:r>
              <a:rPr lang="en-US" b="1" i="0" dirty="0" err="1">
                <a:solidFill>
                  <a:schemeClr val="accent2">
                    <a:lumMod val="75000"/>
                  </a:schemeClr>
                </a:solidFill>
                <a:effectLst/>
                <a:latin typeface="Bahnschrift SemiBold SemiConden" panose="020B0502040204020203" pitchFamily="34" charset="0"/>
              </a:rPr>
              <a:t>Đừng</a:t>
            </a:r>
            <a:r>
              <a:rPr lang="en-US" b="1" i="0" dirty="0">
                <a:solidFill>
                  <a:schemeClr val="accent2">
                    <a:lumMod val="75000"/>
                  </a:schemeClr>
                </a:solidFill>
                <a:effectLst/>
                <a:latin typeface="Bahnschrift SemiBold SemiConden" panose="020B0502040204020203" pitchFamily="34" charset="0"/>
              </a:rPr>
              <a:t> </a:t>
            </a:r>
            <a:r>
              <a:rPr lang="en-US" b="1" i="0" dirty="0" err="1">
                <a:solidFill>
                  <a:schemeClr val="accent2">
                    <a:lumMod val="75000"/>
                  </a:schemeClr>
                </a:solidFill>
                <a:effectLst/>
                <a:latin typeface="Bahnschrift SemiBold SemiConden" panose="020B0502040204020203" pitchFamily="34" charset="0"/>
              </a:rPr>
              <a:t>tranh</a:t>
            </a:r>
            <a:r>
              <a:rPr lang="en-US" b="1" i="0" dirty="0">
                <a:solidFill>
                  <a:schemeClr val="accent2">
                    <a:lumMod val="75000"/>
                  </a:schemeClr>
                </a:solidFill>
                <a:effectLst/>
                <a:latin typeface="Bahnschrift SemiBold SemiConden" panose="020B0502040204020203" pitchFamily="34" charset="0"/>
              </a:rPr>
              <a:t> </a:t>
            </a:r>
            <a:r>
              <a:rPr lang="en-US" b="1" i="0" dirty="0" err="1">
                <a:solidFill>
                  <a:schemeClr val="accent2">
                    <a:lumMod val="75000"/>
                  </a:schemeClr>
                </a:solidFill>
                <a:effectLst/>
                <a:latin typeface="Bahnschrift SemiBold SemiConden" panose="020B0502040204020203" pitchFamily="34" charset="0"/>
              </a:rPr>
              <a:t>cãi</a:t>
            </a:r>
            <a:r>
              <a:rPr lang="en-US" b="1" i="0" dirty="0">
                <a:solidFill>
                  <a:schemeClr val="accent2">
                    <a:lumMod val="75000"/>
                  </a:schemeClr>
                </a:solidFill>
                <a:effectLst/>
                <a:latin typeface="Bahnschrift SemiBold SemiConden" panose="020B0502040204020203" pitchFamily="34" charset="0"/>
              </a:rPr>
              <a:t> </a:t>
            </a:r>
            <a:r>
              <a:rPr lang="en-US" b="1" i="0" dirty="0" err="1">
                <a:solidFill>
                  <a:schemeClr val="accent2">
                    <a:lumMod val="75000"/>
                  </a:schemeClr>
                </a:solidFill>
                <a:effectLst/>
                <a:latin typeface="Bahnschrift SemiBold SemiConden" panose="020B0502040204020203" pitchFamily="34" charset="0"/>
              </a:rPr>
              <a:t>vì</a:t>
            </a:r>
            <a:r>
              <a:rPr lang="en-US" b="1" i="0" dirty="0">
                <a:solidFill>
                  <a:schemeClr val="accent2">
                    <a:lumMod val="75000"/>
                  </a:schemeClr>
                </a:solidFill>
                <a:effectLst/>
                <a:latin typeface="Bahnschrift SemiBold SemiConden" panose="020B0502040204020203" pitchFamily="34" charset="0"/>
              </a:rPr>
              <a:t> </a:t>
            </a:r>
            <a:r>
              <a:rPr lang="en-US" b="1" i="0" dirty="0" err="1">
                <a:solidFill>
                  <a:schemeClr val="accent2">
                    <a:lumMod val="75000"/>
                  </a:schemeClr>
                </a:solidFill>
                <a:effectLst/>
                <a:latin typeface="Bahnschrift SemiBold SemiConden" panose="020B0502040204020203" pitchFamily="34" charset="0"/>
              </a:rPr>
              <a:t>những</a:t>
            </a:r>
            <a:r>
              <a:rPr lang="en-US" b="1" i="0" dirty="0">
                <a:solidFill>
                  <a:schemeClr val="accent2">
                    <a:lumMod val="75000"/>
                  </a:schemeClr>
                </a:solidFill>
                <a:effectLst/>
                <a:latin typeface="Bahnschrift SemiBold SemiConden" panose="020B0502040204020203" pitchFamily="34" charset="0"/>
              </a:rPr>
              <a:t> </a:t>
            </a:r>
            <a:r>
              <a:rPr lang="en-US" b="1" i="0" dirty="0" err="1">
                <a:solidFill>
                  <a:schemeClr val="accent2">
                    <a:lumMod val="75000"/>
                  </a:schemeClr>
                </a:solidFill>
                <a:effectLst/>
                <a:latin typeface="Bahnschrift SemiBold SemiConden" panose="020B0502040204020203" pitchFamily="34" charset="0"/>
              </a:rPr>
              <a:t>thứ</a:t>
            </a:r>
            <a:r>
              <a:rPr lang="en-US" b="1" i="0" dirty="0">
                <a:solidFill>
                  <a:schemeClr val="accent2">
                    <a:lumMod val="75000"/>
                  </a:schemeClr>
                </a:solidFill>
                <a:effectLst/>
                <a:latin typeface="Bahnschrift SemiBold SemiConden" panose="020B0502040204020203" pitchFamily="34" charset="0"/>
              </a:rPr>
              <a:t> </a:t>
            </a:r>
            <a:r>
              <a:rPr lang="en-US" b="1" i="0" dirty="0" err="1">
                <a:solidFill>
                  <a:schemeClr val="accent2">
                    <a:lumMod val="75000"/>
                  </a:schemeClr>
                </a:solidFill>
                <a:effectLst/>
                <a:latin typeface="Bahnschrift SemiBold SemiConden" panose="020B0502040204020203" pitchFamily="34" charset="0"/>
              </a:rPr>
              <a:t>không</a:t>
            </a:r>
            <a:r>
              <a:rPr lang="en-US" b="1" i="0" dirty="0">
                <a:solidFill>
                  <a:schemeClr val="accent2">
                    <a:lumMod val="75000"/>
                  </a:schemeClr>
                </a:solidFill>
                <a:effectLst/>
                <a:latin typeface="Bahnschrift SemiBold SemiConden" panose="020B0502040204020203" pitchFamily="34" charset="0"/>
              </a:rPr>
              <a:t> </a:t>
            </a:r>
            <a:r>
              <a:rPr lang="en-US" b="1" i="0" dirty="0" err="1">
                <a:solidFill>
                  <a:schemeClr val="accent2">
                    <a:lumMod val="75000"/>
                  </a:schemeClr>
                </a:solidFill>
                <a:effectLst/>
                <a:latin typeface="Bahnschrift SemiBold SemiConden" panose="020B0502040204020203" pitchFamily="34" charset="0"/>
              </a:rPr>
              <a:t>đáng</a:t>
            </a:r>
            <a:endParaRPr lang="en-US" b="1" dirty="0">
              <a:solidFill>
                <a:schemeClr val="accent2">
                  <a:lumMod val="75000"/>
                </a:schemeClr>
              </a:solidFill>
              <a:latin typeface="Bahnschrift SemiBold SemiConden" panose="020B0502040204020203" pitchFamily="34" charset="0"/>
            </a:endParaRPr>
          </a:p>
        </p:txBody>
      </p:sp>
      <p:sp>
        <p:nvSpPr>
          <p:cNvPr id="3" name="Content Placeholder 2">
            <a:extLst>
              <a:ext uri="{FF2B5EF4-FFF2-40B4-BE49-F238E27FC236}">
                <a16:creationId xmlns:a16="http://schemas.microsoft.com/office/drawing/2014/main" id="{F7D6C98F-B3FB-CD9F-2574-8A3D1FB56C2A}"/>
              </a:ext>
            </a:extLst>
          </p:cNvPr>
          <p:cNvSpPr>
            <a:spLocks noGrp="1"/>
          </p:cNvSpPr>
          <p:nvPr>
            <p:ph idx="1"/>
          </p:nvPr>
        </p:nvSpPr>
        <p:spPr>
          <a:xfrm>
            <a:off x="4463923" y="1592360"/>
            <a:ext cx="7005735" cy="4351338"/>
          </a:xfrm>
        </p:spPr>
        <p:txBody>
          <a:bodyPr>
            <a:noAutofit/>
          </a:bodyPr>
          <a:lstStyle/>
          <a:p>
            <a:pPr algn="just">
              <a:lnSpc>
                <a:spcPct val="160000"/>
              </a:lnSpc>
            </a:pPr>
            <a:r>
              <a:rPr lang="vi-VN" sz="1600" b="0" i="0" dirty="0">
                <a:solidFill>
                  <a:srgbClr val="080809"/>
                </a:solidFill>
                <a:effectLst/>
                <a:latin typeface="inherit"/>
              </a:rPr>
              <a:t>Trước khi tranh cãi, hãy nhớ một câu rằng: "Việc gì của bạn? - Việc gì của tôi?". Trả lời được câu hỏi này có thể giúp bạn giải quyết 80% rắc rối. Thử nghĩ, nếu bạn cứ dành thời gian để giải thích, tranh cãi với người khác về lĩnh vực mà bạn không hề nắm chắc hay không có ý nghĩa, giá trị sau lần tranh cãi đó thì chỉ lãng phí thời gian của bạn mà thôi.</a:t>
            </a:r>
          </a:p>
          <a:p>
            <a:pPr algn="just">
              <a:lnSpc>
                <a:spcPct val="160000"/>
              </a:lnSpc>
            </a:pPr>
            <a:r>
              <a:rPr lang="vi-VN" sz="1600" b="0" i="0" dirty="0">
                <a:solidFill>
                  <a:srgbClr val="080809"/>
                </a:solidFill>
                <a:effectLst/>
                <a:latin typeface="inherit"/>
              </a:rPr>
              <a:t>Trang Tử từng nói: "Chẳng thể đàm luận về băng giá với côn trùng mùa hạ". Việc tranh cãi giữa người không cùng trình độ và quan điểm, chính là một sự tốn công vô ích. Bởi lẽ, đối phương không đến những nơi bạn đã đến, không biết những người bạn đã gặp và không có được những trải nghiệm như bạn. Việc nỗ lực giao tiếp, tranh luận với họ là điều vô ít. Đôi khi hãy "giả ngu", dừng tranh cãi, gia tăng sự đồng thuận thì mọi chuyện sẽ êm đẹp, giá trị của bạn sẽ càng gia tăng về sau.</a:t>
            </a:r>
          </a:p>
          <a:p>
            <a:pPr algn="just">
              <a:lnSpc>
                <a:spcPct val="160000"/>
              </a:lnSpc>
            </a:pPr>
            <a:endParaRPr lang="en-US" sz="1600" dirty="0"/>
          </a:p>
        </p:txBody>
      </p:sp>
      <p:pic>
        <p:nvPicPr>
          <p:cNvPr id="3074" name="Picture 2" descr="Đừng bao giờ tranh cãi với một người ngu - Báo VnExpress">
            <a:extLst>
              <a:ext uri="{FF2B5EF4-FFF2-40B4-BE49-F238E27FC236}">
                <a16:creationId xmlns:a16="http://schemas.microsoft.com/office/drawing/2014/main" id="{B5C6EB05-4FEA-9EDE-416E-9DE1830A1B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513" y="2948684"/>
            <a:ext cx="3508698" cy="21052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1318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1BC71-5297-C962-8F27-663E41FD6020}"/>
              </a:ext>
            </a:extLst>
          </p:cNvPr>
          <p:cNvSpPr>
            <a:spLocks noGrp="1"/>
          </p:cNvSpPr>
          <p:nvPr>
            <p:ph type="title"/>
          </p:nvPr>
        </p:nvSpPr>
        <p:spPr/>
        <p:txBody>
          <a:bodyPr/>
          <a:lstStyle/>
          <a:p>
            <a:r>
              <a:rPr lang="en-US" b="1" dirty="0">
                <a:solidFill>
                  <a:schemeClr val="accent2">
                    <a:lumMod val="75000"/>
                  </a:schemeClr>
                </a:solidFill>
                <a:latin typeface="Bahnschrift SemiBold SemiConden" panose="020B0502040204020203" pitchFamily="34" charset="0"/>
              </a:rPr>
              <a:t>3</a:t>
            </a:r>
            <a:r>
              <a:rPr lang="en-US" b="1" i="0" dirty="0">
                <a:solidFill>
                  <a:schemeClr val="accent2">
                    <a:lumMod val="75000"/>
                  </a:schemeClr>
                </a:solidFill>
                <a:effectLst/>
                <a:latin typeface="Bahnschrift SemiBold SemiConden" panose="020B0502040204020203" pitchFamily="34" charset="0"/>
              </a:rPr>
              <a:t>. </a:t>
            </a:r>
            <a:r>
              <a:rPr lang="en-US" b="1" i="0" dirty="0" err="1">
                <a:solidFill>
                  <a:schemeClr val="accent2">
                    <a:lumMod val="75000"/>
                  </a:schemeClr>
                </a:solidFill>
                <a:effectLst/>
                <a:latin typeface="Bahnschrift SemiBold SemiConden" panose="020B0502040204020203" pitchFamily="34" charset="0"/>
              </a:rPr>
              <a:t>Chuyện</a:t>
            </a:r>
            <a:r>
              <a:rPr lang="en-US" b="1" i="0" dirty="0">
                <a:solidFill>
                  <a:schemeClr val="accent2">
                    <a:lumMod val="75000"/>
                  </a:schemeClr>
                </a:solidFill>
                <a:effectLst/>
                <a:latin typeface="Bahnschrift SemiBold SemiConden" panose="020B0502040204020203" pitchFamily="34" charset="0"/>
              </a:rPr>
              <a:t> </a:t>
            </a:r>
            <a:r>
              <a:rPr lang="en-US" b="1" i="0" dirty="0" err="1">
                <a:solidFill>
                  <a:schemeClr val="accent2">
                    <a:lumMod val="75000"/>
                  </a:schemeClr>
                </a:solidFill>
                <a:effectLst/>
                <a:latin typeface="Bahnschrift SemiBold SemiConden" panose="020B0502040204020203" pitchFamily="34" charset="0"/>
              </a:rPr>
              <a:t>không</a:t>
            </a:r>
            <a:r>
              <a:rPr lang="en-US" b="1" i="0" dirty="0">
                <a:solidFill>
                  <a:schemeClr val="accent2">
                    <a:lumMod val="75000"/>
                  </a:schemeClr>
                </a:solidFill>
                <a:effectLst/>
                <a:latin typeface="Bahnschrift SemiBold SemiConden" panose="020B0502040204020203" pitchFamily="34" charset="0"/>
              </a:rPr>
              <a:t> </a:t>
            </a:r>
            <a:r>
              <a:rPr lang="en-US" b="1" i="0" dirty="0" err="1">
                <a:solidFill>
                  <a:schemeClr val="accent2">
                    <a:lumMod val="75000"/>
                  </a:schemeClr>
                </a:solidFill>
                <a:effectLst/>
                <a:latin typeface="Bahnschrift SemiBold SemiConden" panose="020B0502040204020203" pitchFamily="34" charset="0"/>
              </a:rPr>
              <a:t>quan</a:t>
            </a:r>
            <a:r>
              <a:rPr lang="en-US" b="1" i="0" dirty="0">
                <a:solidFill>
                  <a:schemeClr val="accent2">
                    <a:lumMod val="75000"/>
                  </a:schemeClr>
                </a:solidFill>
                <a:effectLst/>
                <a:latin typeface="Bahnschrift SemiBold SemiConden" panose="020B0502040204020203" pitchFamily="34" charset="0"/>
              </a:rPr>
              <a:t> </a:t>
            </a:r>
            <a:r>
              <a:rPr lang="en-US" b="1" i="0" dirty="0" err="1">
                <a:solidFill>
                  <a:schemeClr val="accent2">
                    <a:lumMod val="75000"/>
                  </a:schemeClr>
                </a:solidFill>
                <a:effectLst/>
                <a:latin typeface="Bahnschrift SemiBold SemiConden" panose="020B0502040204020203" pitchFamily="34" charset="0"/>
              </a:rPr>
              <a:t>trọng</a:t>
            </a:r>
            <a:r>
              <a:rPr lang="en-US" b="1" i="0" dirty="0">
                <a:solidFill>
                  <a:schemeClr val="accent2">
                    <a:lumMod val="75000"/>
                  </a:schemeClr>
                </a:solidFill>
                <a:effectLst/>
                <a:latin typeface="Bahnschrift SemiBold SemiConden" panose="020B0502040204020203" pitchFamily="34" charset="0"/>
              </a:rPr>
              <a:t> </a:t>
            </a:r>
            <a:r>
              <a:rPr lang="en-US" b="1" i="0" dirty="0" err="1">
                <a:solidFill>
                  <a:schemeClr val="accent2">
                    <a:lumMod val="75000"/>
                  </a:schemeClr>
                </a:solidFill>
                <a:effectLst/>
                <a:latin typeface="Bahnschrift SemiBold SemiConden" panose="020B0502040204020203" pitchFamily="34" charset="0"/>
              </a:rPr>
              <a:t>thì</a:t>
            </a:r>
            <a:r>
              <a:rPr lang="en-US" b="1" i="0" dirty="0">
                <a:solidFill>
                  <a:schemeClr val="accent2">
                    <a:lumMod val="75000"/>
                  </a:schemeClr>
                </a:solidFill>
                <a:effectLst/>
                <a:latin typeface="Bahnschrift SemiBold SemiConden" panose="020B0502040204020203" pitchFamily="34" charset="0"/>
              </a:rPr>
              <a:t> </a:t>
            </a:r>
            <a:r>
              <a:rPr lang="en-US" b="1" i="0" dirty="0" err="1">
                <a:solidFill>
                  <a:schemeClr val="accent2">
                    <a:lumMod val="75000"/>
                  </a:schemeClr>
                </a:solidFill>
                <a:effectLst/>
                <a:latin typeface="Bahnschrift SemiBold SemiConden" panose="020B0502040204020203" pitchFamily="34" charset="0"/>
              </a:rPr>
              <a:t>đừng</a:t>
            </a:r>
            <a:r>
              <a:rPr lang="en-US" b="1" i="0" dirty="0">
                <a:solidFill>
                  <a:schemeClr val="accent2">
                    <a:lumMod val="75000"/>
                  </a:schemeClr>
                </a:solidFill>
                <a:effectLst/>
                <a:latin typeface="Bahnschrift SemiBold SemiConden" panose="020B0502040204020203" pitchFamily="34" charset="0"/>
              </a:rPr>
              <a:t> </a:t>
            </a:r>
            <a:r>
              <a:rPr lang="en-US" b="1" i="0" dirty="0" err="1">
                <a:solidFill>
                  <a:schemeClr val="accent2">
                    <a:lumMod val="75000"/>
                  </a:schemeClr>
                </a:solidFill>
                <a:effectLst/>
                <a:latin typeface="Bahnschrift SemiBold SemiConden" panose="020B0502040204020203" pitchFamily="34" charset="0"/>
              </a:rPr>
              <a:t>bận</a:t>
            </a:r>
            <a:r>
              <a:rPr lang="en-US" b="1" i="0" dirty="0">
                <a:solidFill>
                  <a:schemeClr val="accent2">
                    <a:lumMod val="75000"/>
                  </a:schemeClr>
                </a:solidFill>
                <a:effectLst/>
                <a:latin typeface="Bahnschrift SemiBold SemiConden" panose="020B0502040204020203" pitchFamily="34" charset="0"/>
              </a:rPr>
              <a:t> </a:t>
            </a:r>
            <a:r>
              <a:rPr lang="en-US" b="1" i="0" dirty="0" err="1">
                <a:solidFill>
                  <a:schemeClr val="accent2">
                    <a:lumMod val="75000"/>
                  </a:schemeClr>
                </a:solidFill>
                <a:effectLst/>
                <a:latin typeface="Bahnschrift SemiBold SemiConden" panose="020B0502040204020203" pitchFamily="34" charset="0"/>
              </a:rPr>
              <a:t>tâm</a:t>
            </a:r>
            <a:endParaRPr lang="en-US" b="1" dirty="0">
              <a:solidFill>
                <a:schemeClr val="accent2">
                  <a:lumMod val="75000"/>
                </a:schemeClr>
              </a:solidFill>
              <a:latin typeface="Bahnschrift SemiBold SemiConden" panose="020B0502040204020203" pitchFamily="34" charset="0"/>
            </a:endParaRPr>
          </a:p>
        </p:txBody>
      </p:sp>
      <p:sp>
        <p:nvSpPr>
          <p:cNvPr id="3" name="Content Placeholder 2">
            <a:extLst>
              <a:ext uri="{FF2B5EF4-FFF2-40B4-BE49-F238E27FC236}">
                <a16:creationId xmlns:a16="http://schemas.microsoft.com/office/drawing/2014/main" id="{FDB07AB9-8F07-9A26-252B-4D0275308756}"/>
              </a:ext>
            </a:extLst>
          </p:cNvPr>
          <p:cNvSpPr>
            <a:spLocks noGrp="1"/>
          </p:cNvSpPr>
          <p:nvPr>
            <p:ph idx="1"/>
          </p:nvPr>
        </p:nvSpPr>
        <p:spPr>
          <a:xfrm>
            <a:off x="698241" y="1538837"/>
            <a:ext cx="7885922" cy="4351338"/>
          </a:xfrm>
        </p:spPr>
        <p:txBody>
          <a:bodyPr>
            <a:noAutofit/>
          </a:bodyPr>
          <a:lstStyle/>
          <a:p>
            <a:pPr algn="just">
              <a:lnSpc>
                <a:spcPct val="170000"/>
              </a:lnSpc>
            </a:pPr>
            <a:r>
              <a:rPr lang="vi-VN" sz="1400" b="0" i="0" dirty="0">
                <a:solidFill>
                  <a:srgbClr val="080809"/>
                </a:solidFill>
                <a:effectLst/>
                <a:latin typeface="inherit"/>
              </a:rPr>
              <a:t>Có câu nói: "Thứ khiến người ta mệt mỏi không phải là đỉnh núi ở quá xa, mà là những hạt cát trong đôi giày đang đi". Đôi khi chuyện vốn chẳng mấy quan trọng lại khiến ta khổ tâm hơn là những điều to tát. Những thứ tưởng chừng như hạt cát nhỏ đó, cuối cùng làm tiêu hao sức lực con người, khiến ta kiệt quệ. Do vậy, khi gặp những chuyện nhỏ nhặt nhưng không mấy quan trọng, hãy xử lý nhanh và dứt điểm càng sớm càng tốt.</a:t>
            </a:r>
          </a:p>
          <a:p>
            <a:pPr algn="just">
              <a:lnSpc>
                <a:spcPct val="170000"/>
              </a:lnSpc>
            </a:pPr>
            <a:r>
              <a:rPr lang="vi-VN" sz="1400" b="0" i="0" dirty="0">
                <a:solidFill>
                  <a:srgbClr val="080809"/>
                </a:solidFill>
                <a:effectLst/>
                <a:latin typeface="inherit"/>
              </a:rPr>
              <a:t>Trong một buổi thuyết giảng, giáo sư của đại học Harvard cầm trên tay một cốc nước, ông hỏi sinh viên: "Mọi người nghĩ, nếu tôi cầm chiếc cốc này vài phút thì sao?". Sinh viên nói: "Không sao cả". Nếu tôi cầm nửa ngày thì sao?", vị giáo sư hỏi lại. "Sẽ đau gãy tay mất", các sinh viên đáp. "Vậy tôi phải làm gì?", giáo viên hỏi. "Đặt nó xuống thôi ạ", một sinh viên trả lời.</a:t>
            </a:r>
          </a:p>
          <a:p>
            <a:pPr algn="just">
              <a:lnSpc>
                <a:spcPct val="170000"/>
              </a:lnSpc>
            </a:pPr>
            <a:r>
              <a:rPr lang="vi-VN" sz="1400" b="0" i="0" dirty="0">
                <a:solidFill>
                  <a:srgbClr val="080809"/>
                </a:solidFill>
                <a:effectLst/>
                <a:latin typeface="inherit"/>
              </a:rPr>
              <a:t>Giáo sư tiếp lời: "Đúng như thế. Thực ra nỗi muộn phiền trong cuộc sống cũng giống chiếc cốc. Chúng ta buồn vài phút, hay buồn nửa ngày, thì trọng lượng chiếc cốc không thay đổi, cũng như nỗi muộn phiền không thay đổi, mà tay ta càng ngày càng mỏi rũ. Thế nên, chỉ khi ta buông bỏ nỗi buồn, đặt chiếc cốc xuống, tay sẽ đỡ mỏi bao nhiêu".</a:t>
            </a:r>
          </a:p>
          <a:p>
            <a:pPr algn="just">
              <a:lnSpc>
                <a:spcPct val="170000"/>
              </a:lnSpc>
            </a:pPr>
            <a:endParaRPr lang="en-US" sz="1400" dirty="0"/>
          </a:p>
        </p:txBody>
      </p:sp>
      <p:pic>
        <p:nvPicPr>
          <p:cNvPr id="4098" name="Picture 2" descr="BƠ ĐI MÀ SỐNG">
            <a:extLst>
              <a:ext uri="{FF2B5EF4-FFF2-40B4-BE49-F238E27FC236}">
                <a16:creationId xmlns:a16="http://schemas.microsoft.com/office/drawing/2014/main" id="{5E372B94-0D39-89B1-EF0B-44C777A449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76840" y="1931436"/>
            <a:ext cx="2867772" cy="3566141"/>
          </a:xfrm>
          <a:prstGeom prst="rect">
            <a:avLst/>
          </a:prstGeom>
          <a:noFill/>
          <a:effectLst>
            <a:glow rad="228600">
              <a:schemeClr val="accent6">
                <a:satMod val="175000"/>
                <a:alpha val="40000"/>
              </a:schemeClr>
            </a:glo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0567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ircle(in)">
                                      <p:cBhvr>
                                        <p:cTn id="17"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AA3ED-9881-29D3-77C1-58B79821E5A0}"/>
              </a:ext>
            </a:extLst>
          </p:cNvPr>
          <p:cNvSpPr>
            <a:spLocks noGrp="1"/>
          </p:cNvSpPr>
          <p:nvPr>
            <p:ph type="title"/>
          </p:nvPr>
        </p:nvSpPr>
        <p:spPr/>
        <p:txBody>
          <a:bodyPr/>
          <a:lstStyle/>
          <a:p>
            <a:r>
              <a:rPr lang="en-US" b="1" dirty="0">
                <a:solidFill>
                  <a:schemeClr val="accent2">
                    <a:lumMod val="75000"/>
                  </a:schemeClr>
                </a:solidFill>
                <a:latin typeface="Bahnschrift SemiBold SemiConden" panose="020B0502040204020203" pitchFamily="34" charset="0"/>
              </a:rPr>
              <a:t>4</a:t>
            </a:r>
            <a:r>
              <a:rPr lang="vi-VN" b="1" i="0" dirty="0">
                <a:solidFill>
                  <a:schemeClr val="accent2">
                    <a:lumMod val="75000"/>
                  </a:schemeClr>
                </a:solidFill>
                <a:effectLst/>
                <a:latin typeface="Bahnschrift SemiBold SemiConden" panose="020B0502040204020203" pitchFamily="34" charset="0"/>
              </a:rPr>
              <a:t>. </a:t>
            </a:r>
            <a:r>
              <a:rPr lang="en-US" b="1" dirty="0" err="1">
                <a:solidFill>
                  <a:schemeClr val="accent2">
                    <a:lumMod val="75000"/>
                  </a:schemeClr>
                </a:solidFill>
                <a:latin typeface="Bahnschrift SemiBold SemiConden" panose="020B0502040204020203" pitchFamily="34" charset="0"/>
              </a:rPr>
              <a:t>Đừng</a:t>
            </a:r>
            <a:r>
              <a:rPr lang="en-US" b="1" dirty="0">
                <a:solidFill>
                  <a:schemeClr val="accent2">
                    <a:lumMod val="75000"/>
                  </a:schemeClr>
                </a:solidFill>
                <a:latin typeface="Bahnschrift SemiBold SemiConden" panose="020B0502040204020203" pitchFamily="34" charset="0"/>
              </a:rPr>
              <a:t> </a:t>
            </a:r>
            <a:r>
              <a:rPr lang="en-US" b="1" dirty="0" err="1">
                <a:solidFill>
                  <a:schemeClr val="accent2">
                    <a:lumMod val="75000"/>
                  </a:schemeClr>
                </a:solidFill>
                <a:latin typeface="Bahnschrift SemiBold SemiConden" panose="020B0502040204020203" pitchFamily="34" charset="0"/>
              </a:rPr>
              <a:t>để</a:t>
            </a:r>
            <a:r>
              <a:rPr lang="en-US" b="1" dirty="0">
                <a:solidFill>
                  <a:schemeClr val="accent2">
                    <a:lumMod val="75000"/>
                  </a:schemeClr>
                </a:solidFill>
                <a:latin typeface="Bahnschrift SemiBold SemiConden" panose="020B0502040204020203" pitchFamily="34" charset="0"/>
              </a:rPr>
              <a:t> </a:t>
            </a:r>
            <a:r>
              <a:rPr lang="en-US" b="1" dirty="0" err="1">
                <a:solidFill>
                  <a:schemeClr val="accent2">
                    <a:lumMod val="75000"/>
                  </a:schemeClr>
                </a:solidFill>
                <a:latin typeface="Bahnschrift SemiBold SemiConden" panose="020B0502040204020203" pitchFamily="34" charset="0"/>
              </a:rPr>
              <a:t>tâm</a:t>
            </a:r>
            <a:r>
              <a:rPr lang="en-US" b="1" dirty="0">
                <a:solidFill>
                  <a:schemeClr val="accent2">
                    <a:lumMod val="75000"/>
                  </a:schemeClr>
                </a:solidFill>
                <a:latin typeface="Bahnschrift SemiBold SemiConden" panose="020B0502040204020203" pitchFamily="34" charset="0"/>
              </a:rPr>
              <a:t> </a:t>
            </a:r>
            <a:r>
              <a:rPr lang="en-US" b="1" dirty="0" err="1">
                <a:solidFill>
                  <a:schemeClr val="accent2">
                    <a:lumMod val="75000"/>
                  </a:schemeClr>
                </a:solidFill>
                <a:latin typeface="Bahnschrift SemiBold SemiConden" panose="020B0502040204020203" pitchFamily="34" charset="0"/>
              </a:rPr>
              <a:t>đánh</a:t>
            </a:r>
            <a:r>
              <a:rPr lang="en-US" b="1" dirty="0">
                <a:solidFill>
                  <a:schemeClr val="accent2">
                    <a:lumMod val="75000"/>
                  </a:schemeClr>
                </a:solidFill>
                <a:latin typeface="Bahnschrift SemiBold SemiConden" panose="020B0502040204020203" pitchFamily="34" charset="0"/>
              </a:rPr>
              <a:t> </a:t>
            </a:r>
            <a:r>
              <a:rPr lang="en-US" b="1" dirty="0" err="1">
                <a:solidFill>
                  <a:schemeClr val="accent2">
                    <a:lumMod val="75000"/>
                  </a:schemeClr>
                </a:solidFill>
                <a:latin typeface="Bahnschrift SemiBold SemiConden" panose="020B0502040204020203" pitchFamily="34" charset="0"/>
              </a:rPr>
              <a:t>giá</a:t>
            </a:r>
            <a:r>
              <a:rPr lang="en-US" b="1" dirty="0">
                <a:solidFill>
                  <a:schemeClr val="accent2">
                    <a:lumMod val="75000"/>
                  </a:schemeClr>
                </a:solidFill>
                <a:latin typeface="Bahnschrift SemiBold SemiConden" panose="020B0502040204020203" pitchFamily="34" charset="0"/>
              </a:rPr>
              <a:t> </a:t>
            </a:r>
            <a:r>
              <a:rPr lang="en-US" b="1" dirty="0" err="1">
                <a:solidFill>
                  <a:schemeClr val="accent2">
                    <a:lumMod val="75000"/>
                  </a:schemeClr>
                </a:solidFill>
                <a:latin typeface="Bahnschrift SemiBold SemiConden" panose="020B0502040204020203" pitchFamily="34" charset="0"/>
              </a:rPr>
              <a:t>của</a:t>
            </a:r>
            <a:r>
              <a:rPr lang="en-US" b="1" dirty="0">
                <a:solidFill>
                  <a:schemeClr val="accent2">
                    <a:lumMod val="75000"/>
                  </a:schemeClr>
                </a:solidFill>
                <a:latin typeface="Bahnschrift SemiBold SemiConden" panose="020B0502040204020203" pitchFamily="34" charset="0"/>
              </a:rPr>
              <a:t> </a:t>
            </a:r>
            <a:r>
              <a:rPr lang="en-US" b="1" dirty="0" err="1">
                <a:solidFill>
                  <a:schemeClr val="accent2">
                    <a:lumMod val="75000"/>
                  </a:schemeClr>
                </a:solidFill>
                <a:latin typeface="Bahnschrift SemiBold SemiConden" panose="020B0502040204020203" pitchFamily="34" charset="0"/>
              </a:rPr>
              <a:t>người</a:t>
            </a:r>
            <a:r>
              <a:rPr lang="en-US" b="1" dirty="0">
                <a:solidFill>
                  <a:schemeClr val="accent2">
                    <a:lumMod val="75000"/>
                  </a:schemeClr>
                </a:solidFill>
                <a:latin typeface="Bahnschrift SemiBold SemiConden" panose="020B0502040204020203" pitchFamily="34" charset="0"/>
              </a:rPr>
              <a:t> </a:t>
            </a:r>
            <a:r>
              <a:rPr lang="en-US" b="1" dirty="0" err="1">
                <a:solidFill>
                  <a:schemeClr val="accent2">
                    <a:lumMod val="75000"/>
                  </a:schemeClr>
                </a:solidFill>
                <a:latin typeface="Bahnschrift SemiBold SemiConden" panose="020B0502040204020203" pitchFamily="34" charset="0"/>
              </a:rPr>
              <a:t>khác</a:t>
            </a:r>
            <a:endParaRPr lang="en-US" b="1" dirty="0">
              <a:solidFill>
                <a:schemeClr val="accent2">
                  <a:lumMod val="75000"/>
                </a:schemeClr>
              </a:solidFill>
              <a:latin typeface="Bahnschrift SemiBold SemiConden" panose="020B0502040204020203" pitchFamily="34" charset="0"/>
            </a:endParaRPr>
          </a:p>
        </p:txBody>
      </p:sp>
      <p:sp>
        <p:nvSpPr>
          <p:cNvPr id="3" name="Content Placeholder 2">
            <a:extLst>
              <a:ext uri="{FF2B5EF4-FFF2-40B4-BE49-F238E27FC236}">
                <a16:creationId xmlns:a16="http://schemas.microsoft.com/office/drawing/2014/main" id="{D8F157F3-FDF5-F94D-3998-22CA34BA1519}"/>
              </a:ext>
            </a:extLst>
          </p:cNvPr>
          <p:cNvSpPr>
            <a:spLocks noGrp="1"/>
          </p:cNvSpPr>
          <p:nvPr>
            <p:ph idx="1"/>
          </p:nvPr>
        </p:nvSpPr>
        <p:spPr>
          <a:xfrm>
            <a:off x="3907614" y="1825625"/>
            <a:ext cx="7446186" cy="4351338"/>
          </a:xfrm>
        </p:spPr>
        <p:txBody>
          <a:bodyPr>
            <a:normAutofit lnSpcReduction="10000"/>
          </a:bodyPr>
          <a:lstStyle/>
          <a:p>
            <a:pPr algn="just">
              <a:lnSpc>
                <a:spcPct val="160000"/>
              </a:lnSpc>
            </a:pPr>
            <a:r>
              <a:rPr lang="vi-VN" sz="1600" b="0" i="0" dirty="0">
                <a:solidFill>
                  <a:srgbClr val="080809"/>
                </a:solidFill>
                <a:effectLst/>
                <a:latin typeface="inherit"/>
              </a:rPr>
              <a:t>Chuyện xưa có kể, một nho sĩ là Khiếu Sĩ Thành nghe người ta ca tụng Lão Tử nên tò mò tới gặp. Tuy nhiên, đến nơi thấy thất vọng tràn trề vì hình dáng, điều kiện sống của Lão Tử. Vị nho sĩ nói: "Người ta tán dương ông như vị thánh, nhưng tôi thấy ông sống như chuột". Lão Tử chỉ liếc nhìn một cái, sau đó lại cúi xuống đọc sách, hoàn toàn không bận tâm. Khiếu Sĩ Thành ra về, nhưng hôm sau quay lại để xin lỗi vì lời nói năng mạo phạm. Lão Tử nói: "Bất kể người có gọi ta là chuột hay chó, lợn, thì ta vẫn là ta thôi".</a:t>
            </a:r>
          </a:p>
          <a:p>
            <a:pPr algn="just">
              <a:lnSpc>
                <a:spcPct val="160000"/>
              </a:lnSpc>
            </a:pPr>
            <a:r>
              <a:rPr lang="vi-VN" sz="1600" b="0" i="0" dirty="0">
                <a:solidFill>
                  <a:srgbClr val="080809"/>
                </a:solidFill>
                <a:effectLst/>
                <a:latin typeface="inherit"/>
              </a:rPr>
              <a:t>Qua đó thấy được, người có sự tự tin vào chính mình, chắc chắn không vì lời người khác nói mà lao tâm, khổ tứ. Những người thành công sống bằng khí chất trong mình, chứ không phải sống theo dư luận hay miệng lưỡi của người đời. Ý của Lão Tử, cũng chính là như vậy.</a:t>
            </a:r>
          </a:p>
          <a:p>
            <a:pPr algn="just">
              <a:lnSpc>
                <a:spcPct val="160000"/>
              </a:lnSpc>
            </a:pPr>
            <a:endParaRPr lang="en-US" sz="1600" dirty="0"/>
          </a:p>
        </p:txBody>
      </p:sp>
      <p:pic>
        <p:nvPicPr>
          <p:cNvPr id="5122" name="Picture 2" descr="Pin page">
            <a:extLst>
              <a:ext uri="{FF2B5EF4-FFF2-40B4-BE49-F238E27FC236}">
                <a16:creationId xmlns:a16="http://schemas.microsoft.com/office/drawing/2014/main" id="{C24BDDD4-C92F-BF26-70EE-38577FAF148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070"/>
          <a:stretch/>
        </p:blipFill>
        <p:spPr bwMode="auto">
          <a:xfrm>
            <a:off x="140348" y="1912775"/>
            <a:ext cx="3767266" cy="3689285"/>
          </a:xfrm>
          <a:prstGeom prst="flowChartConnector">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7535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0672B-CBA2-6327-BF71-4E85CAA95384}"/>
              </a:ext>
            </a:extLst>
          </p:cNvPr>
          <p:cNvSpPr>
            <a:spLocks noGrp="1"/>
          </p:cNvSpPr>
          <p:nvPr>
            <p:ph type="title"/>
          </p:nvPr>
        </p:nvSpPr>
        <p:spPr/>
        <p:txBody>
          <a:bodyPr/>
          <a:lstStyle/>
          <a:p>
            <a:r>
              <a:rPr lang="en-US" b="1" dirty="0">
                <a:solidFill>
                  <a:schemeClr val="accent2">
                    <a:lumMod val="75000"/>
                  </a:schemeClr>
                </a:solidFill>
                <a:latin typeface="Bahnschrift SemiBold SemiConden" panose="020B0502040204020203" pitchFamily="34" charset="0"/>
              </a:rPr>
              <a:t>5</a:t>
            </a:r>
            <a:r>
              <a:rPr lang="en-US" b="1" i="0" dirty="0">
                <a:solidFill>
                  <a:schemeClr val="accent2">
                    <a:lumMod val="75000"/>
                  </a:schemeClr>
                </a:solidFill>
                <a:effectLst/>
                <a:latin typeface="Bahnschrift SemiBold SemiConden" panose="020B0502040204020203" pitchFamily="34" charset="0"/>
              </a:rPr>
              <a:t>. </a:t>
            </a:r>
            <a:r>
              <a:rPr lang="en-US" b="1" i="0" dirty="0" err="1">
                <a:solidFill>
                  <a:schemeClr val="accent2">
                    <a:lumMod val="75000"/>
                  </a:schemeClr>
                </a:solidFill>
                <a:effectLst/>
                <a:latin typeface="Bahnschrift SemiBold SemiConden" panose="020B0502040204020203" pitchFamily="34" charset="0"/>
              </a:rPr>
              <a:t>Mối</a:t>
            </a:r>
            <a:r>
              <a:rPr lang="en-US" b="1" i="0" dirty="0">
                <a:solidFill>
                  <a:schemeClr val="accent2">
                    <a:lumMod val="75000"/>
                  </a:schemeClr>
                </a:solidFill>
                <a:effectLst/>
                <a:latin typeface="Bahnschrift SemiBold SemiConden" panose="020B0502040204020203" pitchFamily="34" charset="0"/>
              </a:rPr>
              <a:t> </a:t>
            </a:r>
            <a:r>
              <a:rPr lang="en-US" b="1" i="0" dirty="0" err="1">
                <a:solidFill>
                  <a:schemeClr val="accent2">
                    <a:lumMod val="75000"/>
                  </a:schemeClr>
                </a:solidFill>
                <a:effectLst/>
                <a:latin typeface="Bahnschrift SemiBold SemiConden" panose="020B0502040204020203" pitchFamily="34" charset="0"/>
              </a:rPr>
              <a:t>quan</a:t>
            </a:r>
            <a:r>
              <a:rPr lang="en-US" b="1" i="0" dirty="0">
                <a:solidFill>
                  <a:schemeClr val="accent2">
                    <a:lumMod val="75000"/>
                  </a:schemeClr>
                </a:solidFill>
                <a:effectLst/>
                <a:latin typeface="Bahnschrift SemiBold SemiConden" panose="020B0502040204020203" pitchFamily="34" charset="0"/>
              </a:rPr>
              <a:t> </a:t>
            </a:r>
            <a:r>
              <a:rPr lang="en-US" b="1" i="0" dirty="0" err="1">
                <a:solidFill>
                  <a:schemeClr val="accent2">
                    <a:lumMod val="75000"/>
                  </a:schemeClr>
                </a:solidFill>
                <a:effectLst/>
                <a:latin typeface="Bahnschrift SemiBold SemiConden" panose="020B0502040204020203" pitchFamily="34" charset="0"/>
              </a:rPr>
              <a:t>hệ</a:t>
            </a:r>
            <a:r>
              <a:rPr lang="en-US" b="1" i="0" dirty="0">
                <a:solidFill>
                  <a:schemeClr val="accent2">
                    <a:lumMod val="75000"/>
                  </a:schemeClr>
                </a:solidFill>
                <a:effectLst/>
                <a:latin typeface="Bahnschrift SemiBold SemiConden" panose="020B0502040204020203" pitchFamily="34" charset="0"/>
              </a:rPr>
              <a:t> </a:t>
            </a:r>
            <a:r>
              <a:rPr lang="en-US" b="1" i="0" dirty="0" err="1">
                <a:solidFill>
                  <a:schemeClr val="accent2">
                    <a:lumMod val="75000"/>
                  </a:schemeClr>
                </a:solidFill>
                <a:effectLst/>
                <a:latin typeface="Bahnschrift SemiBold SemiConden" panose="020B0502040204020203" pitchFamily="34" charset="0"/>
              </a:rPr>
              <a:t>không</a:t>
            </a:r>
            <a:r>
              <a:rPr lang="en-US" b="1" i="0" dirty="0">
                <a:solidFill>
                  <a:schemeClr val="accent2">
                    <a:lumMod val="75000"/>
                  </a:schemeClr>
                </a:solidFill>
                <a:effectLst/>
                <a:latin typeface="Bahnschrift SemiBold SemiConden" panose="020B0502040204020203" pitchFamily="34" charset="0"/>
              </a:rPr>
              <a:t> </a:t>
            </a:r>
            <a:r>
              <a:rPr lang="en-US" b="1" i="0" dirty="0" err="1">
                <a:solidFill>
                  <a:schemeClr val="accent2">
                    <a:lumMod val="75000"/>
                  </a:schemeClr>
                </a:solidFill>
                <a:effectLst/>
                <a:latin typeface="Bahnschrift SemiBold SemiConden" panose="020B0502040204020203" pitchFamily="34" charset="0"/>
              </a:rPr>
              <a:t>đáng</a:t>
            </a:r>
            <a:r>
              <a:rPr lang="en-US" b="1" i="0" dirty="0">
                <a:solidFill>
                  <a:schemeClr val="accent2">
                    <a:lumMod val="75000"/>
                  </a:schemeClr>
                </a:solidFill>
                <a:effectLst/>
                <a:latin typeface="Bahnschrift SemiBold SemiConden" panose="020B0502040204020203" pitchFamily="34" charset="0"/>
              </a:rPr>
              <a:t> </a:t>
            </a:r>
            <a:r>
              <a:rPr lang="en-US" b="1" i="0" dirty="0" err="1">
                <a:solidFill>
                  <a:schemeClr val="accent2">
                    <a:lumMod val="75000"/>
                  </a:schemeClr>
                </a:solidFill>
                <a:effectLst/>
                <a:latin typeface="Bahnschrift SemiBold SemiConden" panose="020B0502040204020203" pitchFamily="34" charset="0"/>
              </a:rPr>
              <a:t>thì</a:t>
            </a:r>
            <a:r>
              <a:rPr lang="en-US" b="1" i="0" dirty="0">
                <a:solidFill>
                  <a:schemeClr val="accent2">
                    <a:lumMod val="75000"/>
                  </a:schemeClr>
                </a:solidFill>
                <a:effectLst/>
                <a:latin typeface="Bahnschrift SemiBold SemiConden" panose="020B0502040204020203" pitchFamily="34" charset="0"/>
              </a:rPr>
              <a:t> </a:t>
            </a:r>
            <a:r>
              <a:rPr lang="en-US" b="1" i="0" dirty="0" err="1">
                <a:solidFill>
                  <a:schemeClr val="accent2">
                    <a:lumMod val="75000"/>
                  </a:schemeClr>
                </a:solidFill>
                <a:effectLst/>
                <a:latin typeface="Bahnschrift SemiBold SemiConden" panose="020B0502040204020203" pitchFamily="34" charset="0"/>
              </a:rPr>
              <a:t>đừng</a:t>
            </a:r>
            <a:r>
              <a:rPr lang="en-US" b="1" i="0" dirty="0">
                <a:solidFill>
                  <a:schemeClr val="accent2">
                    <a:lumMod val="75000"/>
                  </a:schemeClr>
                </a:solidFill>
                <a:effectLst/>
                <a:latin typeface="Bahnschrift SemiBold SemiConden" panose="020B0502040204020203" pitchFamily="34" charset="0"/>
              </a:rPr>
              <a:t> </a:t>
            </a:r>
            <a:r>
              <a:rPr lang="en-US" b="1" i="0" dirty="0" err="1">
                <a:solidFill>
                  <a:schemeClr val="accent2">
                    <a:lumMod val="75000"/>
                  </a:schemeClr>
                </a:solidFill>
                <a:effectLst/>
                <a:latin typeface="Bahnschrift SemiBold SemiConden" panose="020B0502040204020203" pitchFamily="34" charset="0"/>
              </a:rPr>
              <a:t>giữ</a:t>
            </a:r>
            <a:endParaRPr lang="en-US" b="1" dirty="0">
              <a:solidFill>
                <a:schemeClr val="accent2">
                  <a:lumMod val="75000"/>
                </a:schemeClr>
              </a:solidFill>
              <a:latin typeface="Bahnschrift SemiBold SemiConden" panose="020B0502040204020203" pitchFamily="34" charset="0"/>
            </a:endParaRPr>
          </a:p>
        </p:txBody>
      </p:sp>
      <p:sp>
        <p:nvSpPr>
          <p:cNvPr id="3" name="Content Placeholder 2">
            <a:extLst>
              <a:ext uri="{FF2B5EF4-FFF2-40B4-BE49-F238E27FC236}">
                <a16:creationId xmlns:a16="http://schemas.microsoft.com/office/drawing/2014/main" id="{AC9A390D-7CF5-14CA-E4B8-341BEBEEB0F5}"/>
              </a:ext>
            </a:extLst>
          </p:cNvPr>
          <p:cNvSpPr>
            <a:spLocks noGrp="1"/>
          </p:cNvSpPr>
          <p:nvPr>
            <p:ph idx="1"/>
          </p:nvPr>
        </p:nvSpPr>
        <p:spPr>
          <a:xfrm>
            <a:off x="838200" y="1825625"/>
            <a:ext cx="7260771" cy="4351338"/>
          </a:xfrm>
        </p:spPr>
        <p:txBody>
          <a:bodyPr>
            <a:normAutofit/>
          </a:bodyPr>
          <a:lstStyle/>
          <a:p>
            <a:pPr algn="just">
              <a:lnSpc>
                <a:spcPct val="160000"/>
              </a:lnSpc>
            </a:pPr>
            <a:r>
              <a:rPr lang="vi-VN" sz="1600" b="0" i="0" dirty="0">
                <a:solidFill>
                  <a:srgbClr val="080809"/>
                </a:solidFill>
                <a:effectLst/>
                <a:latin typeface="inherit"/>
              </a:rPr>
              <a:t>Trong cuộc sống, đôi khi bạn luôn cố gắng gìn giữ các mối quan hệ, không dám thẳng thắn thanh lọc những người tiêu cực. Nên nhớ rằng, "quyết định là cắt bỏ những lựa chọn khác", muốn thành công bạn phải học cách đánh đổi. Bạn không thể tiến bộ nếu những người xung quanh bạn luôn thụt lùi và tiêu cực.</a:t>
            </a:r>
          </a:p>
          <a:p>
            <a:pPr algn="just">
              <a:lnSpc>
                <a:spcPct val="160000"/>
              </a:lnSpc>
            </a:pPr>
            <a:r>
              <a:rPr lang="vi-VN" sz="1600" b="0" i="0" dirty="0">
                <a:solidFill>
                  <a:srgbClr val="080809"/>
                </a:solidFill>
                <a:effectLst/>
                <a:latin typeface="inherit"/>
              </a:rPr>
              <a:t>Thay vì không dám chối từ khi ai đó khi họ ngỏ lời, sợ đối phương đau khổ,... Hãy mạnh dạn, dứt khoác từ chối với những lời mời, lời đề nghị tiêu cực bằng từ: "Không!". Với những người không đáng, những việc không đáng làm cuộc sống của bạn bị tụt lại thì hãy đủ tỉnh táo để buông bỏ và hướng tới việc kết nối với những người tích cực, có thể đồng hành và cùng bạn tiến bộ, phát triển bản thân.</a:t>
            </a:r>
          </a:p>
          <a:p>
            <a:pPr algn="just">
              <a:lnSpc>
                <a:spcPct val="160000"/>
              </a:lnSpc>
            </a:pPr>
            <a:endParaRPr lang="en-US" sz="1600" dirty="0"/>
          </a:p>
        </p:txBody>
      </p:sp>
      <p:pic>
        <p:nvPicPr>
          <p:cNvPr id="6146" name="Picture 2" descr="Mối quan hệ độc hại">
            <a:extLst>
              <a:ext uri="{FF2B5EF4-FFF2-40B4-BE49-F238E27FC236}">
                <a16:creationId xmlns:a16="http://schemas.microsoft.com/office/drawing/2014/main" id="{4D208019-DEF3-AE5F-8D58-4C9DCEB73B1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077" r="16440"/>
          <a:stretch/>
        </p:blipFill>
        <p:spPr bwMode="auto">
          <a:xfrm>
            <a:off x="8668139" y="1690688"/>
            <a:ext cx="2808515" cy="41618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4640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7F24F-E112-F837-E920-7ED78A60DCC5}"/>
              </a:ext>
            </a:extLst>
          </p:cNvPr>
          <p:cNvSpPr>
            <a:spLocks noGrp="1"/>
          </p:cNvSpPr>
          <p:nvPr>
            <p:ph type="title"/>
          </p:nvPr>
        </p:nvSpPr>
        <p:spPr/>
        <p:txBody>
          <a:bodyPr/>
          <a:lstStyle/>
          <a:p>
            <a:r>
              <a:rPr lang="en-US" b="1" dirty="0">
                <a:solidFill>
                  <a:schemeClr val="accent2">
                    <a:lumMod val="75000"/>
                  </a:schemeClr>
                </a:solidFill>
              </a:rPr>
              <a:t>THANKS!</a:t>
            </a:r>
          </a:p>
        </p:txBody>
      </p:sp>
      <p:pic>
        <p:nvPicPr>
          <p:cNvPr id="8194" name="Picture 2" descr="Pin page">
            <a:extLst>
              <a:ext uri="{FF2B5EF4-FFF2-40B4-BE49-F238E27FC236}">
                <a16:creationId xmlns:a16="http://schemas.microsoft.com/office/drawing/2014/main" id="{068770DD-51EF-F00E-0FDD-D10BAE5328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0678" y="1518168"/>
            <a:ext cx="7010400" cy="4381500"/>
          </a:xfrm>
          <a:prstGeom prst="rect">
            <a:avLst/>
          </a:prstGeom>
          <a:solidFill>
            <a:srgbClr val="FFFFFF">
              <a:shade val="85000"/>
            </a:srgbClr>
          </a:solidFill>
          <a:ln w="190500" cap="sq">
            <a:solidFill>
              <a:srgbClr val="FFFFFF"/>
            </a:solidFill>
            <a:miter lim="800000"/>
          </a:ln>
          <a:effectLst>
            <a:glow rad="228600">
              <a:schemeClr val="accent4">
                <a:satMod val="175000"/>
                <a:alpha val="40000"/>
              </a:schemeClr>
            </a:glow>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52114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1089</Words>
  <Application>Microsoft Office PowerPoint</Application>
  <PresentationFormat>Widescreen</PresentationFormat>
  <Paragraphs>22</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Bahnschrift SemiBold SemiConden</vt:lpstr>
      <vt:lpstr>Calibri</vt:lpstr>
      <vt:lpstr>Calibri Light</vt:lpstr>
      <vt:lpstr>inherit</vt:lpstr>
      <vt:lpstr>Segoe UI Historic</vt:lpstr>
      <vt:lpstr>Office Theme</vt:lpstr>
      <vt:lpstr>ĐỜI NGẮN ĐỪNG PHÍ PHẠM</vt:lpstr>
      <vt:lpstr>PowerPoint Presentation</vt:lpstr>
      <vt:lpstr>1. Đừng lãng phí thời gian</vt:lpstr>
      <vt:lpstr>2. Đừng tranh cãi vì những thứ không đáng</vt:lpstr>
      <vt:lpstr>3. Chuyện không quan trọng thì đừng bận tâm</vt:lpstr>
      <vt:lpstr>4. Đừng để tâm đánh giá của người khác</vt:lpstr>
      <vt:lpstr>5. Mối quan hệ không đáng thì đừng giữ</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ĐỜI NGẮN ĐỪNG PHÍ PHẠM</dc:title>
  <dc:creator>Administrator</dc:creator>
  <cp:lastModifiedBy>Administrator</cp:lastModifiedBy>
  <cp:revision>1</cp:revision>
  <dcterms:created xsi:type="dcterms:W3CDTF">2025-01-27T16:41:12Z</dcterms:created>
  <dcterms:modified xsi:type="dcterms:W3CDTF">2025-01-27T16:42:05Z</dcterms:modified>
</cp:coreProperties>
</file>