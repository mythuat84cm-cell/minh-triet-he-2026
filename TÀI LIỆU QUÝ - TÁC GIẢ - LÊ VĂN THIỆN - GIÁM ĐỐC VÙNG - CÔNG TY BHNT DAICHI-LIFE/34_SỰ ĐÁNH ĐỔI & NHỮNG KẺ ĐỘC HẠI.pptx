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840" r:id="rId4"/>
  </p:sldMasterIdLst>
  <p:notesMasterIdLst>
    <p:notesMasterId r:id="rId19"/>
  </p:notesMasterIdLst>
  <p:sldIdLst>
    <p:sldId id="283" r:id="rId5"/>
    <p:sldId id="296" r:id="rId6"/>
    <p:sldId id="287" r:id="rId7"/>
    <p:sldId id="302" r:id="rId8"/>
    <p:sldId id="286" r:id="rId9"/>
    <p:sldId id="289" r:id="rId10"/>
    <p:sldId id="303" r:id="rId11"/>
    <p:sldId id="304" r:id="rId12"/>
    <p:sldId id="305" r:id="rId13"/>
    <p:sldId id="306" r:id="rId14"/>
    <p:sldId id="307" r:id="rId15"/>
    <p:sldId id="308" r:id="rId16"/>
    <p:sldId id="309" r:id="rId17"/>
    <p:sldId id="285"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5A58D"/>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5033" autoAdjust="0"/>
  </p:normalViewPr>
  <p:slideViewPr>
    <p:cSldViewPr snapToGrid="0">
      <p:cViewPr varScale="1">
        <p:scale>
          <a:sx n="114" d="100"/>
          <a:sy n="114" d="100"/>
        </p:scale>
        <p:origin x="414" y="108"/>
      </p:cViewPr>
      <p:guideLst/>
    </p:cSldViewPr>
  </p:slideViewPr>
  <p:notesTextViewPr>
    <p:cViewPr>
      <p:scale>
        <a:sx n="1" d="1"/>
        <a:sy n="1" d="1"/>
      </p:scale>
      <p:origin x="0" y="0"/>
    </p:cViewPr>
  </p:notesTextViewPr>
  <p:sorterViewPr>
    <p:cViewPr varScale="1">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diagrams/_rels/data1.xml.rels><?xml version="1.0" encoding="UTF-8" standalone="yes"?>
<Relationships xmlns="http://schemas.openxmlformats.org/package/2006/relationships"><Relationship Id="rId1" Type="http://schemas.openxmlformats.org/officeDocument/2006/relationships/image" Target="../media/image11.jpeg"/></Relationships>
</file>

<file path=ppt/diagrams/_rels/drawing1.xml.rels><?xml version="1.0" encoding="UTF-8" standalone="yes"?>
<Relationships xmlns="http://schemas.openxmlformats.org/package/2006/relationships"><Relationship Id="rId1" Type="http://schemas.openxmlformats.org/officeDocument/2006/relationships/image" Target="../media/image11.jpe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6A841CF-813E-4003-AB02-1FE7473B5F8D}" type="doc">
      <dgm:prSet loTypeId="urn:microsoft.com/office/officeart/2009/3/layout/SnapshotPictureList" loCatId="picture" qsTypeId="urn:microsoft.com/office/officeart/2005/8/quickstyle/simple1" qsCatId="simple" csTypeId="urn:microsoft.com/office/officeart/2005/8/colors/accent1_2" csCatId="accent1"/>
      <dgm:spPr/>
    </dgm:pt>
    <dgm:pt modelId="{862CF8A3-0F82-497A-8197-B2AFEFC3DC49}">
      <dgm:prSet phldrT="[Text]" phldr="1"/>
      <dgm:spPr/>
      <dgm:t>
        <a:bodyPr/>
        <a:lstStyle/>
        <a:p>
          <a:endParaRPr lang="en-US"/>
        </a:p>
      </dgm:t>
    </dgm:pt>
    <dgm:pt modelId="{2590AAD8-1F43-4F3A-B318-1004215100C1}" type="parTrans" cxnId="{3A726227-D488-4F34-9FCB-3085654530D7}">
      <dgm:prSet/>
      <dgm:spPr/>
      <dgm:t>
        <a:bodyPr/>
        <a:lstStyle/>
        <a:p>
          <a:endParaRPr lang="en-US"/>
        </a:p>
      </dgm:t>
    </dgm:pt>
    <dgm:pt modelId="{4076E58B-B95A-4ADA-9F42-E9B2DA8D1C83}" type="sibTrans" cxnId="{3A726227-D488-4F34-9FCB-3085654530D7}">
      <dgm:prSet/>
      <dgm:spPr/>
      <dgm:t>
        <a:bodyPr/>
        <a:lstStyle/>
        <a:p>
          <a:endParaRPr lang="en-US"/>
        </a:p>
      </dgm:t>
    </dgm:pt>
    <dgm:pt modelId="{8EBEBADB-FC2D-4F63-B593-381F3AF6FB51}" type="pres">
      <dgm:prSet presAssocID="{26A841CF-813E-4003-AB02-1FE7473B5F8D}" presName="Name0" presStyleCnt="0">
        <dgm:presLayoutVars>
          <dgm:chMax/>
          <dgm:chPref/>
          <dgm:dir/>
          <dgm:animLvl val="lvl"/>
        </dgm:presLayoutVars>
      </dgm:prSet>
      <dgm:spPr/>
    </dgm:pt>
    <dgm:pt modelId="{F3521C5E-5A4C-4A2F-867B-B65814C9AEB1}" type="pres">
      <dgm:prSet presAssocID="{862CF8A3-0F82-497A-8197-B2AFEFC3DC49}" presName="composite" presStyleCnt="0"/>
      <dgm:spPr/>
    </dgm:pt>
    <dgm:pt modelId="{F3B2D506-E5AB-41AE-A3AA-081511B0352E}" type="pres">
      <dgm:prSet presAssocID="{862CF8A3-0F82-497A-8197-B2AFEFC3DC49}" presName="ParentAccentShape" presStyleLbl="trBgShp" presStyleIdx="0" presStyleCnt="1"/>
      <dgm:spPr/>
    </dgm:pt>
    <dgm:pt modelId="{BCA2F371-4B73-483A-8966-8AB9760F6D92}" type="pres">
      <dgm:prSet presAssocID="{862CF8A3-0F82-497A-8197-B2AFEFC3DC49}" presName="ParentText" presStyleLbl="revTx" presStyleIdx="0" presStyleCnt="2">
        <dgm:presLayoutVars>
          <dgm:chMax val="1"/>
          <dgm:chPref val="1"/>
          <dgm:bulletEnabled val="1"/>
        </dgm:presLayoutVars>
      </dgm:prSet>
      <dgm:spPr/>
    </dgm:pt>
    <dgm:pt modelId="{11F92506-6ED9-4515-9986-2A122E20E7E4}" type="pres">
      <dgm:prSet presAssocID="{862CF8A3-0F82-497A-8197-B2AFEFC3DC49}" presName="ChildText" presStyleLbl="revTx" presStyleIdx="1" presStyleCnt="2">
        <dgm:presLayoutVars>
          <dgm:chMax val="0"/>
          <dgm:chPref val="0"/>
        </dgm:presLayoutVars>
      </dgm:prSet>
      <dgm:spPr/>
    </dgm:pt>
    <dgm:pt modelId="{CDEDF0ED-AB77-49A9-9BB5-79F6C0F04633}" type="pres">
      <dgm:prSet presAssocID="{862CF8A3-0F82-497A-8197-B2AFEFC3DC49}" presName="ChildAccentShape" presStyleLbl="trBgShp" presStyleIdx="0" presStyleCnt="1"/>
      <dgm:spPr/>
    </dgm:pt>
    <dgm:pt modelId="{9CCF384A-5F5E-4FE4-8242-6FD7FE89EC6A}" type="pres">
      <dgm:prSet presAssocID="{862CF8A3-0F82-497A-8197-B2AFEFC3DC49}" presName="Image" presStyleLbl="alignImgPlace1" presStyleIdx="0" presStyleCnt="1"/>
      <dgm:spPr>
        <a:blipFill>
          <a:blip xmlns:r="http://schemas.openxmlformats.org/officeDocument/2006/relationships" r:embed="rId1">
            <a:extLst>
              <a:ext uri="{28A0092B-C50C-407E-A947-70E740481C1C}">
                <a14:useLocalDpi xmlns:a14="http://schemas.microsoft.com/office/drawing/2010/main" val="0"/>
              </a:ext>
            </a:extLst>
          </a:blip>
          <a:srcRect/>
          <a:stretch>
            <a:fillRect t="-23000" b="-23000"/>
          </a:stretch>
        </a:blipFill>
      </dgm:spPr>
      <dgm:extLst>
        <a:ext uri="{E40237B7-FDA0-4F09-8148-C483321AD2D9}">
          <dgm14:cNvPr xmlns:dgm14="http://schemas.microsoft.com/office/drawing/2010/diagram" id="0" name="" descr="Bí kíp chốn công sở: Đi làm bị sếp mắng là chuyện &quot;cơm bữa&quot; nhưng đây là  cách nhân viên khôn ngoan &quot;sống chung&quot; với cấp trên siêu nóng tính">
            <a:extLst>
              <a:ext uri="{FF2B5EF4-FFF2-40B4-BE49-F238E27FC236}">
                <a16:creationId xmlns:a16="http://schemas.microsoft.com/office/drawing/2014/main" id="{ED562FDA-194D-634C-354D-1BCEB4844128}"/>
              </a:ext>
            </a:extLst>
          </dgm14:cNvPr>
        </a:ext>
      </dgm:extLst>
    </dgm:pt>
  </dgm:ptLst>
  <dgm:cxnLst>
    <dgm:cxn modelId="{3A726227-D488-4F34-9FCB-3085654530D7}" srcId="{26A841CF-813E-4003-AB02-1FE7473B5F8D}" destId="{862CF8A3-0F82-497A-8197-B2AFEFC3DC49}" srcOrd="0" destOrd="0" parTransId="{2590AAD8-1F43-4F3A-B318-1004215100C1}" sibTransId="{4076E58B-B95A-4ADA-9F42-E9B2DA8D1C83}"/>
    <dgm:cxn modelId="{134C004A-BA49-4C5F-BBAC-5649183858E1}" type="presOf" srcId="{26A841CF-813E-4003-AB02-1FE7473B5F8D}" destId="{8EBEBADB-FC2D-4F63-B593-381F3AF6FB51}" srcOrd="0" destOrd="0" presId="urn:microsoft.com/office/officeart/2009/3/layout/SnapshotPictureList"/>
    <dgm:cxn modelId="{3C979570-2AC7-4397-8A63-41C7934E2FCC}" type="presOf" srcId="{862CF8A3-0F82-497A-8197-B2AFEFC3DC49}" destId="{BCA2F371-4B73-483A-8966-8AB9760F6D92}" srcOrd="0" destOrd="0" presId="urn:microsoft.com/office/officeart/2009/3/layout/SnapshotPictureList"/>
    <dgm:cxn modelId="{B459296B-EDC4-4A45-A062-B7EEEE96DBB4}" type="presParOf" srcId="{8EBEBADB-FC2D-4F63-B593-381F3AF6FB51}" destId="{F3521C5E-5A4C-4A2F-867B-B65814C9AEB1}" srcOrd="0" destOrd="0" presId="urn:microsoft.com/office/officeart/2009/3/layout/SnapshotPictureList"/>
    <dgm:cxn modelId="{0702D9B3-01B9-44B5-832E-87516B16FB2A}" type="presParOf" srcId="{F3521C5E-5A4C-4A2F-867B-B65814C9AEB1}" destId="{F3B2D506-E5AB-41AE-A3AA-081511B0352E}" srcOrd="0" destOrd="0" presId="urn:microsoft.com/office/officeart/2009/3/layout/SnapshotPictureList"/>
    <dgm:cxn modelId="{8F644F04-00C2-4F34-A36B-D6BCA385DA78}" type="presParOf" srcId="{F3521C5E-5A4C-4A2F-867B-B65814C9AEB1}" destId="{BCA2F371-4B73-483A-8966-8AB9760F6D92}" srcOrd="1" destOrd="0" presId="urn:microsoft.com/office/officeart/2009/3/layout/SnapshotPictureList"/>
    <dgm:cxn modelId="{D3C0B799-CDCD-4A5C-8A9B-6457AA261192}" type="presParOf" srcId="{F3521C5E-5A4C-4A2F-867B-B65814C9AEB1}" destId="{11F92506-6ED9-4515-9986-2A122E20E7E4}" srcOrd="2" destOrd="0" presId="urn:microsoft.com/office/officeart/2009/3/layout/SnapshotPictureList"/>
    <dgm:cxn modelId="{C26135D6-7335-46A3-81F6-CB3ACD18F6A9}" type="presParOf" srcId="{F3521C5E-5A4C-4A2F-867B-B65814C9AEB1}" destId="{CDEDF0ED-AB77-49A9-9BB5-79F6C0F04633}" srcOrd="3" destOrd="0" presId="urn:microsoft.com/office/officeart/2009/3/layout/SnapshotPictureList"/>
    <dgm:cxn modelId="{308C628D-504E-4F3D-BE8B-C5D6E5358A33}" type="presParOf" srcId="{F3521C5E-5A4C-4A2F-867B-B65814C9AEB1}" destId="{9CCF384A-5F5E-4FE4-8242-6FD7FE89EC6A}" srcOrd="4" destOrd="0" presId="urn:microsoft.com/office/officeart/2009/3/layout/SnapshotPictur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3B2D506-E5AB-41AE-A3AA-081511B0352E}">
      <dsp:nvSpPr>
        <dsp:cNvPr id="0" name=""/>
        <dsp:cNvSpPr/>
      </dsp:nvSpPr>
      <dsp:spPr>
        <a:xfrm>
          <a:off x="83271" y="1118428"/>
          <a:ext cx="2165763" cy="1541181"/>
        </a:xfrm>
        <a:prstGeom prst="frame">
          <a:avLst>
            <a:gd name="adj1" fmla="val 5450"/>
          </a:avLst>
        </a:prstGeom>
        <a:solidFill>
          <a:schemeClr val="accent1">
            <a:tint val="50000"/>
            <a:alpha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CCF384A-5F5E-4FE4-8242-6FD7FE89EC6A}">
      <dsp:nvSpPr>
        <dsp:cNvPr id="0" name=""/>
        <dsp:cNvSpPr/>
      </dsp:nvSpPr>
      <dsp:spPr>
        <a:xfrm>
          <a:off x="0" y="933762"/>
          <a:ext cx="2082491" cy="1457823"/>
        </a:xfrm>
        <a:prstGeom prst="rect">
          <a:avLst/>
        </a:prstGeom>
        <a:blipFill>
          <a:blip xmlns:r="http://schemas.openxmlformats.org/officeDocument/2006/relationships" r:embed="rId1">
            <a:extLst>
              <a:ext uri="{28A0092B-C50C-407E-A947-70E740481C1C}">
                <a14:useLocalDpi xmlns:a14="http://schemas.microsoft.com/office/drawing/2010/main" val="0"/>
              </a:ext>
            </a:extLst>
          </a:blip>
          <a:srcRect/>
          <a:stretch>
            <a:fillRect t="-23000" b="-23000"/>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BCA2F371-4B73-483A-8966-8AB9760F6D92}">
      <dsp:nvSpPr>
        <dsp:cNvPr id="0" name=""/>
        <dsp:cNvSpPr/>
      </dsp:nvSpPr>
      <dsp:spPr>
        <a:xfrm>
          <a:off x="167942" y="2392103"/>
          <a:ext cx="1997820" cy="1829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1120" tIns="26670" rIns="71120" bIns="26670" numCol="1" spcCol="1270" anchor="ctr" anchorCtr="0">
          <a:noAutofit/>
        </a:bodyPr>
        <a:lstStyle/>
        <a:p>
          <a:pPr marL="0" lvl="0" indent="0" algn="l" defTabSz="311150">
            <a:lnSpc>
              <a:spcPct val="90000"/>
            </a:lnSpc>
            <a:spcBef>
              <a:spcPct val="0"/>
            </a:spcBef>
            <a:spcAft>
              <a:spcPct val="35000"/>
            </a:spcAft>
            <a:buNone/>
          </a:pPr>
          <a:endParaRPr lang="en-US" sz="700" kern="1200"/>
        </a:p>
      </dsp:txBody>
      <dsp:txXfrm>
        <a:off x="167942" y="2392103"/>
        <a:ext cx="1997820" cy="182939"/>
      </dsp:txXfrm>
    </dsp:sp>
    <dsp:sp modelId="{11F92506-6ED9-4515-9986-2A122E20E7E4}">
      <dsp:nvSpPr>
        <dsp:cNvPr id="0" name=""/>
        <dsp:cNvSpPr/>
      </dsp:nvSpPr>
      <dsp:spPr>
        <a:xfrm>
          <a:off x="2337205" y="1118428"/>
          <a:ext cx="990163" cy="1541181"/>
        </a:xfrm>
        <a:prstGeom prst="rect">
          <a:avLst/>
        </a:prstGeom>
        <a:noFill/>
        <a:ln>
          <a:noFill/>
        </a:ln>
        <a:effectLst/>
      </dsp:spPr>
      <dsp:style>
        <a:lnRef idx="0">
          <a:scrgbClr r="0" g="0" b="0"/>
        </a:lnRef>
        <a:fillRef idx="0">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9/3/layout/SnapshotPictureList">
  <dgm:title val=""/>
  <dgm:desc val=""/>
  <dgm:catLst>
    <dgm:cat type="picture" pri="3000"/>
    <dgm:cat type="pictureconvert" pri="3000"/>
  </dgm:catLst>
  <dgm:sampData>
    <dgm:dataModel>
      <dgm:ptLst>
        <dgm:pt modelId="0" type="doc"/>
        <dgm:pt modelId="10">
          <dgm:prSet phldr="1"/>
        </dgm:pt>
        <dgm:pt modelId="11">
          <dgm:prSet phldr="1"/>
        </dgm:pt>
      </dgm:ptLst>
      <dgm:cxnLst>
        <dgm:cxn modelId="40" srcId="0" destId="10" srcOrd="0" destOrd="0"/>
        <dgm:cxn modelId="12" srcId="10" destId="11" srcOrd="0" destOrd="0"/>
      </dgm:cxnLst>
      <dgm:bg/>
      <dgm:whole/>
    </dgm:dataModel>
  </dgm:sampData>
  <dgm:styleData>
    <dgm:dataModel>
      <dgm:ptLst>
        <dgm:pt modelId="0" type="doc"/>
        <dgm:pt modelId="10">
          <dgm:prSet phldr="1"/>
        </dgm:pt>
        <dgm:pt modelId="11">
          <dgm:prSet phldr="1"/>
        </dgm:pt>
      </dgm:ptLst>
      <dgm:cxnLst>
        <dgm:cxn modelId="40" srcId="0" destId="10" srcOrd="0" destOrd="0"/>
        <dgm:cxn modelId="12" srcId="10" destId="11" srcOrd="0" destOrd="0"/>
      </dgm:cxnLst>
      <dgm:bg/>
      <dgm:whole/>
    </dgm:dataModel>
  </dgm:styleData>
  <dgm:clrData>
    <dgm:dataModel>
      <dgm:ptLst>
        <dgm:pt modelId="0" type="doc"/>
        <dgm:pt modelId="10">
          <dgm:prSet phldr="1"/>
        </dgm:pt>
        <dgm:pt modelId="11">
          <dgm:prSet phldr="1"/>
        </dgm:pt>
      </dgm:ptLst>
      <dgm:cxnLst>
        <dgm:cxn modelId="40" srcId="0" destId="10" srcOrd="0" destOrd="0"/>
        <dgm:cxn modelId="12" srcId="10" destId="11" srcOrd="0" destOrd="0"/>
      </dgm:cxnLst>
      <dgm:bg/>
      <dgm:whole/>
    </dgm:dataModel>
  </dgm:clrData>
  <dgm:layoutNode name="Name0">
    <dgm:varLst>
      <dgm:chMax/>
      <dgm:chPref/>
      <dgm:dir/>
      <dgm:animLvl val="lvl"/>
    </dgm:varLst>
    <dgm:alg type="snake">
      <dgm:param type="grDir" val="tL"/>
      <dgm:param type="flowDir" val="col"/>
    </dgm:alg>
    <dgm:shape xmlns:r="http://schemas.openxmlformats.org/officeDocument/2006/relationships" r:blip="">
      <dgm:adjLst/>
    </dgm:shape>
    <dgm:constrLst>
      <dgm:constr type="primFontSz" for="des" forName="ChildText" refType="primFontSz" refFor="des" refForName="ParentText" op="lte"/>
      <dgm:constr type="w" for="ch" forName="composite" refType="w"/>
      <dgm:constr type="h" for="ch" forName="composite" refType="h"/>
      <dgm:constr type="sp" refType="h" refFor="ch" refForName="composite" op="equ" fact="0.1"/>
      <dgm:constr type="h" for="ch" forName="sibTrans" refType="h" refFor="ch" refForName="composite" op="equ" fact="0.1"/>
      <dgm:constr type="w" for="ch" forName="sibTrans" refType="h" refFor="ch" refForName="sibTrans" op="equ"/>
    </dgm:constrLst>
    <dgm:forEach name="nodesForEach" axis="ch" ptType="node">
      <dgm:layoutNode name="composite">
        <dgm:alg type="composite">
          <dgm:param type="ar" val="2.0273"/>
        </dgm:alg>
        <dgm:shape xmlns:r="http://schemas.openxmlformats.org/officeDocument/2006/relationships" r:blip="">
          <dgm:adjLst/>
        </dgm:shape>
        <dgm:choose name="Name1">
          <dgm:if name="Name2" func="var" arg="dir" op="equ" val="norm">
            <dgm:constrLst>
              <dgm:constr type="l" for="ch" forName="ParentAccentShape" refType="w" fact="0.0238"/>
              <dgm:constr type="t" for="ch" forName="ParentAccentShape" refType="h" fact="0.107"/>
              <dgm:constr type="w" for="ch" forName="ParentAccentShape" refType="w" fact="0.619"/>
              <dgm:constr type="h" for="ch" forName="ParentAccentShape" refType="h" fact="0.893"/>
              <dgm:constr type="l" for="ch" forName="ParentText" refType="w" fact="0.048"/>
              <dgm:constr type="t" for="ch" forName="ParentText" refType="h" fact="0.845"/>
              <dgm:constr type="w" for="ch" forName="ParentText" refType="w" fact="0.571"/>
              <dgm:constr type="h" for="ch" forName="ParentText" refType="h" fact="0.106"/>
              <dgm:constr type="l" for="ch" forName="ChildText" refType="w" fact="0.668"/>
              <dgm:constr type="t" for="ch" forName="ChildText" refType="h" fact="0.107"/>
              <dgm:constr type="w" for="ch" forName="ChildText" refType="w" fact="0.283"/>
              <dgm:constr type="h" for="ch" forName="ChildText" refType="h" fact="0.893"/>
              <dgm:constr type="l" for="ch" forName="ChildAccentShape" refType="w" fact="0.9762"/>
              <dgm:constr type="t" for="ch" forName="ChildAccentShape" refType="h" fact="0.107"/>
              <dgm:constr type="w" for="ch" forName="ChildAccentShape" refType="w" fact="0.0238"/>
              <dgm:constr type="h" for="ch" forName="ChildAccentShape" refType="h" fact="0.893"/>
              <dgm:constr type="l" for="ch" forName="Image" refType="w" fact="0"/>
              <dgm:constr type="t" for="ch" forName="Image" refType="h" fact="0"/>
              <dgm:constr type="w" for="ch" forName="Image" refType="w" fact="0.5952"/>
              <dgm:constr type="h" for="ch" forName="Image" refType="h" fact="0.8447"/>
            </dgm:constrLst>
          </dgm:if>
          <dgm:else name="Name3">
            <dgm:constrLst>
              <dgm:constr type="l" for="ch" forName="ParentAccentShape" refType="w" fact="0.3572"/>
              <dgm:constr type="t" for="ch" forName="ParentAccentShape" refType="h" fact="0.107"/>
              <dgm:constr type="w" for="ch" forName="ParentAccentShape" refType="w" fact="0.619"/>
              <dgm:constr type="h" for="ch" forName="ParentAccentShape" refType="h" fact="0.893"/>
              <dgm:constr type="l" for="ch" forName="ParentText" refType="w" fact="0.381"/>
              <dgm:constr type="t" for="ch" forName="ParentText" refType="h" fact="0.845"/>
              <dgm:constr type="w" for="ch" forName="ParentText" refType="w" fact="0.571"/>
              <dgm:constr type="h" for="ch" forName="ParentText" refType="h" fact="0.106"/>
              <dgm:constr type="l" for="ch" forName="ChildText" refType="w" fact="0.049"/>
              <dgm:constr type="t" for="ch" forName="ChildText" refType="h" fact="0.107"/>
              <dgm:constr type="w" for="ch" forName="ChildText" refType="w" fact="0.283"/>
              <dgm:constr type="h" for="ch" forName="ChildText" refType="h" fact="0.893"/>
              <dgm:constr type="l" for="ch" forName="ChildAccentShape" refType="w" fact="0"/>
              <dgm:constr type="t" for="ch" forName="ChildAccentShape" refType="h" fact="0.107"/>
              <dgm:constr type="w" for="ch" forName="ChildAccentShape" refType="w" fact="0.0238"/>
              <dgm:constr type="h" for="ch" forName="ChildAccentShape" refType="h" fact="0.893"/>
              <dgm:constr type="l" for="ch" forName="Image" refType="w" fact="0.4048"/>
              <dgm:constr type="t" for="ch" forName="Image" refType="h" fact="0"/>
              <dgm:constr type="w" for="ch" forName="Image" refType="w" fact="0.5952"/>
              <dgm:constr type="h" for="ch" forName="Image" refType="h" fact="0.8447"/>
            </dgm:constrLst>
          </dgm:else>
        </dgm:choose>
        <dgm:layoutNode name="ParentAccentShape" styleLbl="trBgShp">
          <dgm:alg type="sp"/>
          <dgm:shape xmlns:r="http://schemas.openxmlformats.org/officeDocument/2006/relationships" type="frame" r:blip="" zOrderOff="-10">
            <dgm:adjLst>
              <dgm:adj idx="1" val="0.0545"/>
            </dgm:adjLst>
          </dgm:shape>
          <dgm:presOf/>
        </dgm:layoutNode>
        <dgm:layoutNode name="ParentText" styleLbl="revTx">
          <dgm:varLst>
            <dgm:chMax val="1"/>
            <dgm:chPref val="1"/>
            <dgm:bulletEnabled val="1"/>
          </dgm:varLst>
          <dgm:alg type="tx">
            <dgm:param type="parTxLTRAlign" val="l"/>
          </dgm:alg>
          <dgm:shape xmlns:r="http://schemas.openxmlformats.org/officeDocument/2006/relationships" type="rect" r:blip="" zOrderOff="10">
            <dgm:adjLst/>
          </dgm:shape>
          <dgm:presOf axis="self" ptType="node"/>
          <dgm:constrLst>
            <dgm:constr type="lMarg" refType="primFontSz" fact="0.8"/>
            <dgm:constr type="rMarg" refType="primFontSz" fact="0.8"/>
            <dgm:constr type="tMarg" refType="primFontSz" fact="0.3"/>
            <dgm:constr type="bMarg" refType="primFontSz" fact="0.3"/>
          </dgm:constrLst>
          <dgm:ruleLst>
            <dgm:rule type="primFontSz" val="5" fact="NaN" max="NaN"/>
          </dgm:ruleLst>
        </dgm:layoutNode>
        <dgm:layoutNode name="ChildText" styleLbl="revTx">
          <dgm:varLst>
            <dgm:chMax val="0"/>
            <dgm:chPref val="0"/>
          </dgm:varLst>
          <dgm:alg type="tx">
            <dgm:param type="parTxLTRAlign" val="l"/>
            <dgm:param type="txAnchorVert" val="t"/>
          </dgm:alg>
          <dgm:shape xmlns:r="http://schemas.openxmlformats.org/officeDocument/2006/relationships" type="rect" r:blip="" zOrderOff="10">
            <dgm:adjLst/>
          </dgm:shape>
          <dgm:choose name="Name4">
            <dgm:if name="Name5" axis="ch" ptType="node" func="cnt" op="gte" val="1">
              <dgm:presOf axis="des" ptType="node"/>
            </dgm:if>
            <dgm:else name="Name6">
              <dgm:presOf/>
            </dgm:else>
          </dgm:choose>
          <dgm:constrLst>
            <dgm:constr type="lMarg" refType="primFontSz" fact="0"/>
            <dgm:constr type="rMarg" refType="primFontSz" fact="0"/>
            <dgm:constr type="tMarg" refType="primFontSz" fact="0"/>
            <dgm:constr type="bMarg" refType="primFontSz" fact="0"/>
          </dgm:constrLst>
          <dgm:ruleLst>
            <dgm:rule type="primFontSz" val="5" fact="NaN" max="NaN"/>
          </dgm:ruleLst>
        </dgm:layoutNode>
        <dgm:layoutNode name="ChildAccentShape" styleLbl="trBgShp">
          <dgm:alg type="sp"/>
          <dgm:choose name="Name7">
            <dgm:if name="Name8" axis="ch" ptType="node" func="cnt" op="gte" val="1">
              <dgm:shape xmlns:r="http://schemas.openxmlformats.org/officeDocument/2006/relationships" type="rect" r:blip="" zOrderOff="-10">
                <dgm:adjLst/>
              </dgm:shape>
            </dgm:if>
            <dgm:else name="Name9">
              <dgm:shape xmlns:r="http://schemas.openxmlformats.org/officeDocument/2006/relationships" type="rect" r:blip="" hideGeom="1">
                <dgm:adjLst/>
              </dgm:shape>
            </dgm:else>
          </dgm:choose>
          <dgm:presOf/>
        </dgm:layoutNode>
        <dgm:layoutNode name="Image" styleLbl="alignImgPlace1">
          <dgm:alg type="sp"/>
          <dgm:shape xmlns:r="http://schemas.openxmlformats.org/officeDocument/2006/relationships" type="rect" r:blip="" blipPhldr="1">
            <dgm:adjLst/>
          </dgm:shape>
          <dgm:presOf/>
        </dgm:layoutNod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597B3F8-C340-4318-8C75-170B8EBB690A}" type="datetimeFigureOut">
              <a:rPr lang="en-US" smtClean="0"/>
              <a:t>12/24/2024</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65A24F-6607-414A-9CBE-2085AC938D38}" type="slidenum">
              <a:rPr lang="en-US" smtClean="0"/>
              <a:t>‹#›</a:t>
            </a:fld>
            <a:endParaRPr lang="en-US" dirty="0"/>
          </a:p>
        </p:txBody>
      </p:sp>
    </p:spTree>
    <p:extLst>
      <p:ext uri="{BB962C8B-B14F-4D97-AF65-F5344CB8AC3E}">
        <p14:creationId xmlns:p14="http://schemas.microsoft.com/office/powerpoint/2010/main" val="8329321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E6245391-2B00-42DF-8EDF-661F49F73B4B}" type="slidenum">
              <a:rPr lang="en-US" smtClean="0"/>
              <a:t>1</a:t>
            </a:fld>
            <a:endParaRPr lang="en-US" dirty="0"/>
          </a:p>
        </p:txBody>
      </p:sp>
    </p:spTree>
    <p:extLst>
      <p:ext uri="{BB962C8B-B14F-4D97-AF65-F5344CB8AC3E}">
        <p14:creationId xmlns:p14="http://schemas.microsoft.com/office/powerpoint/2010/main" val="102258765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12" name="Color">
            <a:extLst>
              <a:ext uri="{FF2B5EF4-FFF2-40B4-BE49-F238E27FC236}">
                <a16:creationId xmlns:a16="http://schemas.microsoft.com/office/drawing/2014/main" id="{FA4D13FF-E43C-4B51-9140-198ABD1013E0}"/>
              </a:ext>
              <a:ext uri="{C183D7F6-B498-43B3-948B-1728B52AA6E4}">
                <adec:decorative xmlns:adec="http://schemas.microsoft.com/office/drawing/2017/decorative" val="1"/>
              </a:ext>
            </a:extLst>
          </p:cNvPr>
          <p:cNvSpPr/>
          <p:nvPr userDrawn="1"/>
        </p:nvSpPr>
        <p:spPr>
          <a:xfrm>
            <a:off x="3048" y="0"/>
            <a:ext cx="12188952"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Picture Placeholder 17">
            <a:extLst>
              <a:ext uri="{FF2B5EF4-FFF2-40B4-BE49-F238E27FC236}">
                <a16:creationId xmlns:a16="http://schemas.microsoft.com/office/drawing/2014/main" id="{BD6D72DA-E998-4423-9062-95ED07DA3C35}"/>
              </a:ext>
            </a:extLst>
          </p:cNvPr>
          <p:cNvSpPr>
            <a:spLocks noGrp="1"/>
          </p:cNvSpPr>
          <p:nvPr>
            <p:ph type="pic" sz="quarter" idx="13"/>
          </p:nvPr>
        </p:nvSpPr>
        <p:spPr>
          <a:xfrm>
            <a:off x="640080" y="0"/>
            <a:ext cx="10890504" cy="6272784"/>
          </a:xfrm>
          <a:solidFill>
            <a:schemeClr val="accent4"/>
          </a:solidFill>
        </p:spPr>
        <p:txBody>
          <a:bodyPr/>
          <a:lstStyle/>
          <a:p>
            <a:r>
              <a:rPr lang="en-US"/>
              <a:t>Click icon to add picture</a:t>
            </a:r>
            <a:endParaRPr lang="en-US" dirty="0"/>
          </a:p>
        </p:txBody>
      </p:sp>
      <p:grpSp>
        <p:nvGrpSpPr>
          <p:cNvPr id="7" name="Group 6">
            <a:extLst>
              <a:ext uri="{FF2B5EF4-FFF2-40B4-BE49-F238E27FC236}">
                <a16:creationId xmlns:a16="http://schemas.microsoft.com/office/drawing/2014/main" id="{4E35B043-CE11-40A1-975A-2026D87B2470}"/>
              </a:ext>
            </a:extLst>
          </p:cNvPr>
          <p:cNvGrpSpPr/>
          <p:nvPr userDrawn="1"/>
        </p:nvGrpSpPr>
        <p:grpSpPr>
          <a:xfrm>
            <a:off x="1524" y="0"/>
            <a:ext cx="12188952" cy="3812005"/>
            <a:chOff x="1524" y="0"/>
            <a:chExt cx="12188952" cy="3812005"/>
          </a:xfrm>
        </p:grpSpPr>
        <p:sp>
          <p:nvSpPr>
            <p:cNvPr id="9" name="Freeform: Shape 8">
              <a:extLst>
                <a:ext uri="{FF2B5EF4-FFF2-40B4-BE49-F238E27FC236}">
                  <a16:creationId xmlns:a16="http://schemas.microsoft.com/office/drawing/2014/main" id="{434E6181-B1B7-466A-A6E7-04495563A46C}"/>
                </a:ext>
              </a:extLst>
            </p:cNvPr>
            <p:cNvSpPr/>
            <p:nvPr userDrawn="1"/>
          </p:nvSpPr>
          <p:spPr>
            <a:xfrm>
              <a:off x="1524" y="2390523"/>
              <a:ext cx="611491" cy="1421482"/>
            </a:xfrm>
            <a:custGeom>
              <a:avLst/>
              <a:gdLst>
                <a:gd name="connsiteX0" fmla="*/ 0 w 611491"/>
                <a:gd name="connsiteY0" fmla="*/ 0 h 1429512"/>
                <a:gd name="connsiteX1" fmla="*/ 62526 w 611491"/>
                <a:gd name="connsiteY1" fmla="*/ 22473 h 1429512"/>
                <a:gd name="connsiteX2" fmla="*/ 241043 w 611491"/>
                <a:gd name="connsiteY2" fmla="*/ 176817 h 1429512"/>
                <a:gd name="connsiteX3" fmla="*/ 497720 w 611491"/>
                <a:gd name="connsiteY3" fmla="*/ 299929 h 1429512"/>
                <a:gd name="connsiteX4" fmla="*/ 610380 w 611491"/>
                <a:gd name="connsiteY4" fmla="*/ 577513 h 1429512"/>
                <a:gd name="connsiteX5" fmla="*/ 458232 w 611491"/>
                <a:gd name="connsiteY5" fmla="*/ 845805 h 1429512"/>
                <a:gd name="connsiteX6" fmla="*/ 455909 w 611491"/>
                <a:gd name="connsiteY6" fmla="*/ 848128 h 1429512"/>
                <a:gd name="connsiteX7" fmla="*/ 407128 w 611491"/>
                <a:gd name="connsiteY7" fmla="*/ 956142 h 1429512"/>
                <a:gd name="connsiteX8" fmla="*/ 396675 w 611491"/>
                <a:gd name="connsiteY8" fmla="*/ 993308 h 1429512"/>
                <a:gd name="connsiteX9" fmla="*/ 230590 w 611491"/>
                <a:gd name="connsiteY9" fmla="*/ 1283668 h 1429512"/>
                <a:gd name="connsiteX10" fmla="*/ 7730 w 611491"/>
                <a:gd name="connsiteY10" fmla="*/ 1427579 h 1429512"/>
                <a:gd name="connsiteX11" fmla="*/ 0 w 611491"/>
                <a:gd name="connsiteY11" fmla="*/ 1429512 h 142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1491" h="1429512">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dirty="0"/>
            </a:p>
          </p:txBody>
        </p:sp>
        <p:sp>
          <p:nvSpPr>
            <p:cNvPr id="10" name="Freeform: Shape 9">
              <a:extLst>
                <a:ext uri="{FF2B5EF4-FFF2-40B4-BE49-F238E27FC236}">
                  <a16:creationId xmlns:a16="http://schemas.microsoft.com/office/drawing/2014/main" id="{91E3244E-A9A6-4AB9-ACA1-78B35C704AED}"/>
                </a:ext>
              </a:extLst>
            </p:cNvPr>
            <p:cNvSpPr/>
            <p:nvPr userDrawn="1"/>
          </p:nvSpPr>
          <p:spPr>
            <a:xfrm>
              <a:off x="10948374" y="0"/>
              <a:ext cx="1242102" cy="2620884"/>
            </a:xfrm>
            <a:custGeom>
              <a:avLst/>
              <a:gdLst>
                <a:gd name="connsiteX0" fmla="*/ 48089 w 1242102"/>
                <a:gd name="connsiteY0" fmla="*/ 0 h 2635689"/>
                <a:gd name="connsiteX1" fmla="*/ 1242102 w 1242102"/>
                <a:gd name="connsiteY1" fmla="*/ 0 h 2635689"/>
                <a:gd name="connsiteX2" fmla="*/ 1242102 w 1242102"/>
                <a:gd name="connsiteY2" fmla="*/ 2546285 h 2635689"/>
                <a:gd name="connsiteX3" fmla="*/ 1169982 w 1242102"/>
                <a:gd name="connsiteY3" fmla="*/ 2578052 h 2635689"/>
                <a:gd name="connsiteX4" fmla="*/ 289259 w 1242102"/>
                <a:gd name="connsiteY4" fmla="*/ 2399682 h 2635689"/>
                <a:gd name="connsiteX5" fmla="*/ 77957 w 1242102"/>
                <a:gd name="connsiteY5" fmla="*/ 900439 h 2635689"/>
                <a:gd name="connsiteX6" fmla="*/ 123236 w 1242102"/>
                <a:gd name="connsiteY6" fmla="*/ 633796 h 2635689"/>
                <a:gd name="connsiteX7" fmla="*/ 128267 w 1242102"/>
                <a:gd name="connsiteY7" fmla="*/ 314326 h 2635689"/>
                <a:gd name="connsiteX8" fmla="*/ 44729 w 1242102"/>
                <a:gd name="connsiteY8" fmla="*/ 16426 h 2635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2102" h="2635689">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dirty="0"/>
            </a:p>
          </p:txBody>
        </p:sp>
      </p:grpSp>
      <p:sp>
        <p:nvSpPr>
          <p:cNvPr id="2" name="Title 1"/>
          <p:cNvSpPr>
            <a:spLocks noGrp="1"/>
          </p:cNvSpPr>
          <p:nvPr>
            <p:ph type="ctrTitle"/>
          </p:nvPr>
        </p:nvSpPr>
        <p:spPr>
          <a:xfrm>
            <a:off x="1524000" y="270351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518318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r>
              <a:rPr lang="en-US" dirty="0"/>
              <a:t>20XX</a:t>
            </a:r>
          </a:p>
        </p:txBody>
      </p:sp>
      <p:sp>
        <p:nvSpPr>
          <p:cNvPr id="5" name="Footer Placeholder 4"/>
          <p:cNvSpPr>
            <a:spLocks noGrp="1"/>
          </p:cNvSpPr>
          <p:nvPr>
            <p:ph type="ftr" sz="quarter" idx="11"/>
          </p:nvPr>
        </p:nvSpPr>
        <p:spPr/>
        <p:txBody>
          <a:bodyPr/>
          <a:lstStyle/>
          <a:p>
            <a:r>
              <a:rPr lang="en-US" dirty="0"/>
              <a:t>Sample Footer Text</a:t>
            </a:r>
          </a:p>
        </p:txBody>
      </p:sp>
      <p:sp>
        <p:nvSpPr>
          <p:cNvPr id="6" name="Slide Number Placeholder 5"/>
          <p:cNvSpPr>
            <a:spLocks noGrp="1"/>
          </p:cNvSpPr>
          <p:nvPr>
            <p:ph type="sldNum" sz="quarter" idx="12"/>
          </p:nvPr>
        </p:nvSpPr>
        <p:spPr/>
        <p:txBody>
          <a:bodyPr/>
          <a:lstStyle/>
          <a:p>
            <a:fld id="{DFDF98CC-160E-494C-8C3C-8CDC5FA257DE}" type="slidenum">
              <a:rPr lang="en-US" smtClean="0"/>
              <a:t>‹#›</a:t>
            </a:fld>
            <a:endParaRPr lang="en-US" dirty="0"/>
          </a:p>
        </p:txBody>
      </p:sp>
    </p:spTree>
    <p:extLst>
      <p:ext uri="{BB962C8B-B14F-4D97-AF65-F5344CB8AC3E}">
        <p14:creationId xmlns:p14="http://schemas.microsoft.com/office/powerpoint/2010/main" val="29663621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useBgFill="1">
        <p:nvSpPr>
          <p:cNvPr id="20" name="Slide Background Fill">
            <a:extLst>
              <a:ext uri="{FF2B5EF4-FFF2-40B4-BE49-F238E27FC236}">
                <a16:creationId xmlns:a16="http://schemas.microsoft.com/office/drawing/2014/main" id="{C34CDAEC-B09F-4031-A569-2C5667697161}"/>
              </a:ext>
              <a:ext uri="{C183D7F6-B498-43B3-948B-1728B52AA6E4}">
                <adec:decorative xmlns:adec="http://schemas.microsoft.com/office/drawing/2017/decorative" val="1"/>
              </a:ext>
            </a:extLst>
          </p:cNvPr>
          <p:cNvSpPr/>
          <p:nvPr userDrawn="1"/>
        </p:nvSpPr>
        <p:spPr>
          <a:xfrm>
            <a:off x="1526" y="0"/>
            <a:ext cx="1218894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Color Cover">
            <a:extLst>
              <a:ext uri="{FF2B5EF4-FFF2-40B4-BE49-F238E27FC236}">
                <a16:creationId xmlns:a16="http://schemas.microsoft.com/office/drawing/2014/main" id="{D2458AC5-A103-4034-B129-4845F9BC1BC2}"/>
              </a:ext>
              <a:ext uri="{C183D7F6-B498-43B3-948B-1728B52AA6E4}">
                <adec:decorative xmlns:adec="http://schemas.microsoft.com/office/drawing/2017/decorative" val="1"/>
              </a:ext>
            </a:extLst>
          </p:cNvPr>
          <p:cNvSpPr/>
          <p:nvPr userDrawn="1"/>
        </p:nvSpPr>
        <p:spPr>
          <a:xfrm>
            <a:off x="1526" y="0"/>
            <a:ext cx="12188949"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Color">
            <a:extLst>
              <a:ext uri="{FF2B5EF4-FFF2-40B4-BE49-F238E27FC236}">
                <a16:creationId xmlns:a16="http://schemas.microsoft.com/office/drawing/2014/main" id="{5B5BBEE5-8560-4A96-B239-F7168D0D5C52}"/>
              </a:ext>
              <a:ext uri="{C183D7F6-B498-43B3-948B-1728B52AA6E4}">
                <adec:decorative xmlns:adec="http://schemas.microsoft.com/office/drawing/2017/decorative" val="1"/>
              </a:ext>
            </a:extLst>
          </p:cNvPr>
          <p:cNvSpPr/>
          <p:nvPr userDrawn="1"/>
        </p:nvSpPr>
        <p:spPr>
          <a:xfrm>
            <a:off x="1524" y="0"/>
            <a:ext cx="12188952" cy="3429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Title 17">
            <a:extLst>
              <a:ext uri="{FF2B5EF4-FFF2-40B4-BE49-F238E27FC236}">
                <a16:creationId xmlns:a16="http://schemas.microsoft.com/office/drawing/2014/main" id="{1576AB16-0C33-4110-9CF0-B01E42305179}"/>
              </a:ext>
            </a:extLst>
          </p:cNvPr>
          <p:cNvSpPr>
            <a:spLocks noGrp="1"/>
          </p:cNvSpPr>
          <p:nvPr>
            <p:ph type="title"/>
          </p:nvPr>
        </p:nvSpPr>
        <p:spPr>
          <a:xfrm>
            <a:off x="805434" y="993649"/>
            <a:ext cx="5692953" cy="2594302"/>
          </a:xfrm>
        </p:spPr>
        <p:txBody>
          <a:bodyPr anchor="ctr" anchorCtr="0">
            <a:normAutofit/>
          </a:bodyPr>
          <a:lstStyle/>
          <a:p>
            <a:pPr algn="l">
              <a:lnSpc>
                <a:spcPct val="100000"/>
              </a:lnSpc>
            </a:pPr>
            <a:r>
              <a:rPr lang="en-US" sz="5200">
                <a:solidFill>
                  <a:schemeClr val="bg1"/>
                </a:solidFill>
                <a:latin typeface="+mj-lt"/>
                <a:cs typeface="Sakkal Majalla" panose="020B0604020202020204" pitchFamily="2" charset="-78"/>
              </a:rPr>
              <a:t>Click to edit Master title style</a:t>
            </a:r>
            <a:endParaRPr lang="en-US" sz="5200" dirty="0">
              <a:solidFill>
                <a:schemeClr val="bg1"/>
              </a:solidFill>
              <a:latin typeface="+mj-lt"/>
              <a:cs typeface="Sakkal Majalla" panose="020B0604020202020204" pitchFamily="2" charset="-78"/>
            </a:endParaRPr>
          </a:p>
        </p:txBody>
      </p:sp>
      <p:sp>
        <p:nvSpPr>
          <p:cNvPr id="34" name="Content Placeholder 2">
            <a:extLst>
              <a:ext uri="{FF2B5EF4-FFF2-40B4-BE49-F238E27FC236}">
                <a16:creationId xmlns:a16="http://schemas.microsoft.com/office/drawing/2014/main" id="{BA92E4DB-4584-449D-A8FD-9DBD28AD482B}"/>
              </a:ext>
            </a:extLst>
          </p:cNvPr>
          <p:cNvSpPr>
            <a:spLocks noGrp="1"/>
          </p:cNvSpPr>
          <p:nvPr>
            <p:ph idx="1"/>
          </p:nvPr>
        </p:nvSpPr>
        <p:spPr>
          <a:xfrm>
            <a:off x="805433" y="3759200"/>
            <a:ext cx="5692953" cy="2611120"/>
          </a:xfrm>
        </p:spPr>
        <p:txBody>
          <a:bodyPr anchor="ctr">
            <a:normAutofit/>
          </a:bodyPr>
          <a:lstStyle>
            <a:lvl1pPr marL="0" indent="0">
              <a:buNone/>
              <a:defRPr sz="2800">
                <a:solidFill>
                  <a:schemeClr val="tx2"/>
                </a:solidFill>
              </a:defRPr>
            </a:lvl1pPr>
          </a:lstStyle>
          <a:p>
            <a:pPr marL="228600" lvl="0" indent="-228600" algn="l">
              <a:lnSpc>
                <a:spcPct val="110000"/>
              </a:lnSpc>
              <a:buClr>
                <a:schemeClr val="accent5"/>
              </a:buClr>
            </a:pPr>
            <a:r>
              <a:rPr lang="en-US" sz="2000" spc="110">
                <a:solidFill>
                  <a:schemeClr val="tx2"/>
                </a:solidFill>
                <a:cs typeface="Sakkal Majalla" panose="020B0604020202020204" pitchFamily="2" charset="-78"/>
              </a:rPr>
              <a:t>Click to edit Master text styles</a:t>
            </a:r>
          </a:p>
        </p:txBody>
      </p:sp>
      <p:sp>
        <p:nvSpPr>
          <p:cNvPr id="40" name="Picture Placeholder 39">
            <a:extLst>
              <a:ext uri="{FF2B5EF4-FFF2-40B4-BE49-F238E27FC236}">
                <a16:creationId xmlns:a16="http://schemas.microsoft.com/office/drawing/2014/main" id="{E8E43889-4CFA-49AB-BA8C-1F12AAAAD317}"/>
              </a:ext>
            </a:extLst>
          </p:cNvPr>
          <p:cNvSpPr>
            <a:spLocks noGrp="1"/>
          </p:cNvSpPr>
          <p:nvPr>
            <p:ph type="pic" sz="quarter" idx="14"/>
          </p:nvPr>
        </p:nvSpPr>
        <p:spPr>
          <a:xfrm>
            <a:off x="6821424" y="1216152"/>
            <a:ext cx="4727448" cy="4727448"/>
          </a:xfrm>
          <a:solidFill>
            <a:schemeClr val="accent4"/>
          </a:solidFill>
        </p:spPr>
        <p:txBody>
          <a:bodyPr/>
          <a:lstStyle/>
          <a:p>
            <a:r>
              <a:rPr lang="en-US"/>
              <a:t>Click icon to add picture</a:t>
            </a:r>
            <a:endParaRPr lang="en-US" dirty="0"/>
          </a:p>
        </p:txBody>
      </p:sp>
      <p:sp>
        <p:nvSpPr>
          <p:cNvPr id="35" name="Footer Placeholder 3">
            <a:extLst>
              <a:ext uri="{FF2B5EF4-FFF2-40B4-BE49-F238E27FC236}">
                <a16:creationId xmlns:a16="http://schemas.microsoft.com/office/drawing/2014/main" id="{1A176816-835F-41E2-894B-7188185DB1DE}"/>
              </a:ext>
            </a:extLst>
          </p:cNvPr>
          <p:cNvSpPr txBox="1">
            <a:spLocks/>
          </p:cNvSpPr>
          <p:nvPr userDrawn="1"/>
        </p:nvSpPr>
        <p:spPr>
          <a:xfrm rot="5400000">
            <a:off x="9994392" y="4032504"/>
            <a:ext cx="3657600" cy="640080"/>
          </a:xfrm>
          <a:prstGeom prst="rect">
            <a:avLst/>
          </a:prstGeom>
        </p:spPr>
        <p:txBody>
          <a:bodyPr vert="horz" lIns="91440" tIns="45720" rIns="91440" bIns="45720" rtlCol="0" anchor="ctr"/>
          <a:lstStyle>
            <a:defPPr>
              <a:defRPr lang="en-US"/>
            </a:defPPr>
            <a:lvl1pPr marL="0" algn="ctr" defTabSz="457200" rtl="0" eaLnBrk="1" latinLnBrk="0" hangingPunct="1">
              <a:defRPr sz="1100" kern="1200" cap="all" spc="130" baseline="0">
                <a:solidFill>
                  <a:schemeClr val="tx2"/>
                </a:solidFill>
                <a:latin typeface="+mn-lt"/>
                <a:ea typeface="+mn-ea"/>
                <a:cs typeface="Sakkal Majalla" panose="02000000000000000000" pitchFamily="2" charset="-78"/>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dirty="0"/>
              <a:t>Sample Footer Text</a:t>
            </a:r>
          </a:p>
        </p:txBody>
      </p:sp>
      <p:sp>
        <p:nvSpPr>
          <p:cNvPr id="36" name="Slide Number Placeholder 8">
            <a:extLst>
              <a:ext uri="{FF2B5EF4-FFF2-40B4-BE49-F238E27FC236}">
                <a16:creationId xmlns:a16="http://schemas.microsoft.com/office/drawing/2014/main" id="{ECB58A53-F7AC-44BD-8287-957AD3F537AA}"/>
              </a:ext>
            </a:extLst>
          </p:cNvPr>
          <p:cNvSpPr txBox="1">
            <a:spLocks/>
          </p:cNvSpPr>
          <p:nvPr userDrawn="1"/>
        </p:nvSpPr>
        <p:spPr>
          <a:xfrm>
            <a:off x="11525250" y="6217920"/>
            <a:ext cx="640080" cy="640080"/>
          </a:xfrm>
          <a:prstGeom prst="rect">
            <a:avLst/>
          </a:prstGeom>
        </p:spPr>
        <p:txBody>
          <a:bodyPr vert="horz" lIns="91440" tIns="45720" rIns="91440" bIns="45720" rtlCol="0" anchor="ctr"/>
          <a:lstStyle>
            <a:defPPr>
              <a:defRPr lang="en-US"/>
            </a:defPPr>
            <a:lvl1pPr marL="0" algn="ctr" defTabSz="457200" rtl="0" eaLnBrk="1" latinLnBrk="0" hangingPunct="1">
              <a:defRPr sz="1600" kern="1200" cap="all" spc="130" baseline="0">
                <a:solidFill>
                  <a:schemeClr val="tx2"/>
                </a:solidFill>
                <a:latin typeface="+mn-lt"/>
                <a:ea typeface="+mn-ea"/>
                <a:cs typeface="Sakkal Majalla" panose="02000000000000000000" pitchFamily="2" charset="-78"/>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DFDF98CC-160E-494C-8C3C-8CDC5FA257DE}" type="slidenum">
              <a:rPr lang="en-US" smtClean="0"/>
              <a:pPr/>
              <a:t>‹#›</a:t>
            </a:fld>
            <a:endParaRPr lang="en-US" dirty="0"/>
          </a:p>
        </p:txBody>
      </p:sp>
      <p:grpSp>
        <p:nvGrpSpPr>
          <p:cNvPr id="13" name="Group 12">
            <a:extLst>
              <a:ext uri="{FF2B5EF4-FFF2-40B4-BE49-F238E27FC236}">
                <a16:creationId xmlns:a16="http://schemas.microsoft.com/office/drawing/2014/main" id="{E2CF6EAE-9D40-46F2-9837-A376EBB7B1D3}"/>
              </a:ext>
              <a:ext uri="{C183D7F6-B498-43B3-948B-1728B52AA6E4}">
                <adec:decorative xmlns:adec="http://schemas.microsoft.com/office/drawing/2017/decorative" val="1"/>
              </a:ext>
            </a:extLst>
          </p:cNvPr>
          <p:cNvGrpSpPr/>
          <p:nvPr userDrawn="1"/>
        </p:nvGrpSpPr>
        <p:grpSpPr>
          <a:xfrm>
            <a:off x="0" y="0"/>
            <a:ext cx="12188952" cy="6858000"/>
            <a:chOff x="0" y="0"/>
            <a:chExt cx="12188952" cy="6858000"/>
          </a:xfrm>
        </p:grpSpPr>
        <p:sp>
          <p:nvSpPr>
            <p:cNvPr id="14" name="Freeform: Shape 13">
              <a:extLst>
                <a:ext uri="{FF2B5EF4-FFF2-40B4-BE49-F238E27FC236}">
                  <a16:creationId xmlns:a16="http://schemas.microsoft.com/office/drawing/2014/main" id="{629DC8BB-38C0-465F-9888-E22D1CE89798}"/>
                </a:ext>
              </a:extLst>
            </p:cNvPr>
            <p:cNvSpPr/>
            <p:nvPr/>
          </p:nvSpPr>
          <p:spPr>
            <a:xfrm>
              <a:off x="26122" y="6015669"/>
              <a:ext cx="2605762" cy="842331"/>
            </a:xfrm>
            <a:custGeom>
              <a:avLst/>
              <a:gdLst>
                <a:gd name="connsiteX0" fmla="*/ 1151220 w 3180577"/>
                <a:gd name="connsiteY0" fmla="*/ 1105 h 1033951"/>
                <a:gd name="connsiteX1" fmla="*/ 1735251 w 3180577"/>
                <a:gd name="connsiteY1" fmla="*/ 77956 h 1033951"/>
                <a:gd name="connsiteX2" fmla="*/ 2001894 w 3180577"/>
                <a:gd name="connsiteY2" fmla="*/ 123235 h 1033951"/>
                <a:gd name="connsiteX3" fmla="*/ 2321364 w 3180577"/>
                <a:gd name="connsiteY3" fmla="*/ 128266 h 1033951"/>
                <a:gd name="connsiteX4" fmla="*/ 2671019 w 3180577"/>
                <a:gd name="connsiteY4" fmla="*/ 55316 h 1033951"/>
                <a:gd name="connsiteX5" fmla="*/ 2982942 w 3180577"/>
                <a:gd name="connsiteY5" fmla="*/ 326991 h 1033951"/>
                <a:gd name="connsiteX6" fmla="*/ 3176430 w 3180577"/>
                <a:gd name="connsiteY6" fmla="*/ 1024557 h 1033951"/>
                <a:gd name="connsiteX7" fmla="*/ 3174833 w 3180577"/>
                <a:gd name="connsiteY7" fmla="*/ 1033951 h 1033951"/>
                <a:gd name="connsiteX8" fmla="*/ 23630 w 3180577"/>
                <a:gd name="connsiteY8" fmla="*/ 1033951 h 1033951"/>
                <a:gd name="connsiteX9" fmla="*/ 11184 w 3180577"/>
                <a:gd name="connsiteY9" fmla="*/ 984167 h 1033951"/>
                <a:gd name="connsiteX10" fmla="*/ 236008 w 3180577"/>
                <a:gd name="connsiteY10" fmla="*/ 289258 h 1033951"/>
                <a:gd name="connsiteX11" fmla="*/ 1151220 w 3180577"/>
                <a:gd name="connsiteY11" fmla="*/ 1105 h 1033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0577" h="1033951">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Freeform: Shape 14">
              <a:extLst>
                <a:ext uri="{FF2B5EF4-FFF2-40B4-BE49-F238E27FC236}">
                  <a16:creationId xmlns:a16="http://schemas.microsoft.com/office/drawing/2014/main" id="{CA9EBB00-FAF1-426F-A8B1-B97EB282915A}"/>
                </a:ext>
              </a:extLst>
            </p:cNvPr>
            <p:cNvSpPr/>
            <p:nvPr/>
          </p:nvSpPr>
          <p:spPr>
            <a:xfrm>
              <a:off x="655184" y="5798001"/>
              <a:ext cx="2485581" cy="1059999"/>
            </a:xfrm>
            <a:custGeom>
              <a:avLst/>
              <a:gdLst>
                <a:gd name="connsiteX0" fmla="*/ 1553968 w 2449768"/>
                <a:gd name="connsiteY0" fmla="*/ 1045598 h 1050628"/>
                <a:gd name="connsiteX1" fmla="*/ 1561623 w 2449768"/>
                <a:gd name="connsiteY1" fmla="*/ 1050628 h 1050628"/>
                <a:gd name="connsiteX2" fmla="*/ 1540857 w 2449768"/>
                <a:gd name="connsiteY2" fmla="*/ 1050628 h 1050628"/>
                <a:gd name="connsiteX3" fmla="*/ 1542955 w 2449768"/>
                <a:gd name="connsiteY3" fmla="*/ 1048256 h 1050628"/>
                <a:gd name="connsiteX4" fmla="*/ 1553968 w 2449768"/>
                <a:gd name="connsiteY4" fmla="*/ 1045598 h 1050628"/>
                <a:gd name="connsiteX5" fmla="*/ 490647 w 2449768"/>
                <a:gd name="connsiteY5" fmla="*/ 1036483 h 1050628"/>
                <a:gd name="connsiteX6" fmla="*/ 503939 w 2449768"/>
                <a:gd name="connsiteY6" fmla="*/ 1045217 h 1050628"/>
                <a:gd name="connsiteX7" fmla="*/ 505485 w 2449768"/>
                <a:gd name="connsiteY7" fmla="*/ 1050628 h 1050628"/>
                <a:gd name="connsiteX8" fmla="*/ 470645 w 2449768"/>
                <a:gd name="connsiteY8" fmla="*/ 1050628 h 1050628"/>
                <a:gd name="connsiteX9" fmla="*/ 469761 w 2449768"/>
                <a:gd name="connsiteY9" fmla="*/ 1046736 h 1050628"/>
                <a:gd name="connsiteX10" fmla="*/ 479634 w 2449768"/>
                <a:gd name="connsiteY10" fmla="*/ 1039141 h 1050628"/>
                <a:gd name="connsiteX11" fmla="*/ 490647 w 2449768"/>
                <a:gd name="connsiteY11" fmla="*/ 1036483 h 1050628"/>
                <a:gd name="connsiteX12" fmla="*/ 326591 w 2449768"/>
                <a:gd name="connsiteY12" fmla="*/ 1030407 h 1050628"/>
                <a:gd name="connsiteX13" fmla="*/ 339883 w 2449768"/>
                <a:gd name="connsiteY13" fmla="*/ 1039141 h 1050628"/>
                <a:gd name="connsiteX14" fmla="*/ 341999 w 2449768"/>
                <a:gd name="connsiteY14" fmla="*/ 1050628 h 1050628"/>
                <a:gd name="connsiteX15" fmla="*/ 308260 w 2449768"/>
                <a:gd name="connsiteY15" fmla="*/ 1050628 h 1050628"/>
                <a:gd name="connsiteX16" fmla="*/ 306844 w 2449768"/>
                <a:gd name="connsiteY16" fmla="*/ 1042939 h 1050628"/>
                <a:gd name="connsiteX17" fmla="*/ 315578 w 2449768"/>
                <a:gd name="connsiteY17" fmla="*/ 1033065 h 1050628"/>
                <a:gd name="connsiteX18" fmla="*/ 326591 w 2449768"/>
                <a:gd name="connsiteY18" fmla="*/ 1030407 h 1050628"/>
                <a:gd name="connsiteX19" fmla="*/ 20886 w 2449768"/>
                <a:gd name="connsiteY19" fmla="*/ 1026229 h 1050628"/>
                <a:gd name="connsiteX20" fmla="*/ 33039 w 2449768"/>
                <a:gd name="connsiteY20" fmla="*/ 1036103 h 1050628"/>
                <a:gd name="connsiteX21" fmla="*/ 36837 w 2449768"/>
                <a:gd name="connsiteY21" fmla="*/ 1049395 h 1050628"/>
                <a:gd name="connsiteX22" fmla="*/ 35731 w 2449768"/>
                <a:gd name="connsiteY22" fmla="*/ 1050628 h 1050628"/>
                <a:gd name="connsiteX23" fmla="*/ 1976 w 2449768"/>
                <a:gd name="connsiteY23" fmla="*/ 1050628 h 1050628"/>
                <a:gd name="connsiteX24" fmla="*/ 0 w 2449768"/>
                <a:gd name="connsiteY24" fmla="*/ 1039901 h 1050628"/>
                <a:gd name="connsiteX25" fmla="*/ 8734 w 2449768"/>
                <a:gd name="connsiteY25" fmla="*/ 1030027 h 1050628"/>
                <a:gd name="connsiteX26" fmla="*/ 20886 w 2449768"/>
                <a:gd name="connsiteY26" fmla="*/ 1026229 h 1050628"/>
                <a:gd name="connsiteX27" fmla="*/ 2100819 w 2449768"/>
                <a:gd name="connsiteY27" fmla="*/ 1024331 h 1050628"/>
                <a:gd name="connsiteX28" fmla="*/ 2114111 w 2449768"/>
                <a:gd name="connsiteY28" fmla="*/ 1033065 h 1050628"/>
                <a:gd name="connsiteX29" fmla="*/ 2117909 w 2449768"/>
                <a:gd name="connsiteY29" fmla="*/ 1046357 h 1050628"/>
                <a:gd name="connsiteX30" fmla="*/ 2114079 w 2449768"/>
                <a:gd name="connsiteY30" fmla="*/ 1050628 h 1050628"/>
                <a:gd name="connsiteX31" fmla="*/ 2083616 w 2449768"/>
                <a:gd name="connsiteY31" fmla="*/ 1050628 h 1050628"/>
                <a:gd name="connsiteX32" fmla="*/ 2081072 w 2449768"/>
                <a:gd name="connsiteY32" fmla="*/ 1035724 h 1050628"/>
                <a:gd name="connsiteX33" fmla="*/ 2089806 w 2449768"/>
                <a:gd name="connsiteY33" fmla="*/ 1026989 h 1050628"/>
                <a:gd name="connsiteX34" fmla="*/ 2100819 w 2449768"/>
                <a:gd name="connsiteY34" fmla="*/ 1024331 h 1050628"/>
                <a:gd name="connsiteX35" fmla="*/ 1192439 w 2449768"/>
                <a:gd name="connsiteY35" fmla="*/ 1024331 h 1050628"/>
                <a:gd name="connsiteX36" fmla="*/ 1205731 w 2449768"/>
                <a:gd name="connsiteY36" fmla="*/ 1033065 h 1050628"/>
                <a:gd name="connsiteX37" fmla="*/ 1209529 w 2449768"/>
                <a:gd name="connsiteY37" fmla="*/ 1046357 h 1050628"/>
                <a:gd name="connsiteX38" fmla="*/ 1205699 w 2449768"/>
                <a:gd name="connsiteY38" fmla="*/ 1050628 h 1050628"/>
                <a:gd name="connsiteX39" fmla="*/ 1175227 w 2449768"/>
                <a:gd name="connsiteY39" fmla="*/ 1050628 h 1050628"/>
                <a:gd name="connsiteX40" fmla="*/ 1172692 w 2449768"/>
                <a:gd name="connsiteY40" fmla="*/ 1036863 h 1050628"/>
                <a:gd name="connsiteX41" fmla="*/ 1181426 w 2449768"/>
                <a:gd name="connsiteY41" fmla="*/ 1026989 h 1050628"/>
                <a:gd name="connsiteX42" fmla="*/ 1192439 w 2449768"/>
                <a:gd name="connsiteY42" fmla="*/ 1024331 h 1050628"/>
                <a:gd name="connsiteX43" fmla="*/ 788376 w 2449768"/>
                <a:gd name="connsiteY43" fmla="*/ 1024331 h 1050628"/>
                <a:gd name="connsiteX44" fmla="*/ 801668 w 2449768"/>
                <a:gd name="connsiteY44" fmla="*/ 1033065 h 1050628"/>
                <a:gd name="connsiteX45" fmla="*/ 805466 w 2449768"/>
                <a:gd name="connsiteY45" fmla="*/ 1046357 h 1050628"/>
                <a:gd name="connsiteX46" fmla="*/ 801636 w 2449768"/>
                <a:gd name="connsiteY46" fmla="*/ 1050628 h 1050628"/>
                <a:gd name="connsiteX47" fmla="*/ 771181 w 2449768"/>
                <a:gd name="connsiteY47" fmla="*/ 1050628 h 1050628"/>
                <a:gd name="connsiteX48" fmla="*/ 768629 w 2449768"/>
                <a:gd name="connsiteY48" fmla="*/ 1034584 h 1050628"/>
                <a:gd name="connsiteX49" fmla="*/ 777363 w 2449768"/>
                <a:gd name="connsiteY49" fmla="*/ 1026989 h 1050628"/>
                <a:gd name="connsiteX50" fmla="*/ 788376 w 2449768"/>
                <a:gd name="connsiteY50" fmla="*/ 1024331 h 1050628"/>
                <a:gd name="connsiteX51" fmla="*/ 138231 w 2449768"/>
                <a:gd name="connsiteY51" fmla="*/ 1024331 h 1050628"/>
                <a:gd name="connsiteX52" fmla="*/ 151523 w 2449768"/>
                <a:gd name="connsiteY52" fmla="*/ 1033065 h 1050628"/>
                <a:gd name="connsiteX53" fmla="*/ 154181 w 2449768"/>
                <a:gd name="connsiteY53" fmla="*/ 1047496 h 1050628"/>
                <a:gd name="connsiteX54" fmla="*/ 151411 w 2449768"/>
                <a:gd name="connsiteY54" fmla="*/ 1050628 h 1050628"/>
                <a:gd name="connsiteX55" fmla="*/ 121019 w 2449768"/>
                <a:gd name="connsiteY55" fmla="*/ 1050628 h 1050628"/>
                <a:gd name="connsiteX56" fmla="*/ 118484 w 2449768"/>
                <a:gd name="connsiteY56" fmla="*/ 1036863 h 1050628"/>
                <a:gd name="connsiteX57" fmla="*/ 127218 w 2449768"/>
                <a:gd name="connsiteY57" fmla="*/ 1026989 h 1050628"/>
                <a:gd name="connsiteX58" fmla="*/ 138231 w 2449768"/>
                <a:gd name="connsiteY58" fmla="*/ 1024331 h 1050628"/>
                <a:gd name="connsiteX59" fmla="*/ 894709 w 2449768"/>
                <a:gd name="connsiteY59" fmla="*/ 1021293 h 1050628"/>
                <a:gd name="connsiteX60" fmla="*/ 908001 w 2449768"/>
                <a:gd name="connsiteY60" fmla="*/ 1030027 h 1050628"/>
                <a:gd name="connsiteX61" fmla="*/ 911799 w 2449768"/>
                <a:gd name="connsiteY61" fmla="*/ 1043319 h 1050628"/>
                <a:gd name="connsiteX62" fmla="*/ 905246 w 2449768"/>
                <a:gd name="connsiteY62" fmla="*/ 1050628 h 1050628"/>
                <a:gd name="connsiteX63" fmla="*/ 880920 w 2449768"/>
                <a:gd name="connsiteY63" fmla="*/ 1050628 h 1050628"/>
                <a:gd name="connsiteX64" fmla="*/ 877620 w 2449768"/>
                <a:gd name="connsiteY64" fmla="*/ 1048256 h 1050628"/>
                <a:gd name="connsiteX65" fmla="*/ 883696 w 2449768"/>
                <a:gd name="connsiteY65" fmla="*/ 1023951 h 1050628"/>
                <a:gd name="connsiteX66" fmla="*/ 894709 w 2449768"/>
                <a:gd name="connsiteY66" fmla="*/ 1021293 h 1050628"/>
                <a:gd name="connsiteX67" fmla="*/ 694197 w 2449768"/>
                <a:gd name="connsiteY67" fmla="*/ 1021293 h 1050628"/>
                <a:gd name="connsiteX68" fmla="*/ 707488 w 2449768"/>
                <a:gd name="connsiteY68" fmla="*/ 1030027 h 1050628"/>
                <a:gd name="connsiteX69" fmla="*/ 711286 w 2449768"/>
                <a:gd name="connsiteY69" fmla="*/ 1043319 h 1050628"/>
                <a:gd name="connsiteX70" fmla="*/ 704733 w 2449768"/>
                <a:gd name="connsiteY70" fmla="*/ 1050628 h 1050628"/>
                <a:gd name="connsiteX71" fmla="*/ 680408 w 2449768"/>
                <a:gd name="connsiteY71" fmla="*/ 1050628 h 1050628"/>
                <a:gd name="connsiteX72" fmla="*/ 677108 w 2449768"/>
                <a:gd name="connsiteY72" fmla="*/ 1048256 h 1050628"/>
                <a:gd name="connsiteX73" fmla="*/ 683184 w 2449768"/>
                <a:gd name="connsiteY73" fmla="*/ 1023951 h 1050628"/>
                <a:gd name="connsiteX74" fmla="*/ 694197 w 2449768"/>
                <a:gd name="connsiteY74" fmla="*/ 1021293 h 1050628"/>
                <a:gd name="connsiteX75" fmla="*/ 596979 w 2449768"/>
                <a:gd name="connsiteY75" fmla="*/ 1021293 h 1050628"/>
                <a:gd name="connsiteX76" fmla="*/ 610271 w 2449768"/>
                <a:gd name="connsiteY76" fmla="*/ 1030027 h 1050628"/>
                <a:gd name="connsiteX77" fmla="*/ 614069 w 2449768"/>
                <a:gd name="connsiteY77" fmla="*/ 1043319 h 1050628"/>
                <a:gd name="connsiteX78" fmla="*/ 607516 w 2449768"/>
                <a:gd name="connsiteY78" fmla="*/ 1050628 h 1050628"/>
                <a:gd name="connsiteX79" fmla="*/ 583190 w 2449768"/>
                <a:gd name="connsiteY79" fmla="*/ 1050628 h 1050628"/>
                <a:gd name="connsiteX80" fmla="*/ 579890 w 2449768"/>
                <a:gd name="connsiteY80" fmla="*/ 1048256 h 1050628"/>
                <a:gd name="connsiteX81" fmla="*/ 585966 w 2449768"/>
                <a:gd name="connsiteY81" fmla="*/ 1023951 h 1050628"/>
                <a:gd name="connsiteX82" fmla="*/ 596979 w 2449768"/>
                <a:gd name="connsiteY82" fmla="*/ 1021293 h 1050628"/>
                <a:gd name="connsiteX83" fmla="*/ 1086106 w 2449768"/>
                <a:gd name="connsiteY83" fmla="*/ 1015217 h 1050628"/>
                <a:gd name="connsiteX84" fmla="*/ 1099398 w 2449768"/>
                <a:gd name="connsiteY84" fmla="*/ 1023951 h 1050628"/>
                <a:gd name="connsiteX85" fmla="*/ 1093322 w 2449768"/>
                <a:gd name="connsiteY85" fmla="*/ 1048256 h 1050628"/>
                <a:gd name="connsiteX86" fmla="*/ 1082478 w 2449768"/>
                <a:gd name="connsiteY86" fmla="*/ 1050628 h 1050628"/>
                <a:gd name="connsiteX87" fmla="*/ 1080771 w 2449768"/>
                <a:gd name="connsiteY87" fmla="*/ 1050628 h 1050628"/>
                <a:gd name="connsiteX88" fmla="*/ 1069017 w 2449768"/>
                <a:gd name="connsiteY88" fmla="*/ 1042180 h 1050628"/>
                <a:gd name="connsiteX89" fmla="*/ 1075093 w 2449768"/>
                <a:gd name="connsiteY89" fmla="*/ 1017875 h 1050628"/>
                <a:gd name="connsiteX90" fmla="*/ 1086106 w 2449768"/>
                <a:gd name="connsiteY90" fmla="*/ 1015217 h 1050628"/>
                <a:gd name="connsiteX91" fmla="*/ 1313961 w 2449768"/>
                <a:gd name="connsiteY91" fmla="*/ 1009141 h 1050628"/>
                <a:gd name="connsiteX92" fmla="*/ 1327253 w 2449768"/>
                <a:gd name="connsiteY92" fmla="*/ 1017875 h 1050628"/>
                <a:gd name="connsiteX93" fmla="*/ 1321177 w 2449768"/>
                <a:gd name="connsiteY93" fmla="*/ 1042180 h 1050628"/>
                <a:gd name="connsiteX94" fmla="*/ 1296872 w 2449768"/>
                <a:gd name="connsiteY94" fmla="*/ 1036104 h 1050628"/>
                <a:gd name="connsiteX95" fmla="*/ 1302948 w 2449768"/>
                <a:gd name="connsiteY95" fmla="*/ 1011799 h 1050628"/>
                <a:gd name="connsiteX96" fmla="*/ 1313961 w 2449768"/>
                <a:gd name="connsiteY96" fmla="*/ 1009141 h 1050628"/>
                <a:gd name="connsiteX97" fmla="*/ 2337788 w 2449768"/>
                <a:gd name="connsiteY97" fmla="*/ 996989 h 1050628"/>
                <a:gd name="connsiteX98" fmla="*/ 2351080 w 2449768"/>
                <a:gd name="connsiteY98" fmla="*/ 1005723 h 1050628"/>
                <a:gd name="connsiteX99" fmla="*/ 2345004 w 2449768"/>
                <a:gd name="connsiteY99" fmla="*/ 1030028 h 1050628"/>
                <a:gd name="connsiteX100" fmla="*/ 2320699 w 2449768"/>
                <a:gd name="connsiteY100" fmla="*/ 1023952 h 1050628"/>
                <a:gd name="connsiteX101" fmla="*/ 2326775 w 2449768"/>
                <a:gd name="connsiteY101" fmla="*/ 999647 h 1050628"/>
                <a:gd name="connsiteX102" fmla="*/ 2337788 w 2449768"/>
                <a:gd name="connsiteY102" fmla="*/ 996989 h 1050628"/>
                <a:gd name="connsiteX103" fmla="*/ 1429407 w 2449768"/>
                <a:gd name="connsiteY103" fmla="*/ 990912 h 1050628"/>
                <a:gd name="connsiteX104" fmla="*/ 1442699 w 2449768"/>
                <a:gd name="connsiteY104" fmla="*/ 999646 h 1050628"/>
                <a:gd name="connsiteX105" fmla="*/ 1436623 w 2449768"/>
                <a:gd name="connsiteY105" fmla="*/ 1023951 h 1050628"/>
                <a:gd name="connsiteX106" fmla="*/ 1412318 w 2449768"/>
                <a:gd name="connsiteY106" fmla="*/ 1017875 h 1050628"/>
                <a:gd name="connsiteX107" fmla="*/ 1418394 w 2449768"/>
                <a:gd name="connsiteY107" fmla="*/ 993570 h 1050628"/>
                <a:gd name="connsiteX108" fmla="*/ 1429407 w 2449768"/>
                <a:gd name="connsiteY108" fmla="*/ 990912 h 1050628"/>
                <a:gd name="connsiteX109" fmla="*/ 1672452 w 2449768"/>
                <a:gd name="connsiteY109" fmla="*/ 987874 h 1050628"/>
                <a:gd name="connsiteX110" fmla="*/ 1685744 w 2449768"/>
                <a:gd name="connsiteY110" fmla="*/ 996608 h 1050628"/>
                <a:gd name="connsiteX111" fmla="*/ 1679668 w 2449768"/>
                <a:gd name="connsiteY111" fmla="*/ 1020913 h 1050628"/>
                <a:gd name="connsiteX112" fmla="*/ 1655363 w 2449768"/>
                <a:gd name="connsiteY112" fmla="*/ 1014837 h 1050628"/>
                <a:gd name="connsiteX113" fmla="*/ 1661439 w 2449768"/>
                <a:gd name="connsiteY113" fmla="*/ 990532 h 1050628"/>
                <a:gd name="connsiteX114" fmla="*/ 1672452 w 2449768"/>
                <a:gd name="connsiteY114" fmla="*/ 987874 h 1050628"/>
                <a:gd name="connsiteX115" fmla="*/ 1803089 w 2449768"/>
                <a:gd name="connsiteY115" fmla="*/ 975722 h 1050628"/>
                <a:gd name="connsiteX116" fmla="*/ 1816381 w 2449768"/>
                <a:gd name="connsiteY116" fmla="*/ 984456 h 1050628"/>
                <a:gd name="connsiteX117" fmla="*/ 1810305 w 2449768"/>
                <a:gd name="connsiteY117" fmla="*/ 1008761 h 1050628"/>
                <a:gd name="connsiteX118" fmla="*/ 1786000 w 2449768"/>
                <a:gd name="connsiteY118" fmla="*/ 1002685 h 1050628"/>
                <a:gd name="connsiteX119" fmla="*/ 1792076 w 2449768"/>
                <a:gd name="connsiteY119" fmla="*/ 978380 h 1050628"/>
                <a:gd name="connsiteX120" fmla="*/ 1803089 w 2449768"/>
                <a:gd name="connsiteY120" fmla="*/ 975722 h 1050628"/>
                <a:gd name="connsiteX121" fmla="*/ 2030944 w 2449768"/>
                <a:gd name="connsiteY121" fmla="*/ 969646 h 1050628"/>
                <a:gd name="connsiteX122" fmla="*/ 2044236 w 2449768"/>
                <a:gd name="connsiteY122" fmla="*/ 978380 h 1050628"/>
                <a:gd name="connsiteX123" fmla="*/ 2038160 w 2449768"/>
                <a:gd name="connsiteY123" fmla="*/ 1002685 h 1050628"/>
                <a:gd name="connsiteX124" fmla="*/ 2013855 w 2449768"/>
                <a:gd name="connsiteY124" fmla="*/ 996609 h 1050628"/>
                <a:gd name="connsiteX125" fmla="*/ 2019931 w 2449768"/>
                <a:gd name="connsiteY125" fmla="*/ 972304 h 1050628"/>
                <a:gd name="connsiteX126" fmla="*/ 2030944 w 2449768"/>
                <a:gd name="connsiteY126" fmla="*/ 969646 h 1050628"/>
                <a:gd name="connsiteX127" fmla="*/ 405581 w 2449768"/>
                <a:gd name="connsiteY127" fmla="*/ 966608 h 1050628"/>
                <a:gd name="connsiteX128" fmla="*/ 418873 w 2449768"/>
                <a:gd name="connsiteY128" fmla="*/ 975342 h 1050628"/>
                <a:gd name="connsiteX129" fmla="*/ 412797 w 2449768"/>
                <a:gd name="connsiteY129" fmla="*/ 999647 h 1050628"/>
                <a:gd name="connsiteX130" fmla="*/ 388492 w 2449768"/>
                <a:gd name="connsiteY130" fmla="*/ 993571 h 1050628"/>
                <a:gd name="connsiteX131" fmla="*/ 394568 w 2449768"/>
                <a:gd name="connsiteY131" fmla="*/ 969266 h 1050628"/>
                <a:gd name="connsiteX132" fmla="*/ 405581 w 2449768"/>
                <a:gd name="connsiteY132" fmla="*/ 966608 h 1050628"/>
                <a:gd name="connsiteX133" fmla="*/ 2225380 w 2449768"/>
                <a:gd name="connsiteY133" fmla="*/ 957494 h 1050628"/>
                <a:gd name="connsiteX134" fmla="*/ 2238671 w 2449768"/>
                <a:gd name="connsiteY134" fmla="*/ 966228 h 1050628"/>
                <a:gd name="connsiteX135" fmla="*/ 2232595 w 2449768"/>
                <a:gd name="connsiteY135" fmla="*/ 990533 h 1050628"/>
                <a:gd name="connsiteX136" fmla="*/ 2208290 w 2449768"/>
                <a:gd name="connsiteY136" fmla="*/ 984457 h 1050628"/>
                <a:gd name="connsiteX137" fmla="*/ 2214366 w 2449768"/>
                <a:gd name="connsiteY137" fmla="*/ 960152 h 1050628"/>
                <a:gd name="connsiteX138" fmla="*/ 2225380 w 2449768"/>
                <a:gd name="connsiteY138" fmla="*/ 957494 h 1050628"/>
                <a:gd name="connsiteX139" fmla="*/ 1927649 w 2449768"/>
                <a:gd name="connsiteY139" fmla="*/ 954456 h 1050628"/>
                <a:gd name="connsiteX140" fmla="*/ 1940941 w 2449768"/>
                <a:gd name="connsiteY140" fmla="*/ 963190 h 1050628"/>
                <a:gd name="connsiteX141" fmla="*/ 1934865 w 2449768"/>
                <a:gd name="connsiteY141" fmla="*/ 987495 h 1050628"/>
                <a:gd name="connsiteX142" fmla="*/ 1910560 w 2449768"/>
                <a:gd name="connsiteY142" fmla="*/ 981419 h 1050628"/>
                <a:gd name="connsiteX143" fmla="*/ 1916636 w 2449768"/>
                <a:gd name="connsiteY143" fmla="*/ 957114 h 1050628"/>
                <a:gd name="connsiteX144" fmla="*/ 1927649 w 2449768"/>
                <a:gd name="connsiteY144" fmla="*/ 954456 h 1050628"/>
                <a:gd name="connsiteX145" fmla="*/ 244564 w 2449768"/>
                <a:gd name="connsiteY145" fmla="*/ 954456 h 1050628"/>
                <a:gd name="connsiteX146" fmla="*/ 257856 w 2449768"/>
                <a:gd name="connsiteY146" fmla="*/ 963190 h 1050628"/>
                <a:gd name="connsiteX147" fmla="*/ 251780 w 2449768"/>
                <a:gd name="connsiteY147" fmla="*/ 987495 h 1050628"/>
                <a:gd name="connsiteX148" fmla="*/ 227475 w 2449768"/>
                <a:gd name="connsiteY148" fmla="*/ 981419 h 1050628"/>
                <a:gd name="connsiteX149" fmla="*/ 233551 w 2449768"/>
                <a:gd name="connsiteY149" fmla="*/ 957114 h 1050628"/>
                <a:gd name="connsiteX150" fmla="*/ 244564 w 2449768"/>
                <a:gd name="connsiteY150" fmla="*/ 954456 h 1050628"/>
                <a:gd name="connsiteX151" fmla="*/ 2431968 w 2449768"/>
                <a:gd name="connsiteY151" fmla="*/ 951418 h 1050628"/>
                <a:gd name="connsiteX152" fmla="*/ 2445260 w 2449768"/>
                <a:gd name="connsiteY152" fmla="*/ 960152 h 1050628"/>
                <a:gd name="connsiteX153" fmla="*/ 2439184 w 2449768"/>
                <a:gd name="connsiteY153" fmla="*/ 984457 h 1050628"/>
                <a:gd name="connsiteX154" fmla="*/ 2414879 w 2449768"/>
                <a:gd name="connsiteY154" fmla="*/ 978381 h 1050628"/>
                <a:gd name="connsiteX155" fmla="*/ 2420955 w 2449768"/>
                <a:gd name="connsiteY155" fmla="*/ 954076 h 1050628"/>
                <a:gd name="connsiteX156" fmla="*/ 2431968 w 2449768"/>
                <a:gd name="connsiteY156" fmla="*/ 951418 h 1050628"/>
                <a:gd name="connsiteX157" fmla="*/ 1553968 w 2449768"/>
                <a:gd name="connsiteY157" fmla="*/ 948380 h 1050628"/>
                <a:gd name="connsiteX158" fmla="*/ 1567259 w 2449768"/>
                <a:gd name="connsiteY158" fmla="*/ 957114 h 1050628"/>
                <a:gd name="connsiteX159" fmla="*/ 1561183 w 2449768"/>
                <a:gd name="connsiteY159" fmla="*/ 981419 h 1050628"/>
                <a:gd name="connsiteX160" fmla="*/ 1536879 w 2449768"/>
                <a:gd name="connsiteY160" fmla="*/ 975343 h 1050628"/>
                <a:gd name="connsiteX161" fmla="*/ 1542955 w 2449768"/>
                <a:gd name="connsiteY161" fmla="*/ 951038 h 1050628"/>
                <a:gd name="connsiteX162" fmla="*/ 1553968 w 2449768"/>
                <a:gd name="connsiteY162" fmla="*/ 948380 h 1050628"/>
                <a:gd name="connsiteX163" fmla="*/ 1222819 w 2449768"/>
                <a:gd name="connsiteY163" fmla="*/ 933189 h 1050628"/>
                <a:gd name="connsiteX164" fmla="*/ 1236111 w 2449768"/>
                <a:gd name="connsiteY164" fmla="*/ 941923 h 1050628"/>
                <a:gd name="connsiteX165" fmla="*/ 1230035 w 2449768"/>
                <a:gd name="connsiteY165" fmla="*/ 966228 h 1050628"/>
                <a:gd name="connsiteX166" fmla="*/ 1205730 w 2449768"/>
                <a:gd name="connsiteY166" fmla="*/ 960152 h 1050628"/>
                <a:gd name="connsiteX167" fmla="*/ 1211806 w 2449768"/>
                <a:gd name="connsiteY167" fmla="*/ 935847 h 1050628"/>
                <a:gd name="connsiteX168" fmla="*/ 1222819 w 2449768"/>
                <a:gd name="connsiteY168" fmla="*/ 933189 h 1050628"/>
                <a:gd name="connsiteX169" fmla="*/ 1031421 w 2449768"/>
                <a:gd name="connsiteY169" fmla="*/ 930151 h 1050628"/>
                <a:gd name="connsiteX170" fmla="*/ 1044713 w 2449768"/>
                <a:gd name="connsiteY170" fmla="*/ 938885 h 1050628"/>
                <a:gd name="connsiteX171" fmla="*/ 1038637 w 2449768"/>
                <a:gd name="connsiteY171" fmla="*/ 963190 h 1050628"/>
                <a:gd name="connsiteX172" fmla="*/ 1014332 w 2449768"/>
                <a:gd name="connsiteY172" fmla="*/ 957114 h 1050628"/>
                <a:gd name="connsiteX173" fmla="*/ 1020408 w 2449768"/>
                <a:gd name="connsiteY173" fmla="*/ 932809 h 1050628"/>
                <a:gd name="connsiteX174" fmla="*/ 1031421 w 2449768"/>
                <a:gd name="connsiteY174" fmla="*/ 930151 h 1050628"/>
                <a:gd name="connsiteX175" fmla="*/ 931165 w 2449768"/>
                <a:gd name="connsiteY175" fmla="*/ 930151 h 1050628"/>
                <a:gd name="connsiteX176" fmla="*/ 944457 w 2449768"/>
                <a:gd name="connsiteY176" fmla="*/ 938885 h 1050628"/>
                <a:gd name="connsiteX177" fmla="*/ 938381 w 2449768"/>
                <a:gd name="connsiteY177" fmla="*/ 963190 h 1050628"/>
                <a:gd name="connsiteX178" fmla="*/ 914076 w 2449768"/>
                <a:gd name="connsiteY178" fmla="*/ 957114 h 1050628"/>
                <a:gd name="connsiteX179" fmla="*/ 920152 w 2449768"/>
                <a:gd name="connsiteY179" fmla="*/ 932809 h 1050628"/>
                <a:gd name="connsiteX180" fmla="*/ 931165 w 2449768"/>
                <a:gd name="connsiteY180" fmla="*/ 930151 h 1050628"/>
                <a:gd name="connsiteX181" fmla="*/ 123041 w 2449768"/>
                <a:gd name="connsiteY181" fmla="*/ 930151 h 1050628"/>
                <a:gd name="connsiteX182" fmla="*/ 136333 w 2449768"/>
                <a:gd name="connsiteY182" fmla="*/ 938885 h 1050628"/>
                <a:gd name="connsiteX183" fmla="*/ 130257 w 2449768"/>
                <a:gd name="connsiteY183" fmla="*/ 963190 h 1050628"/>
                <a:gd name="connsiteX184" fmla="*/ 105952 w 2449768"/>
                <a:gd name="connsiteY184" fmla="*/ 957114 h 1050628"/>
                <a:gd name="connsiteX185" fmla="*/ 112028 w 2449768"/>
                <a:gd name="connsiteY185" fmla="*/ 932809 h 1050628"/>
                <a:gd name="connsiteX186" fmla="*/ 123041 w 2449768"/>
                <a:gd name="connsiteY186" fmla="*/ 930151 h 1050628"/>
                <a:gd name="connsiteX187" fmla="*/ 524065 w 2449768"/>
                <a:gd name="connsiteY187" fmla="*/ 917999 h 1050628"/>
                <a:gd name="connsiteX188" fmla="*/ 537357 w 2449768"/>
                <a:gd name="connsiteY188" fmla="*/ 926733 h 1050628"/>
                <a:gd name="connsiteX189" fmla="*/ 531281 w 2449768"/>
                <a:gd name="connsiteY189" fmla="*/ 951038 h 1050628"/>
                <a:gd name="connsiteX190" fmla="*/ 506976 w 2449768"/>
                <a:gd name="connsiteY190" fmla="*/ 944962 h 1050628"/>
                <a:gd name="connsiteX191" fmla="*/ 513052 w 2449768"/>
                <a:gd name="connsiteY191" fmla="*/ 920657 h 1050628"/>
                <a:gd name="connsiteX192" fmla="*/ 524065 w 2449768"/>
                <a:gd name="connsiteY192" fmla="*/ 917999 h 1050628"/>
                <a:gd name="connsiteX193" fmla="*/ 824833 w 2449768"/>
                <a:gd name="connsiteY193" fmla="*/ 911923 h 1050628"/>
                <a:gd name="connsiteX194" fmla="*/ 838125 w 2449768"/>
                <a:gd name="connsiteY194" fmla="*/ 920657 h 1050628"/>
                <a:gd name="connsiteX195" fmla="*/ 832049 w 2449768"/>
                <a:gd name="connsiteY195" fmla="*/ 944962 h 1050628"/>
                <a:gd name="connsiteX196" fmla="*/ 807744 w 2449768"/>
                <a:gd name="connsiteY196" fmla="*/ 938886 h 1050628"/>
                <a:gd name="connsiteX197" fmla="*/ 813820 w 2449768"/>
                <a:gd name="connsiteY197" fmla="*/ 914581 h 1050628"/>
                <a:gd name="connsiteX198" fmla="*/ 824833 w 2449768"/>
                <a:gd name="connsiteY198" fmla="*/ 911923 h 1050628"/>
                <a:gd name="connsiteX199" fmla="*/ 2137276 w 2449768"/>
                <a:gd name="connsiteY199" fmla="*/ 905847 h 1050628"/>
                <a:gd name="connsiteX200" fmla="*/ 2150567 w 2449768"/>
                <a:gd name="connsiteY200" fmla="*/ 914581 h 1050628"/>
                <a:gd name="connsiteX201" fmla="*/ 2144491 w 2449768"/>
                <a:gd name="connsiteY201" fmla="*/ 938886 h 1050628"/>
                <a:gd name="connsiteX202" fmla="*/ 2120187 w 2449768"/>
                <a:gd name="connsiteY202" fmla="*/ 932810 h 1050628"/>
                <a:gd name="connsiteX203" fmla="*/ 2126263 w 2449768"/>
                <a:gd name="connsiteY203" fmla="*/ 908505 h 1050628"/>
                <a:gd name="connsiteX204" fmla="*/ 2137276 w 2449768"/>
                <a:gd name="connsiteY204" fmla="*/ 905847 h 1050628"/>
                <a:gd name="connsiteX205" fmla="*/ 630397 w 2449768"/>
                <a:gd name="connsiteY205" fmla="*/ 905847 h 1050628"/>
                <a:gd name="connsiteX206" fmla="*/ 643689 w 2449768"/>
                <a:gd name="connsiteY206" fmla="*/ 914581 h 1050628"/>
                <a:gd name="connsiteX207" fmla="*/ 637613 w 2449768"/>
                <a:gd name="connsiteY207" fmla="*/ 938886 h 1050628"/>
                <a:gd name="connsiteX208" fmla="*/ 613308 w 2449768"/>
                <a:gd name="connsiteY208" fmla="*/ 932810 h 1050628"/>
                <a:gd name="connsiteX209" fmla="*/ 619384 w 2449768"/>
                <a:gd name="connsiteY209" fmla="*/ 908505 h 1050628"/>
                <a:gd name="connsiteX210" fmla="*/ 630397 w 2449768"/>
                <a:gd name="connsiteY210" fmla="*/ 905847 h 1050628"/>
                <a:gd name="connsiteX211" fmla="*/ 1332189 w 2449768"/>
                <a:gd name="connsiteY211" fmla="*/ 896733 h 1050628"/>
                <a:gd name="connsiteX212" fmla="*/ 1345481 w 2449768"/>
                <a:gd name="connsiteY212" fmla="*/ 905467 h 1050628"/>
                <a:gd name="connsiteX213" fmla="*/ 1339405 w 2449768"/>
                <a:gd name="connsiteY213" fmla="*/ 929772 h 1050628"/>
                <a:gd name="connsiteX214" fmla="*/ 1315100 w 2449768"/>
                <a:gd name="connsiteY214" fmla="*/ 923696 h 1050628"/>
                <a:gd name="connsiteX215" fmla="*/ 1321176 w 2449768"/>
                <a:gd name="connsiteY215" fmla="*/ 899391 h 1050628"/>
                <a:gd name="connsiteX216" fmla="*/ 1332189 w 2449768"/>
                <a:gd name="connsiteY216" fmla="*/ 896733 h 1050628"/>
                <a:gd name="connsiteX217" fmla="*/ 724577 w 2449768"/>
                <a:gd name="connsiteY217" fmla="*/ 890656 h 1050628"/>
                <a:gd name="connsiteX218" fmla="*/ 737869 w 2449768"/>
                <a:gd name="connsiteY218" fmla="*/ 899390 h 1050628"/>
                <a:gd name="connsiteX219" fmla="*/ 731793 w 2449768"/>
                <a:gd name="connsiteY219" fmla="*/ 923695 h 1050628"/>
                <a:gd name="connsiteX220" fmla="*/ 707488 w 2449768"/>
                <a:gd name="connsiteY220" fmla="*/ 917619 h 1050628"/>
                <a:gd name="connsiteX221" fmla="*/ 713564 w 2449768"/>
                <a:gd name="connsiteY221" fmla="*/ 893314 h 1050628"/>
                <a:gd name="connsiteX222" fmla="*/ 724577 w 2449768"/>
                <a:gd name="connsiteY222" fmla="*/ 890656 h 1050628"/>
                <a:gd name="connsiteX223" fmla="*/ 1435484 w 2449768"/>
                <a:gd name="connsiteY223" fmla="*/ 884580 h 1050628"/>
                <a:gd name="connsiteX224" fmla="*/ 1448776 w 2449768"/>
                <a:gd name="connsiteY224" fmla="*/ 893314 h 1050628"/>
                <a:gd name="connsiteX225" fmla="*/ 1442700 w 2449768"/>
                <a:gd name="connsiteY225" fmla="*/ 917619 h 1050628"/>
                <a:gd name="connsiteX226" fmla="*/ 1418395 w 2449768"/>
                <a:gd name="connsiteY226" fmla="*/ 911543 h 1050628"/>
                <a:gd name="connsiteX227" fmla="*/ 1424471 w 2449768"/>
                <a:gd name="connsiteY227" fmla="*/ 887238 h 1050628"/>
                <a:gd name="connsiteX228" fmla="*/ 1435484 w 2449768"/>
                <a:gd name="connsiteY228" fmla="*/ 884580 h 1050628"/>
                <a:gd name="connsiteX229" fmla="*/ 1131677 w 2449768"/>
                <a:gd name="connsiteY229" fmla="*/ 884580 h 1050628"/>
                <a:gd name="connsiteX230" fmla="*/ 1144969 w 2449768"/>
                <a:gd name="connsiteY230" fmla="*/ 893314 h 1050628"/>
                <a:gd name="connsiteX231" fmla="*/ 1138893 w 2449768"/>
                <a:gd name="connsiteY231" fmla="*/ 917619 h 1050628"/>
                <a:gd name="connsiteX232" fmla="*/ 1114588 w 2449768"/>
                <a:gd name="connsiteY232" fmla="*/ 911543 h 1050628"/>
                <a:gd name="connsiteX233" fmla="*/ 1120664 w 2449768"/>
                <a:gd name="connsiteY233" fmla="*/ 887238 h 1050628"/>
                <a:gd name="connsiteX234" fmla="*/ 1131677 w 2449768"/>
                <a:gd name="connsiteY234" fmla="*/ 884580 h 1050628"/>
                <a:gd name="connsiteX235" fmla="*/ 1757518 w 2449768"/>
                <a:gd name="connsiteY235" fmla="*/ 881542 h 1050628"/>
                <a:gd name="connsiteX236" fmla="*/ 1770810 w 2449768"/>
                <a:gd name="connsiteY236" fmla="*/ 890276 h 1050628"/>
                <a:gd name="connsiteX237" fmla="*/ 1764734 w 2449768"/>
                <a:gd name="connsiteY237" fmla="*/ 914581 h 1050628"/>
                <a:gd name="connsiteX238" fmla="*/ 1740429 w 2449768"/>
                <a:gd name="connsiteY238" fmla="*/ 908505 h 1050628"/>
                <a:gd name="connsiteX239" fmla="*/ 1746505 w 2449768"/>
                <a:gd name="connsiteY239" fmla="*/ 884200 h 1050628"/>
                <a:gd name="connsiteX240" fmla="*/ 1757518 w 2449768"/>
                <a:gd name="connsiteY240" fmla="*/ 881542 h 1050628"/>
                <a:gd name="connsiteX241" fmla="*/ 1654224 w 2449768"/>
                <a:gd name="connsiteY241" fmla="*/ 881542 h 1050628"/>
                <a:gd name="connsiteX242" fmla="*/ 1667516 w 2449768"/>
                <a:gd name="connsiteY242" fmla="*/ 890276 h 1050628"/>
                <a:gd name="connsiteX243" fmla="*/ 1661440 w 2449768"/>
                <a:gd name="connsiteY243" fmla="*/ 914581 h 1050628"/>
                <a:gd name="connsiteX244" fmla="*/ 1637135 w 2449768"/>
                <a:gd name="connsiteY244" fmla="*/ 908505 h 1050628"/>
                <a:gd name="connsiteX245" fmla="*/ 1643211 w 2449768"/>
                <a:gd name="connsiteY245" fmla="*/ 884200 h 1050628"/>
                <a:gd name="connsiteX246" fmla="*/ 1654224 w 2449768"/>
                <a:gd name="connsiteY246" fmla="*/ 881542 h 1050628"/>
                <a:gd name="connsiteX247" fmla="*/ 2346903 w 2449768"/>
                <a:gd name="connsiteY247" fmla="*/ 878504 h 1050628"/>
                <a:gd name="connsiteX248" fmla="*/ 2360194 w 2449768"/>
                <a:gd name="connsiteY248" fmla="*/ 887238 h 1050628"/>
                <a:gd name="connsiteX249" fmla="*/ 2354118 w 2449768"/>
                <a:gd name="connsiteY249" fmla="*/ 911543 h 1050628"/>
                <a:gd name="connsiteX250" fmla="*/ 2329813 w 2449768"/>
                <a:gd name="connsiteY250" fmla="*/ 905467 h 1050628"/>
                <a:gd name="connsiteX251" fmla="*/ 2335889 w 2449768"/>
                <a:gd name="connsiteY251" fmla="*/ 881162 h 1050628"/>
                <a:gd name="connsiteX252" fmla="*/ 2346903 w 2449768"/>
                <a:gd name="connsiteY252" fmla="*/ 878504 h 1050628"/>
                <a:gd name="connsiteX253" fmla="*/ 320515 w 2449768"/>
                <a:gd name="connsiteY253" fmla="*/ 872428 h 1050628"/>
                <a:gd name="connsiteX254" fmla="*/ 333807 w 2449768"/>
                <a:gd name="connsiteY254" fmla="*/ 881162 h 1050628"/>
                <a:gd name="connsiteX255" fmla="*/ 327731 w 2449768"/>
                <a:gd name="connsiteY255" fmla="*/ 905467 h 1050628"/>
                <a:gd name="connsiteX256" fmla="*/ 303426 w 2449768"/>
                <a:gd name="connsiteY256" fmla="*/ 899391 h 1050628"/>
                <a:gd name="connsiteX257" fmla="*/ 309502 w 2449768"/>
                <a:gd name="connsiteY257" fmla="*/ 875086 h 1050628"/>
                <a:gd name="connsiteX258" fmla="*/ 320515 w 2449768"/>
                <a:gd name="connsiteY258" fmla="*/ 872428 h 1050628"/>
                <a:gd name="connsiteX259" fmla="*/ 1876003 w 2449768"/>
                <a:gd name="connsiteY259" fmla="*/ 866352 h 1050628"/>
                <a:gd name="connsiteX260" fmla="*/ 1889294 w 2449768"/>
                <a:gd name="connsiteY260" fmla="*/ 875086 h 1050628"/>
                <a:gd name="connsiteX261" fmla="*/ 1883218 w 2449768"/>
                <a:gd name="connsiteY261" fmla="*/ 899391 h 1050628"/>
                <a:gd name="connsiteX262" fmla="*/ 1858913 w 2449768"/>
                <a:gd name="connsiteY262" fmla="*/ 893315 h 1050628"/>
                <a:gd name="connsiteX263" fmla="*/ 1864989 w 2449768"/>
                <a:gd name="connsiteY263" fmla="*/ 869010 h 1050628"/>
                <a:gd name="connsiteX264" fmla="*/ 1876003 w 2449768"/>
                <a:gd name="connsiteY264" fmla="*/ 866352 h 1050628"/>
                <a:gd name="connsiteX265" fmla="*/ 2000563 w 2449768"/>
                <a:gd name="connsiteY265" fmla="*/ 857238 h 1050628"/>
                <a:gd name="connsiteX266" fmla="*/ 2013855 w 2449768"/>
                <a:gd name="connsiteY266" fmla="*/ 865972 h 1050628"/>
                <a:gd name="connsiteX267" fmla="*/ 2007779 w 2449768"/>
                <a:gd name="connsiteY267" fmla="*/ 890277 h 1050628"/>
                <a:gd name="connsiteX268" fmla="*/ 1983474 w 2449768"/>
                <a:gd name="connsiteY268" fmla="*/ 884201 h 1050628"/>
                <a:gd name="connsiteX269" fmla="*/ 1989550 w 2449768"/>
                <a:gd name="connsiteY269" fmla="*/ 859896 h 1050628"/>
                <a:gd name="connsiteX270" fmla="*/ 2000563 w 2449768"/>
                <a:gd name="connsiteY270" fmla="*/ 857238 h 1050628"/>
                <a:gd name="connsiteX271" fmla="*/ 420771 w 2449768"/>
                <a:gd name="connsiteY271" fmla="*/ 857238 h 1050628"/>
                <a:gd name="connsiteX272" fmla="*/ 434062 w 2449768"/>
                <a:gd name="connsiteY272" fmla="*/ 865972 h 1050628"/>
                <a:gd name="connsiteX273" fmla="*/ 427986 w 2449768"/>
                <a:gd name="connsiteY273" fmla="*/ 890277 h 1050628"/>
                <a:gd name="connsiteX274" fmla="*/ 403682 w 2449768"/>
                <a:gd name="connsiteY274" fmla="*/ 884201 h 1050628"/>
                <a:gd name="connsiteX275" fmla="*/ 409758 w 2449768"/>
                <a:gd name="connsiteY275" fmla="*/ 859896 h 1050628"/>
                <a:gd name="connsiteX276" fmla="*/ 420771 w 2449768"/>
                <a:gd name="connsiteY276" fmla="*/ 857238 h 1050628"/>
                <a:gd name="connsiteX277" fmla="*/ 2237532 w 2449768"/>
                <a:gd name="connsiteY277" fmla="*/ 848124 h 1050628"/>
                <a:gd name="connsiteX278" fmla="*/ 2250824 w 2449768"/>
                <a:gd name="connsiteY278" fmla="*/ 856858 h 1050628"/>
                <a:gd name="connsiteX279" fmla="*/ 2244748 w 2449768"/>
                <a:gd name="connsiteY279" fmla="*/ 881163 h 1050628"/>
                <a:gd name="connsiteX280" fmla="*/ 2220443 w 2449768"/>
                <a:gd name="connsiteY280" fmla="*/ 875087 h 1050628"/>
                <a:gd name="connsiteX281" fmla="*/ 2226519 w 2449768"/>
                <a:gd name="connsiteY281" fmla="*/ 850782 h 1050628"/>
                <a:gd name="connsiteX282" fmla="*/ 2237532 w 2449768"/>
                <a:gd name="connsiteY282" fmla="*/ 848124 h 1050628"/>
                <a:gd name="connsiteX283" fmla="*/ 211145 w 2449768"/>
                <a:gd name="connsiteY283" fmla="*/ 848124 h 1050628"/>
                <a:gd name="connsiteX284" fmla="*/ 224436 w 2449768"/>
                <a:gd name="connsiteY284" fmla="*/ 856858 h 1050628"/>
                <a:gd name="connsiteX285" fmla="*/ 218360 w 2449768"/>
                <a:gd name="connsiteY285" fmla="*/ 881163 h 1050628"/>
                <a:gd name="connsiteX286" fmla="*/ 194056 w 2449768"/>
                <a:gd name="connsiteY286" fmla="*/ 875087 h 1050628"/>
                <a:gd name="connsiteX287" fmla="*/ 200132 w 2449768"/>
                <a:gd name="connsiteY287" fmla="*/ 850782 h 1050628"/>
                <a:gd name="connsiteX288" fmla="*/ 211145 w 2449768"/>
                <a:gd name="connsiteY288" fmla="*/ 848124 h 1050628"/>
                <a:gd name="connsiteX289" fmla="*/ 1511435 w 2449768"/>
                <a:gd name="connsiteY289" fmla="*/ 839009 h 1050628"/>
                <a:gd name="connsiteX290" fmla="*/ 1524727 w 2449768"/>
                <a:gd name="connsiteY290" fmla="*/ 847743 h 1050628"/>
                <a:gd name="connsiteX291" fmla="*/ 1518651 w 2449768"/>
                <a:gd name="connsiteY291" fmla="*/ 872048 h 1050628"/>
                <a:gd name="connsiteX292" fmla="*/ 1494346 w 2449768"/>
                <a:gd name="connsiteY292" fmla="*/ 865972 h 1050628"/>
                <a:gd name="connsiteX293" fmla="*/ 1500422 w 2449768"/>
                <a:gd name="connsiteY293" fmla="*/ 841667 h 1050628"/>
                <a:gd name="connsiteX294" fmla="*/ 1511435 w 2449768"/>
                <a:gd name="connsiteY294" fmla="*/ 839009 h 1050628"/>
                <a:gd name="connsiteX295" fmla="*/ 1253200 w 2449768"/>
                <a:gd name="connsiteY295" fmla="*/ 826857 h 1050628"/>
                <a:gd name="connsiteX296" fmla="*/ 1266492 w 2449768"/>
                <a:gd name="connsiteY296" fmla="*/ 835591 h 1050628"/>
                <a:gd name="connsiteX297" fmla="*/ 1260416 w 2449768"/>
                <a:gd name="connsiteY297" fmla="*/ 859896 h 1050628"/>
                <a:gd name="connsiteX298" fmla="*/ 1236111 w 2449768"/>
                <a:gd name="connsiteY298" fmla="*/ 853820 h 1050628"/>
                <a:gd name="connsiteX299" fmla="*/ 1242187 w 2449768"/>
                <a:gd name="connsiteY299" fmla="*/ 829515 h 1050628"/>
                <a:gd name="connsiteX300" fmla="*/ 1253200 w 2449768"/>
                <a:gd name="connsiteY300" fmla="*/ 826857 h 1050628"/>
                <a:gd name="connsiteX301" fmla="*/ 2428930 w 2449768"/>
                <a:gd name="connsiteY301" fmla="*/ 814705 h 1050628"/>
                <a:gd name="connsiteX302" fmla="*/ 2442221 w 2449768"/>
                <a:gd name="connsiteY302" fmla="*/ 823439 h 1050628"/>
                <a:gd name="connsiteX303" fmla="*/ 2436145 w 2449768"/>
                <a:gd name="connsiteY303" fmla="*/ 847744 h 1050628"/>
                <a:gd name="connsiteX304" fmla="*/ 2411841 w 2449768"/>
                <a:gd name="connsiteY304" fmla="*/ 841668 h 1050628"/>
                <a:gd name="connsiteX305" fmla="*/ 2417917 w 2449768"/>
                <a:gd name="connsiteY305" fmla="*/ 817363 h 1050628"/>
                <a:gd name="connsiteX306" fmla="*/ 2428930 w 2449768"/>
                <a:gd name="connsiteY306" fmla="*/ 814705 h 1050628"/>
                <a:gd name="connsiteX307" fmla="*/ 991927 w 2449768"/>
                <a:gd name="connsiteY307" fmla="*/ 814705 h 1050628"/>
                <a:gd name="connsiteX308" fmla="*/ 1005218 w 2449768"/>
                <a:gd name="connsiteY308" fmla="*/ 823439 h 1050628"/>
                <a:gd name="connsiteX309" fmla="*/ 999142 w 2449768"/>
                <a:gd name="connsiteY309" fmla="*/ 847744 h 1050628"/>
                <a:gd name="connsiteX310" fmla="*/ 974838 w 2449768"/>
                <a:gd name="connsiteY310" fmla="*/ 841668 h 1050628"/>
                <a:gd name="connsiteX311" fmla="*/ 980914 w 2449768"/>
                <a:gd name="connsiteY311" fmla="*/ 817363 h 1050628"/>
                <a:gd name="connsiteX312" fmla="*/ 991927 w 2449768"/>
                <a:gd name="connsiteY312" fmla="*/ 814705 h 1050628"/>
                <a:gd name="connsiteX313" fmla="*/ 894709 w 2449768"/>
                <a:gd name="connsiteY313" fmla="*/ 814705 h 1050628"/>
                <a:gd name="connsiteX314" fmla="*/ 908001 w 2449768"/>
                <a:gd name="connsiteY314" fmla="*/ 823439 h 1050628"/>
                <a:gd name="connsiteX315" fmla="*/ 901925 w 2449768"/>
                <a:gd name="connsiteY315" fmla="*/ 847744 h 1050628"/>
                <a:gd name="connsiteX316" fmla="*/ 877620 w 2449768"/>
                <a:gd name="connsiteY316" fmla="*/ 841668 h 1050628"/>
                <a:gd name="connsiteX317" fmla="*/ 883696 w 2449768"/>
                <a:gd name="connsiteY317" fmla="*/ 817363 h 1050628"/>
                <a:gd name="connsiteX318" fmla="*/ 894709 w 2449768"/>
                <a:gd name="connsiteY318" fmla="*/ 814705 h 1050628"/>
                <a:gd name="connsiteX319" fmla="*/ 2088668 w 2449768"/>
                <a:gd name="connsiteY319" fmla="*/ 805591 h 1050628"/>
                <a:gd name="connsiteX320" fmla="*/ 2101959 w 2449768"/>
                <a:gd name="connsiteY320" fmla="*/ 814325 h 1050628"/>
                <a:gd name="connsiteX321" fmla="*/ 2095883 w 2449768"/>
                <a:gd name="connsiteY321" fmla="*/ 838630 h 1050628"/>
                <a:gd name="connsiteX322" fmla="*/ 2071578 w 2449768"/>
                <a:gd name="connsiteY322" fmla="*/ 832554 h 1050628"/>
                <a:gd name="connsiteX323" fmla="*/ 2077654 w 2449768"/>
                <a:gd name="connsiteY323" fmla="*/ 808249 h 1050628"/>
                <a:gd name="connsiteX324" fmla="*/ 2088668 w 2449768"/>
                <a:gd name="connsiteY324" fmla="*/ 805591 h 1050628"/>
                <a:gd name="connsiteX325" fmla="*/ 575712 w 2449768"/>
                <a:gd name="connsiteY325" fmla="*/ 802553 h 1050628"/>
                <a:gd name="connsiteX326" fmla="*/ 589004 w 2449768"/>
                <a:gd name="connsiteY326" fmla="*/ 811287 h 1050628"/>
                <a:gd name="connsiteX327" fmla="*/ 582928 w 2449768"/>
                <a:gd name="connsiteY327" fmla="*/ 835592 h 1050628"/>
                <a:gd name="connsiteX328" fmla="*/ 558623 w 2449768"/>
                <a:gd name="connsiteY328" fmla="*/ 829516 h 1050628"/>
                <a:gd name="connsiteX329" fmla="*/ 564699 w 2449768"/>
                <a:gd name="connsiteY329" fmla="*/ 805211 h 1050628"/>
                <a:gd name="connsiteX330" fmla="*/ 575712 w 2449768"/>
                <a:gd name="connsiteY330" fmla="*/ 802553 h 1050628"/>
                <a:gd name="connsiteX331" fmla="*/ 1602577 w 2449768"/>
                <a:gd name="connsiteY331" fmla="*/ 796477 h 1050628"/>
                <a:gd name="connsiteX332" fmla="*/ 1615869 w 2449768"/>
                <a:gd name="connsiteY332" fmla="*/ 805211 h 1050628"/>
                <a:gd name="connsiteX333" fmla="*/ 1609793 w 2449768"/>
                <a:gd name="connsiteY333" fmla="*/ 829516 h 1050628"/>
                <a:gd name="connsiteX334" fmla="*/ 1585488 w 2449768"/>
                <a:gd name="connsiteY334" fmla="*/ 823440 h 1050628"/>
                <a:gd name="connsiteX335" fmla="*/ 1591564 w 2449768"/>
                <a:gd name="connsiteY335" fmla="*/ 799135 h 1050628"/>
                <a:gd name="connsiteX336" fmla="*/ 1602577 w 2449768"/>
                <a:gd name="connsiteY336" fmla="*/ 796477 h 1050628"/>
                <a:gd name="connsiteX337" fmla="*/ 1104335 w 2449768"/>
                <a:gd name="connsiteY337" fmla="*/ 793438 h 1050628"/>
                <a:gd name="connsiteX338" fmla="*/ 1117627 w 2449768"/>
                <a:gd name="connsiteY338" fmla="*/ 802172 h 1050628"/>
                <a:gd name="connsiteX339" fmla="*/ 1111551 w 2449768"/>
                <a:gd name="connsiteY339" fmla="*/ 826477 h 1050628"/>
                <a:gd name="connsiteX340" fmla="*/ 1087246 w 2449768"/>
                <a:gd name="connsiteY340" fmla="*/ 820401 h 1050628"/>
                <a:gd name="connsiteX341" fmla="*/ 1093322 w 2449768"/>
                <a:gd name="connsiteY341" fmla="*/ 796096 h 1050628"/>
                <a:gd name="connsiteX342" fmla="*/ 1104335 w 2449768"/>
                <a:gd name="connsiteY342" fmla="*/ 793438 h 1050628"/>
                <a:gd name="connsiteX343" fmla="*/ 791415 w 2449768"/>
                <a:gd name="connsiteY343" fmla="*/ 793438 h 1050628"/>
                <a:gd name="connsiteX344" fmla="*/ 804707 w 2449768"/>
                <a:gd name="connsiteY344" fmla="*/ 802172 h 1050628"/>
                <a:gd name="connsiteX345" fmla="*/ 798631 w 2449768"/>
                <a:gd name="connsiteY345" fmla="*/ 826477 h 1050628"/>
                <a:gd name="connsiteX346" fmla="*/ 774326 w 2449768"/>
                <a:gd name="connsiteY346" fmla="*/ 820401 h 1050628"/>
                <a:gd name="connsiteX347" fmla="*/ 780402 w 2449768"/>
                <a:gd name="connsiteY347" fmla="*/ 796096 h 1050628"/>
                <a:gd name="connsiteX348" fmla="*/ 791415 w 2449768"/>
                <a:gd name="connsiteY348" fmla="*/ 793438 h 1050628"/>
                <a:gd name="connsiteX349" fmla="*/ 1371684 w 2449768"/>
                <a:gd name="connsiteY349" fmla="*/ 784324 h 1050628"/>
                <a:gd name="connsiteX350" fmla="*/ 1384976 w 2449768"/>
                <a:gd name="connsiteY350" fmla="*/ 793058 h 1050628"/>
                <a:gd name="connsiteX351" fmla="*/ 1378900 w 2449768"/>
                <a:gd name="connsiteY351" fmla="*/ 817363 h 1050628"/>
                <a:gd name="connsiteX352" fmla="*/ 1354595 w 2449768"/>
                <a:gd name="connsiteY352" fmla="*/ 811287 h 1050628"/>
                <a:gd name="connsiteX353" fmla="*/ 1360671 w 2449768"/>
                <a:gd name="connsiteY353" fmla="*/ 786982 h 1050628"/>
                <a:gd name="connsiteX354" fmla="*/ 1371684 w 2449768"/>
                <a:gd name="connsiteY354" fmla="*/ 784324 h 1050628"/>
                <a:gd name="connsiteX355" fmla="*/ 472418 w 2449768"/>
                <a:gd name="connsiteY355" fmla="*/ 781286 h 1050628"/>
                <a:gd name="connsiteX356" fmla="*/ 485710 w 2449768"/>
                <a:gd name="connsiteY356" fmla="*/ 790020 h 1050628"/>
                <a:gd name="connsiteX357" fmla="*/ 479634 w 2449768"/>
                <a:gd name="connsiteY357" fmla="*/ 814325 h 1050628"/>
                <a:gd name="connsiteX358" fmla="*/ 455329 w 2449768"/>
                <a:gd name="connsiteY358" fmla="*/ 808249 h 1050628"/>
                <a:gd name="connsiteX359" fmla="*/ 461405 w 2449768"/>
                <a:gd name="connsiteY359" fmla="*/ 783944 h 1050628"/>
                <a:gd name="connsiteX360" fmla="*/ 472418 w 2449768"/>
                <a:gd name="connsiteY360" fmla="*/ 781286 h 1050628"/>
                <a:gd name="connsiteX361" fmla="*/ 1803089 w 2449768"/>
                <a:gd name="connsiteY361" fmla="*/ 778248 h 1050628"/>
                <a:gd name="connsiteX362" fmla="*/ 1816381 w 2449768"/>
                <a:gd name="connsiteY362" fmla="*/ 786982 h 1050628"/>
                <a:gd name="connsiteX363" fmla="*/ 1810305 w 2449768"/>
                <a:gd name="connsiteY363" fmla="*/ 811287 h 1050628"/>
                <a:gd name="connsiteX364" fmla="*/ 1786000 w 2449768"/>
                <a:gd name="connsiteY364" fmla="*/ 805211 h 1050628"/>
                <a:gd name="connsiteX365" fmla="*/ 1792076 w 2449768"/>
                <a:gd name="connsiteY365" fmla="*/ 780906 h 1050628"/>
                <a:gd name="connsiteX366" fmla="*/ 1803089 w 2449768"/>
                <a:gd name="connsiteY366" fmla="*/ 778248 h 1050628"/>
                <a:gd name="connsiteX367" fmla="*/ 675968 w 2449768"/>
                <a:gd name="connsiteY367" fmla="*/ 772172 h 1050628"/>
                <a:gd name="connsiteX368" fmla="*/ 689260 w 2449768"/>
                <a:gd name="connsiteY368" fmla="*/ 780906 h 1050628"/>
                <a:gd name="connsiteX369" fmla="*/ 683184 w 2449768"/>
                <a:gd name="connsiteY369" fmla="*/ 805211 h 1050628"/>
                <a:gd name="connsiteX370" fmla="*/ 658879 w 2449768"/>
                <a:gd name="connsiteY370" fmla="*/ 799135 h 1050628"/>
                <a:gd name="connsiteX371" fmla="*/ 664955 w 2449768"/>
                <a:gd name="connsiteY371" fmla="*/ 774830 h 1050628"/>
                <a:gd name="connsiteX372" fmla="*/ 675968 w 2449768"/>
                <a:gd name="connsiteY372" fmla="*/ 772172 h 1050628"/>
                <a:gd name="connsiteX373" fmla="*/ 302287 w 2449768"/>
                <a:gd name="connsiteY373" fmla="*/ 769134 h 1050628"/>
                <a:gd name="connsiteX374" fmla="*/ 315579 w 2449768"/>
                <a:gd name="connsiteY374" fmla="*/ 777868 h 1050628"/>
                <a:gd name="connsiteX375" fmla="*/ 309503 w 2449768"/>
                <a:gd name="connsiteY375" fmla="*/ 802173 h 1050628"/>
                <a:gd name="connsiteX376" fmla="*/ 285198 w 2449768"/>
                <a:gd name="connsiteY376" fmla="*/ 796097 h 1050628"/>
                <a:gd name="connsiteX377" fmla="*/ 291274 w 2449768"/>
                <a:gd name="connsiteY377" fmla="*/ 771792 h 1050628"/>
                <a:gd name="connsiteX378" fmla="*/ 302287 w 2449768"/>
                <a:gd name="connsiteY378" fmla="*/ 769134 h 1050628"/>
                <a:gd name="connsiteX379" fmla="*/ 2313484 w 2449768"/>
                <a:gd name="connsiteY379" fmla="*/ 766096 h 1050628"/>
                <a:gd name="connsiteX380" fmla="*/ 2326775 w 2449768"/>
                <a:gd name="connsiteY380" fmla="*/ 774830 h 1050628"/>
                <a:gd name="connsiteX381" fmla="*/ 2320699 w 2449768"/>
                <a:gd name="connsiteY381" fmla="*/ 799135 h 1050628"/>
                <a:gd name="connsiteX382" fmla="*/ 2296395 w 2449768"/>
                <a:gd name="connsiteY382" fmla="*/ 793059 h 1050628"/>
                <a:gd name="connsiteX383" fmla="*/ 2302471 w 2449768"/>
                <a:gd name="connsiteY383" fmla="*/ 768754 h 1050628"/>
                <a:gd name="connsiteX384" fmla="*/ 2313484 w 2449768"/>
                <a:gd name="connsiteY384" fmla="*/ 766096 h 1050628"/>
                <a:gd name="connsiteX385" fmla="*/ 1921574 w 2449768"/>
                <a:gd name="connsiteY385" fmla="*/ 766096 h 1050628"/>
                <a:gd name="connsiteX386" fmla="*/ 1934865 w 2449768"/>
                <a:gd name="connsiteY386" fmla="*/ 774830 h 1050628"/>
                <a:gd name="connsiteX387" fmla="*/ 1928789 w 2449768"/>
                <a:gd name="connsiteY387" fmla="*/ 799135 h 1050628"/>
                <a:gd name="connsiteX388" fmla="*/ 1904485 w 2449768"/>
                <a:gd name="connsiteY388" fmla="*/ 793059 h 1050628"/>
                <a:gd name="connsiteX389" fmla="*/ 1910561 w 2449768"/>
                <a:gd name="connsiteY389" fmla="*/ 768754 h 1050628"/>
                <a:gd name="connsiteX390" fmla="*/ 1921574 w 2449768"/>
                <a:gd name="connsiteY390" fmla="*/ 766096 h 1050628"/>
                <a:gd name="connsiteX391" fmla="*/ 2176771 w 2449768"/>
                <a:gd name="connsiteY391" fmla="*/ 756982 h 1050628"/>
                <a:gd name="connsiteX392" fmla="*/ 2190062 w 2449768"/>
                <a:gd name="connsiteY392" fmla="*/ 765716 h 1050628"/>
                <a:gd name="connsiteX393" fmla="*/ 2183986 w 2449768"/>
                <a:gd name="connsiteY393" fmla="*/ 790021 h 1050628"/>
                <a:gd name="connsiteX394" fmla="*/ 2159682 w 2449768"/>
                <a:gd name="connsiteY394" fmla="*/ 783945 h 1050628"/>
                <a:gd name="connsiteX395" fmla="*/ 2165758 w 2449768"/>
                <a:gd name="connsiteY395" fmla="*/ 759640 h 1050628"/>
                <a:gd name="connsiteX396" fmla="*/ 2176771 w 2449768"/>
                <a:gd name="connsiteY396" fmla="*/ 756982 h 1050628"/>
                <a:gd name="connsiteX397" fmla="*/ 1702833 w 2449768"/>
                <a:gd name="connsiteY397" fmla="*/ 750906 h 1050628"/>
                <a:gd name="connsiteX398" fmla="*/ 1716125 w 2449768"/>
                <a:gd name="connsiteY398" fmla="*/ 759640 h 1050628"/>
                <a:gd name="connsiteX399" fmla="*/ 1710049 w 2449768"/>
                <a:gd name="connsiteY399" fmla="*/ 783945 h 1050628"/>
                <a:gd name="connsiteX400" fmla="*/ 1685744 w 2449768"/>
                <a:gd name="connsiteY400" fmla="*/ 777869 h 1050628"/>
                <a:gd name="connsiteX401" fmla="*/ 1691820 w 2449768"/>
                <a:gd name="connsiteY401" fmla="*/ 753564 h 1050628"/>
                <a:gd name="connsiteX402" fmla="*/ 1702833 w 2449768"/>
                <a:gd name="connsiteY402" fmla="*/ 750906 h 1050628"/>
                <a:gd name="connsiteX403" fmla="*/ 1210667 w 2449768"/>
                <a:gd name="connsiteY403" fmla="*/ 741791 h 1050628"/>
                <a:gd name="connsiteX404" fmla="*/ 1223959 w 2449768"/>
                <a:gd name="connsiteY404" fmla="*/ 750525 h 1050628"/>
                <a:gd name="connsiteX405" fmla="*/ 1217883 w 2449768"/>
                <a:gd name="connsiteY405" fmla="*/ 774830 h 1050628"/>
                <a:gd name="connsiteX406" fmla="*/ 1193578 w 2449768"/>
                <a:gd name="connsiteY406" fmla="*/ 768754 h 1050628"/>
                <a:gd name="connsiteX407" fmla="*/ 1199654 w 2449768"/>
                <a:gd name="connsiteY407" fmla="*/ 744449 h 1050628"/>
                <a:gd name="connsiteX408" fmla="*/ 1210667 w 2449768"/>
                <a:gd name="connsiteY408" fmla="*/ 741791 h 1050628"/>
                <a:gd name="connsiteX409" fmla="*/ 1450674 w 2449768"/>
                <a:gd name="connsiteY409" fmla="*/ 723563 h 1050628"/>
                <a:gd name="connsiteX410" fmla="*/ 1463966 w 2449768"/>
                <a:gd name="connsiteY410" fmla="*/ 732297 h 1050628"/>
                <a:gd name="connsiteX411" fmla="*/ 1457890 w 2449768"/>
                <a:gd name="connsiteY411" fmla="*/ 756602 h 1050628"/>
                <a:gd name="connsiteX412" fmla="*/ 1433585 w 2449768"/>
                <a:gd name="connsiteY412" fmla="*/ 750526 h 1050628"/>
                <a:gd name="connsiteX413" fmla="*/ 1439661 w 2449768"/>
                <a:gd name="connsiteY413" fmla="*/ 726221 h 1050628"/>
                <a:gd name="connsiteX414" fmla="*/ 1450674 w 2449768"/>
                <a:gd name="connsiteY414" fmla="*/ 723563 h 1050628"/>
                <a:gd name="connsiteX415" fmla="*/ 2021829 w 2449768"/>
                <a:gd name="connsiteY415" fmla="*/ 720525 h 1050628"/>
                <a:gd name="connsiteX416" fmla="*/ 2035121 w 2449768"/>
                <a:gd name="connsiteY416" fmla="*/ 729259 h 1050628"/>
                <a:gd name="connsiteX417" fmla="*/ 2029045 w 2449768"/>
                <a:gd name="connsiteY417" fmla="*/ 753564 h 1050628"/>
                <a:gd name="connsiteX418" fmla="*/ 2004740 w 2449768"/>
                <a:gd name="connsiteY418" fmla="*/ 747488 h 1050628"/>
                <a:gd name="connsiteX419" fmla="*/ 2010816 w 2449768"/>
                <a:gd name="connsiteY419" fmla="*/ 723183 h 1050628"/>
                <a:gd name="connsiteX420" fmla="*/ 2021829 w 2449768"/>
                <a:gd name="connsiteY420" fmla="*/ 720525 h 1050628"/>
                <a:gd name="connsiteX421" fmla="*/ 387352 w 2449768"/>
                <a:gd name="connsiteY421" fmla="*/ 720525 h 1050628"/>
                <a:gd name="connsiteX422" fmla="*/ 400644 w 2449768"/>
                <a:gd name="connsiteY422" fmla="*/ 729259 h 1050628"/>
                <a:gd name="connsiteX423" fmla="*/ 394568 w 2449768"/>
                <a:gd name="connsiteY423" fmla="*/ 753564 h 1050628"/>
                <a:gd name="connsiteX424" fmla="*/ 370263 w 2449768"/>
                <a:gd name="connsiteY424" fmla="*/ 747488 h 1050628"/>
                <a:gd name="connsiteX425" fmla="*/ 376339 w 2449768"/>
                <a:gd name="connsiteY425" fmla="*/ 723183 h 1050628"/>
                <a:gd name="connsiteX426" fmla="*/ 387352 w 2449768"/>
                <a:gd name="connsiteY426" fmla="*/ 720525 h 1050628"/>
                <a:gd name="connsiteX427" fmla="*/ 1049650 w 2449768"/>
                <a:gd name="connsiteY427" fmla="*/ 702297 h 1050628"/>
                <a:gd name="connsiteX428" fmla="*/ 1062942 w 2449768"/>
                <a:gd name="connsiteY428" fmla="*/ 711031 h 1050628"/>
                <a:gd name="connsiteX429" fmla="*/ 1056866 w 2449768"/>
                <a:gd name="connsiteY429" fmla="*/ 735336 h 1050628"/>
                <a:gd name="connsiteX430" fmla="*/ 1032561 w 2449768"/>
                <a:gd name="connsiteY430" fmla="*/ 729260 h 1050628"/>
                <a:gd name="connsiteX431" fmla="*/ 1038637 w 2449768"/>
                <a:gd name="connsiteY431" fmla="*/ 704955 h 1050628"/>
                <a:gd name="connsiteX432" fmla="*/ 1049650 w 2449768"/>
                <a:gd name="connsiteY432" fmla="*/ 702297 h 1050628"/>
                <a:gd name="connsiteX433" fmla="*/ 931165 w 2449768"/>
                <a:gd name="connsiteY433" fmla="*/ 702297 h 1050628"/>
                <a:gd name="connsiteX434" fmla="*/ 944457 w 2449768"/>
                <a:gd name="connsiteY434" fmla="*/ 711031 h 1050628"/>
                <a:gd name="connsiteX435" fmla="*/ 938381 w 2449768"/>
                <a:gd name="connsiteY435" fmla="*/ 735336 h 1050628"/>
                <a:gd name="connsiteX436" fmla="*/ 914076 w 2449768"/>
                <a:gd name="connsiteY436" fmla="*/ 729260 h 1050628"/>
                <a:gd name="connsiteX437" fmla="*/ 920152 w 2449768"/>
                <a:gd name="connsiteY437" fmla="*/ 704955 h 1050628"/>
                <a:gd name="connsiteX438" fmla="*/ 931165 w 2449768"/>
                <a:gd name="connsiteY438" fmla="*/ 702297 h 1050628"/>
                <a:gd name="connsiteX439" fmla="*/ 1547892 w 2449768"/>
                <a:gd name="connsiteY439" fmla="*/ 699259 h 1050628"/>
                <a:gd name="connsiteX440" fmla="*/ 1561184 w 2449768"/>
                <a:gd name="connsiteY440" fmla="*/ 707993 h 1050628"/>
                <a:gd name="connsiteX441" fmla="*/ 1555108 w 2449768"/>
                <a:gd name="connsiteY441" fmla="*/ 732298 h 1050628"/>
                <a:gd name="connsiteX442" fmla="*/ 1530803 w 2449768"/>
                <a:gd name="connsiteY442" fmla="*/ 726222 h 1050628"/>
                <a:gd name="connsiteX443" fmla="*/ 1536879 w 2449768"/>
                <a:gd name="connsiteY443" fmla="*/ 701917 h 1050628"/>
                <a:gd name="connsiteX444" fmla="*/ 1547892 w 2449768"/>
                <a:gd name="connsiteY444" fmla="*/ 699259 h 1050628"/>
                <a:gd name="connsiteX445" fmla="*/ 1313961 w 2449768"/>
                <a:gd name="connsiteY445" fmla="*/ 699259 h 1050628"/>
                <a:gd name="connsiteX446" fmla="*/ 1327253 w 2449768"/>
                <a:gd name="connsiteY446" fmla="*/ 707993 h 1050628"/>
                <a:gd name="connsiteX447" fmla="*/ 1321177 w 2449768"/>
                <a:gd name="connsiteY447" fmla="*/ 732298 h 1050628"/>
                <a:gd name="connsiteX448" fmla="*/ 1296872 w 2449768"/>
                <a:gd name="connsiteY448" fmla="*/ 726222 h 1050628"/>
                <a:gd name="connsiteX449" fmla="*/ 1302948 w 2449768"/>
                <a:gd name="connsiteY449" fmla="*/ 701917 h 1050628"/>
                <a:gd name="connsiteX450" fmla="*/ 1313961 w 2449768"/>
                <a:gd name="connsiteY450" fmla="*/ 699259 h 1050628"/>
                <a:gd name="connsiteX451" fmla="*/ 2413739 w 2449768"/>
                <a:gd name="connsiteY451" fmla="*/ 696220 h 1050628"/>
                <a:gd name="connsiteX452" fmla="*/ 2427031 w 2449768"/>
                <a:gd name="connsiteY452" fmla="*/ 704954 h 1050628"/>
                <a:gd name="connsiteX453" fmla="*/ 2420955 w 2449768"/>
                <a:gd name="connsiteY453" fmla="*/ 729259 h 1050628"/>
                <a:gd name="connsiteX454" fmla="*/ 2396650 w 2449768"/>
                <a:gd name="connsiteY454" fmla="*/ 723183 h 1050628"/>
                <a:gd name="connsiteX455" fmla="*/ 2402726 w 2449768"/>
                <a:gd name="connsiteY455" fmla="*/ 698878 h 1050628"/>
                <a:gd name="connsiteX456" fmla="*/ 2413739 w 2449768"/>
                <a:gd name="connsiteY456" fmla="*/ 696220 h 1050628"/>
                <a:gd name="connsiteX457" fmla="*/ 551408 w 2449768"/>
                <a:gd name="connsiteY457" fmla="*/ 690144 h 1050628"/>
                <a:gd name="connsiteX458" fmla="*/ 564699 w 2449768"/>
                <a:gd name="connsiteY458" fmla="*/ 698878 h 1050628"/>
                <a:gd name="connsiteX459" fmla="*/ 558623 w 2449768"/>
                <a:gd name="connsiteY459" fmla="*/ 723183 h 1050628"/>
                <a:gd name="connsiteX460" fmla="*/ 534319 w 2449768"/>
                <a:gd name="connsiteY460" fmla="*/ 717107 h 1050628"/>
                <a:gd name="connsiteX461" fmla="*/ 540395 w 2449768"/>
                <a:gd name="connsiteY461" fmla="*/ 692802 h 1050628"/>
                <a:gd name="connsiteX462" fmla="*/ 551408 w 2449768"/>
                <a:gd name="connsiteY462" fmla="*/ 690144 h 1050628"/>
                <a:gd name="connsiteX463" fmla="*/ 830909 w 2449768"/>
                <a:gd name="connsiteY463" fmla="*/ 684068 h 1050628"/>
                <a:gd name="connsiteX464" fmla="*/ 844201 w 2449768"/>
                <a:gd name="connsiteY464" fmla="*/ 692802 h 1050628"/>
                <a:gd name="connsiteX465" fmla="*/ 838125 w 2449768"/>
                <a:gd name="connsiteY465" fmla="*/ 717107 h 1050628"/>
                <a:gd name="connsiteX466" fmla="*/ 813820 w 2449768"/>
                <a:gd name="connsiteY466" fmla="*/ 711031 h 1050628"/>
                <a:gd name="connsiteX467" fmla="*/ 819896 w 2449768"/>
                <a:gd name="connsiteY467" fmla="*/ 686726 h 1050628"/>
                <a:gd name="connsiteX468" fmla="*/ 830909 w 2449768"/>
                <a:gd name="connsiteY468" fmla="*/ 684068 h 1050628"/>
                <a:gd name="connsiteX469" fmla="*/ 730653 w 2449768"/>
                <a:gd name="connsiteY469" fmla="*/ 677992 h 1050628"/>
                <a:gd name="connsiteX470" fmla="*/ 743945 w 2449768"/>
                <a:gd name="connsiteY470" fmla="*/ 686726 h 1050628"/>
                <a:gd name="connsiteX471" fmla="*/ 737869 w 2449768"/>
                <a:gd name="connsiteY471" fmla="*/ 711031 h 1050628"/>
                <a:gd name="connsiteX472" fmla="*/ 713564 w 2449768"/>
                <a:gd name="connsiteY472" fmla="*/ 704955 h 1050628"/>
                <a:gd name="connsiteX473" fmla="*/ 719640 w 2449768"/>
                <a:gd name="connsiteY473" fmla="*/ 680650 h 1050628"/>
                <a:gd name="connsiteX474" fmla="*/ 730653 w 2449768"/>
                <a:gd name="connsiteY474" fmla="*/ 677992 h 1050628"/>
                <a:gd name="connsiteX475" fmla="*/ 2228418 w 2449768"/>
                <a:gd name="connsiteY475" fmla="*/ 671916 h 1050628"/>
                <a:gd name="connsiteX476" fmla="*/ 2241710 w 2449768"/>
                <a:gd name="connsiteY476" fmla="*/ 680650 h 1050628"/>
                <a:gd name="connsiteX477" fmla="*/ 2235634 w 2449768"/>
                <a:gd name="connsiteY477" fmla="*/ 704955 h 1050628"/>
                <a:gd name="connsiteX478" fmla="*/ 2211329 w 2449768"/>
                <a:gd name="connsiteY478" fmla="*/ 698879 h 1050628"/>
                <a:gd name="connsiteX479" fmla="*/ 2217405 w 2449768"/>
                <a:gd name="connsiteY479" fmla="*/ 674574 h 1050628"/>
                <a:gd name="connsiteX480" fmla="*/ 2228418 w 2449768"/>
                <a:gd name="connsiteY480" fmla="*/ 671916 h 1050628"/>
                <a:gd name="connsiteX481" fmla="*/ 1839546 w 2449768"/>
                <a:gd name="connsiteY481" fmla="*/ 671916 h 1050628"/>
                <a:gd name="connsiteX482" fmla="*/ 1852838 w 2449768"/>
                <a:gd name="connsiteY482" fmla="*/ 680650 h 1050628"/>
                <a:gd name="connsiteX483" fmla="*/ 1846762 w 2449768"/>
                <a:gd name="connsiteY483" fmla="*/ 704955 h 1050628"/>
                <a:gd name="connsiteX484" fmla="*/ 1822457 w 2449768"/>
                <a:gd name="connsiteY484" fmla="*/ 698879 h 1050628"/>
                <a:gd name="connsiteX485" fmla="*/ 1828533 w 2449768"/>
                <a:gd name="connsiteY485" fmla="*/ 674574 h 1050628"/>
                <a:gd name="connsiteX486" fmla="*/ 1839546 w 2449768"/>
                <a:gd name="connsiteY486" fmla="*/ 671916 h 1050628"/>
                <a:gd name="connsiteX487" fmla="*/ 2109933 w 2449768"/>
                <a:gd name="connsiteY487" fmla="*/ 656726 h 1050628"/>
                <a:gd name="connsiteX488" fmla="*/ 2123225 w 2449768"/>
                <a:gd name="connsiteY488" fmla="*/ 665460 h 1050628"/>
                <a:gd name="connsiteX489" fmla="*/ 2117149 w 2449768"/>
                <a:gd name="connsiteY489" fmla="*/ 689765 h 1050628"/>
                <a:gd name="connsiteX490" fmla="*/ 2092844 w 2449768"/>
                <a:gd name="connsiteY490" fmla="*/ 683689 h 1050628"/>
                <a:gd name="connsiteX491" fmla="*/ 2098920 w 2449768"/>
                <a:gd name="connsiteY491" fmla="*/ 659384 h 1050628"/>
                <a:gd name="connsiteX492" fmla="*/ 2109933 w 2449768"/>
                <a:gd name="connsiteY492" fmla="*/ 656726 h 1050628"/>
                <a:gd name="connsiteX493" fmla="*/ 1632957 w 2449768"/>
                <a:gd name="connsiteY493" fmla="*/ 656726 h 1050628"/>
                <a:gd name="connsiteX494" fmla="*/ 1646249 w 2449768"/>
                <a:gd name="connsiteY494" fmla="*/ 665460 h 1050628"/>
                <a:gd name="connsiteX495" fmla="*/ 1640173 w 2449768"/>
                <a:gd name="connsiteY495" fmla="*/ 689765 h 1050628"/>
                <a:gd name="connsiteX496" fmla="*/ 1615868 w 2449768"/>
                <a:gd name="connsiteY496" fmla="*/ 683689 h 1050628"/>
                <a:gd name="connsiteX497" fmla="*/ 1621944 w 2449768"/>
                <a:gd name="connsiteY497" fmla="*/ 659384 h 1050628"/>
                <a:gd name="connsiteX498" fmla="*/ 1632957 w 2449768"/>
                <a:gd name="connsiteY498" fmla="*/ 656726 h 1050628"/>
                <a:gd name="connsiteX499" fmla="*/ 1165096 w 2449768"/>
                <a:gd name="connsiteY499" fmla="*/ 656726 h 1050628"/>
                <a:gd name="connsiteX500" fmla="*/ 1178387 w 2449768"/>
                <a:gd name="connsiteY500" fmla="*/ 665460 h 1050628"/>
                <a:gd name="connsiteX501" fmla="*/ 1172311 w 2449768"/>
                <a:gd name="connsiteY501" fmla="*/ 689765 h 1050628"/>
                <a:gd name="connsiteX502" fmla="*/ 1148007 w 2449768"/>
                <a:gd name="connsiteY502" fmla="*/ 683689 h 1050628"/>
                <a:gd name="connsiteX503" fmla="*/ 1154083 w 2449768"/>
                <a:gd name="connsiteY503" fmla="*/ 659384 h 1050628"/>
                <a:gd name="connsiteX504" fmla="*/ 1165096 w 2449768"/>
                <a:gd name="connsiteY504" fmla="*/ 656726 h 1050628"/>
                <a:gd name="connsiteX505" fmla="*/ 1948916 w 2449768"/>
                <a:gd name="connsiteY505" fmla="*/ 653688 h 1050628"/>
                <a:gd name="connsiteX506" fmla="*/ 1962208 w 2449768"/>
                <a:gd name="connsiteY506" fmla="*/ 662422 h 1050628"/>
                <a:gd name="connsiteX507" fmla="*/ 1956132 w 2449768"/>
                <a:gd name="connsiteY507" fmla="*/ 686727 h 1050628"/>
                <a:gd name="connsiteX508" fmla="*/ 1931827 w 2449768"/>
                <a:gd name="connsiteY508" fmla="*/ 680651 h 1050628"/>
                <a:gd name="connsiteX509" fmla="*/ 1937903 w 2449768"/>
                <a:gd name="connsiteY509" fmla="*/ 656346 h 1050628"/>
                <a:gd name="connsiteX510" fmla="*/ 1948916 w 2449768"/>
                <a:gd name="connsiteY510" fmla="*/ 653688 h 1050628"/>
                <a:gd name="connsiteX511" fmla="*/ 2328673 w 2449768"/>
                <a:gd name="connsiteY511" fmla="*/ 647611 h 1050628"/>
                <a:gd name="connsiteX512" fmla="*/ 2341965 w 2449768"/>
                <a:gd name="connsiteY512" fmla="*/ 656345 h 1050628"/>
                <a:gd name="connsiteX513" fmla="*/ 2335889 w 2449768"/>
                <a:gd name="connsiteY513" fmla="*/ 680650 h 1050628"/>
                <a:gd name="connsiteX514" fmla="*/ 2311584 w 2449768"/>
                <a:gd name="connsiteY514" fmla="*/ 674574 h 1050628"/>
                <a:gd name="connsiteX515" fmla="*/ 2317660 w 2449768"/>
                <a:gd name="connsiteY515" fmla="*/ 650269 h 1050628"/>
                <a:gd name="connsiteX516" fmla="*/ 2328673 w 2449768"/>
                <a:gd name="connsiteY516" fmla="*/ 647611 h 1050628"/>
                <a:gd name="connsiteX517" fmla="*/ 639512 w 2449768"/>
                <a:gd name="connsiteY517" fmla="*/ 641535 h 1050628"/>
                <a:gd name="connsiteX518" fmla="*/ 652804 w 2449768"/>
                <a:gd name="connsiteY518" fmla="*/ 650269 h 1050628"/>
                <a:gd name="connsiteX519" fmla="*/ 646728 w 2449768"/>
                <a:gd name="connsiteY519" fmla="*/ 674574 h 1050628"/>
                <a:gd name="connsiteX520" fmla="*/ 622423 w 2449768"/>
                <a:gd name="connsiteY520" fmla="*/ 668498 h 1050628"/>
                <a:gd name="connsiteX521" fmla="*/ 628499 w 2449768"/>
                <a:gd name="connsiteY521" fmla="*/ 644193 h 1050628"/>
                <a:gd name="connsiteX522" fmla="*/ 639512 w 2449768"/>
                <a:gd name="connsiteY522" fmla="*/ 641535 h 1050628"/>
                <a:gd name="connsiteX523" fmla="*/ 451152 w 2449768"/>
                <a:gd name="connsiteY523" fmla="*/ 641535 h 1050628"/>
                <a:gd name="connsiteX524" fmla="*/ 464444 w 2449768"/>
                <a:gd name="connsiteY524" fmla="*/ 650269 h 1050628"/>
                <a:gd name="connsiteX525" fmla="*/ 458368 w 2449768"/>
                <a:gd name="connsiteY525" fmla="*/ 674574 h 1050628"/>
                <a:gd name="connsiteX526" fmla="*/ 434063 w 2449768"/>
                <a:gd name="connsiteY526" fmla="*/ 668498 h 1050628"/>
                <a:gd name="connsiteX527" fmla="*/ 440139 w 2449768"/>
                <a:gd name="connsiteY527" fmla="*/ 644193 h 1050628"/>
                <a:gd name="connsiteX528" fmla="*/ 451152 w 2449768"/>
                <a:gd name="connsiteY528" fmla="*/ 641535 h 1050628"/>
                <a:gd name="connsiteX529" fmla="*/ 1739291 w 2449768"/>
                <a:gd name="connsiteY529" fmla="*/ 638497 h 1050628"/>
                <a:gd name="connsiteX530" fmla="*/ 1752582 w 2449768"/>
                <a:gd name="connsiteY530" fmla="*/ 647231 h 1050628"/>
                <a:gd name="connsiteX531" fmla="*/ 1746506 w 2449768"/>
                <a:gd name="connsiteY531" fmla="*/ 671536 h 1050628"/>
                <a:gd name="connsiteX532" fmla="*/ 1722201 w 2449768"/>
                <a:gd name="connsiteY532" fmla="*/ 665460 h 1050628"/>
                <a:gd name="connsiteX533" fmla="*/ 1728277 w 2449768"/>
                <a:gd name="connsiteY533" fmla="*/ 641155 h 1050628"/>
                <a:gd name="connsiteX534" fmla="*/ 1739291 w 2449768"/>
                <a:gd name="connsiteY534" fmla="*/ 638497 h 1050628"/>
                <a:gd name="connsiteX535" fmla="*/ 1429407 w 2449768"/>
                <a:gd name="connsiteY535" fmla="*/ 623307 h 1050628"/>
                <a:gd name="connsiteX536" fmla="*/ 1442699 w 2449768"/>
                <a:gd name="connsiteY536" fmla="*/ 632041 h 1050628"/>
                <a:gd name="connsiteX537" fmla="*/ 1436623 w 2449768"/>
                <a:gd name="connsiteY537" fmla="*/ 656346 h 1050628"/>
                <a:gd name="connsiteX538" fmla="*/ 1412318 w 2449768"/>
                <a:gd name="connsiteY538" fmla="*/ 650270 h 1050628"/>
                <a:gd name="connsiteX539" fmla="*/ 1418394 w 2449768"/>
                <a:gd name="connsiteY539" fmla="*/ 625965 h 1050628"/>
                <a:gd name="connsiteX540" fmla="*/ 1429407 w 2449768"/>
                <a:gd name="connsiteY540" fmla="*/ 623307 h 1050628"/>
                <a:gd name="connsiteX541" fmla="*/ 991927 w 2449768"/>
                <a:gd name="connsiteY541" fmla="*/ 614193 h 1050628"/>
                <a:gd name="connsiteX542" fmla="*/ 1005219 w 2449768"/>
                <a:gd name="connsiteY542" fmla="*/ 622927 h 1050628"/>
                <a:gd name="connsiteX543" fmla="*/ 999143 w 2449768"/>
                <a:gd name="connsiteY543" fmla="*/ 647232 h 1050628"/>
                <a:gd name="connsiteX544" fmla="*/ 974838 w 2449768"/>
                <a:gd name="connsiteY544" fmla="*/ 641156 h 1050628"/>
                <a:gd name="connsiteX545" fmla="*/ 980914 w 2449768"/>
                <a:gd name="connsiteY545" fmla="*/ 616851 h 1050628"/>
                <a:gd name="connsiteX546" fmla="*/ 991927 w 2449768"/>
                <a:gd name="connsiteY546" fmla="*/ 614193 h 1050628"/>
                <a:gd name="connsiteX547" fmla="*/ 1244086 w 2449768"/>
                <a:gd name="connsiteY547" fmla="*/ 589888 h 1050628"/>
                <a:gd name="connsiteX548" fmla="*/ 1257378 w 2449768"/>
                <a:gd name="connsiteY548" fmla="*/ 598622 h 1050628"/>
                <a:gd name="connsiteX549" fmla="*/ 1251302 w 2449768"/>
                <a:gd name="connsiteY549" fmla="*/ 622927 h 1050628"/>
                <a:gd name="connsiteX550" fmla="*/ 1226997 w 2449768"/>
                <a:gd name="connsiteY550" fmla="*/ 616851 h 1050628"/>
                <a:gd name="connsiteX551" fmla="*/ 1233073 w 2449768"/>
                <a:gd name="connsiteY551" fmla="*/ 592546 h 1050628"/>
                <a:gd name="connsiteX552" fmla="*/ 1244086 w 2449768"/>
                <a:gd name="connsiteY552" fmla="*/ 589888 h 1050628"/>
                <a:gd name="connsiteX553" fmla="*/ 1332189 w 2449768"/>
                <a:gd name="connsiteY553" fmla="*/ 586850 h 1050628"/>
                <a:gd name="connsiteX554" fmla="*/ 1345481 w 2449768"/>
                <a:gd name="connsiteY554" fmla="*/ 595584 h 1050628"/>
                <a:gd name="connsiteX555" fmla="*/ 1339405 w 2449768"/>
                <a:gd name="connsiteY555" fmla="*/ 619889 h 1050628"/>
                <a:gd name="connsiteX556" fmla="*/ 1315100 w 2449768"/>
                <a:gd name="connsiteY556" fmla="*/ 613813 h 1050628"/>
                <a:gd name="connsiteX557" fmla="*/ 1321176 w 2449768"/>
                <a:gd name="connsiteY557" fmla="*/ 589508 h 1050628"/>
                <a:gd name="connsiteX558" fmla="*/ 1332189 w 2449768"/>
                <a:gd name="connsiteY558" fmla="*/ 586850 h 1050628"/>
                <a:gd name="connsiteX559" fmla="*/ 867366 w 2449768"/>
                <a:gd name="connsiteY559" fmla="*/ 583812 h 1050628"/>
                <a:gd name="connsiteX560" fmla="*/ 880658 w 2449768"/>
                <a:gd name="connsiteY560" fmla="*/ 592546 h 1050628"/>
                <a:gd name="connsiteX561" fmla="*/ 874582 w 2449768"/>
                <a:gd name="connsiteY561" fmla="*/ 616851 h 1050628"/>
                <a:gd name="connsiteX562" fmla="*/ 850277 w 2449768"/>
                <a:gd name="connsiteY562" fmla="*/ 610775 h 1050628"/>
                <a:gd name="connsiteX563" fmla="*/ 856353 w 2449768"/>
                <a:gd name="connsiteY563" fmla="*/ 586470 h 1050628"/>
                <a:gd name="connsiteX564" fmla="*/ 867366 w 2449768"/>
                <a:gd name="connsiteY564" fmla="*/ 583812 h 1050628"/>
                <a:gd name="connsiteX565" fmla="*/ 2222342 w 2449768"/>
                <a:gd name="connsiteY565" fmla="*/ 576217 h 1050628"/>
                <a:gd name="connsiteX566" fmla="*/ 2235633 w 2449768"/>
                <a:gd name="connsiteY566" fmla="*/ 586470 h 1050628"/>
                <a:gd name="connsiteX567" fmla="*/ 2229557 w 2449768"/>
                <a:gd name="connsiteY567" fmla="*/ 610775 h 1050628"/>
                <a:gd name="connsiteX568" fmla="*/ 2205253 w 2449768"/>
                <a:gd name="connsiteY568" fmla="*/ 604698 h 1050628"/>
                <a:gd name="connsiteX569" fmla="*/ 2211329 w 2449768"/>
                <a:gd name="connsiteY569" fmla="*/ 577356 h 1050628"/>
                <a:gd name="connsiteX570" fmla="*/ 2222342 w 2449768"/>
                <a:gd name="connsiteY570" fmla="*/ 576217 h 1050628"/>
                <a:gd name="connsiteX571" fmla="*/ 1092183 w 2449768"/>
                <a:gd name="connsiteY571" fmla="*/ 571660 h 1050628"/>
                <a:gd name="connsiteX572" fmla="*/ 1105475 w 2449768"/>
                <a:gd name="connsiteY572" fmla="*/ 580394 h 1050628"/>
                <a:gd name="connsiteX573" fmla="*/ 1099399 w 2449768"/>
                <a:gd name="connsiteY573" fmla="*/ 604699 h 1050628"/>
                <a:gd name="connsiteX574" fmla="*/ 1075094 w 2449768"/>
                <a:gd name="connsiteY574" fmla="*/ 598623 h 1050628"/>
                <a:gd name="connsiteX575" fmla="*/ 1081170 w 2449768"/>
                <a:gd name="connsiteY575" fmla="*/ 574318 h 1050628"/>
                <a:gd name="connsiteX576" fmla="*/ 1092183 w 2449768"/>
                <a:gd name="connsiteY576" fmla="*/ 571660 h 1050628"/>
                <a:gd name="connsiteX577" fmla="*/ 2000563 w 2449768"/>
                <a:gd name="connsiteY577" fmla="*/ 568622 h 1050628"/>
                <a:gd name="connsiteX578" fmla="*/ 2013855 w 2449768"/>
                <a:gd name="connsiteY578" fmla="*/ 577356 h 1050628"/>
                <a:gd name="connsiteX579" fmla="*/ 2007779 w 2449768"/>
                <a:gd name="connsiteY579" fmla="*/ 601661 h 1050628"/>
                <a:gd name="connsiteX580" fmla="*/ 1983474 w 2449768"/>
                <a:gd name="connsiteY580" fmla="*/ 595585 h 1050628"/>
                <a:gd name="connsiteX581" fmla="*/ 1989550 w 2449768"/>
                <a:gd name="connsiteY581" fmla="*/ 571280 h 1050628"/>
                <a:gd name="connsiteX582" fmla="*/ 2000563 w 2449768"/>
                <a:gd name="connsiteY582" fmla="*/ 568622 h 1050628"/>
                <a:gd name="connsiteX583" fmla="*/ 745844 w 2449768"/>
                <a:gd name="connsiteY583" fmla="*/ 568622 h 1050628"/>
                <a:gd name="connsiteX584" fmla="*/ 759136 w 2449768"/>
                <a:gd name="connsiteY584" fmla="*/ 577356 h 1050628"/>
                <a:gd name="connsiteX585" fmla="*/ 753060 w 2449768"/>
                <a:gd name="connsiteY585" fmla="*/ 601661 h 1050628"/>
                <a:gd name="connsiteX586" fmla="*/ 728755 w 2449768"/>
                <a:gd name="connsiteY586" fmla="*/ 595585 h 1050628"/>
                <a:gd name="connsiteX587" fmla="*/ 734831 w 2449768"/>
                <a:gd name="connsiteY587" fmla="*/ 571280 h 1050628"/>
                <a:gd name="connsiteX588" fmla="*/ 745844 w 2449768"/>
                <a:gd name="connsiteY588" fmla="*/ 568622 h 1050628"/>
                <a:gd name="connsiteX589" fmla="*/ 533179 w 2449768"/>
                <a:gd name="connsiteY589" fmla="*/ 568622 h 1050628"/>
                <a:gd name="connsiteX590" fmla="*/ 546471 w 2449768"/>
                <a:gd name="connsiteY590" fmla="*/ 577356 h 1050628"/>
                <a:gd name="connsiteX591" fmla="*/ 540395 w 2449768"/>
                <a:gd name="connsiteY591" fmla="*/ 601661 h 1050628"/>
                <a:gd name="connsiteX592" fmla="*/ 516090 w 2449768"/>
                <a:gd name="connsiteY592" fmla="*/ 595585 h 1050628"/>
                <a:gd name="connsiteX593" fmla="*/ 522166 w 2449768"/>
                <a:gd name="connsiteY593" fmla="*/ 571280 h 1050628"/>
                <a:gd name="connsiteX594" fmla="*/ 533179 w 2449768"/>
                <a:gd name="connsiteY594" fmla="*/ 568622 h 1050628"/>
                <a:gd name="connsiteX595" fmla="*/ 1866889 w 2449768"/>
                <a:gd name="connsiteY595" fmla="*/ 565584 h 1050628"/>
                <a:gd name="connsiteX596" fmla="*/ 1880180 w 2449768"/>
                <a:gd name="connsiteY596" fmla="*/ 574318 h 1050628"/>
                <a:gd name="connsiteX597" fmla="*/ 1874104 w 2449768"/>
                <a:gd name="connsiteY597" fmla="*/ 598623 h 1050628"/>
                <a:gd name="connsiteX598" fmla="*/ 1849800 w 2449768"/>
                <a:gd name="connsiteY598" fmla="*/ 592547 h 1050628"/>
                <a:gd name="connsiteX599" fmla="*/ 1855876 w 2449768"/>
                <a:gd name="connsiteY599" fmla="*/ 568242 h 1050628"/>
                <a:gd name="connsiteX600" fmla="*/ 1866889 w 2449768"/>
                <a:gd name="connsiteY600" fmla="*/ 565584 h 1050628"/>
                <a:gd name="connsiteX601" fmla="*/ 1508397 w 2449768"/>
                <a:gd name="connsiteY601" fmla="*/ 565584 h 1050628"/>
                <a:gd name="connsiteX602" fmla="*/ 1521689 w 2449768"/>
                <a:gd name="connsiteY602" fmla="*/ 574318 h 1050628"/>
                <a:gd name="connsiteX603" fmla="*/ 1515613 w 2449768"/>
                <a:gd name="connsiteY603" fmla="*/ 598623 h 1050628"/>
                <a:gd name="connsiteX604" fmla="*/ 1491308 w 2449768"/>
                <a:gd name="connsiteY604" fmla="*/ 592547 h 1050628"/>
                <a:gd name="connsiteX605" fmla="*/ 1497384 w 2449768"/>
                <a:gd name="connsiteY605" fmla="*/ 568242 h 1050628"/>
                <a:gd name="connsiteX606" fmla="*/ 1508397 w 2449768"/>
                <a:gd name="connsiteY606" fmla="*/ 565584 h 1050628"/>
                <a:gd name="connsiteX607" fmla="*/ 2365130 w 2449768"/>
                <a:gd name="connsiteY607" fmla="*/ 556470 h 1050628"/>
                <a:gd name="connsiteX608" fmla="*/ 2378422 w 2449768"/>
                <a:gd name="connsiteY608" fmla="*/ 565204 h 1050628"/>
                <a:gd name="connsiteX609" fmla="*/ 2372346 w 2449768"/>
                <a:gd name="connsiteY609" fmla="*/ 589509 h 1050628"/>
                <a:gd name="connsiteX610" fmla="*/ 2348041 w 2449768"/>
                <a:gd name="connsiteY610" fmla="*/ 583433 h 1050628"/>
                <a:gd name="connsiteX611" fmla="*/ 2354117 w 2449768"/>
                <a:gd name="connsiteY611" fmla="*/ 559128 h 1050628"/>
                <a:gd name="connsiteX612" fmla="*/ 2365130 w 2449768"/>
                <a:gd name="connsiteY612" fmla="*/ 556470 h 1050628"/>
                <a:gd name="connsiteX613" fmla="*/ 1620805 w 2449768"/>
                <a:gd name="connsiteY613" fmla="*/ 550394 h 1050628"/>
                <a:gd name="connsiteX614" fmla="*/ 1634097 w 2449768"/>
                <a:gd name="connsiteY614" fmla="*/ 559128 h 1050628"/>
                <a:gd name="connsiteX615" fmla="*/ 1628021 w 2449768"/>
                <a:gd name="connsiteY615" fmla="*/ 583433 h 1050628"/>
                <a:gd name="connsiteX616" fmla="*/ 1603716 w 2449768"/>
                <a:gd name="connsiteY616" fmla="*/ 577357 h 1050628"/>
                <a:gd name="connsiteX617" fmla="*/ 1609792 w 2449768"/>
                <a:gd name="connsiteY617" fmla="*/ 553052 h 1050628"/>
                <a:gd name="connsiteX618" fmla="*/ 1620805 w 2449768"/>
                <a:gd name="connsiteY618" fmla="*/ 550394 h 1050628"/>
                <a:gd name="connsiteX619" fmla="*/ 2097781 w 2449768"/>
                <a:gd name="connsiteY619" fmla="*/ 544317 h 1050628"/>
                <a:gd name="connsiteX620" fmla="*/ 2111073 w 2449768"/>
                <a:gd name="connsiteY620" fmla="*/ 553051 h 1050628"/>
                <a:gd name="connsiteX621" fmla="*/ 2104997 w 2449768"/>
                <a:gd name="connsiteY621" fmla="*/ 577356 h 1050628"/>
                <a:gd name="connsiteX622" fmla="*/ 2080692 w 2449768"/>
                <a:gd name="connsiteY622" fmla="*/ 571280 h 1050628"/>
                <a:gd name="connsiteX623" fmla="*/ 2086768 w 2449768"/>
                <a:gd name="connsiteY623" fmla="*/ 546975 h 1050628"/>
                <a:gd name="connsiteX624" fmla="*/ 2097781 w 2449768"/>
                <a:gd name="connsiteY624" fmla="*/ 544317 h 1050628"/>
                <a:gd name="connsiteX625" fmla="*/ 1745366 w 2449768"/>
                <a:gd name="connsiteY625" fmla="*/ 538241 h 1050628"/>
                <a:gd name="connsiteX626" fmla="*/ 1758658 w 2449768"/>
                <a:gd name="connsiteY626" fmla="*/ 546975 h 1050628"/>
                <a:gd name="connsiteX627" fmla="*/ 1752582 w 2449768"/>
                <a:gd name="connsiteY627" fmla="*/ 571280 h 1050628"/>
                <a:gd name="connsiteX628" fmla="*/ 1728277 w 2449768"/>
                <a:gd name="connsiteY628" fmla="*/ 565204 h 1050628"/>
                <a:gd name="connsiteX629" fmla="*/ 1734353 w 2449768"/>
                <a:gd name="connsiteY629" fmla="*/ 540899 h 1050628"/>
                <a:gd name="connsiteX630" fmla="*/ 1745366 w 2449768"/>
                <a:gd name="connsiteY630" fmla="*/ 538241 h 1050628"/>
                <a:gd name="connsiteX631" fmla="*/ 624322 w 2449768"/>
                <a:gd name="connsiteY631" fmla="*/ 529127 h 1050628"/>
                <a:gd name="connsiteX632" fmla="*/ 637613 w 2449768"/>
                <a:gd name="connsiteY632" fmla="*/ 537861 h 1050628"/>
                <a:gd name="connsiteX633" fmla="*/ 631537 w 2449768"/>
                <a:gd name="connsiteY633" fmla="*/ 562166 h 1050628"/>
                <a:gd name="connsiteX634" fmla="*/ 607233 w 2449768"/>
                <a:gd name="connsiteY634" fmla="*/ 556090 h 1050628"/>
                <a:gd name="connsiteX635" fmla="*/ 613309 w 2449768"/>
                <a:gd name="connsiteY635" fmla="*/ 531785 h 1050628"/>
                <a:gd name="connsiteX636" fmla="*/ 624322 w 2449768"/>
                <a:gd name="connsiteY636" fmla="*/ 529127 h 1050628"/>
                <a:gd name="connsiteX637" fmla="*/ 958508 w 2449768"/>
                <a:gd name="connsiteY637" fmla="*/ 523051 h 1050628"/>
                <a:gd name="connsiteX638" fmla="*/ 971800 w 2449768"/>
                <a:gd name="connsiteY638" fmla="*/ 531785 h 1050628"/>
                <a:gd name="connsiteX639" fmla="*/ 965724 w 2449768"/>
                <a:gd name="connsiteY639" fmla="*/ 556090 h 1050628"/>
                <a:gd name="connsiteX640" fmla="*/ 941419 w 2449768"/>
                <a:gd name="connsiteY640" fmla="*/ 550014 h 1050628"/>
                <a:gd name="connsiteX641" fmla="*/ 947495 w 2449768"/>
                <a:gd name="connsiteY641" fmla="*/ 525709 h 1050628"/>
                <a:gd name="connsiteX642" fmla="*/ 958508 w 2449768"/>
                <a:gd name="connsiteY642" fmla="*/ 523051 h 1050628"/>
                <a:gd name="connsiteX643" fmla="*/ 1177248 w 2449768"/>
                <a:gd name="connsiteY643" fmla="*/ 507861 h 1050628"/>
                <a:gd name="connsiteX644" fmla="*/ 1190540 w 2449768"/>
                <a:gd name="connsiteY644" fmla="*/ 516595 h 1050628"/>
                <a:gd name="connsiteX645" fmla="*/ 1184464 w 2449768"/>
                <a:gd name="connsiteY645" fmla="*/ 540900 h 1050628"/>
                <a:gd name="connsiteX646" fmla="*/ 1160159 w 2449768"/>
                <a:gd name="connsiteY646" fmla="*/ 534824 h 1050628"/>
                <a:gd name="connsiteX647" fmla="*/ 1166235 w 2449768"/>
                <a:gd name="connsiteY647" fmla="*/ 510519 h 1050628"/>
                <a:gd name="connsiteX648" fmla="*/ 1177248 w 2449768"/>
                <a:gd name="connsiteY648" fmla="*/ 507861 h 1050628"/>
                <a:gd name="connsiteX649" fmla="*/ 1399027 w 2449768"/>
                <a:gd name="connsiteY649" fmla="*/ 504823 h 1050628"/>
                <a:gd name="connsiteX650" fmla="*/ 1412319 w 2449768"/>
                <a:gd name="connsiteY650" fmla="*/ 513557 h 1050628"/>
                <a:gd name="connsiteX651" fmla="*/ 1406243 w 2449768"/>
                <a:gd name="connsiteY651" fmla="*/ 537862 h 1050628"/>
                <a:gd name="connsiteX652" fmla="*/ 1381938 w 2449768"/>
                <a:gd name="connsiteY652" fmla="*/ 531786 h 1050628"/>
                <a:gd name="connsiteX653" fmla="*/ 1388014 w 2449768"/>
                <a:gd name="connsiteY653" fmla="*/ 507481 h 1050628"/>
                <a:gd name="connsiteX654" fmla="*/ 1399027 w 2449768"/>
                <a:gd name="connsiteY654" fmla="*/ 504823 h 1050628"/>
                <a:gd name="connsiteX655" fmla="*/ 2194999 w 2449768"/>
                <a:gd name="connsiteY655" fmla="*/ 492670 h 1050628"/>
                <a:gd name="connsiteX656" fmla="*/ 2208291 w 2449768"/>
                <a:gd name="connsiteY656" fmla="*/ 501404 h 1050628"/>
                <a:gd name="connsiteX657" fmla="*/ 2202214 w 2449768"/>
                <a:gd name="connsiteY657" fmla="*/ 525709 h 1050628"/>
                <a:gd name="connsiteX658" fmla="*/ 2177910 w 2449768"/>
                <a:gd name="connsiteY658" fmla="*/ 519633 h 1050628"/>
                <a:gd name="connsiteX659" fmla="*/ 2183986 w 2449768"/>
                <a:gd name="connsiteY659" fmla="*/ 495328 h 1050628"/>
                <a:gd name="connsiteX660" fmla="*/ 2194999 w 2449768"/>
                <a:gd name="connsiteY660" fmla="*/ 492670 h 1050628"/>
                <a:gd name="connsiteX661" fmla="*/ 1912459 w 2449768"/>
                <a:gd name="connsiteY661" fmla="*/ 480518 h 1050628"/>
                <a:gd name="connsiteX662" fmla="*/ 1925751 w 2449768"/>
                <a:gd name="connsiteY662" fmla="*/ 489252 h 1050628"/>
                <a:gd name="connsiteX663" fmla="*/ 1919675 w 2449768"/>
                <a:gd name="connsiteY663" fmla="*/ 513557 h 1050628"/>
                <a:gd name="connsiteX664" fmla="*/ 1895370 w 2449768"/>
                <a:gd name="connsiteY664" fmla="*/ 507481 h 1050628"/>
                <a:gd name="connsiteX665" fmla="*/ 1901446 w 2449768"/>
                <a:gd name="connsiteY665" fmla="*/ 483176 h 1050628"/>
                <a:gd name="connsiteX666" fmla="*/ 1912459 w 2449768"/>
                <a:gd name="connsiteY666" fmla="*/ 480518 h 1050628"/>
                <a:gd name="connsiteX667" fmla="*/ 803567 w 2449768"/>
                <a:gd name="connsiteY667" fmla="*/ 480518 h 1050628"/>
                <a:gd name="connsiteX668" fmla="*/ 816859 w 2449768"/>
                <a:gd name="connsiteY668" fmla="*/ 489252 h 1050628"/>
                <a:gd name="connsiteX669" fmla="*/ 810783 w 2449768"/>
                <a:gd name="connsiteY669" fmla="*/ 513557 h 1050628"/>
                <a:gd name="connsiteX670" fmla="*/ 786478 w 2449768"/>
                <a:gd name="connsiteY670" fmla="*/ 507481 h 1050628"/>
                <a:gd name="connsiteX671" fmla="*/ 792554 w 2449768"/>
                <a:gd name="connsiteY671" fmla="*/ 483176 h 1050628"/>
                <a:gd name="connsiteX672" fmla="*/ 803567 w 2449768"/>
                <a:gd name="connsiteY672" fmla="*/ 480518 h 1050628"/>
                <a:gd name="connsiteX673" fmla="*/ 1550930 w 2449768"/>
                <a:gd name="connsiteY673" fmla="*/ 471404 h 1050628"/>
                <a:gd name="connsiteX674" fmla="*/ 1564222 w 2449768"/>
                <a:gd name="connsiteY674" fmla="*/ 480138 h 1050628"/>
                <a:gd name="connsiteX675" fmla="*/ 1558146 w 2449768"/>
                <a:gd name="connsiteY675" fmla="*/ 504443 h 1050628"/>
                <a:gd name="connsiteX676" fmla="*/ 1533841 w 2449768"/>
                <a:gd name="connsiteY676" fmla="*/ 498367 h 1050628"/>
                <a:gd name="connsiteX677" fmla="*/ 1539917 w 2449768"/>
                <a:gd name="connsiteY677" fmla="*/ 474062 h 1050628"/>
                <a:gd name="connsiteX678" fmla="*/ 1550930 w 2449768"/>
                <a:gd name="connsiteY678" fmla="*/ 471404 h 1050628"/>
                <a:gd name="connsiteX679" fmla="*/ 2307407 w 2449768"/>
                <a:gd name="connsiteY679" fmla="*/ 465328 h 1050628"/>
                <a:gd name="connsiteX680" fmla="*/ 2320698 w 2449768"/>
                <a:gd name="connsiteY680" fmla="*/ 474062 h 1050628"/>
                <a:gd name="connsiteX681" fmla="*/ 2314622 w 2449768"/>
                <a:gd name="connsiteY681" fmla="*/ 498367 h 1050628"/>
                <a:gd name="connsiteX682" fmla="*/ 2290318 w 2449768"/>
                <a:gd name="connsiteY682" fmla="*/ 492291 h 1050628"/>
                <a:gd name="connsiteX683" fmla="*/ 2296394 w 2449768"/>
                <a:gd name="connsiteY683" fmla="*/ 467986 h 1050628"/>
                <a:gd name="connsiteX684" fmla="*/ 2307407 w 2449768"/>
                <a:gd name="connsiteY684" fmla="*/ 465328 h 1050628"/>
                <a:gd name="connsiteX685" fmla="*/ 1076992 w 2449768"/>
                <a:gd name="connsiteY685" fmla="*/ 462290 h 1050628"/>
                <a:gd name="connsiteX686" fmla="*/ 1090284 w 2449768"/>
                <a:gd name="connsiteY686" fmla="*/ 471024 h 1050628"/>
                <a:gd name="connsiteX687" fmla="*/ 1084208 w 2449768"/>
                <a:gd name="connsiteY687" fmla="*/ 495329 h 1050628"/>
                <a:gd name="connsiteX688" fmla="*/ 1059903 w 2449768"/>
                <a:gd name="connsiteY688" fmla="*/ 489253 h 1050628"/>
                <a:gd name="connsiteX689" fmla="*/ 1065979 w 2449768"/>
                <a:gd name="connsiteY689" fmla="*/ 464948 h 1050628"/>
                <a:gd name="connsiteX690" fmla="*/ 1076992 w 2449768"/>
                <a:gd name="connsiteY690" fmla="*/ 462290 h 1050628"/>
                <a:gd name="connsiteX691" fmla="*/ 2030944 w 2449768"/>
                <a:gd name="connsiteY691" fmla="*/ 456214 h 1050628"/>
                <a:gd name="connsiteX692" fmla="*/ 2044236 w 2449768"/>
                <a:gd name="connsiteY692" fmla="*/ 464948 h 1050628"/>
                <a:gd name="connsiteX693" fmla="*/ 2038160 w 2449768"/>
                <a:gd name="connsiteY693" fmla="*/ 489253 h 1050628"/>
                <a:gd name="connsiteX694" fmla="*/ 2013855 w 2449768"/>
                <a:gd name="connsiteY694" fmla="*/ 483177 h 1050628"/>
                <a:gd name="connsiteX695" fmla="*/ 2019931 w 2449768"/>
                <a:gd name="connsiteY695" fmla="*/ 458872 h 1050628"/>
                <a:gd name="connsiteX696" fmla="*/ 2030944 w 2449768"/>
                <a:gd name="connsiteY696" fmla="*/ 456214 h 1050628"/>
                <a:gd name="connsiteX697" fmla="*/ 1280542 w 2449768"/>
                <a:gd name="connsiteY697" fmla="*/ 453176 h 1050628"/>
                <a:gd name="connsiteX698" fmla="*/ 1293834 w 2449768"/>
                <a:gd name="connsiteY698" fmla="*/ 461910 h 1050628"/>
                <a:gd name="connsiteX699" fmla="*/ 1287758 w 2449768"/>
                <a:gd name="connsiteY699" fmla="*/ 486215 h 1050628"/>
                <a:gd name="connsiteX700" fmla="*/ 1263453 w 2449768"/>
                <a:gd name="connsiteY700" fmla="*/ 480139 h 1050628"/>
                <a:gd name="connsiteX701" fmla="*/ 1269529 w 2449768"/>
                <a:gd name="connsiteY701" fmla="*/ 455834 h 1050628"/>
                <a:gd name="connsiteX702" fmla="*/ 1280542 w 2449768"/>
                <a:gd name="connsiteY702" fmla="*/ 453176 h 1050628"/>
                <a:gd name="connsiteX703" fmla="*/ 679006 w 2449768"/>
                <a:gd name="connsiteY703" fmla="*/ 450138 h 1050628"/>
                <a:gd name="connsiteX704" fmla="*/ 692298 w 2449768"/>
                <a:gd name="connsiteY704" fmla="*/ 458872 h 1050628"/>
                <a:gd name="connsiteX705" fmla="*/ 686222 w 2449768"/>
                <a:gd name="connsiteY705" fmla="*/ 483177 h 1050628"/>
                <a:gd name="connsiteX706" fmla="*/ 661917 w 2449768"/>
                <a:gd name="connsiteY706" fmla="*/ 477101 h 1050628"/>
                <a:gd name="connsiteX707" fmla="*/ 667993 w 2449768"/>
                <a:gd name="connsiteY707" fmla="*/ 452796 h 1050628"/>
                <a:gd name="connsiteX708" fmla="*/ 679006 w 2449768"/>
                <a:gd name="connsiteY708" fmla="*/ 450138 h 1050628"/>
                <a:gd name="connsiteX709" fmla="*/ 1815242 w 2449768"/>
                <a:gd name="connsiteY709" fmla="*/ 447099 h 1050628"/>
                <a:gd name="connsiteX710" fmla="*/ 1828533 w 2449768"/>
                <a:gd name="connsiteY710" fmla="*/ 455833 h 1050628"/>
                <a:gd name="connsiteX711" fmla="*/ 1822457 w 2449768"/>
                <a:gd name="connsiteY711" fmla="*/ 480138 h 1050628"/>
                <a:gd name="connsiteX712" fmla="*/ 1798152 w 2449768"/>
                <a:gd name="connsiteY712" fmla="*/ 474062 h 1050628"/>
                <a:gd name="connsiteX713" fmla="*/ 1804228 w 2449768"/>
                <a:gd name="connsiteY713" fmla="*/ 449757 h 1050628"/>
                <a:gd name="connsiteX714" fmla="*/ 1815242 w 2449768"/>
                <a:gd name="connsiteY714" fmla="*/ 447099 h 1050628"/>
                <a:gd name="connsiteX715" fmla="*/ 1699795 w 2449768"/>
                <a:gd name="connsiteY715" fmla="*/ 444061 h 1050628"/>
                <a:gd name="connsiteX716" fmla="*/ 1713087 w 2449768"/>
                <a:gd name="connsiteY716" fmla="*/ 452795 h 1050628"/>
                <a:gd name="connsiteX717" fmla="*/ 1707011 w 2449768"/>
                <a:gd name="connsiteY717" fmla="*/ 477100 h 1050628"/>
                <a:gd name="connsiteX718" fmla="*/ 1682706 w 2449768"/>
                <a:gd name="connsiteY718" fmla="*/ 471024 h 1050628"/>
                <a:gd name="connsiteX719" fmla="*/ 1688782 w 2449768"/>
                <a:gd name="connsiteY719" fmla="*/ 446719 h 1050628"/>
                <a:gd name="connsiteX720" fmla="*/ 1699795 w 2449768"/>
                <a:gd name="connsiteY720" fmla="*/ 444061 h 1050628"/>
                <a:gd name="connsiteX721" fmla="*/ 888633 w 2449768"/>
                <a:gd name="connsiteY721" fmla="*/ 434947 h 1050628"/>
                <a:gd name="connsiteX722" fmla="*/ 901925 w 2449768"/>
                <a:gd name="connsiteY722" fmla="*/ 443681 h 1050628"/>
                <a:gd name="connsiteX723" fmla="*/ 895849 w 2449768"/>
                <a:gd name="connsiteY723" fmla="*/ 467986 h 1050628"/>
                <a:gd name="connsiteX724" fmla="*/ 871544 w 2449768"/>
                <a:gd name="connsiteY724" fmla="*/ 461910 h 1050628"/>
                <a:gd name="connsiteX725" fmla="*/ 877620 w 2449768"/>
                <a:gd name="connsiteY725" fmla="*/ 437605 h 1050628"/>
                <a:gd name="connsiteX726" fmla="*/ 888633 w 2449768"/>
                <a:gd name="connsiteY726" fmla="*/ 434947 h 1050628"/>
                <a:gd name="connsiteX727" fmla="*/ 2158542 w 2449768"/>
                <a:gd name="connsiteY727" fmla="*/ 407605 h 1050628"/>
                <a:gd name="connsiteX728" fmla="*/ 2171833 w 2449768"/>
                <a:gd name="connsiteY728" fmla="*/ 416339 h 1050628"/>
                <a:gd name="connsiteX729" fmla="*/ 2165757 w 2449768"/>
                <a:gd name="connsiteY729" fmla="*/ 440644 h 1050628"/>
                <a:gd name="connsiteX730" fmla="*/ 2141453 w 2449768"/>
                <a:gd name="connsiteY730" fmla="*/ 434568 h 1050628"/>
                <a:gd name="connsiteX731" fmla="*/ 2147529 w 2449768"/>
                <a:gd name="connsiteY731" fmla="*/ 410263 h 1050628"/>
                <a:gd name="connsiteX732" fmla="*/ 2158542 w 2449768"/>
                <a:gd name="connsiteY732" fmla="*/ 407605 h 1050628"/>
                <a:gd name="connsiteX733" fmla="*/ 1484092 w 2449768"/>
                <a:gd name="connsiteY733" fmla="*/ 407605 h 1050628"/>
                <a:gd name="connsiteX734" fmla="*/ 1497384 w 2449768"/>
                <a:gd name="connsiteY734" fmla="*/ 416339 h 1050628"/>
                <a:gd name="connsiteX735" fmla="*/ 1491308 w 2449768"/>
                <a:gd name="connsiteY735" fmla="*/ 440644 h 1050628"/>
                <a:gd name="connsiteX736" fmla="*/ 1467003 w 2449768"/>
                <a:gd name="connsiteY736" fmla="*/ 434568 h 1050628"/>
                <a:gd name="connsiteX737" fmla="*/ 1473079 w 2449768"/>
                <a:gd name="connsiteY737" fmla="*/ 410263 h 1050628"/>
                <a:gd name="connsiteX738" fmla="*/ 1484092 w 2449768"/>
                <a:gd name="connsiteY738" fmla="*/ 407605 h 1050628"/>
                <a:gd name="connsiteX739" fmla="*/ 1365608 w 2449768"/>
                <a:gd name="connsiteY739" fmla="*/ 404567 h 1050628"/>
                <a:gd name="connsiteX740" fmla="*/ 1378900 w 2449768"/>
                <a:gd name="connsiteY740" fmla="*/ 413301 h 1050628"/>
                <a:gd name="connsiteX741" fmla="*/ 1372824 w 2449768"/>
                <a:gd name="connsiteY741" fmla="*/ 437606 h 1050628"/>
                <a:gd name="connsiteX742" fmla="*/ 1348519 w 2449768"/>
                <a:gd name="connsiteY742" fmla="*/ 431530 h 1050628"/>
                <a:gd name="connsiteX743" fmla="*/ 1354595 w 2449768"/>
                <a:gd name="connsiteY743" fmla="*/ 407225 h 1050628"/>
                <a:gd name="connsiteX744" fmla="*/ 1365608 w 2449768"/>
                <a:gd name="connsiteY744" fmla="*/ 404567 h 1050628"/>
                <a:gd name="connsiteX745" fmla="*/ 988889 w 2449768"/>
                <a:gd name="connsiteY745" fmla="*/ 404567 h 1050628"/>
                <a:gd name="connsiteX746" fmla="*/ 1002180 w 2449768"/>
                <a:gd name="connsiteY746" fmla="*/ 413301 h 1050628"/>
                <a:gd name="connsiteX747" fmla="*/ 996104 w 2449768"/>
                <a:gd name="connsiteY747" fmla="*/ 437606 h 1050628"/>
                <a:gd name="connsiteX748" fmla="*/ 971800 w 2449768"/>
                <a:gd name="connsiteY748" fmla="*/ 431530 h 1050628"/>
                <a:gd name="connsiteX749" fmla="*/ 977876 w 2449768"/>
                <a:gd name="connsiteY749" fmla="*/ 407225 h 1050628"/>
                <a:gd name="connsiteX750" fmla="*/ 988889 w 2449768"/>
                <a:gd name="connsiteY750" fmla="*/ 404567 h 1050628"/>
                <a:gd name="connsiteX751" fmla="*/ 1182565 w 2449768"/>
                <a:gd name="connsiteY751" fmla="*/ 394312 h 1050628"/>
                <a:gd name="connsiteX752" fmla="*/ 1193578 w 2449768"/>
                <a:gd name="connsiteY752" fmla="*/ 404186 h 1050628"/>
                <a:gd name="connsiteX753" fmla="*/ 1187502 w 2449768"/>
                <a:gd name="connsiteY753" fmla="*/ 428491 h 1050628"/>
                <a:gd name="connsiteX754" fmla="*/ 1163197 w 2449768"/>
                <a:gd name="connsiteY754" fmla="*/ 422415 h 1050628"/>
                <a:gd name="connsiteX755" fmla="*/ 1169273 w 2449768"/>
                <a:gd name="connsiteY755" fmla="*/ 398110 h 1050628"/>
                <a:gd name="connsiteX756" fmla="*/ 1182565 w 2449768"/>
                <a:gd name="connsiteY756" fmla="*/ 394312 h 1050628"/>
                <a:gd name="connsiteX757" fmla="*/ 1620805 w 2449768"/>
                <a:gd name="connsiteY757" fmla="*/ 389376 h 1050628"/>
                <a:gd name="connsiteX758" fmla="*/ 1634097 w 2449768"/>
                <a:gd name="connsiteY758" fmla="*/ 398110 h 1050628"/>
                <a:gd name="connsiteX759" fmla="*/ 1628021 w 2449768"/>
                <a:gd name="connsiteY759" fmla="*/ 422415 h 1050628"/>
                <a:gd name="connsiteX760" fmla="*/ 1603716 w 2449768"/>
                <a:gd name="connsiteY760" fmla="*/ 416339 h 1050628"/>
                <a:gd name="connsiteX761" fmla="*/ 1609792 w 2449768"/>
                <a:gd name="connsiteY761" fmla="*/ 392034 h 1050628"/>
                <a:gd name="connsiteX762" fmla="*/ 1620805 w 2449768"/>
                <a:gd name="connsiteY762" fmla="*/ 389376 h 1050628"/>
                <a:gd name="connsiteX763" fmla="*/ 1961068 w 2449768"/>
                <a:gd name="connsiteY763" fmla="*/ 380262 h 1050628"/>
                <a:gd name="connsiteX764" fmla="*/ 1974360 w 2449768"/>
                <a:gd name="connsiteY764" fmla="*/ 388996 h 1050628"/>
                <a:gd name="connsiteX765" fmla="*/ 1968284 w 2449768"/>
                <a:gd name="connsiteY765" fmla="*/ 413301 h 1050628"/>
                <a:gd name="connsiteX766" fmla="*/ 1943979 w 2449768"/>
                <a:gd name="connsiteY766" fmla="*/ 407225 h 1050628"/>
                <a:gd name="connsiteX767" fmla="*/ 1950055 w 2449768"/>
                <a:gd name="connsiteY767" fmla="*/ 382920 h 1050628"/>
                <a:gd name="connsiteX768" fmla="*/ 1961068 w 2449768"/>
                <a:gd name="connsiteY768" fmla="*/ 380262 h 1050628"/>
                <a:gd name="connsiteX769" fmla="*/ 770148 w 2449768"/>
                <a:gd name="connsiteY769" fmla="*/ 380262 h 1050628"/>
                <a:gd name="connsiteX770" fmla="*/ 783440 w 2449768"/>
                <a:gd name="connsiteY770" fmla="*/ 388996 h 1050628"/>
                <a:gd name="connsiteX771" fmla="*/ 777364 w 2449768"/>
                <a:gd name="connsiteY771" fmla="*/ 413301 h 1050628"/>
                <a:gd name="connsiteX772" fmla="*/ 753059 w 2449768"/>
                <a:gd name="connsiteY772" fmla="*/ 407225 h 1050628"/>
                <a:gd name="connsiteX773" fmla="*/ 759135 w 2449768"/>
                <a:gd name="connsiteY773" fmla="*/ 382920 h 1050628"/>
                <a:gd name="connsiteX774" fmla="*/ 770148 w 2449768"/>
                <a:gd name="connsiteY774" fmla="*/ 380262 h 1050628"/>
                <a:gd name="connsiteX775" fmla="*/ 2240571 w 2449768"/>
                <a:gd name="connsiteY775" fmla="*/ 352920 h 1050628"/>
                <a:gd name="connsiteX776" fmla="*/ 2253862 w 2449768"/>
                <a:gd name="connsiteY776" fmla="*/ 361654 h 1050628"/>
                <a:gd name="connsiteX777" fmla="*/ 2247786 w 2449768"/>
                <a:gd name="connsiteY777" fmla="*/ 385959 h 1050628"/>
                <a:gd name="connsiteX778" fmla="*/ 2223481 w 2449768"/>
                <a:gd name="connsiteY778" fmla="*/ 379883 h 1050628"/>
                <a:gd name="connsiteX779" fmla="*/ 2229557 w 2449768"/>
                <a:gd name="connsiteY779" fmla="*/ 355578 h 1050628"/>
                <a:gd name="connsiteX780" fmla="*/ 2240571 w 2449768"/>
                <a:gd name="connsiteY780" fmla="*/ 352920 h 1050628"/>
                <a:gd name="connsiteX781" fmla="*/ 2082590 w 2449768"/>
                <a:gd name="connsiteY781" fmla="*/ 352920 h 1050628"/>
                <a:gd name="connsiteX782" fmla="*/ 2095882 w 2449768"/>
                <a:gd name="connsiteY782" fmla="*/ 361654 h 1050628"/>
                <a:gd name="connsiteX783" fmla="*/ 2089806 w 2449768"/>
                <a:gd name="connsiteY783" fmla="*/ 385959 h 1050628"/>
                <a:gd name="connsiteX784" fmla="*/ 2065501 w 2449768"/>
                <a:gd name="connsiteY784" fmla="*/ 379883 h 1050628"/>
                <a:gd name="connsiteX785" fmla="*/ 2071577 w 2449768"/>
                <a:gd name="connsiteY785" fmla="*/ 355578 h 1050628"/>
                <a:gd name="connsiteX786" fmla="*/ 2082590 w 2449768"/>
                <a:gd name="connsiteY786" fmla="*/ 352920 h 1050628"/>
                <a:gd name="connsiteX787" fmla="*/ 1080030 w 2449768"/>
                <a:gd name="connsiteY787" fmla="*/ 337729 h 1050628"/>
                <a:gd name="connsiteX788" fmla="*/ 1093322 w 2449768"/>
                <a:gd name="connsiteY788" fmla="*/ 346463 h 1050628"/>
                <a:gd name="connsiteX789" fmla="*/ 1087246 w 2449768"/>
                <a:gd name="connsiteY789" fmla="*/ 370768 h 1050628"/>
                <a:gd name="connsiteX790" fmla="*/ 1062941 w 2449768"/>
                <a:gd name="connsiteY790" fmla="*/ 364692 h 1050628"/>
                <a:gd name="connsiteX791" fmla="*/ 1069017 w 2449768"/>
                <a:gd name="connsiteY791" fmla="*/ 340387 h 1050628"/>
                <a:gd name="connsiteX792" fmla="*/ 1080030 w 2449768"/>
                <a:gd name="connsiteY792" fmla="*/ 337729 h 1050628"/>
                <a:gd name="connsiteX793" fmla="*/ 1787899 w 2449768"/>
                <a:gd name="connsiteY793" fmla="*/ 331653 h 1050628"/>
                <a:gd name="connsiteX794" fmla="*/ 1801191 w 2449768"/>
                <a:gd name="connsiteY794" fmla="*/ 340387 h 1050628"/>
                <a:gd name="connsiteX795" fmla="*/ 1795115 w 2449768"/>
                <a:gd name="connsiteY795" fmla="*/ 364692 h 1050628"/>
                <a:gd name="connsiteX796" fmla="*/ 1770810 w 2449768"/>
                <a:gd name="connsiteY796" fmla="*/ 358616 h 1050628"/>
                <a:gd name="connsiteX797" fmla="*/ 1776886 w 2449768"/>
                <a:gd name="connsiteY797" fmla="*/ 334311 h 1050628"/>
                <a:gd name="connsiteX798" fmla="*/ 1787899 w 2449768"/>
                <a:gd name="connsiteY798" fmla="*/ 331653 h 1050628"/>
                <a:gd name="connsiteX799" fmla="*/ 1879040 w 2449768"/>
                <a:gd name="connsiteY799" fmla="*/ 328615 h 1050628"/>
                <a:gd name="connsiteX800" fmla="*/ 1892332 w 2449768"/>
                <a:gd name="connsiteY800" fmla="*/ 337349 h 1050628"/>
                <a:gd name="connsiteX801" fmla="*/ 1886256 w 2449768"/>
                <a:gd name="connsiteY801" fmla="*/ 361654 h 1050628"/>
                <a:gd name="connsiteX802" fmla="*/ 1861951 w 2449768"/>
                <a:gd name="connsiteY802" fmla="*/ 355578 h 1050628"/>
                <a:gd name="connsiteX803" fmla="*/ 1868027 w 2449768"/>
                <a:gd name="connsiteY803" fmla="*/ 331273 h 1050628"/>
                <a:gd name="connsiteX804" fmla="*/ 1879040 w 2449768"/>
                <a:gd name="connsiteY804" fmla="*/ 328615 h 1050628"/>
                <a:gd name="connsiteX805" fmla="*/ 1265352 w 2449768"/>
                <a:gd name="connsiteY805" fmla="*/ 325577 h 1050628"/>
                <a:gd name="connsiteX806" fmla="*/ 1278644 w 2449768"/>
                <a:gd name="connsiteY806" fmla="*/ 334311 h 1050628"/>
                <a:gd name="connsiteX807" fmla="*/ 1272568 w 2449768"/>
                <a:gd name="connsiteY807" fmla="*/ 358616 h 1050628"/>
                <a:gd name="connsiteX808" fmla="*/ 1248263 w 2449768"/>
                <a:gd name="connsiteY808" fmla="*/ 352540 h 1050628"/>
                <a:gd name="connsiteX809" fmla="*/ 1254339 w 2449768"/>
                <a:gd name="connsiteY809" fmla="*/ 328235 h 1050628"/>
                <a:gd name="connsiteX810" fmla="*/ 1265352 w 2449768"/>
                <a:gd name="connsiteY810" fmla="*/ 325577 h 1050628"/>
                <a:gd name="connsiteX811" fmla="*/ 864328 w 2449768"/>
                <a:gd name="connsiteY811" fmla="*/ 319501 h 1050628"/>
                <a:gd name="connsiteX812" fmla="*/ 877620 w 2449768"/>
                <a:gd name="connsiteY812" fmla="*/ 328235 h 1050628"/>
                <a:gd name="connsiteX813" fmla="*/ 871544 w 2449768"/>
                <a:gd name="connsiteY813" fmla="*/ 352540 h 1050628"/>
                <a:gd name="connsiteX814" fmla="*/ 847239 w 2449768"/>
                <a:gd name="connsiteY814" fmla="*/ 346464 h 1050628"/>
                <a:gd name="connsiteX815" fmla="*/ 853315 w 2449768"/>
                <a:gd name="connsiteY815" fmla="*/ 322159 h 1050628"/>
                <a:gd name="connsiteX816" fmla="*/ 864328 w 2449768"/>
                <a:gd name="connsiteY816" fmla="*/ 319501 h 1050628"/>
                <a:gd name="connsiteX817" fmla="*/ 1459788 w 2449768"/>
                <a:gd name="connsiteY817" fmla="*/ 316463 h 1050628"/>
                <a:gd name="connsiteX818" fmla="*/ 1473080 w 2449768"/>
                <a:gd name="connsiteY818" fmla="*/ 325197 h 1050628"/>
                <a:gd name="connsiteX819" fmla="*/ 1467004 w 2449768"/>
                <a:gd name="connsiteY819" fmla="*/ 349502 h 1050628"/>
                <a:gd name="connsiteX820" fmla="*/ 1442699 w 2449768"/>
                <a:gd name="connsiteY820" fmla="*/ 343426 h 1050628"/>
                <a:gd name="connsiteX821" fmla="*/ 1448775 w 2449768"/>
                <a:gd name="connsiteY821" fmla="*/ 319121 h 1050628"/>
                <a:gd name="connsiteX822" fmla="*/ 1459788 w 2449768"/>
                <a:gd name="connsiteY822" fmla="*/ 316463 h 1050628"/>
                <a:gd name="connsiteX823" fmla="*/ 1702833 w 2449768"/>
                <a:gd name="connsiteY823" fmla="*/ 310387 h 1050628"/>
                <a:gd name="connsiteX824" fmla="*/ 1716125 w 2449768"/>
                <a:gd name="connsiteY824" fmla="*/ 319121 h 1050628"/>
                <a:gd name="connsiteX825" fmla="*/ 1710049 w 2449768"/>
                <a:gd name="connsiteY825" fmla="*/ 343426 h 1050628"/>
                <a:gd name="connsiteX826" fmla="*/ 1685744 w 2449768"/>
                <a:gd name="connsiteY826" fmla="*/ 337350 h 1050628"/>
                <a:gd name="connsiteX827" fmla="*/ 1691820 w 2449768"/>
                <a:gd name="connsiteY827" fmla="*/ 313045 h 1050628"/>
                <a:gd name="connsiteX828" fmla="*/ 1702833 w 2449768"/>
                <a:gd name="connsiteY828" fmla="*/ 310387 h 1050628"/>
                <a:gd name="connsiteX829" fmla="*/ 1577893 w 2449768"/>
                <a:gd name="connsiteY829" fmla="*/ 297095 h 1050628"/>
                <a:gd name="connsiteX830" fmla="*/ 1591565 w 2449768"/>
                <a:gd name="connsiteY830" fmla="*/ 306969 h 1050628"/>
                <a:gd name="connsiteX831" fmla="*/ 1585489 w 2449768"/>
                <a:gd name="connsiteY831" fmla="*/ 331274 h 1050628"/>
                <a:gd name="connsiteX832" fmla="*/ 1561184 w 2449768"/>
                <a:gd name="connsiteY832" fmla="*/ 325198 h 1050628"/>
                <a:gd name="connsiteX833" fmla="*/ 1564222 w 2449768"/>
                <a:gd name="connsiteY833" fmla="*/ 300893 h 1050628"/>
                <a:gd name="connsiteX834" fmla="*/ 1577893 w 2449768"/>
                <a:gd name="connsiteY834" fmla="*/ 297095 h 1050628"/>
                <a:gd name="connsiteX835" fmla="*/ 955470 w 2449768"/>
                <a:gd name="connsiteY835" fmla="*/ 295196 h 1050628"/>
                <a:gd name="connsiteX836" fmla="*/ 968762 w 2449768"/>
                <a:gd name="connsiteY836" fmla="*/ 303930 h 1050628"/>
                <a:gd name="connsiteX837" fmla="*/ 962686 w 2449768"/>
                <a:gd name="connsiteY837" fmla="*/ 328235 h 1050628"/>
                <a:gd name="connsiteX838" fmla="*/ 938381 w 2449768"/>
                <a:gd name="connsiteY838" fmla="*/ 322159 h 1050628"/>
                <a:gd name="connsiteX839" fmla="*/ 944457 w 2449768"/>
                <a:gd name="connsiteY839" fmla="*/ 297854 h 1050628"/>
                <a:gd name="connsiteX840" fmla="*/ 955470 w 2449768"/>
                <a:gd name="connsiteY840" fmla="*/ 295196 h 1050628"/>
                <a:gd name="connsiteX841" fmla="*/ 1365608 w 2449768"/>
                <a:gd name="connsiteY841" fmla="*/ 283044 h 1050628"/>
                <a:gd name="connsiteX842" fmla="*/ 1378900 w 2449768"/>
                <a:gd name="connsiteY842" fmla="*/ 291778 h 1050628"/>
                <a:gd name="connsiteX843" fmla="*/ 1372824 w 2449768"/>
                <a:gd name="connsiteY843" fmla="*/ 316083 h 1050628"/>
                <a:gd name="connsiteX844" fmla="*/ 1348519 w 2449768"/>
                <a:gd name="connsiteY844" fmla="*/ 310007 h 1050628"/>
                <a:gd name="connsiteX845" fmla="*/ 1354595 w 2449768"/>
                <a:gd name="connsiteY845" fmla="*/ 285702 h 1050628"/>
                <a:gd name="connsiteX846" fmla="*/ 1365608 w 2449768"/>
                <a:gd name="connsiteY846" fmla="*/ 283044 h 1050628"/>
                <a:gd name="connsiteX847" fmla="*/ 1979296 w 2449768"/>
                <a:gd name="connsiteY847" fmla="*/ 267854 h 1050628"/>
                <a:gd name="connsiteX848" fmla="*/ 1992588 w 2449768"/>
                <a:gd name="connsiteY848" fmla="*/ 276588 h 1050628"/>
                <a:gd name="connsiteX849" fmla="*/ 1986512 w 2449768"/>
                <a:gd name="connsiteY849" fmla="*/ 300893 h 1050628"/>
                <a:gd name="connsiteX850" fmla="*/ 1962207 w 2449768"/>
                <a:gd name="connsiteY850" fmla="*/ 294817 h 1050628"/>
                <a:gd name="connsiteX851" fmla="*/ 1968283 w 2449768"/>
                <a:gd name="connsiteY851" fmla="*/ 270512 h 1050628"/>
                <a:gd name="connsiteX852" fmla="*/ 1979296 w 2449768"/>
                <a:gd name="connsiteY852" fmla="*/ 267854 h 1050628"/>
                <a:gd name="connsiteX853" fmla="*/ 1173830 w 2449768"/>
                <a:gd name="connsiteY853" fmla="*/ 266714 h 1050628"/>
                <a:gd name="connsiteX854" fmla="*/ 1187502 w 2449768"/>
                <a:gd name="connsiteY854" fmla="*/ 276588 h 1050628"/>
                <a:gd name="connsiteX855" fmla="*/ 1181425 w 2449768"/>
                <a:gd name="connsiteY855" fmla="*/ 300893 h 1050628"/>
                <a:gd name="connsiteX856" fmla="*/ 1157121 w 2449768"/>
                <a:gd name="connsiteY856" fmla="*/ 294817 h 1050628"/>
                <a:gd name="connsiteX857" fmla="*/ 1160159 w 2449768"/>
                <a:gd name="connsiteY857" fmla="*/ 270512 h 1050628"/>
                <a:gd name="connsiteX858" fmla="*/ 1173830 w 2449768"/>
                <a:gd name="connsiteY858" fmla="*/ 266714 h 1050628"/>
                <a:gd name="connsiteX859" fmla="*/ 2167656 w 2449768"/>
                <a:gd name="connsiteY859" fmla="*/ 246587 h 1050628"/>
                <a:gd name="connsiteX860" fmla="*/ 2180948 w 2449768"/>
                <a:gd name="connsiteY860" fmla="*/ 255321 h 1050628"/>
                <a:gd name="connsiteX861" fmla="*/ 2174872 w 2449768"/>
                <a:gd name="connsiteY861" fmla="*/ 279626 h 1050628"/>
                <a:gd name="connsiteX862" fmla="*/ 2150567 w 2449768"/>
                <a:gd name="connsiteY862" fmla="*/ 273550 h 1050628"/>
                <a:gd name="connsiteX863" fmla="*/ 2156643 w 2449768"/>
                <a:gd name="connsiteY863" fmla="*/ 249245 h 1050628"/>
                <a:gd name="connsiteX864" fmla="*/ 2167656 w 2449768"/>
                <a:gd name="connsiteY864" fmla="*/ 246587 h 1050628"/>
                <a:gd name="connsiteX865" fmla="*/ 2073477 w 2449768"/>
                <a:gd name="connsiteY865" fmla="*/ 240511 h 1050628"/>
                <a:gd name="connsiteX866" fmla="*/ 2086768 w 2449768"/>
                <a:gd name="connsiteY866" fmla="*/ 249245 h 1050628"/>
                <a:gd name="connsiteX867" fmla="*/ 2080692 w 2449768"/>
                <a:gd name="connsiteY867" fmla="*/ 273550 h 1050628"/>
                <a:gd name="connsiteX868" fmla="*/ 2056387 w 2449768"/>
                <a:gd name="connsiteY868" fmla="*/ 267474 h 1050628"/>
                <a:gd name="connsiteX869" fmla="*/ 2062463 w 2449768"/>
                <a:gd name="connsiteY869" fmla="*/ 243169 h 1050628"/>
                <a:gd name="connsiteX870" fmla="*/ 2073477 w 2449768"/>
                <a:gd name="connsiteY870" fmla="*/ 240511 h 1050628"/>
                <a:gd name="connsiteX871" fmla="*/ 1505359 w 2449768"/>
                <a:gd name="connsiteY871" fmla="*/ 222283 h 1050628"/>
                <a:gd name="connsiteX872" fmla="*/ 1518651 w 2449768"/>
                <a:gd name="connsiteY872" fmla="*/ 231017 h 1050628"/>
                <a:gd name="connsiteX873" fmla="*/ 1512575 w 2449768"/>
                <a:gd name="connsiteY873" fmla="*/ 255322 h 1050628"/>
                <a:gd name="connsiteX874" fmla="*/ 1488270 w 2449768"/>
                <a:gd name="connsiteY874" fmla="*/ 249246 h 1050628"/>
                <a:gd name="connsiteX875" fmla="*/ 1494346 w 2449768"/>
                <a:gd name="connsiteY875" fmla="*/ 224941 h 1050628"/>
                <a:gd name="connsiteX876" fmla="*/ 1505359 w 2449768"/>
                <a:gd name="connsiteY876" fmla="*/ 222283 h 1050628"/>
                <a:gd name="connsiteX877" fmla="*/ 1007117 w 2449768"/>
                <a:gd name="connsiteY877" fmla="*/ 222283 h 1050628"/>
                <a:gd name="connsiteX878" fmla="*/ 1020409 w 2449768"/>
                <a:gd name="connsiteY878" fmla="*/ 231017 h 1050628"/>
                <a:gd name="connsiteX879" fmla="*/ 1014333 w 2449768"/>
                <a:gd name="connsiteY879" fmla="*/ 255322 h 1050628"/>
                <a:gd name="connsiteX880" fmla="*/ 990028 w 2449768"/>
                <a:gd name="connsiteY880" fmla="*/ 249246 h 1050628"/>
                <a:gd name="connsiteX881" fmla="*/ 996104 w 2449768"/>
                <a:gd name="connsiteY881" fmla="*/ 224941 h 1050628"/>
                <a:gd name="connsiteX882" fmla="*/ 1007117 w 2449768"/>
                <a:gd name="connsiteY882" fmla="*/ 222283 h 1050628"/>
                <a:gd name="connsiteX883" fmla="*/ 1298771 w 2449768"/>
                <a:gd name="connsiteY883" fmla="*/ 210131 h 1050628"/>
                <a:gd name="connsiteX884" fmla="*/ 1312063 w 2449768"/>
                <a:gd name="connsiteY884" fmla="*/ 218865 h 1050628"/>
                <a:gd name="connsiteX885" fmla="*/ 1305987 w 2449768"/>
                <a:gd name="connsiteY885" fmla="*/ 243170 h 1050628"/>
                <a:gd name="connsiteX886" fmla="*/ 1281682 w 2449768"/>
                <a:gd name="connsiteY886" fmla="*/ 237094 h 1050628"/>
                <a:gd name="connsiteX887" fmla="*/ 1287758 w 2449768"/>
                <a:gd name="connsiteY887" fmla="*/ 212789 h 1050628"/>
                <a:gd name="connsiteX888" fmla="*/ 1298771 w 2449768"/>
                <a:gd name="connsiteY888" fmla="*/ 210131 h 1050628"/>
                <a:gd name="connsiteX889" fmla="*/ 1881700 w 2449768"/>
                <a:gd name="connsiteY889" fmla="*/ 207472 h 1050628"/>
                <a:gd name="connsiteX890" fmla="*/ 1895371 w 2449768"/>
                <a:gd name="connsiteY890" fmla="*/ 218865 h 1050628"/>
                <a:gd name="connsiteX891" fmla="*/ 1889295 w 2449768"/>
                <a:gd name="connsiteY891" fmla="*/ 243170 h 1050628"/>
                <a:gd name="connsiteX892" fmla="*/ 1864990 w 2449768"/>
                <a:gd name="connsiteY892" fmla="*/ 237094 h 1050628"/>
                <a:gd name="connsiteX893" fmla="*/ 1868028 w 2449768"/>
                <a:gd name="connsiteY893" fmla="*/ 209751 h 1050628"/>
                <a:gd name="connsiteX894" fmla="*/ 1881700 w 2449768"/>
                <a:gd name="connsiteY894" fmla="*/ 207472 h 1050628"/>
                <a:gd name="connsiteX895" fmla="*/ 1657262 w 2449768"/>
                <a:gd name="connsiteY895" fmla="*/ 207093 h 1050628"/>
                <a:gd name="connsiteX896" fmla="*/ 1670554 w 2449768"/>
                <a:gd name="connsiteY896" fmla="*/ 215827 h 1050628"/>
                <a:gd name="connsiteX897" fmla="*/ 1664478 w 2449768"/>
                <a:gd name="connsiteY897" fmla="*/ 240132 h 1050628"/>
                <a:gd name="connsiteX898" fmla="*/ 1637135 w 2449768"/>
                <a:gd name="connsiteY898" fmla="*/ 234056 h 1050628"/>
                <a:gd name="connsiteX899" fmla="*/ 1646249 w 2449768"/>
                <a:gd name="connsiteY899" fmla="*/ 209751 h 1050628"/>
                <a:gd name="connsiteX900" fmla="*/ 1657262 w 2449768"/>
                <a:gd name="connsiteY900" fmla="*/ 207093 h 1050628"/>
                <a:gd name="connsiteX901" fmla="*/ 1769671 w 2449768"/>
                <a:gd name="connsiteY901" fmla="*/ 201017 h 1050628"/>
                <a:gd name="connsiteX902" fmla="*/ 1782962 w 2449768"/>
                <a:gd name="connsiteY902" fmla="*/ 209751 h 1050628"/>
                <a:gd name="connsiteX903" fmla="*/ 1776886 w 2449768"/>
                <a:gd name="connsiteY903" fmla="*/ 234056 h 1050628"/>
                <a:gd name="connsiteX904" fmla="*/ 1752581 w 2449768"/>
                <a:gd name="connsiteY904" fmla="*/ 227980 h 1050628"/>
                <a:gd name="connsiteX905" fmla="*/ 1758657 w 2449768"/>
                <a:gd name="connsiteY905" fmla="*/ 203675 h 1050628"/>
                <a:gd name="connsiteX906" fmla="*/ 1769671 w 2449768"/>
                <a:gd name="connsiteY906" fmla="*/ 201017 h 1050628"/>
                <a:gd name="connsiteX907" fmla="*/ 1089145 w 2449768"/>
                <a:gd name="connsiteY907" fmla="*/ 197978 h 1050628"/>
                <a:gd name="connsiteX908" fmla="*/ 1102437 w 2449768"/>
                <a:gd name="connsiteY908" fmla="*/ 206712 h 1050628"/>
                <a:gd name="connsiteX909" fmla="*/ 1096361 w 2449768"/>
                <a:gd name="connsiteY909" fmla="*/ 231017 h 1050628"/>
                <a:gd name="connsiteX910" fmla="*/ 1072056 w 2449768"/>
                <a:gd name="connsiteY910" fmla="*/ 224941 h 1050628"/>
                <a:gd name="connsiteX911" fmla="*/ 1078132 w 2449768"/>
                <a:gd name="connsiteY911" fmla="*/ 200636 h 1050628"/>
                <a:gd name="connsiteX912" fmla="*/ 1089145 w 2449768"/>
                <a:gd name="connsiteY912" fmla="*/ 197978 h 1050628"/>
                <a:gd name="connsiteX913" fmla="*/ 1395989 w 2449768"/>
                <a:gd name="connsiteY913" fmla="*/ 161522 h 1050628"/>
                <a:gd name="connsiteX914" fmla="*/ 1409281 w 2449768"/>
                <a:gd name="connsiteY914" fmla="*/ 170256 h 1050628"/>
                <a:gd name="connsiteX915" fmla="*/ 1403205 w 2449768"/>
                <a:gd name="connsiteY915" fmla="*/ 194561 h 1050628"/>
                <a:gd name="connsiteX916" fmla="*/ 1378900 w 2449768"/>
                <a:gd name="connsiteY916" fmla="*/ 188485 h 1050628"/>
                <a:gd name="connsiteX917" fmla="*/ 1384976 w 2449768"/>
                <a:gd name="connsiteY917" fmla="*/ 164180 h 1050628"/>
                <a:gd name="connsiteX918" fmla="*/ 1395989 w 2449768"/>
                <a:gd name="connsiteY918" fmla="*/ 161522 h 1050628"/>
                <a:gd name="connsiteX919" fmla="*/ 1967145 w 2449768"/>
                <a:gd name="connsiteY919" fmla="*/ 140255 h 1050628"/>
                <a:gd name="connsiteX920" fmla="*/ 1980436 w 2449768"/>
                <a:gd name="connsiteY920" fmla="*/ 148989 h 1050628"/>
                <a:gd name="connsiteX921" fmla="*/ 1974360 w 2449768"/>
                <a:gd name="connsiteY921" fmla="*/ 173294 h 1050628"/>
                <a:gd name="connsiteX922" fmla="*/ 1950055 w 2449768"/>
                <a:gd name="connsiteY922" fmla="*/ 170256 h 1050628"/>
                <a:gd name="connsiteX923" fmla="*/ 1956131 w 2449768"/>
                <a:gd name="connsiteY923" fmla="*/ 142913 h 1050628"/>
                <a:gd name="connsiteX924" fmla="*/ 1967145 w 2449768"/>
                <a:gd name="connsiteY924" fmla="*/ 140255 h 1050628"/>
                <a:gd name="connsiteX925" fmla="*/ 1234971 w 2449768"/>
                <a:gd name="connsiteY925" fmla="*/ 131141 h 1050628"/>
                <a:gd name="connsiteX926" fmla="*/ 1248263 w 2449768"/>
                <a:gd name="connsiteY926" fmla="*/ 139875 h 1050628"/>
                <a:gd name="connsiteX927" fmla="*/ 1242187 w 2449768"/>
                <a:gd name="connsiteY927" fmla="*/ 164180 h 1050628"/>
                <a:gd name="connsiteX928" fmla="*/ 1217882 w 2449768"/>
                <a:gd name="connsiteY928" fmla="*/ 158104 h 1050628"/>
                <a:gd name="connsiteX929" fmla="*/ 1223958 w 2449768"/>
                <a:gd name="connsiteY929" fmla="*/ 133799 h 1050628"/>
                <a:gd name="connsiteX930" fmla="*/ 1234971 w 2449768"/>
                <a:gd name="connsiteY930" fmla="*/ 131141 h 1050628"/>
                <a:gd name="connsiteX931" fmla="*/ 1149906 w 2449768"/>
                <a:gd name="connsiteY931" fmla="*/ 131141 h 1050628"/>
                <a:gd name="connsiteX932" fmla="*/ 1163198 w 2449768"/>
                <a:gd name="connsiteY932" fmla="*/ 139875 h 1050628"/>
                <a:gd name="connsiteX933" fmla="*/ 1157122 w 2449768"/>
                <a:gd name="connsiteY933" fmla="*/ 164180 h 1050628"/>
                <a:gd name="connsiteX934" fmla="*/ 1132817 w 2449768"/>
                <a:gd name="connsiteY934" fmla="*/ 158104 h 1050628"/>
                <a:gd name="connsiteX935" fmla="*/ 1138893 w 2449768"/>
                <a:gd name="connsiteY935" fmla="*/ 133799 h 1050628"/>
                <a:gd name="connsiteX936" fmla="*/ 1149906 w 2449768"/>
                <a:gd name="connsiteY936" fmla="*/ 131141 h 1050628"/>
                <a:gd name="connsiteX937" fmla="*/ 2064362 w 2449768"/>
                <a:gd name="connsiteY937" fmla="*/ 128103 h 1050628"/>
                <a:gd name="connsiteX938" fmla="*/ 2077654 w 2449768"/>
                <a:gd name="connsiteY938" fmla="*/ 136837 h 1050628"/>
                <a:gd name="connsiteX939" fmla="*/ 2071578 w 2449768"/>
                <a:gd name="connsiteY939" fmla="*/ 161142 h 1050628"/>
                <a:gd name="connsiteX940" fmla="*/ 2047273 w 2449768"/>
                <a:gd name="connsiteY940" fmla="*/ 155066 h 1050628"/>
                <a:gd name="connsiteX941" fmla="*/ 2053349 w 2449768"/>
                <a:gd name="connsiteY941" fmla="*/ 130761 h 1050628"/>
                <a:gd name="connsiteX942" fmla="*/ 2064362 w 2449768"/>
                <a:gd name="connsiteY942" fmla="*/ 128103 h 1050628"/>
                <a:gd name="connsiteX943" fmla="*/ 1496245 w 2449768"/>
                <a:gd name="connsiteY943" fmla="*/ 120887 h 1050628"/>
                <a:gd name="connsiteX944" fmla="*/ 1509537 w 2449768"/>
                <a:gd name="connsiteY944" fmla="*/ 130761 h 1050628"/>
                <a:gd name="connsiteX945" fmla="*/ 1503461 w 2449768"/>
                <a:gd name="connsiteY945" fmla="*/ 155066 h 1050628"/>
                <a:gd name="connsiteX946" fmla="*/ 1479156 w 2449768"/>
                <a:gd name="connsiteY946" fmla="*/ 148990 h 1050628"/>
                <a:gd name="connsiteX947" fmla="*/ 1485232 w 2449768"/>
                <a:gd name="connsiteY947" fmla="*/ 124685 h 1050628"/>
                <a:gd name="connsiteX948" fmla="*/ 1496245 w 2449768"/>
                <a:gd name="connsiteY948" fmla="*/ 120887 h 1050628"/>
                <a:gd name="connsiteX949" fmla="*/ 1599539 w 2449768"/>
                <a:gd name="connsiteY949" fmla="*/ 112913 h 1050628"/>
                <a:gd name="connsiteX950" fmla="*/ 1612831 w 2449768"/>
                <a:gd name="connsiteY950" fmla="*/ 121647 h 1050628"/>
                <a:gd name="connsiteX951" fmla="*/ 1606754 w 2449768"/>
                <a:gd name="connsiteY951" fmla="*/ 145952 h 1050628"/>
                <a:gd name="connsiteX952" fmla="*/ 1582450 w 2449768"/>
                <a:gd name="connsiteY952" fmla="*/ 139876 h 1050628"/>
                <a:gd name="connsiteX953" fmla="*/ 1588526 w 2449768"/>
                <a:gd name="connsiteY953" fmla="*/ 115571 h 1050628"/>
                <a:gd name="connsiteX954" fmla="*/ 1599539 w 2449768"/>
                <a:gd name="connsiteY954" fmla="*/ 112913 h 1050628"/>
                <a:gd name="connsiteX955" fmla="*/ 1836508 w 2449768"/>
                <a:gd name="connsiteY955" fmla="*/ 109875 h 1050628"/>
                <a:gd name="connsiteX956" fmla="*/ 1849800 w 2449768"/>
                <a:gd name="connsiteY956" fmla="*/ 118609 h 1050628"/>
                <a:gd name="connsiteX957" fmla="*/ 1843724 w 2449768"/>
                <a:gd name="connsiteY957" fmla="*/ 142914 h 1050628"/>
                <a:gd name="connsiteX958" fmla="*/ 1819419 w 2449768"/>
                <a:gd name="connsiteY958" fmla="*/ 136838 h 1050628"/>
                <a:gd name="connsiteX959" fmla="*/ 1825495 w 2449768"/>
                <a:gd name="connsiteY959" fmla="*/ 112533 h 1050628"/>
                <a:gd name="connsiteX960" fmla="*/ 1836508 w 2449768"/>
                <a:gd name="connsiteY960" fmla="*/ 109875 h 1050628"/>
                <a:gd name="connsiteX961" fmla="*/ 1708529 w 2449768"/>
                <a:gd name="connsiteY961" fmla="*/ 106837 h 1050628"/>
                <a:gd name="connsiteX962" fmla="*/ 1722201 w 2449768"/>
                <a:gd name="connsiteY962" fmla="*/ 115571 h 1050628"/>
                <a:gd name="connsiteX963" fmla="*/ 1716124 w 2449768"/>
                <a:gd name="connsiteY963" fmla="*/ 139876 h 1050628"/>
                <a:gd name="connsiteX964" fmla="*/ 1691820 w 2449768"/>
                <a:gd name="connsiteY964" fmla="*/ 133800 h 1050628"/>
                <a:gd name="connsiteX965" fmla="*/ 1694858 w 2449768"/>
                <a:gd name="connsiteY965" fmla="*/ 109495 h 1050628"/>
                <a:gd name="connsiteX966" fmla="*/ 1708529 w 2449768"/>
                <a:gd name="connsiteY966" fmla="*/ 106837 h 1050628"/>
                <a:gd name="connsiteX967" fmla="*/ 1301429 w 2449768"/>
                <a:gd name="connsiteY967" fmla="*/ 60126 h 1050628"/>
                <a:gd name="connsiteX968" fmla="*/ 1315101 w 2449768"/>
                <a:gd name="connsiteY968" fmla="*/ 70000 h 1050628"/>
                <a:gd name="connsiteX969" fmla="*/ 1309024 w 2449768"/>
                <a:gd name="connsiteY969" fmla="*/ 94305 h 1050628"/>
                <a:gd name="connsiteX970" fmla="*/ 1284720 w 2449768"/>
                <a:gd name="connsiteY970" fmla="*/ 88229 h 1050628"/>
                <a:gd name="connsiteX971" fmla="*/ 1287758 w 2449768"/>
                <a:gd name="connsiteY971" fmla="*/ 63924 h 1050628"/>
                <a:gd name="connsiteX972" fmla="*/ 1301429 w 2449768"/>
                <a:gd name="connsiteY972" fmla="*/ 60126 h 1050628"/>
                <a:gd name="connsiteX973" fmla="*/ 1930687 w 2449768"/>
                <a:gd name="connsiteY973" fmla="*/ 49113 h 1050628"/>
                <a:gd name="connsiteX974" fmla="*/ 1943979 w 2449768"/>
                <a:gd name="connsiteY974" fmla="*/ 57847 h 1050628"/>
                <a:gd name="connsiteX975" fmla="*/ 1937903 w 2449768"/>
                <a:gd name="connsiteY975" fmla="*/ 82152 h 1050628"/>
                <a:gd name="connsiteX976" fmla="*/ 1913598 w 2449768"/>
                <a:gd name="connsiteY976" fmla="*/ 76076 h 1050628"/>
                <a:gd name="connsiteX977" fmla="*/ 1919674 w 2449768"/>
                <a:gd name="connsiteY977" fmla="*/ 51771 h 1050628"/>
                <a:gd name="connsiteX978" fmla="*/ 1930687 w 2449768"/>
                <a:gd name="connsiteY978" fmla="*/ 49113 h 1050628"/>
                <a:gd name="connsiteX979" fmla="*/ 1402065 w 2449768"/>
                <a:gd name="connsiteY979" fmla="*/ 43037 h 1050628"/>
                <a:gd name="connsiteX980" fmla="*/ 1415357 w 2449768"/>
                <a:gd name="connsiteY980" fmla="*/ 51771 h 1050628"/>
                <a:gd name="connsiteX981" fmla="*/ 1409281 w 2449768"/>
                <a:gd name="connsiteY981" fmla="*/ 76076 h 1050628"/>
                <a:gd name="connsiteX982" fmla="*/ 1384976 w 2449768"/>
                <a:gd name="connsiteY982" fmla="*/ 70000 h 1050628"/>
                <a:gd name="connsiteX983" fmla="*/ 1391052 w 2449768"/>
                <a:gd name="connsiteY983" fmla="*/ 45695 h 1050628"/>
                <a:gd name="connsiteX984" fmla="*/ 1402065 w 2449768"/>
                <a:gd name="connsiteY984" fmla="*/ 43037 h 1050628"/>
                <a:gd name="connsiteX985" fmla="*/ 1806127 w 2449768"/>
                <a:gd name="connsiteY985" fmla="*/ 15695 h 1050628"/>
                <a:gd name="connsiteX986" fmla="*/ 1819419 w 2449768"/>
                <a:gd name="connsiteY986" fmla="*/ 24429 h 1050628"/>
                <a:gd name="connsiteX987" fmla="*/ 1813343 w 2449768"/>
                <a:gd name="connsiteY987" fmla="*/ 48734 h 1050628"/>
                <a:gd name="connsiteX988" fmla="*/ 1789038 w 2449768"/>
                <a:gd name="connsiteY988" fmla="*/ 42658 h 1050628"/>
                <a:gd name="connsiteX989" fmla="*/ 1795114 w 2449768"/>
                <a:gd name="connsiteY989" fmla="*/ 18353 h 1050628"/>
                <a:gd name="connsiteX990" fmla="*/ 1806127 w 2449768"/>
                <a:gd name="connsiteY990" fmla="*/ 15695 h 1050628"/>
                <a:gd name="connsiteX991" fmla="*/ 1499283 w 2449768"/>
                <a:gd name="connsiteY991" fmla="*/ 9619 h 1050628"/>
                <a:gd name="connsiteX992" fmla="*/ 1512575 w 2449768"/>
                <a:gd name="connsiteY992" fmla="*/ 18353 h 1050628"/>
                <a:gd name="connsiteX993" fmla="*/ 1506499 w 2449768"/>
                <a:gd name="connsiteY993" fmla="*/ 45696 h 1050628"/>
                <a:gd name="connsiteX994" fmla="*/ 1482194 w 2449768"/>
                <a:gd name="connsiteY994" fmla="*/ 39620 h 1050628"/>
                <a:gd name="connsiteX995" fmla="*/ 1488270 w 2449768"/>
                <a:gd name="connsiteY995" fmla="*/ 12277 h 1050628"/>
                <a:gd name="connsiteX996" fmla="*/ 1499283 w 2449768"/>
                <a:gd name="connsiteY996" fmla="*/ 9619 h 1050628"/>
                <a:gd name="connsiteX997" fmla="*/ 1699795 w 2449768"/>
                <a:gd name="connsiteY997" fmla="*/ 3543 h 1050628"/>
                <a:gd name="connsiteX998" fmla="*/ 1713087 w 2449768"/>
                <a:gd name="connsiteY998" fmla="*/ 12277 h 1050628"/>
                <a:gd name="connsiteX999" fmla="*/ 1707011 w 2449768"/>
                <a:gd name="connsiteY999" fmla="*/ 36582 h 1050628"/>
                <a:gd name="connsiteX1000" fmla="*/ 1682706 w 2449768"/>
                <a:gd name="connsiteY1000" fmla="*/ 30506 h 1050628"/>
                <a:gd name="connsiteX1001" fmla="*/ 1688782 w 2449768"/>
                <a:gd name="connsiteY1001" fmla="*/ 6201 h 1050628"/>
                <a:gd name="connsiteX1002" fmla="*/ 1699795 w 2449768"/>
                <a:gd name="connsiteY1002" fmla="*/ 3543 h 1050628"/>
                <a:gd name="connsiteX1003" fmla="*/ 1599539 w 2449768"/>
                <a:gd name="connsiteY1003" fmla="*/ 504 h 1050628"/>
                <a:gd name="connsiteX1004" fmla="*/ 1612831 w 2449768"/>
                <a:gd name="connsiteY1004" fmla="*/ 9238 h 1050628"/>
                <a:gd name="connsiteX1005" fmla="*/ 1606754 w 2449768"/>
                <a:gd name="connsiteY1005" fmla="*/ 33543 h 1050628"/>
                <a:gd name="connsiteX1006" fmla="*/ 1582450 w 2449768"/>
                <a:gd name="connsiteY1006" fmla="*/ 27467 h 1050628"/>
                <a:gd name="connsiteX1007" fmla="*/ 1588526 w 2449768"/>
                <a:gd name="connsiteY1007" fmla="*/ 3162 h 1050628"/>
                <a:gd name="connsiteX1008" fmla="*/ 1599539 w 2449768"/>
                <a:gd name="connsiteY1008" fmla="*/ 504 h 105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Lst>
              <a:rect l="l" t="t" r="r" b="b"/>
              <a:pathLst>
                <a:path w="2449768" h="1050628">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Freeform: Shape 15">
              <a:extLst>
                <a:ext uri="{FF2B5EF4-FFF2-40B4-BE49-F238E27FC236}">
                  <a16:creationId xmlns:a16="http://schemas.microsoft.com/office/drawing/2014/main" id="{EF728A8E-6E68-453C-884B-A62A2BE6B439}"/>
                </a:ext>
              </a:extLst>
            </p:cNvPr>
            <p:cNvSpPr/>
            <p:nvPr/>
          </p:nvSpPr>
          <p:spPr>
            <a:xfrm>
              <a:off x="3474720" y="0"/>
              <a:ext cx="6177282" cy="1778750"/>
            </a:xfrm>
            <a:custGeom>
              <a:avLst/>
              <a:gdLst>
                <a:gd name="connsiteX0" fmla="*/ 4421987 w 6386648"/>
                <a:gd name="connsiteY0" fmla="*/ 1813377 h 1849426"/>
                <a:gd name="connsiteX1" fmla="*/ 4440012 w 6386648"/>
                <a:gd name="connsiteY1" fmla="*/ 1831401 h 1849426"/>
                <a:gd name="connsiteX2" fmla="*/ 4421987 w 6386648"/>
                <a:gd name="connsiteY2" fmla="*/ 1849426 h 1849426"/>
                <a:gd name="connsiteX3" fmla="*/ 4403963 w 6386648"/>
                <a:gd name="connsiteY3" fmla="*/ 1831401 h 1849426"/>
                <a:gd name="connsiteX4" fmla="*/ 4421987 w 6386648"/>
                <a:gd name="connsiteY4" fmla="*/ 1813377 h 1849426"/>
                <a:gd name="connsiteX5" fmla="*/ 4235735 w 6386648"/>
                <a:gd name="connsiteY5" fmla="*/ 1807369 h 1849426"/>
                <a:gd name="connsiteX6" fmla="*/ 4253760 w 6386648"/>
                <a:gd name="connsiteY6" fmla="*/ 1825393 h 1849426"/>
                <a:gd name="connsiteX7" fmla="*/ 4235735 w 6386648"/>
                <a:gd name="connsiteY7" fmla="*/ 1843418 h 1849426"/>
                <a:gd name="connsiteX8" fmla="*/ 4217711 w 6386648"/>
                <a:gd name="connsiteY8" fmla="*/ 1825393 h 1849426"/>
                <a:gd name="connsiteX9" fmla="*/ 4235735 w 6386648"/>
                <a:gd name="connsiteY9" fmla="*/ 1807369 h 1849426"/>
                <a:gd name="connsiteX10" fmla="*/ 4566182 w 6386648"/>
                <a:gd name="connsiteY10" fmla="*/ 1795353 h 1849426"/>
                <a:gd name="connsiteX11" fmla="*/ 4584207 w 6386648"/>
                <a:gd name="connsiteY11" fmla="*/ 1813377 h 1849426"/>
                <a:gd name="connsiteX12" fmla="*/ 4566182 w 6386648"/>
                <a:gd name="connsiteY12" fmla="*/ 1831402 h 1849426"/>
                <a:gd name="connsiteX13" fmla="*/ 4548158 w 6386648"/>
                <a:gd name="connsiteY13" fmla="*/ 1813377 h 1849426"/>
                <a:gd name="connsiteX14" fmla="*/ 4566182 w 6386648"/>
                <a:gd name="connsiteY14" fmla="*/ 1795353 h 1849426"/>
                <a:gd name="connsiteX15" fmla="*/ 4698361 w 6386648"/>
                <a:gd name="connsiteY15" fmla="*/ 1777329 h 1849426"/>
                <a:gd name="connsiteX16" fmla="*/ 4716386 w 6386648"/>
                <a:gd name="connsiteY16" fmla="*/ 1795353 h 1849426"/>
                <a:gd name="connsiteX17" fmla="*/ 4698361 w 6386648"/>
                <a:gd name="connsiteY17" fmla="*/ 1813378 h 1849426"/>
                <a:gd name="connsiteX18" fmla="*/ 4680336 w 6386648"/>
                <a:gd name="connsiteY18" fmla="*/ 1795353 h 1849426"/>
                <a:gd name="connsiteX19" fmla="*/ 4698361 w 6386648"/>
                <a:gd name="connsiteY19" fmla="*/ 1777329 h 1849426"/>
                <a:gd name="connsiteX20" fmla="*/ 4085531 w 6386648"/>
                <a:gd name="connsiteY20" fmla="*/ 1759304 h 1849426"/>
                <a:gd name="connsiteX21" fmla="*/ 4103556 w 6386648"/>
                <a:gd name="connsiteY21" fmla="*/ 1777329 h 1849426"/>
                <a:gd name="connsiteX22" fmla="*/ 4085531 w 6386648"/>
                <a:gd name="connsiteY22" fmla="*/ 1795353 h 1849426"/>
                <a:gd name="connsiteX23" fmla="*/ 4067507 w 6386648"/>
                <a:gd name="connsiteY23" fmla="*/ 1777329 h 1849426"/>
                <a:gd name="connsiteX24" fmla="*/ 4085531 w 6386648"/>
                <a:gd name="connsiteY24" fmla="*/ 1759304 h 1849426"/>
                <a:gd name="connsiteX25" fmla="*/ 4301824 w 6386648"/>
                <a:gd name="connsiteY25" fmla="*/ 1723255 h 1849426"/>
                <a:gd name="connsiteX26" fmla="*/ 4319849 w 6386648"/>
                <a:gd name="connsiteY26" fmla="*/ 1741279 h 1849426"/>
                <a:gd name="connsiteX27" fmla="*/ 4301824 w 6386648"/>
                <a:gd name="connsiteY27" fmla="*/ 1759304 h 1849426"/>
                <a:gd name="connsiteX28" fmla="*/ 4283800 w 6386648"/>
                <a:gd name="connsiteY28" fmla="*/ 1741279 h 1849426"/>
                <a:gd name="connsiteX29" fmla="*/ 4301824 w 6386648"/>
                <a:gd name="connsiteY29" fmla="*/ 1723255 h 1849426"/>
                <a:gd name="connsiteX30" fmla="*/ 4440011 w 6386648"/>
                <a:gd name="connsiteY30" fmla="*/ 1717247 h 1849426"/>
                <a:gd name="connsiteX31" fmla="*/ 4458036 w 6386648"/>
                <a:gd name="connsiteY31" fmla="*/ 1735271 h 1849426"/>
                <a:gd name="connsiteX32" fmla="*/ 4440011 w 6386648"/>
                <a:gd name="connsiteY32" fmla="*/ 1753296 h 1849426"/>
                <a:gd name="connsiteX33" fmla="*/ 4421987 w 6386648"/>
                <a:gd name="connsiteY33" fmla="*/ 1735271 h 1849426"/>
                <a:gd name="connsiteX34" fmla="*/ 4440011 w 6386648"/>
                <a:gd name="connsiteY34" fmla="*/ 1717247 h 1849426"/>
                <a:gd name="connsiteX35" fmla="*/ 3965369 w 6386648"/>
                <a:gd name="connsiteY35" fmla="*/ 1711239 h 1849426"/>
                <a:gd name="connsiteX36" fmla="*/ 3983394 w 6386648"/>
                <a:gd name="connsiteY36" fmla="*/ 1729263 h 1849426"/>
                <a:gd name="connsiteX37" fmla="*/ 3965369 w 6386648"/>
                <a:gd name="connsiteY37" fmla="*/ 1747288 h 1849426"/>
                <a:gd name="connsiteX38" fmla="*/ 3947345 w 6386648"/>
                <a:gd name="connsiteY38" fmla="*/ 1729263 h 1849426"/>
                <a:gd name="connsiteX39" fmla="*/ 3965369 w 6386648"/>
                <a:gd name="connsiteY39" fmla="*/ 1711239 h 1849426"/>
                <a:gd name="connsiteX40" fmla="*/ 4836548 w 6386648"/>
                <a:gd name="connsiteY40" fmla="*/ 1705231 h 1849426"/>
                <a:gd name="connsiteX41" fmla="*/ 4854573 w 6386648"/>
                <a:gd name="connsiteY41" fmla="*/ 1723255 h 1849426"/>
                <a:gd name="connsiteX42" fmla="*/ 4836548 w 6386648"/>
                <a:gd name="connsiteY42" fmla="*/ 1741280 h 1849426"/>
                <a:gd name="connsiteX43" fmla="*/ 4818524 w 6386648"/>
                <a:gd name="connsiteY43" fmla="*/ 1723255 h 1849426"/>
                <a:gd name="connsiteX44" fmla="*/ 4836548 w 6386648"/>
                <a:gd name="connsiteY44" fmla="*/ 1705231 h 1849426"/>
                <a:gd name="connsiteX45" fmla="*/ 4175653 w 6386648"/>
                <a:gd name="connsiteY45" fmla="*/ 1681198 h 1849426"/>
                <a:gd name="connsiteX46" fmla="*/ 4193678 w 6386648"/>
                <a:gd name="connsiteY46" fmla="*/ 1699222 h 1849426"/>
                <a:gd name="connsiteX47" fmla="*/ 4175653 w 6386648"/>
                <a:gd name="connsiteY47" fmla="*/ 1717247 h 1849426"/>
                <a:gd name="connsiteX48" fmla="*/ 4157629 w 6386648"/>
                <a:gd name="connsiteY48" fmla="*/ 1699222 h 1849426"/>
                <a:gd name="connsiteX49" fmla="*/ 4175653 w 6386648"/>
                <a:gd name="connsiteY49" fmla="*/ 1681198 h 1849426"/>
                <a:gd name="connsiteX50" fmla="*/ 4602231 w 6386648"/>
                <a:gd name="connsiteY50" fmla="*/ 1675190 h 1849426"/>
                <a:gd name="connsiteX51" fmla="*/ 4620256 w 6386648"/>
                <a:gd name="connsiteY51" fmla="*/ 1693214 h 1849426"/>
                <a:gd name="connsiteX52" fmla="*/ 4602231 w 6386648"/>
                <a:gd name="connsiteY52" fmla="*/ 1711239 h 1849426"/>
                <a:gd name="connsiteX53" fmla="*/ 4584207 w 6386648"/>
                <a:gd name="connsiteY53" fmla="*/ 1693214 h 1849426"/>
                <a:gd name="connsiteX54" fmla="*/ 4602231 w 6386648"/>
                <a:gd name="connsiteY54" fmla="*/ 1675190 h 1849426"/>
                <a:gd name="connsiteX55" fmla="*/ 4734410 w 6386648"/>
                <a:gd name="connsiteY55" fmla="*/ 1663174 h 1849426"/>
                <a:gd name="connsiteX56" fmla="*/ 4752435 w 6386648"/>
                <a:gd name="connsiteY56" fmla="*/ 1681198 h 1849426"/>
                <a:gd name="connsiteX57" fmla="*/ 4734410 w 6386648"/>
                <a:gd name="connsiteY57" fmla="*/ 1699223 h 1849426"/>
                <a:gd name="connsiteX58" fmla="*/ 4716386 w 6386648"/>
                <a:gd name="connsiteY58" fmla="*/ 1681198 h 1849426"/>
                <a:gd name="connsiteX59" fmla="*/ 4734410 w 6386648"/>
                <a:gd name="connsiteY59" fmla="*/ 1663174 h 1849426"/>
                <a:gd name="connsiteX60" fmla="*/ 3851214 w 6386648"/>
                <a:gd name="connsiteY60" fmla="*/ 1663174 h 1849426"/>
                <a:gd name="connsiteX61" fmla="*/ 3869239 w 6386648"/>
                <a:gd name="connsiteY61" fmla="*/ 1681198 h 1849426"/>
                <a:gd name="connsiteX62" fmla="*/ 3851214 w 6386648"/>
                <a:gd name="connsiteY62" fmla="*/ 1699223 h 1849426"/>
                <a:gd name="connsiteX63" fmla="*/ 3833190 w 6386648"/>
                <a:gd name="connsiteY63" fmla="*/ 1681198 h 1849426"/>
                <a:gd name="connsiteX64" fmla="*/ 3851214 w 6386648"/>
                <a:gd name="connsiteY64" fmla="*/ 1663174 h 1849426"/>
                <a:gd name="connsiteX65" fmla="*/ 4061499 w 6386648"/>
                <a:gd name="connsiteY65" fmla="*/ 1627125 h 1849426"/>
                <a:gd name="connsiteX66" fmla="*/ 4079524 w 6386648"/>
                <a:gd name="connsiteY66" fmla="*/ 1645149 h 1849426"/>
                <a:gd name="connsiteX67" fmla="*/ 4061499 w 6386648"/>
                <a:gd name="connsiteY67" fmla="*/ 1663174 h 1849426"/>
                <a:gd name="connsiteX68" fmla="*/ 4043475 w 6386648"/>
                <a:gd name="connsiteY68" fmla="*/ 1645149 h 1849426"/>
                <a:gd name="connsiteX69" fmla="*/ 4061499 w 6386648"/>
                <a:gd name="connsiteY69" fmla="*/ 1627125 h 1849426"/>
                <a:gd name="connsiteX70" fmla="*/ 4482068 w 6386648"/>
                <a:gd name="connsiteY70" fmla="*/ 1621117 h 1849426"/>
                <a:gd name="connsiteX71" fmla="*/ 4500093 w 6386648"/>
                <a:gd name="connsiteY71" fmla="*/ 1639141 h 1849426"/>
                <a:gd name="connsiteX72" fmla="*/ 4482068 w 6386648"/>
                <a:gd name="connsiteY72" fmla="*/ 1657166 h 1849426"/>
                <a:gd name="connsiteX73" fmla="*/ 4464044 w 6386648"/>
                <a:gd name="connsiteY73" fmla="*/ 1639141 h 1849426"/>
                <a:gd name="connsiteX74" fmla="*/ 4482068 w 6386648"/>
                <a:gd name="connsiteY74" fmla="*/ 1621117 h 1849426"/>
                <a:gd name="connsiteX75" fmla="*/ 4926670 w 6386648"/>
                <a:gd name="connsiteY75" fmla="*/ 1615109 h 1849426"/>
                <a:gd name="connsiteX76" fmla="*/ 4944695 w 6386648"/>
                <a:gd name="connsiteY76" fmla="*/ 1633133 h 1849426"/>
                <a:gd name="connsiteX77" fmla="*/ 4926670 w 6386648"/>
                <a:gd name="connsiteY77" fmla="*/ 1651158 h 1849426"/>
                <a:gd name="connsiteX78" fmla="*/ 4908646 w 6386648"/>
                <a:gd name="connsiteY78" fmla="*/ 1633133 h 1849426"/>
                <a:gd name="connsiteX79" fmla="*/ 4926670 w 6386648"/>
                <a:gd name="connsiteY79" fmla="*/ 1615109 h 1849426"/>
                <a:gd name="connsiteX80" fmla="*/ 3719035 w 6386648"/>
                <a:gd name="connsiteY80" fmla="*/ 1615109 h 1849426"/>
                <a:gd name="connsiteX81" fmla="*/ 3737060 w 6386648"/>
                <a:gd name="connsiteY81" fmla="*/ 1633133 h 1849426"/>
                <a:gd name="connsiteX82" fmla="*/ 3719035 w 6386648"/>
                <a:gd name="connsiteY82" fmla="*/ 1651158 h 1849426"/>
                <a:gd name="connsiteX83" fmla="*/ 3701011 w 6386648"/>
                <a:gd name="connsiteY83" fmla="*/ 1633133 h 1849426"/>
                <a:gd name="connsiteX84" fmla="*/ 3719035 w 6386648"/>
                <a:gd name="connsiteY84" fmla="*/ 1615109 h 1849426"/>
                <a:gd name="connsiteX85" fmla="*/ 4343881 w 6386648"/>
                <a:gd name="connsiteY85" fmla="*/ 1603093 h 1849426"/>
                <a:gd name="connsiteX86" fmla="*/ 4361906 w 6386648"/>
                <a:gd name="connsiteY86" fmla="*/ 1621117 h 1849426"/>
                <a:gd name="connsiteX87" fmla="*/ 4343881 w 6386648"/>
                <a:gd name="connsiteY87" fmla="*/ 1639142 h 1849426"/>
                <a:gd name="connsiteX88" fmla="*/ 4325857 w 6386648"/>
                <a:gd name="connsiteY88" fmla="*/ 1621117 h 1849426"/>
                <a:gd name="connsiteX89" fmla="*/ 4343881 w 6386648"/>
                <a:gd name="connsiteY89" fmla="*/ 1603093 h 1849426"/>
                <a:gd name="connsiteX90" fmla="*/ 4235735 w 6386648"/>
                <a:gd name="connsiteY90" fmla="*/ 1579060 h 1849426"/>
                <a:gd name="connsiteX91" fmla="*/ 4253760 w 6386648"/>
                <a:gd name="connsiteY91" fmla="*/ 1597085 h 1849426"/>
                <a:gd name="connsiteX92" fmla="*/ 4235735 w 6386648"/>
                <a:gd name="connsiteY92" fmla="*/ 1615109 h 1849426"/>
                <a:gd name="connsiteX93" fmla="*/ 4217711 w 6386648"/>
                <a:gd name="connsiteY93" fmla="*/ 1597085 h 1849426"/>
                <a:gd name="connsiteX94" fmla="*/ 4235735 w 6386648"/>
                <a:gd name="connsiteY94" fmla="*/ 1579060 h 1849426"/>
                <a:gd name="connsiteX95" fmla="*/ 3941336 w 6386648"/>
                <a:gd name="connsiteY95" fmla="*/ 1573052 h 1849426"/>
                <a:gd name="connsiteX96" fmla="*/ 3959361 w 6386648"/>
                <a:gd name="connsiteY96" fmla="*/ 1591076 h 1849426"/>
                <a:gd name="connsiteX97" fmla="*/ 3941336 w 6386648"/>
                <a:gd name="connsiteY97" fmla="*/ 1609101 h 1849426"/>
                <a:gd name="connsiteX98" fmla="*/ 3923312 w 6386648"/>
                <a:gd name="connsiteY98" fmla="*/ 1591076 h 1849426"/>
                <a:gd name="connsiteX99" fmla="*/ 3941336 w 6386648"/>
                <a:gd name="connsiteY99" fmla="*/ 1573052 h 1849426"/>
                <a:gd name="connsiteX100" fmla="*/ 1057431 w 6386648"/>
                <a:gd name="connsiteY100" fmla="*/ 1567044 h 1849426"/>
                <a:gd name="connsiteX101" fmla="*/ 1075456 w 6386648"/>
                <a:gd name="connsiteY101" fmla="*/ 1585068 h 1849426"/>
                <a:gd name="connsiteX102" fmla="*/ 1057431 w 6386648"/>
                <a:gd name="connsiteY102" fmla="*/ 1603093 h 1849426"/>
                <a:gd name="connsiteX103" fmla="*/ 1039407 w 6386648"/>
                <a:gd name="connsiteY103" fmla="*/ 1585068 h 1849426"/>
                <a:gd name="connsiteX104" fmla="*/ 1057431 w 6386648"/>
                <a:gd name="connsiteY104" fmla="*/ 1567044 h 1849426"/>
                <a:gd name="connsiteX105" fmla="*/ 1201626 w 6386648"/>
                <a:gd name="connsiteY105" fmla="*/ 1561036 h 1849426"/>
                <a:gd name="connsiteX106" fmla="*/ 1219651 w 6386648"/>
                <a:gd name="connsiteY106" fmla="*/ 1579060 h 1849426"/>
                <a:gd name="connsiteX107" fmla="*/ 1201626 w 6386648"/>
                <a:gd name="connsiteY107" fmla="*/ 1597085 h 1849426"/>
                <a:gd name="connsiteX108" fmla="*/ 1183602 w 6386648"/>
                <a:gd name="connsiteY108" fmla="*/ 1579060 h 1849426"/>
                <a:gd name="connsiteX109" fmla="*/ 1201626 w 6386648"/>
                <a:gd name="connsiteY109" fmla="*/ 1561036 h 1849426"/>
                <a:gd name="connsiteX110" fmla="*/ 4716385 w 6386648"/>
                <a:gd name="connsiteY110" fmla="*/ 1555028 h 1849426"/>
                <a:gd name="connsiteX111" fmla="*/ 4734410 w 6386648"/>
                <a:gd name="connsiteY111" fmla="*/ 1573052 h 1849426"/>
                <a:gd name="connsiteX112" fmla="*/ 4716385 w 6386648"/>
                <a:gd name="connsiteY112" fmla="*/ 1591077 h 1849426"/>
                <a:gd name="connsiteX113" fmla="*/ 4698361 w 6386648"/>
                <a:gd name="connsiteY113" fmla="*/ 1573052 h 1849426"/>
                <a:gd name="connsiteX114" fmla="*/ 4716385 w 6386648"/>
                <a:gd name="connsiteY114" fmla="*/ 1555028 h 1849426"/>
                <a:gd name="connsiteX115" fmla="*/ 4578198 w 6386648"/>
                <a:gd name="connsiteY115" fmla="*/ 1555028 h 1849426"/>
                <a:gd name="connsiteX116" fmla="*/ 4596223 w 6386648"/>
                <a:gd name="connsiteY116" fmla="*/ 1573052 h 1849426"/>
                <a:gd name="connsiteX117" fmla="*/ 4578198 w 6386648"/>
                <a:gd name="connsiteY117" fmla="*/ 1591077 h 1849426"/>
                <a:gd name="connsiteX118" fmla="*/ 4560173 w 6386648"/>
                <a:gd name="connsiteY118" fmla="*/ 1573052 h 1849426"/>
                <a:gd name="connsiteX119" fmla="*/ 4578198 w 6386648"/>
                <a:gd name="connsiteY119" fmla="*/ 1555028 h 1849426"/>
                <a:gd name="connsiteX120" fmla="*/ 1333805 w 6386648"/>
                <a:gd name="connsiteY120" fmla="*/ 1555028 h 1849426"/>
                <a:gd name="connsiteX121" fmla="*/ 1351830 w 6386648"/>
                <a:gd name="connsiteY121" fmla="*/ 1573052 h 1849426"/>
                <a:gd name="connsiteX122" fmla="*/ 1333805 w 6386648"/>
                <a:gd name="connsiteY122" fmla="*/ 1591077 h 1849426"/>
                <a:gd name="connsiteX123" fmla="*/ 1315781 w 6386648"/>
                <a:gd name="connsiteY123" fmla="*/ 1573052 h 1849426"/>
                <a:gd name="connsiteX124" fmla="*/ 1333805 w 6386648"/>
                <a:gd name="connsiteY124" fmla="*/ 1555028 h 1849426"/>
                <a:gd name="connsiteX125" fmla="*/ 4842556 w 6386648"/>
                <a:gd name="connsiteY125" fmla="*/ 1543011 h 1849426"/>
                <a:gd name="connsiteX126" fmla="*/ 4860581 w 6386648"/>
                <a:gd name="connsiteY126" fmla="*/ 1561035 h 1849426"/>
                <a:gd name="connsiteX127" fmla="*/ 4842556 w 6386648"/>
                <a:gd name="connsiteY127" fmla="*/ 1579060 h 1849426"/>
                <a:gd name="connsiteX128" fmla="*/ 4824532 w 6386648"/>
                <a:gd name="connsiteY128" fmla="*/ 1561035 h 1849426"/>
                <a:gd name="connsiteX129" fmla="*/ 4842556 w 6386648"/>
                <a:gd name="connsiteY129" fmla="*/ 1543011 h 1849426"/>
                <a:gd name="connsiteX130" fmla="*/ 3803149 w 6386648"/>
                <a:gd name="connsiteY130" fmla="*/ 1537003 h 1849426"/>
                <a:gd name="connsiteX131" fmla="*/ 3821174 w 6386648"/>
                <a:gd name="connsiteY131" fmla="*/ 1555027 h 1849426"/>
                <a:gd name="connsiteX132" fmla="*/ 3803149 w 6386648"/>
                <a:gd name="connsiteY132" fmla="*/ 1573052 h 1849426"/>
                <a:gd name="connsiteX133" fmla="*/ 3785125 w 6386648"/>
                <a:gd name="connsiteY133" fmla="*/ 1555027 h 1849426"/>
                <a:gd name="connsiteX134" fmla="*/ 3803149 w 6386648"/>
                <a:gd name="connsiteY134" fmla="*/ 1537003 h 1849426"/>
                <a:gd name="connsiteX135" fmla="*/ 4127588 w 6386648"/>
                <a:gd name="connsiteY135" fmla="*/ 1530995 h 1849426"/>
                <a:gd name="connsiteX136" fmla="*/ 4145613 w 6386648"/>
                <a:gd name="connsiteY136" fmla="*/ 1549019 h 1849426"/>
                <a:gd name="connsiteX137" fmla="*/ 4127588 w 6386648"/>
                <a:gd name="connsiteY137" fmla="*/ 1567044 h 1849426"/>
                <a:gd name="connsiteX138" fmla="*/ 4109563 w 6386648"/>
                <a:gd name="connsiteY138" fmla="*/ 1549019 h 1849426"/>
                <a:gd name="connsiteX139" fmla="*/ 4127588 w 6386648"/>
                <a:gd name="connsiteY139" fmla="*/ 1530995 h 1849426"/>
                <a:gd name="connsiteX140" fmla="*/ 3634921 w 6386648"/>
                <a:gd name="connsiteY140" fmla="*/ 1530995 h 1849426"/>
                <a:gd name="connsiteX141" fmla="*/ 3652946 w 6386648"/>
                <a:gd name="connsiteY141" fmla="*/ 1549019 h 1849426"/>
                <a:gd name="connsiteX142" fmla="*/ 3634921 w 6386648"/>
                <a:gd name="connsiteY142" fmla="*/ 1567044 h 1849426"/>
                <a:gd name="connsiteX143" fmla="*/ 3616897 w 6386648"/>
                <a:gd name="connsiteY143" fmla="*/ 1549019 h 1849426"/>
                <a:gd name="connsiteX144" fmla="*/ 3634921 w 6386648"/>
                <a:gd name="connsiteY144" fmla="*/ 1530995 h 1849426"/>
                <a:gd name="connsiteX145" fmla="*/ 3532783 w 6386648"/>
                <a:gd name="connsiteY145" fmla="*/ 1530995 h 1849426"/>
                <a:gd name="connsiteX146" fmla="*/ 3550808 w 6386648"/>
                <a:gd name="connsiteY146" fmla="*/ 1549019 h 1849426"/>
                <a:gd name="connsiteX147" fmla="*/ 3532783 w 6386648"/>
                <a:gd name="connsiteY147" fmla="*/ 1567044 h 1849426"/>
                <a:gd name="connsiteX148" fmla="*/ 3514759 w 6386648"/>
                <a:gd name="connsiteY148" fmla="*/ 1549019 h 1849426"/>
                <a:gd name="connsiteX149" fmla="*/ 3532783 w 6386648"/>
                <a:gd name="connsiteY149" fmla="*/ 1530995 h 1849426"/>
                <a:gd name="connsiteX150" fmla="*/ 1478000 w 6386648"/>
                <a:gd name="connsiteY150" fmla="*/ 1530995 h 1849426"/>
                <a:gd name="connsiteX151" fmla="*/ 1496025 w 6386648"/>
                <a:gd name="connsiteY151" fmla="*/ 1549019 h 1849426"/>
                <a:gd name="connsiteX152" fmla="*/ 1478000 w 6386648"/>
                <a:gd name="connsiteY152" fmla="*/ 1567044 h 1849426"/>
                <a:gd name="connsiteX153" fmla="*/ 1459976 w 6386648"/>
                <a:gd name="connsiteY153" fmla="*/ 1549019 h 1849426"/>
                <a:gd name="connsiteX154" fmla="*/ 1478000 w 6386648"/>
                <a:gd name="connsiteY154" fmla="*/ 1530995 h 1849426"/>
                <a:gd name="connsiteX155" fmla="*/ 4427995 w 6386648"/>
                <a:gd name="connsiteY155" fmla="*/ 1518979 h 1849426"/>
                <a:gd name="connsiteX156" fmla="*/ 4446020 w 6386648"/>
                <a:gd name="connsiteY156" fmla="*/ 1537004 h 1849426"/>
                <a:gd name="connsiteX157" fmla="*/ 4427995 w 6386648"/>
                <a:gd name="connsiteY157" fmla="*/ 1555028 h 1849426"/>
                <a:gd name="connsiteX158" fmla="*/ 4409970 w 6386648"/>
                <a:gd name="connsiteY158" fmla="*/ 1537004 h 1849426"/>
                <a:gd name="connsiteX159" fmla="*/ 4427995 w 6386648"/>
                <a:gd name="connsiteY159" fmla="*/ 1518979 h 1849426"/>
                <a:gd name="connsiteX160" fmla="*/ 4980743 w 6386648"/>
                <a:gd name="connsiteY160" fmla="*/ 1506962 h 1849426"/>
                <a:gd name="connsiteX161" fmla="*/ 4998768 w 6386648"/>
                <a:gd name="connsiteY161" fmla="*/ 1524986 h 1849426"/>
                <a:gd name="connsiteX162" fmla="*/ 4980743 w 6386648"/>
                <a:gd name="connsiteY162" fmla="*/ 1543011 h 1849426"/>
                <a:gd name="connsiteX163" fmla="*/ 4962719 w 6386648"/>
                <a:gd name="connsiteY163" fmla="*/ 1524986 h 1849426"/>
                <a:gd name="connsiteX164" fmla="*/ 4980743 w 6386648"/>
                <a:gd name="connsiteY164" fmla="*/ 1506962 h 1849426"/>
                <a:gd name="connsiteX165" fmla="*/ 961301 w 6386648"/>
                <a:gd name="connsiteY165" fmla="*/ 1506962 h 1849426"/>
                <a:gd name="connsiteX166" fmla="*/ 979326 w 6386648"/>
                <a:gd name="connsiteY166" fmla="*/ 1524986 h 1849426"/>
                <a:gd name="connsiteX167" fmla="*/ 961301 w 6386648"/>
                <a:gd name="connsiteY167" fmla="*/ 1543011 h 1849426"/>
                <a:gd name="connsiteX168" fmla="*/ 943277 w 6386648"/>
                <a:gd name="connsiteY168" fmla="*/ 1524986 h 1849426"/>
                <a:gd name="connsiteX169" fmla="*/ 961301 w 6386648"/>
                <a:gd name="connsiteY169" fmla="*/ 1506962 h 1849426"/>
                <a:gd name="connsiteX170" fmla="*/ 859163 w 6386648"/>
                <a:gd name="connsiteY170" fmla="*/ 1500954 h 1849426"/>
                <a:gd name="connsiteX171" fmla="*/ 877188 w 6386648"/>
                <a:gd name="connsiteY171" fmla="*/ 1518978 h 1849426"/>
                <a:gd name="connsiteX172" fmla="*/ 859163 w 6386648"/>
                <a:gd name="connsiteY172" fmla="*/ 1537003 h 1849426"/>
                <a:gd name="connsiteX173" fmla="*/ 841139 w 6386648"/>
                <a:gd name="connsiteY173" fmla="*/ 1518978 h 1849426"/>
                <a:gd name="connsiteX174" fmla="*/ 859163 w 6386648"/>
                <a:gd name="connsiteY174" fmla="*/ 1500954 h 1849426"/>
                <a:gd name="connsiteX175" fmla="*/ 4013434 w 6386648"/>
                <a:gd name="connsiteY175" fmla="*/ 1482930 h 1849426"/>
                <a:gd name="connsiteX176" fmla="*/ 4031459 w 6386648"/>
                <a:gd name="connsiteY176" fmla="*/ 1500954 h 1849426"/>
                <a:gd name="connsiteX177" fmla="*/ 4013434 w 6386648"/>
                <a:gd name="connsiteY177" fmla="*/ 1518979 h 1849426"/>
                <a:gd name="connsiteX178" fmla="*/ 3995410 w 6386648"/>
                <a:gd name="connsiteY178" fmla="*/ 1500954 h 1849426"/>
                <a:gd name="connsiteX179" fmla="*/ 4013434 w 6386648"/>
                <a:gd name="connsiteY179" fmla="*/ 1482930 h 1849426"/>
                <a:gd name="connsiteX180" fmla="*/ 3412620 w 6386648"/>
                <a:gd name="connsiteY180" fmla="*/ 1482930 h 1849426"/>
                <a:gd name="connsiteX181" fmla="*/ 3430645 w 6386648"/>
                <a:gd name="connsiteY181" fmla="*/ 1500954 h 1849426"/>
                <a:gd name="connsiteX182" fmla="*/ 3412620 w 6386648"/>
                <a:gd name="connsiteY182" fmla="*/ 1518979 h 1849426"/>
                <a:gd name="connsiteX183" fmla="*/ 3394596 w 6386648"/>
                <a:gd name="connsiteY183" fmla="*/ 1500954 h 1849426"/>
                <a:gd name="connsiteX184" fmla="*/ 3412620 w 6386648"/>
                <a:gd name="connsiteY184" fmla="*/ 1482930 h 1849426"/>
                <a:gd name="connsiteX185" fmla="*/ 1586148 w 6386648"/>
                <a:gd name="connsiteY185" fmla="*/ 1476922 h 1849426"/>
                <a:gd name="connsiteX186" fmla="*/ 1604172 w 6386648"/>
                <a:gd name="connsiteY186" fmla="*/ 1494946 h 1849426"/>
                <a:gd name="connsiteX187" fmla="*/ 1586148 w 6386648"/>
                <a:gd name="connsiteY187" fmla="*/ 1512971 h 1849426"/>
                <a:gd name="connsiteX188" fmla="*/ 1568123 w 6386648"/>
                <a:gd name="connsiteY188" fmla="*/ 1494946 h 1849426"/>
                <a:gd name="connsiteX189" fmla="*/ 1586148 w 6386648"/>
                <a:gd name="connsiteY189" fmla="*/ 1476922 h 1849426"/>
                <a:gd name="connsiteX190" fmla="*/ 4271783 w 6386648"/>
                <a:gd name="connsiteY190" fmla="*/ 1464906 h 1849426"/>
                <a:gd name="connsiteX191" fmla="*/ 4289808 w 6386648"/>
                <a:gd name="connsiteY191" fmla="*/ 1482930 h 1849426"/>
                <a:gd name="connsiteX192" fmla="*/ 4271783 w 6386648"/>
                <a:gd name="connsiteY192" fmla="*/ 1500955 h 1849426"/>
                <a:gd name="connsiteX193" fmla="*/ 4253759 w 6386648"/>
                <a:gd name="connsiteY193" fmla="*/ 1482930 h 1849426"/>
                <a:gd name="connsiteX194" fmla="*/ 4271783 w 6386648"/>
                <a:gd name="connsiteY194" fmla="*/ 1464906 h 1849426"/>
                <a:gd name="connsiteX195" fmla="*/ 1105497 w 6386648"/>
                <a:gd name="connsiteY195" fmla="*/ 1464906 h 1849426"/>
                <a:gd name="connsiteX196" fmla="*/ 1123521 w 6386648"/>
                <a:gd name="connsiteY196" fmla="*/ 1482930 h 1849426"/>
                <a:gd name="connsiteX197" fmla="*/ 1105497 w 6386648"/>
                <a:gd name="connsiteY197" fmla="*/ 1500955 h 1849426"/>
                <a:gd name="connsiteX198" fmla="*/ 1087472 w 6386648"/>
                <a:gd name="connsiteY198" fmla="*/ 1482930 h 1849426"/>
                <a:gd name="connsiteX199" fmla="*/ 1105497 w 6386648"/>
                <a:gd name="connsiteY199" fmla="*/ 1464906 h 1849426"/>
                <a:gd name="connsiteX200" fmla="*/ 4602231 w 6386648"/>
                <a:gd name="connsiteY200" fmla="*/ 1452889 h 1849426"/>
                <a:gd name="connsiteX201" fmla="*/ 4620256 w 6386648"/>
                <a:gd name="connsiteY201" fmla="*/ 1470913 h 1849426"/>
                <a:gd name="connsiteX202" fmla="*/ 4602231 w 6386648"/>
                <a:gd name="connsiteY202" fmla="*/ 1488938 h 1849426"/>
                <a:gd name="connsiteX203" fmla="*/ 4584207 w 6386648"/>
                <a:gd name="connsiteY203" fmla="*/ 1470913 h 1849426"/>
                <a:gd name="connsiteX204" fmla="*/ 4602231 w 6386648"/>
                <a:gd name="connsiteY204" fmla="*/ 1452889 h 1849426"/>
                <a:gd name="connsiteX205" fmla="*/ 3875247 w 6386648"/>
                <a:gd name="connsiteY205" fmla="*/ 1452889 h 1849426"/>
                <a:gd name="connsiteX206" fmla="*/ 3893272 w 6386648"/>
                <a:gd name="connsiteY206" fmla="*/ 1470913 h 1849426"/>
                <a:gd name="connsiteX207" fmla="*/ 3875247 w 6386648"/>
                <a:gd name="connsiteY207" fmla="*/ 1488938 h 1849426"/>
                <a:gd name="connsiteX208" fmla="*/ 3857223 w 6386648"/>
                <a:gd name="connsiteY208" fmla="*/ 1470913 h 1849426"/>
                <a:gd name="connsiteX209" fmla="*/ 3875247 w 6386648"/>
                <a:gd name="connsiteY209" fmla="*/ 1452889 h 1849426"/>
                <a:gd name="connsiteX210" fmla="*/ 1706311 w 6386648"/>
                <a:gd name="connsiteY210" fmla="*/ 1452889 h 1849426"/>
                <a:gd name="connsiteX211" fmla="*/ 1724335 w 6386648"/>
                <a:gd name="connsiteY211" fmla="*/ 1470913 h 1849426"/>
                <a:gd name="connsiteX212" fmla="*/ 1706311 w 6386648"/>
                <a:gd name="connsiteY212" fmla="*/ 1488938 h 1849426"/>
                <a:gd name="connsiteX213" fmla="*/ 1688286 w 6386648"/>
                <a:gd name="connsiteY213" fmla="*/ 1470913 h 1849426"/>
                <a:gd name="connsiteX214" fmla="*/ 1706311 w 6386648"/>
                <a:gd name="connsiteY214" fmla="*/ 1452889 h 1849426"/>
                <a:gd name="connsiteX215" fmla="*/ 1411911 w 6386648"/>
                <a:gd name="connsiteY215" fmla="*/ 1452889 h 1849426"/>
                <a:gd name="connsiteX216" fmla="*/ 1429936 w 6386648"/>
                <a:gd name="connsiteY216" fmla="*/ 1470913 h 1849426"/>
                <a:gd name="connsiteX217" fmla="*/ 1411911 w 6386648"/>
                <a:gd name="connsiteY217" fmla="*/ 1488938 h 1849426"/>
                <a:gd name="connsiteX218" fmla="*/ 1393887 w 6386648"/>
                <a:gd name="connsiteY218" fmla="*/ 1470913 h 1849426"/>
                <a:gd name="connsiteX219" fmla="*/ 1411911 w 6386648"/>
                <a:gd name="connsiteY219" fmla="*/ 1452889 h 1849426"/>
                <a:gd name="connsiteX220" fmla="*/ 1249691 w 6386648"/>
                <a:gd name="connsiteY220" fmla="*/ 1452889 h 1849426"/>
                <a:gd name="connsiteX221" fmla="*/ 1267716 w 6386648"/>
                <a:gd name="connsiteY221" fmla="*/ 1470913 h 1849426"/>
                <a:gd name="connsiteX222" fmla="*/ 1249691 w 6386648"/>
                <a:gd name="connsiteY222" fmla="*/ 1488938 h 1849426"/>
                <a:gd name="connsiteX223" fmla="*/ 1231667 w 6386648"/>
                <a:gd name="connsiteY223" fmla="*/ 1470913 h 1849426"/>
                <a:gd name="connsiteX224" fmla="*/ 1249691 w 6386648"/>
                <a:gd name="connsiteY224" fmla="*/ 1452889 h 1849426"/>
                <a:gd name="connsiteX225" fmla="*/ 4764451 w 6386648"/>
                <a:gd name="connsiteY225" fmla="*/ 1446881 h 1849426"/>
                <a:gd name="connsiteX226" fmla="*/ 4782476 w 6386648"/>
                <a:gd name="connsiteY226" fmla="*/ 1464905 h 1849426"/>
                <a:gd name="connsiteX227" fmla="*/ 4764451 w 6386648"/>
                <a:gd name="connsiteY227" fmla="*/ 1482930 h 1849426"/>
                <a:gd name="connsiteX228" fmla="*/ 4746427 w 6386648"/>
                <a:gd name="connsiteY228" fmla="*/ 1464905 h 1849426"/>
                <a:gd name="connsiteX229" fmla="*/ 4764451 w 6386648"/>
                <a:gd name="connsiteY229" fmla="*/ 1446881 h 1849426"/>
                <a:gd name="connsiteX230" fmla="*/ 763032 w 6386648"/>
                <a:gd name="connsiteY230" fmla="*/ 1446881 h 1849426"/>
                <a:gd name="connsiteX231" fmla="*/ 781057 w 6386648"/>
                <a:gd name="connsiteY231" fmla="*/ 1464905 h 1849426"/>
                <a:gd name="connsiteX232" fmla="*/ 763032 w 6386648"/>
                <a:gd name="connsiteY232" fmla="*/ 1482930 h 1849426"/>
                <a:gd name="connsiteX233" fmla="*/ 745008 w 6386648"/>
                <a:gd name="connsiteY233" fmla="*/ 1464905 h 1849426"/>
                <a:gd name="connsiteX234" fmla="*/ 763032 w 6386648"/>
                <a:gd name="connsiteY234" fmla="*/ 1446881 h 1849426"/>
                <a:gd name="connsiteX235" fmla="*/ 3731051 w 6386648"/>
                <a:gd name="connsiteY235" fmla="*/ 1434865 h 1849426"/>
                <a:gd name="connsiteX236" fmla="*/ 3749076 w 6386648"/>
                <a:gd name="connsiteY236" fmla="*/ 1452889 h 1849426"/>
                <a:gd name="connsiteX237" fmla="*/ 3731051 w 6386648"/>
                <a:gd name="connsiteY237" fmla="*/ 1470914 h 1849426"/>
                <a:gd name="connsiteX238" fmla="*/ 3713027 w 6386648"/>
                <a:gd name="connsiteY238" fmla="*/ 1452889 h 1849426"/>
                <a:gd name="connsiteX239" fmla="*/ 3731051 w 6386648"/>
                <a:gd name="connsiteY239" fmla="*/ 1434865 h 1849426"/>
                <a:gd name="connsiteX240" fmla="*/ 3304474 w 6386648"/>
                <a:gd name="connsiteY240" fmla="*/ 1422849 h 1849426"/>
                <a:gd name="connsiteX241" fmla="*/ 3322499 w 6386648"/>
                <a:gd name="connsiteY241" fmla="*/ 1440873 h 1849426"/>
                <a:gd name="connsiteX242" fmla="*/ 3304474 w 6386648"/>
                <a:gd name="connsiteY242" fmla="*/ 1458898 h 1849426"/>
                <a:gd name="connsiteX243" fmla="*/ 3286450 w 6386648"/>
                <a:gd name="connsiteY243" fmla="*/ 1440873 h 1849426"/>
                <a:gd name="connsiteX244" fmla="*/ 3304474 w 6386648"/>
                <a:gd name="connsiteY244" fmla="*/ 1422849 h 1849426"/>
                <a:gd name="connsiteX245" fmla="*/ 4890621 w 6386648"/>
                <a:gd name="connsiteY245" fmla="*/ 1416840 h 1849426"/>
                <a:gd name="connsiteX246" fmla="*/ 4908646 w 6386648"/>
                <a:gd name="connsiteY246" fmla="*/ 1434864 h 1849426"/>
                <a:gd name="connsiteX247" fmla="*/ 4890621 w 6386648"/>
                <a:gd name="connsiteY247" fmla="*/ 1452889 h 1849426"/>
                <a:gd name="connsiteX248" fmla="*/ 4872597 w 6386648"/>
                <a:gd name="connsiteY248" fmla="*/ 1434864 h 1849426"/>
                <a:gd name="connsiteX249" fmla="*/ 4890621 w 6386648"/>
                <a:gd name="connsiteY249" fmla="*/ 1416840 h 1849426"/>
                <a:gd name="connsiteX250" fmla="*/ 3544799 w 6386648"/>
                <a:gd name="connsiteY250" fmla="*/ 1410832 h 1849426"/>
                <a:gd name="connsiteX251" fmla="*/ 3562824 w 6386648"/>
                <a:gd name="connsiteY251" fmla="*/ 1428856 h 1849426"/>
                <a:gd name="connsiteX252" fmla="*/ 3544799 w 6386648"/>
                <a:gd name="connsiteY252" fmla="*/ 1446881 h 1849426"/>
                <a:gd name="connsiteX253" fmla="*/ 3526775 w 6386648"/>
                <a:gd name="connsiteY253" fmla="*/ 1428856 h 1849426"/>
                <a:gd name="connsiteX254" fmla="*/ 3544799 w 6386648"/>
                <a:gd name="connsiteY254" fmla="*/ 1410832 h 1849426"/>
                <a:gd name="connsiteX255" fmla="*/ 4488076 w 6386648"/>
                <a:gd name="connsiteY255" fmla="*/ 1404824 h 1849426"/>
                <a:gd name="connsiteX256" fmla="*/ 4506101 w 6386648"/>
                <a:gd name="connsiteY256" fmla="*/ 1422848 h 1849426"/>
                <a:gd name="connsiteX257" fmla="*/ 4488076 w 6386648"/>
                <a:gd name="connsiteY257" fmla="*/ 1440873 h 1849426"/>
                <a:gd name="connsiteX258" fmla="*/ 4470051 w 6386648"/>
                <a:gd name="connsiteY258" fmla="*/ 1422848 h 1849426"/>
                <a:gd name="connsiteX259" fmla="*/ 4488076 w 6386648"/>
                <a:gd name="connsiteY259" fmla="*/ 1404824 h 1849426"/>
                <a:gd name="connsiteX260" fmla="*/ 5028808 w 6386648"/>
                <a:gd name="connsiteY260" fmla="*/ 1398816 h 1849426"/>
                <a:gd name="connsiteX261" fmla="*/ 5046833 w 6386648"/>
                <a:gd name="connsiteY261" fmla="*/ 1416841 h 1849426"/>
                <a:gd name="connsiteX262" fmla="*/ 5028808 w 6386648"/>
                <a:gd name="connsiteY262" fmla="*/ 1434865 h 1849426"/>
                <a:gd name="connsiteX263" fmla="*/ 5010783 w 6386648"/>
                <a:gd name="connsiteY263" fmla="*/ 1416841 h 1849426"/>
                <a:gd name="connsiteX264" fmla="*/ 5028808 w 6386648"/>
                <a:gd name="connsiteY264" fmla="*/ 1398816 h 1849426"/>
                <a:gd name="connsiteX265" fmla="*/ 4367914 w 6386648"/>
                <a:gd name="connsiteY265" fmla="*/ 1398816 h 1849426"/>
                <a:gd name="connsiteX266" fmla="*/ 4385939 w 6386648"/>
                <a:gd name="connsiteY266" fmla="*/ 1416841 h 1849426"/>
                <a:gd name="connsiteX267" fmla="*/ 4367914 w 6386648"/>
                <a:gd name="connsiteY267" fmla="*/ 1434865 h 1849426"/>
                <a:gd name="connsiteX268" fmla="*/ 4349889 w 6386648"/>
                <a:gd name="connsiteY268" fmla="*/ 1416841 h 1849426"/>
                <a:gd name="connsiteX269" fmla="*/ 4367914 w 6386648"/>
                <a:gd name="connsiteY269" fmla="*/ 1398816 h 1849426"/>
                <a:gd name="connsiteX270" fmla="*/ 4163637 w 6386648"/>
                <a:gd name="connsiteY270" fmla="*/ 1398816 h 1849426"/>
                <a:gd name="connsiteX271" fmla="*/ 4181662 w 6386648"/>
                <a:gd name="connsiteY271" fmla="*/ 1416841 h 1849426"/>
                <a:gd name="connsiteX272" fmla="*/ 4163637 w 6386648"/>
                <a:gd name="connsiteY272" fmla="*/ 1434865 h 1849426"/>
                <a:gd name="connsiteX273" fmla="*/ 4145613 w 6386648"/>
                <a:gd name="connsiteY273" fmla="*/ 1416841 h 1849426"/>
                <a:gd name="connsiteX274" fmla="*/ 4163637 w 6386648"/>
                <a:gd name="connsiteY274" fmla="*/ 1398816 h 1849426"/>
                <a:gd name="connsiteX275" fmla="*/ 672910 w 6386648"/>
                <a:gd name="connsiteY275" fmla="*/ 1398816 h 1849426"/>
                <a:gd name="connsiteX276" fmla="*/ 690935 w 6386648"/>
                <a:gd name="connsiteY276" fmla="*/ 1416841 h 1849426"/>
                <a:gd name="connsiteX277" fmla="*/ 672910 w 6386648"/>
                <a:gd name="connsiteY277" fmla="*/ 1434865 h 1849426"/>
                <a:gd name="connsiteX278" fmla="*/ 654886 w 6386648"/>
                <a:gd name="connsiteY278" fmla="*/ 1416841 h 1849426"/>
                <a:gd name="connsiteX279" fmla="*/ 672910 w 6386648"/>
                <a:gd name="connsiteY279" fmla="*/ 1398816 h 1849426"/>
                <a:gd name="connsiteX280" fmla="*/ 3190319 w 6386648"/>
                <a:gd name="connsiteY280" fmla="*/ 1392808 h 1849426"/>
                <a:gd name="connsiteX281" fmla="*/ 3208344 w 6386648"/>
                <a:gd name="connsiteY281" fmla="*/ 1410832 h 1849426"/>
                <a:gd name="connsiteX282" fmla="*/ 3190319 w 6386648"/>
                <a:gd name="connsiteY282" fmla="*/ 1428857 h 1849426"/>
                <a:gd name="connsiteX283" fmla="*/ 3172295 w 6386648"/>
                <a:gd name="connsiteY283" fmla="*/ 1410832 h 1849426"/>
                <a:gd name="connsiteX284" fmla="*/ 3190319 w 6386648"/>
                <a:gd name="connsiteY284" fmla="*/ 1392808 h 1849426"/>
                <a:gd name="connsiteX285" fmla="*/ 1814456 w 6386648"/>
                <a:gd name="connsiteY285" fmla="*/ 1392808 h 1849426"/>
                <a:gd name="connsiteX286" fmla="*/ 1832481 w 6386648"/>
                <a:gd name="connsiteY286" fmla="*/ 1410832 h 1849426"/>
                <a:gd name="connsiteX287" fmla="*/ 1814456 w 6386648"/>
                <a:gd name="connsiteY287" fmla="*/ 1428857 h 1849426"/>
                <a:gd name="connsiteX288" fmla="*/ 1796432 w 6386648"/>
                <a:gd name="connsiteY288" fmla="*/ 1410832 h 1849426"/>
                <a:gd name="connsiteX289" fmla="*/ 1814456 w 6386648"/>
                <a:gd name="connsiteY289" fmla="*/ 1392808 h 1849426"/>
                <a:gd name="connsiteX290" fmla="*/ 967309 w 6386648"/>
                <a:gd name="connsiteY290" fmla="*/ 1386800 h 1849426"/>
                <a:gd name="connsiteX291" fmla="*/ 985334 w 6386648"/>
                <a:gd name="connsiteY291" fmla="*/ 1404824 h 1849426"/>
                <a:gd name="connsiteX292" fmla="*/ 967309 w 6386648"/>
                <a:gd name="connsiteY292" fmla="*/ 1422849 h 1849426"/>
                <a:gd name="connsiteX293" fmla="*/ 949285 w 6386648"/>
                <a:gd name="connsiteY293" fmla="*/ 1404824 h 1849426"/>
                <a:gd name="connsiteX294" fmla="*/ 967309 w 6386648"/>
                <a:gd name="connsiteY294" fmla="*/ 1386800 h 1849426"/>
                <a:gd name="connsiteX295" fmla="*/ 4049482 w 6386648"/>
                <a:gd name="connsiteY295" fmla="*/ 1374784 h 1849426"/>
                <a:gd name="connsiteX296" fmla="*/ 4067507 w 6386648"/>
                <a:gd name="connsiteY296" fmla="*/ 1392808 h 1849426"/>
                <a:gd name="connsiteX297" fmla="*/ 4049482 w 6386648"/>
                <a:gd name="connsiteY297" fmla="*/ 1410833 h 1849426"/>
                <a:gd name="connsiteX298" fmla="*/ 4031458 w 6386648"/>
                <a:gd name="connsiteY298" fmla="*/ 1392808 h 1849426"/>
                <a:gd name="connsiteX299" fmla="*/ 4049482 w 6386648"/>
                <a:gd name="connsiteY299" fmla="*/ 1374784 h 1849426"/>
                <a:gd name="connsiteX300" fmla="*/ 4674329 w 6386648"/>
                <a:gd name="connsiteY300" fmla="*/ 1368775 h 1849426"/>
                <a:gd name="connsiteX301" fmla="*/ 4692354 w 6386648"/>
                <a:gd name="connsiteY301" fmla="*/ 1386800 h 1849426"/>
                <a:gd name="connsiteX302" fmla="*/ 4674329 w 6386648"/>
                <a:gd name="connsiteY302" fmla="*/ 1404824 h 1849426"/>
                <a:gd name="connsiteX303" fmla="*/ 4656305 w 6386648"/>
                <a:gd name="connsiteY303" fmla="*/ 1386800 h 1849426"/>
                <a:gd name="connsiteX304" fmla="*/ 4674329 w 6386648"/>
                <a:gd name="connsiteY304" fmla="*/ 1368775 h 1849426"/>
                <a:gd name="connsiteX305" fmla="*/ 1526067 w 6386648"/>
                <a:gd name="connsiteY305" fmla="*/ 1368775 h 1849426"/>
                <a:gd name="connsiteX306" fmla="*/ 1544091 w 6386648"/>
                <a:gd name="connsiteY306" fmla="*/ 1386800 h 1849426"/>
                <a:gd name="connsiteX307" fmla="*/ 1526067 w 6386648"/>
                <a:gd name="connsiteY307" fmla="*/ 1404824 h 1849426"/>
                <a:gd name="connsiteX308" fmla="*/ 1508042 w 6386648"/>
                <a:gd name="connsiteY308" fmla="*/ 1386800 h 1849426"/>
                <a:gd name="connsiteX309" fmla="*/ 1526067 w 6386648"/>
                <a:gd name="connsiteY309" fmla="*/ 1368775 h 1849426"/>
                <a:gd name="connsiteX310" fmla="*/ 1369854 w 6386648"/>
                <a:gd name="connsiteY310" fmla="*/ 1368775 h 1849426"/>
                <a:gd name="connsiteX311" fmla="*/ 1387879 w 6386648"/>
                <a:gd name="connsiteY311" fmla="*/ 1386800 h 1849426"/>
                <a:gd name="connsiteX312" fmla="*/ 1369854 w 6386648"/>
                <a:gd name="connsiteY312" fmla="*/ 1404824 h 1849426"/>
                <a:gd name="connsiteX313" fmla="*/ 1351830 w 6386648"/>
                <a:gd name="connsiteY313" fmla="*/ 1386800 h 1849426"/>
                <a:gd name="connsiteX314" fmla="*/ 1369854 w 6386648"/>
                <a:gd name="connsiteY314" fmla="*/ 1368775 h 1849426"/>
                <a:gd name="connsiteX315" fmla="*/ 3418628 w 6386648"/>
                <a:gd name="connsiteY315" fmla="*/ 1362767 h 1849426"/>
                <a:gd name="connsiteX316" fmla="*/ 3436653 w 6386648"/>
                <a:gd name="connsiteY316" fmla="*/ 1380791 h 1849426"/>
                <a:gd name="connsiteX317" fmla="*/ 3418628 w 6386648"/>
                <a:gd name="connsiteY317" fmla="*/ 1398816 h 1849426"/>
                <a:gd name="connsiteX318" fmla="*/ 3400604 w 6386648"/>
                <a:gd name="connsiteY318" fmla="*/ 1380791 h 1849426"/>
                <a:gd name="connsiteX319" fmla="*/ 3418628 w 6386648"/>
                <a:gd name="connsiteY319" fmla="*/ 1362767 h 1849426"/>
                <a:gd name="connsiteX320" fmla="*/ 1147553 w 6386648"/>
                <a:gd name="connsiteY320" fmla="*/ 1362767 h 1849426"/>
                <a:gd name="connsiteX321" fmla="*/ 1165578 w 6386648"/>
                <a:gd name="connsiteY321" fmla="*/ 1380791 h 1849426"/>
                <a:gd name="connsiteX322" fmla="*/ 1147553 w 6386648"/>
                <a:gd name="connsiteY322" fmla="*/ 1398816 h 1849426"/>
                <a:gd name="connsiteX323" fmla="*/ 1129529 w 6386648"/>
                <a:gd name="connsiteY323" fmla="*/ 1380791 h 1849426"/>
                <a:gd name="connsiteX324" fmla="*/ 1147553 w 6386648"/>
                <a:gd name="connsiteY324" fmla="*/ 1362767 h 1849426"/>
                <a:gd name="connsiteX325" fmla="*/ 3646937 w 6386648"/>
                <a:gd name="connsiteY325" fmla="*/ 1356759 h 1849426"/>
                <a:gd name="connsiteX326" fmla="*/ 3664962 w 6386648"/>
                <a:gd name="connsiteY326" fmla="*/ 1374783 h 1849426"/>
                <a:gd name="connsiteX327" fmla="*/ 3646937 w 6386648"/>
                <a:gd name="connsiteY327" fmla="*/ 1392808 h 1849426"/>
                <a:gd name="connsiteX328" fmla="*/ 3628912 w 6386648"/>
                <a:gd name="connsiteY328" fmla="*/ 1374783 h 1849426"/>
                <a:gd name="connsiteX329" fmla="*/ 3646937 w 6386648"/>
                <a:gd name="connsiteY329" fmla="*/ 1356759 h 1849426"/>
                <a:gd name="connsiteX330" fmla="*/ 1946636 w 6386648"/>
                <a:gd name="connsiteY330" fmla="*/ 1356759 h 1849426"/>
                <a:gd name="connsiteX331" fmla="*/ 1964660 w 6386648"/>
                <a:gd name="connsiteY331" fmla="*/ 1374783 h 1849426"/>
                <a:gd name="connsiteX332" fmla="*/ 1946636 w 6386648"/>
                <a:gd name="connsiteY332" fmla="*/ 1392808 h 1849426"/>
                <a:gd name="connsiteX333" fmla="*/ 1928611 w 6386648"/>
                <a:gd name="connsiteY333" fmla="*/ 1374783 h 1849426"/>
                <a:gd name="connsiteX334" fmla="*/ 1946636 w 6386648"/>
                <a:gd name="connsiteY334" fmla="*/ 1356759 h 1849426"/>
                <a:gd name="connsiteX335" fmla="*/ 1658245 w 6386648"/>
                <a:gd name="connsiteY335" fmla="*/ 1350751 h 1849426"/>
                <a:gd name="connsiteX336" fmla="*/ 1676270 w 6386648"/>
                <a:gd name="connsiteY336" fmla="*/ 1368775 h 1849426"/>
                <a:gd name="connsiteX337" fmla="*/ 1658245 w 6386648"/>
                <a:gd name="connsiteY337" fmla="*/ 1386800 h 1849426"/>
                <a:gd name="connsiteX338" fmla="*/ 1640221 w 6386648"/>
                <a:gd name="connsiteY338" fmla="*/ 1368775 h 1849426"/>
                <a:gd name="connsiteX339" fmla="*/ 1658245 w 6386648"/>
                <a:gd name="connsiteY339" fmla="*/ 1350751 h 1849426"/>
                <a:gd name="connsiteX340" fmla="*/ 3929320 w 6386648"/>
                <a:gd name="connsiteY340" fmla="*/ 1344743 h 1849426"/>
                <a:gd name="connsiteX341" fmla="*/ 3947345 w 6386648"/>
                <a:gd name="connsiteY341" fmla="*/ 1362767 h 1849426"/>
                <a:gd name="connsiteX342" fmla="*/ 3929320 w 6386648"/>
                <a:gd name="connsiteY342" fmla="*/ 1380792 h 1849426"/>
                <a:gd name="connsiteX343" fmla="*/ 3911296 w 6386648"/>
                <a:gd name="connsiteY343" fmla="*/ 1362767 h 1849426"/>
                <a:gd name="connsiteX344" fmla="*/ 3929320 w 6386648"/>
                <a:gd name="connsiteY344" fmla="*/ 1344743 h 1849426"/>
                <a:gd name="connsiteX345" fmla="*/ 3088181 w 6386648"/>
                <a:gd name="connsiteY345" fmla="*/ 1344743 h 1849426"/>
                <a:gd name="connsiteX346" fmla="*/ 3106206 w 6386648"/>
                <a:gd name="connsiteY346" fmla="*/ 1362767 h 1849426"/>
                <a:gd name="connsiteX347" fmla="*/ 3088181 w 6386648"/>
                <a:gd name="connsiteY347" fmla="*/ 1380792 h 1849426"/>
                <a:gd name="connsiteX348" fmla="*/ 3070157 w 6386648"/>
                <a:gd name="connsiteY348" fmla="*/ 1362767 h 1849426"/>
                <a:gd name="connsiteX349" fmla="*/ 3088181 w 6386648"/>
                <a:gd name="connsiteY349" fmla="*/ 1344743 h 1849426"/>
                <a:gd name="connsiteX350" fmla="*/ 853154 w 6386648"/>
                <a:gd name="connsiteY350" fmla="*/ 1344743 h 1849426"/>
                <a:gd name="connsiteX351" fmla="*/ 871179 w 6386648"/>
                <a:gd name="connsiteY351" fmla="*/ 1362767 h 1849426"/>
                <a:gd name="connsiteX352" fmla="*/ 853154 w 6386648"/>
                <a:gd name="connsiteY352" fmla="*/ 1380792 h 1849426"/>
                <a:gd name="connsiteX353" fmla="*/ 835130 w 6386648"/>
                <a:gd name="connsiteY353" fmla="*/ 1362767 h 1849426"/>
                <a:gd name="connsiteX354" fmla="*/ 853154 w 6386648"/>
                <a:gd name="connsiteY354" fmla="*/ 1344743 h 1849426"/>
                <a:gd name="connsiteX355" fmla="*/ 4283800 w 6386648"/>
                <a:gd name="connsiteY355" fmla="*/ 1326718 h 1849426"/>
                <a:gd name="connsiteX356" fmla="*/ 4301825 w 6386648"/>
                <a:gd name="connsiteY356" fmla="*/ 1344742 h 1849426"/>
                <a:gd name="connsiteX357" fmla="*/ 4283800 w 6386648"/>
                <a:gd name="connsiteY357" fmla="*/ 1362767 h 1849426"/>
                <a:gd name="connsiteX358" fmla="*/ 4265776 w 6386648"/>
                <a:gd name="connsiteY358" fmla="*/ 1344742 h 1849426"/>
                <a:gd name="connsiteX359" fmla="*/ 4283800 w 6386648"/>
                <a:gd name="connsiteY359" fmla="*/ 1326718 h 1849426"/>
                <a:gd name="connsiteX360" fmla="*/ 3815165 w 6386648"/>
                <a:gd name="connsiteY360" fmla="*/ 1326718 h 1849426"/>
                <a:gd name="connsiteX361" fmla="*/ 3833190 w 6386648"/>
                <a:gd name="connsiteY361" fmla="*/ 1344742 h 1849426"/>
                <a:gd name="connsiteX362" fmla="*/ 3815165 w 6386648"/>
                <a:gd name="connsiteY362" fmla="*/ 1362767 h 1849426"/>
                <a:gd name="connsiteX363" fmla="*/ 3797141 w 6386648"/>
                <a:gd name="connsiteY363" fmla="*/ 1344742 h 1849426"/>
                <a:gd name="connsiteX364" fmla="*/ 3815165 w 6386648"/>
                <a:gd name="connsiteY364" fmla="*/ 1326718 h 1849426"/>
                <a:gd name="connsiteX365" fmla="*/ 2980034 w 6386648"/>
                <a:gd name="connsiteY365" fmla="*/ 1326718 h 1849426"/>
                <a:gd name="connsiteX366" fmla="*/ 2998059 w 6386648"/>
                <a:gd name="connsiteY366" fmla="*/ 1344742 h 1849426"/>
                <a:gd name="connsiteX367" fmla="*/ 2980034 w 6386648"/>
                <a:gd name="connsiteY367" fmla="*/ 1362767 h 1849426"/>
                <a:gd name="connsiteX368" fmla="*/ 2962010 w 6386648"/>
                <a:gd name="connsiteY368" fmla="*/ 1344742 h 1849426"/>
                <a:gd name="connsiteX369" fmla="*/ 2980034 w 6386648"/>
                <a:gd name="connsiteY369" fmla="*/ 1326718 h 1849426"/>
                <a:gd name="connsiteX370" fmla="*/ 594806 w 6386648"/>
                <a:gd name="connsiteY370" fmla="*/ 1326718 h 1849426"/>
                <a:gd name="connsiteX371" fmla="*/ 612830 w 6386648"/>
                <a:gd name="connsiteY371" fmla="*/ 1344742 h 1849426"/>
                <a:gd name="connsiteX372" fmla="*/ 594806 w 6386648"/>
                <a:gd name="connsiteY372" fmla="*/ 1362767 h 1849426"/>
                <a:gd name="connsiteX373" fmla="*/ 576781 w 6386648"/>
                <a:gd name="connsiteY373" fmla="*/ 1344742 h 1849426"/>
                <a:gd name="connsiteX374" fmla="*/ 594806 w 6386648"/>
                <a:gd name="connsiteY374" fmla="*/ 1326718 h 1849426"/>
                <a:gd name="connsiteX375" fmla="*/ 4836548 w 6386648"/>
                <a:gd name="connsiteY375" fmla="*/ 1314702 h 1849426"/>
                <a:gd name="connsiteX376" fmla="*/ 4854573 w 6386648"/>
                <a:gd name="connsiteY376" fmla="*/ 1332726 h 1849426"/>
                <a:gd name="connsiteX377" fmla="*/ 4836548 w 6386648"/>
                <a:gd name="connsiteY377" fmla="*/ 1350751 h 1849426"/>
                <a:gd name="connsiteX378" fmla="*/ 4818524 w 6386648"/>
                <a:gd name="connsiteY378" fmla="*/ 1332726 h 1849426"/>
                <a:gd name="connsiteX379" fmla="*/ 4836548 w 6386648"/>
                <a:gd name="connsiteY379" fmla="*/ 1314702 h 1849426"/>
                <a:gd name="connsiteX380" fmla="*/ 4980743 w 6386648"/>
                <a:gd name="connsiteY380" fmla="*/ 1308694 h 1849426"/>
                <a:gd name="connsiteX381" fmla="*/ 4998768 w 6386648"/>
                <a:gd name="connsiteY381" fmla="*/ 1326719 h 1849426"/>
                <a:gd name="connsiteX382" fmla="*/ 4980743 w 6386648"/>
                <a:gd name="connsiteY382" fmla="*/ 1344743 h 1849426"/>
                <a:gd name="connsiteX383" fmla="*/ 4962719 w 6386648"/>
                <a:gd name="connsiteY383" fmla="*/ 1326719 h 1849426"/>
                <a:gd name="connsiteX384" fmla="*/ 4980743 w 6386648"/>
                <a:gd name="connsiteY384" fmla="*/ 1308694 h 1849426"/>
                <a:gd name="connsiteX385" fmla="*/ 2871888 w 6386648"/>
                <a:gd name="connsiteY385" fmla="*/ 1302686 h 1849426"/>
                <a:gd name="connsiteX386" fmla="*/ 2889913 w 6386648"/>
                <a:gd name="connsiteY386" fmla="*/ 1320710 h 1849426"/>
                <a:gd name="connsiteX387" fmla="*/ 2871888 w 6386648"/>
                <a:gd name="connsiteY387" fmla="*/ 1338735 h 1849426"/>
                <a:gd name="connsiteX388" fmla="*/ 2853864 w 6386648"/>
                <a:gd name="connsiteY388" fmla="*/ 1320710 h 1849426"/>
                <a:gd name="connsiteX389" fmla="*/ 2871888 w 6386648"/>
                <a:gd name="connsiteY389" fmla="*/ 1302686 h 1849426"/>
                <a:gd name="connsiteX390" fmla="*/ 2102847 w 6386648"/>
                <a:gd name="connsiteY390" fmla="*/ 1302686 h 1849426"/>
                <a:gd name="connsiteX391" fmla="*/ 2120872 w 6386648"/>
                <a:gd name="connsiteY391" fmla="*/ 1320710 h 1849426"/>
                <a:gd name="connsiteX392" fmla="*/ 2102847 w 6386648"/>
                <a:gd name="connsiteY392" fmla="*/ 1338735 h 1849426"/>
                <a:gd name="connsiteX393" fmla="*/ 2084823 w 6386648"/>
                <a:gd name="connsiteY393" fmla="*/ 1320710 h 1849426"/>
                <a:gd name="connsiteX394" fmla="*/ 2102847 w 6386648"/>
                <a:gd name="connsiteY394" fmla="*/ 1302686 h 1849426"/>
                <a:gd name="connsiteX395" fmla="*/ 1273724 w 6386648"/>
                <a:gd name="connsiteY395" fmla="*/ 1302686 h 1849426"/>
                <a:gd name="connsiteX396" fmla="*/ 1291749 w 6386648"/>
                <a:gd name="connsiteY396" fmla="*/ 1320710 h 1849426"/>
                <a:gd name="connsiteX397" fmla="*/ 1273724 w 6386648"/>
                <a:gd name="connsiteY397" fmla="*/ 1338735 h 1849426"/>
                <a:gd name="connsiteX398" fmla="*/ 1255700 w 6386648"/>
                <a:gd name="connsiteY398" fmla="*/ 1320710 h 1849426"/>
                <a:gd name="connsiteX399" fmla="*/ 1273724 w 6386648"/>
                <a:gd name="connsiteY399" fmla="*/ 1302686 h 1849426"/>
                <a:gd name="connsiteX400" fmla="*/ 1033398 w 6386648"/>
                <a:gd name="connsiteY400" fmla="*/ 1302686 h 1849426"/>
                <a:gd name="connsiteX401" fmla="*/ 1051423 w 6386648"/>
                <a:gd name="connsiteY401" fmla="*/ 1320710 h 1849426"/>
                <a:gd name="connsiteX402" fmla="*/ 1033398 w 6386648"/>
                <a:gd name="connsiteY402" fmla="*/ 1338735 h 1849426"/>
                <a:gd name="connsiteX403" fmla="*/ 1015374 w 6386648"/>
                <a:gd name="connsiteY403" fmla="*/ 1320710 h 1849426"/>
                <a:gd name="connsiteX404" fmla="*/ 1033398 w 6386648"/>
                <a:gd name="connsiteY404" fmla="*/ 1302686 h 1849426"/>
                <a:gd name="connsiteX405" fmla="*/ 4548158 w 6386648"/>
                <a:gd name="connsiteY405" fmla="*/ 1296678 h 1849426"/>
                <a:gd name="connsiteX406" fmla="*/ 4566183 w 6386648"/>
                <a:gd name="connsiteY406" fmla="*/ 1314702 h 1849426"/>
                <a:gd name="connsiteX407" fmla="*/ 4548158 w 6386648"/>
                <a:gd name="connsiteY407" fmla="*/ 1332727 h 1849426"/>
                <a:gd name="connsiteX408" fmla="*/ 4530133 w 6386648"/>
                <a:gd name="connsiteY408" fmla="*/ 1314702 h 1849426"/>
                <a:gd name="connsiteX409" fmla="*/ 4548158 w 6386648"/>
                <a:gd name="connsiteY409" fmla="*/ 1296678 h 1849426"/>
                <a:gd name="connsiteX410" fmla="*/ 3520767 w 6386648"/>
                <a:gd name="connsiteY410" fmla="*/ 1290670 h 1849426"/>
                <a:gd name="connsiteX411" fmla="*/ 3538792 w 6386648"/>
                <a:gd name="connsiteY411" fmla="*/ 1308694 h 1849426"/>
                <a:gd name="connsiteX412" fmla="*/ 3520767 w 6386648"/>
                <a:gd name="connsiteY412" fmla="*/ 1326719 h 1849426"/>
                <a:gd name="connsiteX413" fmla="*/ 3502743 w 6386648"/>
                <a:gd name="connsiteY413" fmla="*/ 1308694 h 1849426"/>
                <a:gd name="connsiteX414" fmla="*/ 3520767 w 6386648"/>
                <a:gd name="connsiteY414" fmla="*/ 1290670 h 1849426"/>
                <a:gd name="connsiteX415" fmla="*/ 3244392 w 6386648"/>
                <a:gd name="connsiteY415" fmla="*/ 1290670 h 1849426"/>
                <a:gd name="connsiteX416" fmla="*/ 3262417 w 6386648"/>
                <a:gd name="connsiteY416" fmla="*/ 1308694 h 1849426"/>
                <a:gd name="connsiteX417" fmla="*/ 3244392 w 6386648"/>
                <a:gd name="connsiteY417" fmla="*/ 1326719 h 1849426"/>
                <a:gd name="connsiteX418" fmla="*/ 3226368 w 6386648"/>
                <a:gd name="connsiteY418" fmla="*/ 1308694 h 1849426"/>
                <a:gd name="connsiteX419" fmla="*/ 3244392 w 6386648"/>
                <a:gd name="connsiteY419" fmla="*/ 1290670 h 1849426"/>
                <a:gd name="connsiteX420" fmla="*/ 757024 w 6386648"/>
                <a:gd name="connsiteY420" fmla="*/ 1290670 h 1849426"/>
                <a:gd name="connsiteX421" fmla="*/ 775049 w 6386648"/>
                <a:gd name="connsiteY421" fmla="*/ 1308694 h 1849426"/>
                <a:gd name="connsiteX422" fmla="*/ 757024 w 6386648"/>
                <a:gd name="connsiteY422" fmla="*/ 1326719 h 1849426"/>
                <a:gd name="connsiteX423" fmla="*/ 739000 w 6386648"/>
                <a:gd name="connsiteY423" fmla="*/ 1308694 h 1849426"/>
                <a:gd name="connsiteX424" fmla="*/ 757024 w 6386648"/>
                <a:gd name="connsiteY424" fmla="*/ 1290670 h 1849426"/>
                <a:gd name="connsiteX425" fmla="*/ 4427995 w 6386648"/>
                <a:gd name="connsiteY425" fmla="*/ 1284661 h 1849426"/>
                <a:gd name="connsiteX426" fmla="*/ 4446020 w 6386648"/>
                <a:gd name="connsiteY426" fmla="*/ 1302685 h 1849426"/>
                <a:gd name="connsiteX427" fmla="*/ 4427995 w 6386648"/>
                <a:gd name="connsiteY427" fmla="*/ 1320710 h 1849426"/>
                <a:gd name="connsiteX428" fmla="*/ 4409970 w 6386648"/>
                <a:gd name="connsiteY428" fmla="*/ 1302685 h 1849426"/>
                <a:gd name="connsiteX429" fmla="*/ 4427995 w 6386648"/>
                <a:gd name="connsiteY429" fmla="*/ 1284661 h 1849426"/>
                <a:gd name="connsiteX430" fmla="*/ 2763741 w 6386648"/>
                <a:gd name="connsiteY430" fmla="*/ 1278653 h 1849426"/>
                <a:gd name="connsiteX431" fmla="*/ 2781766 w 6386648"/>
                <a:gd name="connsiteY431" fmla="*/ 1296678 h 1849426"/>
                <a:gd name="connsiteX432" fmla="*/ 2763741 w 6386648"/>
                <a:gd name="connsiteY432" fmla="*/ 1314702 h 1849426"/>
                <a:gd name="connsiteX433" fmla="*/ 2745717 w 6386648"/>
                <a:gd name="connsiteY433" fmla="*/ 1296678 h 1849426"/>
                <a:gd name="connsiteX434" fmla="*/ 2763741 w 6386648"/>
                <a:gd name="connsiteY434" fmla="*/ 1278653 h 1849426"/>
                <a:gd name="connsiteX435" fmla="*/ 2217002 w 6386648"/>
                <a:gd name="connsiteY435" fmla="*/ 1272645 h 1849426"/>
                <a:gd name="connsiteX436" fmla="*/ 2235026 w 6386648"/>
                <a:gd name="connsiteY436" fmla="*/ 1290669 h 1849426"/>
                <a:gd name="connsiteX437" fmla="*/ 2217002 w 6386648"/>
                <a:gd name="connsiteY437" fmla="*/ 1308694 h 1849426"/>
                <a:gd name="connsiteX438" fmla="*/ 2198977 w 6386648"/>
                <a:gd name="connsiteY438" fmla="*/ 1290669 h 1849426"/>
                <a:gd name="connsiteX439" fmla="*/ 2217002 w 6386648"/>
                <a:gd name="connsiteY439" fmla="*/ 1272645 h 1849426"/>
                <a:gd name="connsiteX440" fmla="*/ 1874537 w 6386648"/>
                <a:gd name="connsiteY440" fmla="*/ 1272645 h 1849426"/>
                <a:gd name="connsiteX441" fmla="*/ 1892562 w 6386648"/>
                <a:gd name="connsiteY441" fmla="*/ 1290669 h 1849426"/>
                <a:gd name="connsiteX442" fmla="*/ 1874537 w 6386648"/>
                <a:gd name="connsiteY442" fmla="*/ 1308694 h 1849426"/>
                <a:gd name="connsiteX443" fmla="*/ 1856513 w 6386648"/>
                <a:gd name="connsiteY443" fmla="*/ 1290669 h 1849426"/>
                <a:gd name="connsiteX444" fmla="*/ 1874537 w 6386648"/>
                <a:gd name="connsiteY444" fmla="*/ 1272645 h 1849426"/>
                <a:gd name="connsiteX445" fmla="*/ 3376571 w 6386648"/>
                <a:gd name="connsiteY445" fmla="*/ 1266637 h 1849426"/>
                <a:gd name="connsiteX446" fmla="*/ 3394596 w 6386648"/>
                <a:gd name="connsiteY446" fmla="*/ 1284661 h 1849426"/>
                <a:gd name="connsiteX447" fmla="*/ 3376571 w 6386648"/>
                <a:gd name="connsiteY447" fmla="*/ 1302686 h 1849426"/>
                <a:gd name="connsiteX448" fmla="*/ 3358546 w 6386648"/>
                <a:gd name="connsiteY448" fmla="*/ 1284661 h 1849426"/>
                <a:gd name="connsiteX449" fmla="*/ 3376571 w 6386648"/>
                <a:gd name="connsiteY449" fmla="*/ 1266637 h 1849426"/>
                <a:gd name="connsiteX450" fmla="*/ 2643579 w 6386648"/>
                <a:gd name="connsiteY450" fmla="*/ 1266637 h 1849426"/>
                <a:gd name="connsiteX451" fmla="*/ 2661604 w 6386648"/>
                <a:gd name="connsiteY451" fmla="*/ 1284661 h 1849426"/>
                <a:gd name="connsiteX452" fmla="*/ 2643579 w 6386648"/>
                <a:gd name="connsiteY452" fmla="*/ 1302686 h 1849426"/>
                <a:gd name="connsiteX453" fmla="*/ 2625555 w 6386648"/>
                <a:gd name="connsiteY453" fmla="*/ 1284661 h 1849426"/>
                <a:gd name="connsiteX454" fmla="*/ 2643579 w 6386648"/>
                <a:gd name="connsiteY454" fmla="*/ 1266637 h 1849426"/>
                <a:gd name="connsiteX455" fmla="*/ 1754375 w 6386648"/>
                <a:gd name="connsiteY455" fmla="*/ 1266637 h 1849426"/>
                <a:gd name="connsiteX456" fmla="*/ 1772400 w 6386648"/>
                <a:gd name="connsiteY456" fmla="*/ 1284661 h 1849426"/>
                <a:gd name="connsiteX457" fmla="*/ 1754375 w 6386648"/>
                <a:gd name="connsiteY457" fmla="*/ 1302686 h 1849426"/>
                <a:gd name="connsiteX458" fmla="*/ 1736351 w 6386648"/>
                <a:gd name="connsiteY458" fmla="*/ 1284661 h 1849426"/>
                <a:gd name="connsiteX459" fmla="*/ 1754375 w 6386648"/>
                <a:gd name="connsiteY459" fmla="*/ 1266637 h 1849426"/>
                <a:gd name="connsiteX460" fmla="*/ 4740418 w 6386648"/>
                <a:gd name="connsiteY460" fmla="*/ 1260629 h 1849426"/>
                <a:gd name="connsiteX461" fmla="*/ 4758443 w 6386648"/>
                <a:gd name="connsiteY461" fmla="*/ 1278653 h 1849426"/>
                <a:gd name="connsiteX462" fmla="*/ 4740418 w 6386648"/>
                <a:gd name="connsiteY462" fmla="*/ 1296678 h 1849426"/>
                <a:gd name="connsiteX463" fmla="*/ 4722394 w 6386648"/>
                <a:gd name="connsiteY463" fmla="*/ 1278653 h 1849426"/>
                <a:gd name="connsiteX464" fmla="*/ 4740418 w 6386648"/>
                <a:gd name="connsiteY464" fmla="*/ 1260629 h 1849426"/>
                <a:gd name="connsiteX465" fmla="*/ 4103556 w 6386648"/>
                <a:gd name="connsiteY465" fmla="*/ 1260629 h 1849426"/>
                <a:gd name="connsiteX466" fmla="*/ 4121581 w 6386648"/>
                <a:gd name="connsiteY466" fmla="*/ 1278653 h 1849426"/>
                <a:gd name="connsiteX467" fmla="*/ 4103556 w 6386648"/>
                <a:gd name="connsiteY467" fmla="*/ 1296678 h 1849426"/>
                <a:gd name="connsiteX468" fmla="*/ 4085532 w 6386648"/>
                <a:gd name="connsiteY468" fmla="*/ 1278653 h 1849426"/>
                <a:gd name="connsiteX469" fmla="*/ 4103556 w 6386648"/>
                <a:gd name="connsiteY469" fmla="*/ 1260629 h 1849426"/>
                <a:gd name="connsiteX470" fmla="*/ 3725043 w 6386648"/>
                <a:gd name="connsiteY470" fmla="*/ 1260629 h 1849426"/>
                <a:gd name="connsiteX471" fmla="*/ 3743068 w 6386648"/>
                <a:gd name="connsiteY471" fmla="*/ 1278653 h 1849426"/>
                <a:gd name="connsiteX472" fmla="*/ 3725043 w 6386648"/>
                <a:gd name="connsiteY472" fmla="*/ 1296678 h 1849426"/>
                <a:gd name="connsiteX473" fmla="*/ 3707019 w 6386648"/>
                <a:gd name="connsiteY473" fmla="*/ 1278653 h 1849426"/>
                <a:gd name="connsiteX474" fmla="*/ 3725043 w 6386648"/>
                <a:gd name="connsiteY474" fmla="*/ 1260629 h 1849426"/>
                <a:gd name="connsiteX475" fmla="*/ 1405904 w 6386648"/>
                <a:gd name="connsiteY475" fmla="*/ 1260629 h 1849426"/>
                <a:gd name="connsiteX476" fmla="*/ 1423928 w 6386648"/>
                <a:gd name="connsiteY476" fmla="*/ 1278653 h 1849426"/>
                <a:gd name="connsiteX477" fmla="*/ 1405904 w 6386648"/>
                <a:gd name="connsiteY477" fmla="*/ 1296678 h 1849426"/>
                <a:gd name="connsiteX478" fmla="*/ 1387879 w 6386648"/>
                <a:gd name="connsiteY478" fmla="*/ 1278653 h 1849426"/>
                <a:gd name="connsiteX479" fmla="*/ 1405904 w 6386648"/>
                <a:gd name="connsiteY479" fmla="*/ 1260629 h 1849426"/>
                <a:gd name="connsiteX480" fmla="*/ 492666 w 6386648"/>
                <a:gd name="connsiteY480" fmla="*/ 1260629 h 1849426"/>
                <a:gd name="connsiteX481" fmla="*/ 510691 w 6386648"/>
                <a:gd name="connsiteY481" fmla="*/ 1278653 h 1849426"/>
                <a:gd name="connsiteX482" fmla="*/ 492666 w 6386648"/>
                <a:gd name="connsiteY482" fmla="*/ 1296678 h 1849426"/>
                <a:gd name="connsiteX483" fmla="*/ 474642 w 6386648"/>
                <a:gd name="connsiteY483" fmla="*/ 1278653 h 1849426"/>
                <a:gd name="connsiteX484" fmla="*/ 492666 w 6386648"/>
                <a:gd name="connsiteY484" fmla="*/ 1260629 h 1849426"/>
                <a:gd name="connsiteX485" fmla="*/ 4229726 w 6386648"/>
                <a:gd name="connsiteY485" fmla="*/ 1248613 h 1849426"/>
                <a:gd name="connsiteX486" fmla="*/ 4247751 w 6386648"/>
                <a:gd name="connsiteY486" fmla="*/ 1266638 h 1849426"/>
                <a:gd name="connsiteX487" fmla="*/ 4229726 w 6386648"/>
                <a:gd name="connsiteY487" fmla="*/ 1284662 h 1849426"/>
                <a:gd name="connsiteX488" fmla="*/ 4211702 w 6386648"/>
                <a:gd name="connsiteY488" fmla="*/ 1266638 h 1849426"/>
                <a:gd name="connsiteX489" fmla="*/ 4229726 w 6386648"/>
                <a:gd name="connsiteY489" fmla="*/ 1248613 h 1849426"/>
                <a:gd name="connsiteX490" fmla="*/ 2439302 w 6386648"/>
                <a:gd name="connsiteY490" fmla="*/ 1248613 h 1849426"/>
                <a:gd name="connsiteX491" fmla="*/ 2457327 w 6386648"/>
                <a:gd name="connsiteY491" fmla="*/ 1266638 h 1849426"/>
                <a:gd name="connsiteX492" fmla="*/ 2439302 w 6386648"/>
                <a:gd name="connsiteY492" fmla="*/ 1284662 h 1849426"/>
                <a:gd name="connsiteX493" fmla="*/ 2421278 w 6386648"/>
                <a:gd name="connsiteY493" fmla="*/ 1266638 h 1849426"/>
                <a:gd name="connsiteX494" fmla="*/ 2439302 w 6386648"/>
                <a:gd name="connsiteY494" fmla="*/ 1248613 h 1849426"/>
                <a:gd name="connsiteX495" fmla="*/ 2337165 w 6386648"/>
                <a:gd name="connsiteY495" fmla="*/ 1248613 h 1849426"/>
                <a:gd name="connsiteX496" fmla="*/ 2355189 w 6386648"/>
                <a:gd name="connsiteY496" fmla="*/ 1266638 h 1849426"/>
                <a:gd name="connsiteX497" fmla="*/ 2337165 w 6386648"/>
                <a:gd name="connsiteY497" fmla="*/ 1284662 h 1849426"/>
                <a:gd name="connsiteX498" fmla="*/ 2319140 w 6386648"/>
                <a:gd name="connsiteY498" fmla="*/ 1266638 h 1849426"/>
                <a:gd name="connsiteX499" fmla="*/ 2337165 w 6386648"/>
                <a:gd name="connsiteY499" fmla="*/ 1248613 h 1849426"/>
                <a:gd name="connsiteX500" fmla="*/ 2012725 w 6386648"/>
                <a:gd name="connsiteY500" fmla="*/ 1248613 h 1849426"/>
                <a:gd name="connsiteX501" fmla="*/ 2030750 w 6386648"/>
                <a:gd name="connsiteY501" fmla="*/ 1266638 h 1849426"/>
                <a:gd name="connsiteX502" fmla="*/ 2012725 w 6386648"/>
                <a:gd name="connsiteY502" fmla="*/ 1284662 h 1849426"/>
                <a:gd name="connsiteX503" fmla="*/ 1994701 w 6386648"/>
                <a:gd name="connsiteY503" fmla="*/ 1266638 h 1849426"/>
                <a:gd name="connsiteX504" fmla="*/ 2012725 w 6386648"/>
                <a:gd name="connsiteY504" fmla="*/ 1248613 h 1849426"/>
                <a:gd name="connsiteX505" fmla="*/ 1165578 w 6386648"/>
                <a:gd name="connsiteY505" fmla="*/ 1248613 h 1849426"/>
                <a:gd name="connsiteX506" fmla="*/ 1183602 w 6386648"/>
                <a:gd name="connsiteY506" fmla="*/ 1266638 h 1849426"/>
                <a:gd name="connsiteX507" fmla="*/ 1165578 w 6386648"/>
                <a:gd name="connsiteY507" fmla="*/ 1284662 h 1849426"/>
                <a:gd name="connsiteX508" fmla="*/ 1147553 w 6386648"/>
                <a:gd name="connsiteY508" fmla="*/ 1266638 h 1849426"/>
                <a:gd name="connsiteX509" fmla="*/ 1165578 w 6386648"/>
                <a:gd name="connsiteY509" fmla="*/ 1248613 h 1849426"/>
                <a:gd name="connsiteX510" fmla="*/ 3989401 w 6386648"/>
                <a:gd name="connsiteY510" fmla="*/ 1242605 h 1849426"/>
                <a:gd name="connsiteX511" fmla="*/ 4007426 w 6386648"/>
                <a:gd name="connsiteY511" fmla="*/ 1260629 h 1849426"/>
                <a:gd name="connsiteX512" fmla="*/ 3989401 w 6386648"/>
                <a:gd name="connsiteY512" fmla="*/ 1278654 h 1849426"/>
                <a:gd name="connsiteX513" fmla="*/ 3971377 w 6386648"/>
                <a:gd name="connsiteY513" fmla="*/ 1260629 h 1849426"/>
                <a:gd name="connsiteX514" fmla="*/ 3989401 w 6386648"/>
                <a:gd name="connsiteY514" fmla="*/ 1242605 h 1849426"/>
                <a:gd name="connsiteX515" fmla="*/ 1514049 w 6386648"/>
                <a:gd name="connsiteY515" fmla="*/ 1242605 h 1849426"/>
                <a:gd name="connsiteX516" fmla="*/ 1532074 w 6386648"/>
                <a:gd name="connsiteY516" fmla="*/ 1260629 h 1849426"/>
                <a:gd name="connsiteX517" fmla="*/ 1514049 w 6386648"/>
                <a:gd name="connsiteY517" fmla="*/ 1278654 h 1849426"/>
                <a:gd name="connsiteX518" fmla="*/ 1496025 w 6386648"/>
                <a:gd name="connsiteY518" fmla="*/ 1260629 h 1849426"/>
                <a:gd name="connsiteX519" fmla="*/ 1514049 w 6386648"/>
                <a:gd name="connsiteY519" fmla="*/ 1242605 h 1849426"/>
                <a:gd name="connsiteX520" fmla="*/ 3088181 w 6386648"/>
                <a:gd name="connsiteY520" fmla="*/ 1230588 h 1849426"/>
                <a:gd name="connsiteX521" fmla="*/ 3106206 w 6386648"/>
                <a:gd name="connsiteY521" fmla="*/ 1248612 h 1849426"/>
                <a:gd name="connsiteX522" fmla="*/ 3088181 w 6386648"/>
                <a:gd name="connsiteY522" fmla="*/ 1266637 h 1849426"/>
                <a:gd name="connsiteX523" fmla="*/ 3070157 w 6386648"/>
                <a:gd name="connsiteY523" fmla="*/ 1248612 h 1849426"/>
                <a:gd name="connsiteX524" fmla="*/ 3088181 w 6386648"/>
                <a:gd name="connsiteY524" fmla="*/ 1230588 h 1849426"/>
                <a:gd name="connsiteX525" fmla="*/ 895212 w 6386648"/>
                <a:gd name="connsiteY525" fmla="*/ 1230588 h 1849426"/>
                <a:gd name="connsiteX526" fmla="*/ 913236 w 6386648"/>
                <a:gd name="connsiteY526" fmla="*/ 1248612 h 1849426"/>
                <a:gd name="connsiteX527" fmla="*/ 895212 w 6386648"/>
                <a:gd name="connsiteY527" fmla="*/ 1266637 h 1849426"/>
                <a:gd name="connsiteX528" fmla="*/ 877187 w 6386648"/>
                <a:gd name="connsiteY528" fmla="*/ 1248612 h 1849426"/>
                <a:gd name="connsiteX529" fmla="*/ 895212 w 6386648"/>
                <a:gd name="connsiteY529" fmla="*/ 1230588 h 1849426"/>
                <a:gd name="connsiteX530" fmla="*/ 4626263 w 6386648"/>
                <a:gd name="connsiteY530" fmla="*/ 1224580 h 1849426"/>
                <a:gd name="connsiteX531" fmla="*/ 4644288 w 6386648"/>
                <a:gd name="connsiteY531" fmla="*/ 1242604 h 1849426"/>
                <a:gd name="connsiteX532" fmla="*/ 4626263 w 6386648"/>
                <a:gd name="connsiteY532" fmla="*/ 1260629 h 1849426"/>
                <a:gd name="connsiteX533" fmla="*/ 4608239 w 6386648"/>
                <a:gd name="connsiteY533" fmla="*/ 1242604 h 1849426"/>
                <a:gd name="connsiteX534" fmla="*/ 4626263 w 6386648"/>
                <a:gd name="connsiteY534" fmla="*/ 1224580 h 1849426"/>
                <a:gd name="connsiteX535" fmla="*/ 2547449 w 6386648"/>
                <a:gd name="connsiteY535" fmla="*/ 1224580 h 1849426"/>
                <a:gd name="connsiteX536" fmla="*/ 2565474 w 6386648"/>
                <a:gd name="connsiteY536" fmla="*/ 1242604 h 1849426"/>
                <a:gd name="connsiteX537" fmla="*/ 2547449 w 6386648"/>
                <a:gd name="connsiteY537" fmla="*/ 1260629 h 1849426"/>
                <a:gd name="connsiteX538" fmla="*/ 2529425 w 6386648"/>
                <a:gd name="connsiteY538" fmla="*/ 1242604 h 1849426"/>
                <a:gd name="connsiteX539" fmla="*/ 2547449 w 6386648"/>
                <a:gd name="connsiteY539" fmla="*/ 1224580 h 1849426"/>
                <a:gd name="connsiteX540" fmla="*/ 1628204 w 6386648"/>
                <a:gd name="connsiteY540" fmla="*/ 1224580 h 1849426"/>
                <a:gd name="connsiteX541" fmla="*/ 1646229 w 6386648"/>
                <a:gd name="connsiteY541" fmla="*/ 1242604 h 1849426"/>
                <a:gd name="connsiteX542" fmla="*/ 1628204 w 6386648"/>
                <a:gd name="connsiteY542" fmla="*/ 1260629 h 1849426"/>
                <a:gd name="connsiteX543" fmla="*/ 1610180 w 6386648"/>
                <a:gd name="connsiteY543" fmla="*/ 1242604 h 1849426"/>
                <a:gd name="connsiteX544" fmla="*/ 1628204 w 6386648"/>
                <a:gd name="connsiteY544" fmla="*/ 1224580 h 1849426"/>
                <a:gd name="connsiteX545" fmla="*/ 5052841 w 6386648"/>
                <a:gd name="connsiteY545" fmla="*/ 1212564 h 1849426"/>
                <a:gd name="connsiteX546" fmla="*/ 5070866 w 6386648"/>
                <a:gd name="connsiteY546" fmla="*/ 1230588 h 1849426"/>
                <a:gd name="connsiteX547" fmla="*/ 5052841 w 6386648"/>
                <a:gd name="connsiteY547" fmla="*/ 1248613 h 1849426"/>
                <a:gd name="connsiteX548" fmla="*/ 5034817 w 6386648"/>
                <a:gd name="connsiteY548" fmla="*/ 1230588 h 1849426"/>
                <a:gd name="connsiteX549" fmla="*/ 5052841 w 6386648"/>
                <a:gd name="connsiteY549" fmla="*/ 1212564 h 1849426"/>
                <a:gd name="connsiteX550" fmla="*/ 3845206 w 6386648"/>
                <a:gd name="connsiteY550" fmla="*/ 1206556 h 1849426"/>
                <a:gd name="connsiteX551" fmla="*/ 3863231 w 6386648"/>
                <a:gd name="connsiteY551" fmla="*/ 1224580 h 1849426"/>
                <a:gd name="connsiteX552" fmla="*/ 3845206 w 6386648"/>
                <a:gd name="connsiteY552" fmla="*/ 1242605 h 1849426"/>
                <a:gd name="connsiteX553" fmla="*/ 3827182 w 6386648"/>
                <a:gd name="connsiteY553" fmla="*/ 1224580 h 1849426"/>
                <a:gd name="connsiteX554" fmla="*/ 3845206 w 6386648"/>
                <a:gd name="connsiteY554" fmla="*/ 1206556 h 1849426"/>
                <a:gd name="connsiteX555" fmla="*/ 3604880 w 6386648"/>
                <a:gd name="connsiteY555" fmla="*/ 1206556 h 1849426"/>
                <a:gd name="connsiteX556" fmla="*/ 3622905 w 6386648"/>
                <a:gd name="connsiteY556" fmla="*/ 1224580 h 1849426"/>
                <a:gd name="connsiteX557" fmla="*/ 3604880 w 6386648"/>
                <a:gd name="connsiteY557" fmla="*/ 1242605 h 1849426"/>
                <a:gd name="connsiteX558" fmla="*/ 3586856 w 6386648"/>
                <a:gd name="connsiteY558" fmla="*/ 1224580 h 1849426"/>
                <a:gd name="connsiteX559" fmla="*/ 3604880 w 6386648"/>
                <a:gd name="connsiteY559" fmla="*/ 1206556 h 1849426"/>
                <a:gd name="connsiteX560" fmla="*/ 600813 w 6386648"/>
                <a:gd name="connsiteY560" fmla="*/ 1200548 h 1849426"/>
                <a:gd name="connsiteX561" fmla="*/ 618838 w 6386648"/>
                <a:gd name="connsiteY561" fmla="*/ 1218572 h 1849426"/>
                <a:gd name="connsiteX562" fmla="*/ 600813 w 6386648"/>
                <a:gd name="connsiteY562" fmla="*/ 1236597 h 1849426"/>
                <a:gd name="connsiteX563" fmla="*/ 582789 w 6386648"/>
                <a:gd name="connsiteY563" fmla="*/ 1218572 h 1849426"/>
                <a:gd name="connsiteX564" fmla="*/ 600813 w 6386648"/>
                <a:gd name="connsiteY564" fmla="*/ 1200548 h 1849426"/>
                <a:gd name="connsiteX565" fmla="*/ 2949994 w 6386648"/>
                <a:gd name="connsiteY565" fmla="*/ 1194539 h 1849426"/>
                <a:gd name="connsiteX566" fmla="*/ 2968019 w 6386648"/>
                <a:gd name="connsiteY566" fmla="*/ 1212563 h 1849426"/>
                <a:gd name="connsiteX567" fmla="*/ 2949994 w 6386648"/>
                <a:gd name="connsiteY567" fmla="*/ 1230588 h 1849426"/>
                <a:gd name="connsiteX568" fmla="*/ 2931970 w 6386648"/>
                <a:gd name="connsiteY568" fmla="*/ 1212563 h 1849426"/>
                <a:gd name="connsiteX569" fmla="*/ 2949994 w 6386648"/>
                <a:gd name="connsiteY569" fmla="*/ 1194539 h 1849426"/>
                <a:gd name="connsiteX570" fmla="*/ 1009366 w 6386648"/>
                <a:gd name="connsiteY570" fmla="*/ 1194539 h 1849426"/>
                <a:gd name="connsiteX571" fmla="*/ 1027391 w 6386648"/>
                <a:gd name="connsiteY571" fmla="*/ 1212563 h 1849426"/>
                <a:gd name="connsiteX572" fmla="*/ 1009366 w 6386648"/>
                <a:gd name="connsiteY572" fmla="*/ 1230588 h 1849426"/>
                <a:gd name="connsiteX573" fmla="*/ 991342 w 6386648"/>
                <a:gd name="connsiteY573" fmla="*/ 1212563 h 1849426"/>
                <a:gd name="connsiteX574" fmla="*/ 1009366 w 6386648"/>
                <a:gd name="connsiteY574" fmla="*/ 1194539 h 1849426"/>
                <a:gd name="connsiteX575" fmla="*/ 4932678 w 6386648"/>
                <a:gd name="connsiteY575" fmla="*/ 1188531 h 1849426"/>
                <a:gd name="connsiteX576" fmla="*/ 4950703 w 6386648"/>
                <a:gd name="connsiteY576" fmla="*/ 1206556 h 1849426"/>
                <a:gd name="connsiteX577" fmla="*/ 4932678 w 6386648"/>
                <a:gd name="connsiteY577" fmla="*/ 1224580 h 1849426"/>
                <a:gd name="connsiteX578" fmla="*/ 4914654 w 6386648"/>
                <a:gd name="connsiteY578" fmla="*/ 1206556 h 1849426"/>
                <a:gd name="connsiteX579" fmla="*/ 4932678 w 6386648"/>
                <a:gd name="connsiteY579" fmla="*/ 1188531 h 1849426"/>
                <a:gd name="connsiteX580" fmla="*/ 4361905 w 6386648"/>
                <a:gd name="connsiteY580" fmla="*/ 1188531 h 1849426"/>
                <a:gd name="connsiteX581" fmla="*/ 4379930 w 6386648"/>
                <a:gd name="connsiteY581" fmla="*/ 1206556 h 1849426"/>
                <a:gd name="connsiteX582" fmla="*/ 4361905 w 6386648"/>
                <a:gd name="connsiteY582" fmla="*/ 1224580 h 1849426"/>
                <a:gd name="connsiteX583" fmla="*/ 4343881 w 6386648"/>
                <a:gd name="connsiteY583" fmla="*/ 1206556 h 1849426"/>
                <a:gd name="connsiteX584" fmla="*/ 4361905 w 6386648"/>
                <a:gd name="connsiteY584" fmla="*/ 1188531 h 1849426"/>
                <a:gd name="connsiteX585" fmla="*/ 3220360 w 6386648"/>
                <a:gd name="connsiteY585" fmla="*/ 1188531 h 1849426"/>
                <a:gd name="connsiteX586" fmla="*/ 3238385 w 6386648"/>
                <a:gd name="connsiteY586" fmla="*/ 1206556 h 1849426"/>
                <a:gd name="connsiteX587" fmla="*/ 3220360 w 6386648"/>
                <a:gd name="connsiteY587" fmla="*/ 1224580 h 1849426"/>
                <a:gd name="connsiteX588" fmla="*/ 3202336 w 6386648"/>
                <a:gd name="connsiteY588" fmla="*/ 1206556 h 1849426"/>
                <a:gd name="connsiteX589" fmla="*/ 3220360 w 6386648"/>
                <a:gd name="connsiteY589" fmla="*/ 1188531 h 1849426"/>
                <a:gd name="connsiteX590" fmla="*/ 708959 w 6386648"/>
                <a:gd name="connsiteY590" fmla="*/ 1188531 h 1849426"/>
                <a:gd name="connsiteX591" fmla="*/ 726984 w 6386648"/>
                <a:gd name="connsiteY591" fmla="*/ 1206556 h 1849426"/>
                <a:gd name="connsiteX592" fmla="*/ 708959 w 6386648"/>
                <a:gd name="connsiteY592" fmla="*/ 1224580 h 1849426"/>
                <a:gd name="connsiteX593" fmla="*/ 690935 w 6386648"/>
                <a:gd name="connsiteY593" fmla="*/ 1206556 h 1849426"/>
                <a:gd name="connsiteX594" fmla="*/ 708959 w 6386648"/>
                <a:gd name="connsiteY594" fmla="*/ 1188531 h 1849426"/>
                <a:gd name="connsiteX595" fmla="*/ 4824532 w 6386648"/>
                <a:gd name="connsiteY595" fmla="*/ 1182523 h 1849426"/>
                <a:gd name="connsiteX596" fmla="*/ 4842557 w 6386648"/>
                <a:gd name="connsiteY596" fmla="*/ 1200547 h 1849426"/>
                <a:gd name="connsiteX597" fmla="*/ 4824532 w 6386648"/>
                <a:gd name="connsiteY597" fmla="*/ 1218572 h 1849426"/>
                <a:gd name="connsiteX598" fmla="*/ 4806508 w 6386648"/>
                <a:gd name="connsiteY598" fmla="*/ 1200547 h 1849426"/>
                <a:gd name="connsiteX599" fmla="*/ 4824532 w 6386648"/>
                <a:gd name="connsiteY599" fmla="*/ 1182523 h 1849426"/>
                <a:gd name="connsiteX600" fmla="*/ 1279732 w 6386648"/>
                <a:gd name="connsiteY600" fmla="*/ 1170507 h 1849426"/>
                <a:gd name="connsiteX601" fmla="*/ 1297757 w 6386648"/>
                <a:gd name="connsiteY601" fmla="*/ 1188531 h 1849426"/>
                <a:gd name="connsiteX602" fmla="*/ 1279732 w 6386648"/>
                <a:gd name="connsiteY602" fmla="*/ 1206556 h 1849426"/>
                <a:gd name="connsiteX603" fmla="*/ 1261708 w 6386648"/>
                <a:gd name="connsiteY603" fmla="*/ 1188531 h 1849426"/>
                <a:gd name="connsiteX604" fmla="*/ 1279732 w 6386648"/>
                <a:gd name="connsiteY604" fmla="*/ 1170507 h 1849426"/>
                <a:gd name="connsiteX605" fmla="*/ 3478710 w 6386648"/>
                <a:gd name="connsiteY605" fmla="*/ 1164499 h 1849426"/>
                <a:gd name="connsiteX606" fmla="*/ 3496735 w 6386648"/>
                <a:gd name="connsiteY606" fmla="*/ 1182523 h 1849426"/>
                <a:gd name="connsiteX607" fmla="*/ 3478710 w 6386648"/>
                <a:gd name="connsiteY607" fmla="*/ 1200548 h 1849426"/>
                <a:gd name="connsiteX608" fmla="*/ 3460686 w 6386648"/>
                <a:gd name="connsiteY608" fmla="*/ 1182523 h 1849426"/>
                <a:gd name="connsiteX609" fmla="*/ 3478710 w 6386648"/>
                <a:gd name="connsiteY609" fmla="*/ 1164499 h 1849426"/>
                <a:gd name="connsiteX610" fmla="*/ 2703660 w 6386648"/>
                <a:gd name="connsiteY610" fmla="*/ 1164499 h 1849426"/>
                <a:gd name="connsiteX611" fmla="*/ 2721685 w 6386648"/>
                <a:gd name="connsiteY611" fmla="*/ 1182523 h 1849426"/>
                <a:gd name="connsiteX612" fmla="*/ 2703660 w 6386648"/>
                <a:gd name="connsiteY612" fmla="*/ 1200548 h 1849426"/>
                <a:gd name="connsiteX613" fmla="*/ 2685636 w 6386648"/>
                <a:gd name="connsiteY613" fmla="*/ 1182523 h 1849426"/>
                <a:gd name="connsiteX614" fmla="*/ 2703660 w 6386648"/>
                <a:gd name="connsiteY614" fmla="*/ 1164499 h 1849426"/>
                <a:gd name="connsiteX615" fmla="*/ 4500093 w 6386648"/>
                <a:gd name="connsiteY615" fmla="*/ 1158491 h 1849426"/>
                <a:gd name="connsiteX616" fmla="*/ 4518118 w 6386648"/>
                <a:gd name="connsiteY616" fmla="*/ 1176516 h 1849426"/>
                <a:gd name="connsiteX617" fmla="*/ 4500093 w 6386648"/>
                <a:gd name="connsiteY617" fmla="*/ 1194540 h 1849426"/>
                <a:gd name="connsiteX618" fmla="*/ 4482069 w 6386648"/>
                <a:gd name="connsiteY618" fmla="*/ 1176516 h 1849426"/>
                <a:gd name="connsiteX619" fmla="*/ 4500093 w 6386648"/>
                <a:gd name="connsiteY619" fmla="*/ 1158491 h 1849426"/>
                <a:gd name="connsiteX620" fmla="*/ 4199686 w 6386648"/>
                <a:gd name="connsiteY620" fmla="*/ 1158491 h 1849426"/>
                <a:gd name="connsiteX621" fmla="*/ 4217711 w 6386648"/>
                <a:gd name="connsiteY621" fmla="*/ 1176516 h 1849426"/>
                <a:gd name="connsiteX622" fmla="*/ 4199686 w 6386648"/>
                <a:gd name="connsiteY622" fmla="*/ 1194540 h 1849426"/>
                <a:gd name="connsiteX623" fmla="*/ 4181662 w 6386648"/>
                <a:gd name="connsiteY623" fmla="*/ 1176516 h 1849426"/>
                <a:gd name="connsiteX624" fmla="*/ 4199686 w 6386648"/>
                <a:gd name="connsiteY624" fmla="*/ 1158491 h 1849426"/>
                <a:gd name="connsiteX625" fmla="*/ 2132887 w 6386648"/>
                <a:gd name="connsiteY625" fmla="*/ 1158491 h 1849426"/>
                <a:gd name="connsiteX626" fmla="*/ 2150912 w 6386648"/>
                <a:gd name="connsiteY626" fmla="*/ 1176516 h 1849426"/>
                <a:gd name="connsiteX627" fmla="*/ 2132887 w 6386648"/>
                <a:gd name="connsiteY627" fmla="*/ 1194540 h 1849426"/>
                <a:gd name="connsiteX628" fmla="*/ 2114863 w 6386648"/>
                <a:gd name="connsiteY628" fmla="*/ 1176516 h 1849426"/>
                <a:gd name="connsiteX629" fmla="*/ 2132887 w 6386648"/>
                <a:gd name="connsiteY629" fmla="*/ 1158491 h 1849426"/>
                <a:gd name="connsiteX630" fmla="*/ 1850505 w 6386648"/>
                <a:gd name="connsiteY630" fmla="*/ 1158491 h 1849426"/>
                <a:gd name="connsiteX631" fmla="*/ 1868530 w 6386648"/>
                <a:gd name="connsiteY631" fmla="*/ 1176516 h 1849426"/>
                <a:gd name="connsiteX632" fmla="*/ 1850505 w 6386648"/>
                <a:gd name="connsiteY632" fmla="*/ 1194540 h 1849426"/>
                <a:gd name="connsiteX633" fmla="*/ 1832481 w 6386648"/>
                <a:gd name="connsiteY633" fmla="*/ 1176516 h 1849426"/>
                <a:gd name="connsiteX634" fmla="*/ 1850505 w 6386648"/>
                <a:gd name="connsiteY634" fmla="*/ 1158491 h 1849426"/>
                <a:gd name="connsiteX635" fmla="*/ 3340522 w 6386648"/>
                <a:gd name="connsiteY635" fmla="*/ 1152483 h 1849426"/>
                <a:gd name="connsiteX636" fmla="*/ 3358547 w 6386648"/>
                <a:gd name="connsiteY636" fmla="*/ 1170507 h 1849426"/>
                <a:gd name="connsiteX637" fmla="*/ 3340522 w 6386648"/>
                <a:gd name="connsiteY637" fmla="*/ 1188532 h 1849426"/>
                <a:gd name="connsiteX638" fmla="*/ 3322498 w 6386648"/>
                <a:gd name="connsiteY638" fmla="*/ 1170507 h 1849426"/>
                <a:gd name="connsiteX639" fmla="*/ 3340522 w 6386648"/>
                <a:gd name="connsiteY639" fmla="*/ 1152483 h 1849426"/>
                <a:gd name="connsiteX640" fmla="*/ 2829831 w 6386648"/>
                <a:gd name="connsiteY640" fmla="*/ 1152483 h 1849426"/>
                <a:gd name="connsiteX641" fmla="*/ 2847856 w 6386648"/>
                <a:gd name="connsiteY641" fmla="*/ 1170507 h 1849426"/>
                <a:gd name="connsiteX642" fmla="*/ 2829831 w 6386648"/>
                <a:gd name="connsiteY642" fmla="*/ 1188532 h 1849426"/>
                <a:gd name="connsiteX643" fmla="*/ 2811807 w 6386648"/>
                <a:gd name="connsiteY643" fmla="*/ 1170507 h 1849426"/>
                <a:gd name="connsiteX644" fmla="*/ 2829831 w 6386648"/>
                <a:gd name="connsiteY644" fmla="*/ 1152483 h 1849426"/>
                <a:gd name="connsiteX645" fmla="*/ 2253050 w 6386648"/>
                <a:gd name="connsiteY645" fmla="*/ 1152483 h 1849426"/>
                <a:gd name="connsiteX646" fmla="*/ 2271075 w 6386648"/>
                <a:gd name="connsiteY646" fmla="*/ 1170507 h 1849426"/>
                <a:gd name="connsiteX647" fmla="*/ 2253050 w 6386648"/>
                <a:gd name="connsiteY647" fmla="*/ 1188532 h 1849426"/>
                <a:gd name="connsiteX648" fmla="*/ 2235026 w 6386648"/>
                <a:gd name="connsiteY648" fmla="*/ 1170507 h 1849426"/>
                <a:gd name="connsiteX649" fmla="*/ 2253050 w 6386648"/>
                <a:gd name="connsiteY649" fmla="*/ 1152483 h 1849426"/>
                <a:gd name="connsiteX650" fmla="*/ 1994700 w 6386648"/>
                <a:gd name="connsiteY650" fmla="*/ 1146474 h 1849426"/>
                <a:gd name="connsiteX651" fmla="*/ 2012725 w 6386648"/>
                <a:gd name="connsiteY651" fmla="*/ 1164498 h 1849426"/>
                <a:gd name="connsiteX652" fmla="*/ 1994700 w 6386648"/>
                <a:gd name="connsiteY652" fmla="*/ 1182523 h 1849426"/>
                <a:gd name="connsiteX653" fmla="*/ 1976676 w 6386648"/>
                <a:gd name="connsiteY653" fmla="*/ 1164498 h 1849426"/>
                <a:gd name="connsiteX654" fmla="*/ 1994700 w 6386648"/>
                <a:gd name="connsiteY654" fmla="*/ 1146474 h 1849426"/>
                <a:gd name="connsiteX655" fmla="*/ 1718326 w 6386648"/>
                <a:gd name="connsiteY655" fmla="*/ 1146474 h 1849426"/>
                <a:gd name="connsiteX656" fmla="*/ 1736351 w 6386648"/>
                <a:gd name="connsiteY656" fmla="*/ 1164498 h 1849426"/>
                <a:gd name="connsiteX657" fmla="*/ 1718326 w 6386648"/>
                <a:gd name="connsiteY657" fmla="*/ 1182523 h 1849426"/>
                <a:gd name="connsiteX658" fmla="*/ 1700302 w 6386648"/>
                <a:gd name="connsiteY658" fmla="*/ 1164498 h 1849426"/>
                <a:gd name="connsiteX659" fmla="*/ 1718326 w 6386648"/>
                <a:gd name="connsiteY659" fmla="*/ 1146474 h 1849426"/>
                <a:gd name="connsiteX660" fmla="*/ 1129529 w 6386648"/>
                <a:gd name="connsiteY660" fmla="*/ 1146474 h 1849426"/>
                <a:gd name="connsiteX661" fmla="*/ 1147554 w 6386648"/>
                <a:gd name="connsiteY661" fmla="*/ 1164498 h 1849426"/>
                <a:gd name="connsiteX662" fmla="*/ 1129529 w 6386648"/>
                <a:gd name="connsiteY662" fmla="*/ 1182523 h 1849426"/>
                <a:gd name="connsiteX663" fmla="*/ 1111505 w 6386648"/>
                <a:gd name="connsiteY663" fmla="*/ 1164498 h 1849426"/>
                <a:gd name="connsiteX664" fmla="*/ 1129529 w 6386648"/>
                <a:gd name="connsiteY664" fmla="*/ 1146474 h 1849426"/>
                <a:gd name="connsiteX665" fmla="*/ 498674 w 6386648"/>
                <a:gd name="connsiteY665" fmla="*/ 1140466 h 1849426"/>
                <a:gd name="connsiteX666" fmla="*/ 516699 w 6386648"/>
                <a:gd name="connsiteY666" fmla="*/ 1158490 h 1849426"/>
                <a:gd name="connsiteX667" fmla="*/ 498674 w 6386648"/>
                <a:gd name="connsiteY667" fmla="*/ 1176515 h 1849426"/>
                <a:gd name="connsiteX668" fmla="*/ 480650 w 6386648"/>
                <a:gd name="connsiteY668" fmla="*/ 1158490 h 1849426"/>
                <a:gd name="connsiteX669" fmla="*/ 498674 w 6386648"/>
                <a:gd name="connsiteY669" fmla="*/ 1140466 h 1849426"/>
                <a:gd name="connsiteX670" fmla="*/ 3707019 w 6386648"/>
                <a:gd name="connsiteY670" fmla="*/ 1134458 h 1849426"/>
                <a:gd name="connsiteX671" fmla="*/ 3725044 w 6386648"/>
                <a:gd name="connsiteY671" fmla="*/ 1152482 h 1849426"/>
                <a:gd name="connsiteX672" fmla="*/ 3707019 w 6386648"/>
                <a:gd name="connsiteY672" fmla="*/ 1170507 h 1849426"/>
                <a:gd name="connsiteX673" fmla="*/ 3688994 w 6386648"/>
                <a:gd name="connsiteY673" fmla="*/ 1152482 h 1849426"/>
                <a:gd name="connsiteX674" fmla="*/ 3707019 w 6386648"/>
                <a:gd name="connsiteY674" fmla="*/ 1134458 h 1849426"/>
                <a:gd name="connsiteX675" fmla="*/ 799081 w 6386648"/>
                <a:gd name="connsiteY675" fmla="*/ 1134458 h 1849426"/>
                <a:gd name="connsiteX676" fmla="*/ 817106 w 6386648"/>
                <a:gd name="connsiteY676" fmla="*/ 1152482 h 1849426"/>
                <a:gd name="connsiteX677" fmla="*/ 799081 w 6386648"/>
                <a:gd name="connsiteY677" fmla="*/ 1170507 h 1849426"/>
                <a:gd name="connsiteX678" fmla="*/ 781057 w 6386648"/>
                <a:gd name="connsiteY678" fmla="*/ 1152482 h 1849426"/>
                <a:gd name="connsiteX679" fmla="*/ 799081 w 6386648"/>
                <a:gd name="connsiteY679" fmla="*/ 1134458 h 1849426"/>
                <a:gd name="connsiteX680" fmla="*/ 384520 w 6386648"/>
                <a:gd name="connsiteY680" fmla="*/ 1134458 h 1849426"/>
                <a:gd name="connsiteX681" fmla="*/ 402545 w 6386648"/>
                <a:gd name="connsiteY681" fmla="*/ 1152482 h 1849426"/>
                <a:gd name="connsiteX682" fmla="*/ 384520 w 6386648"/>
                <a:gd name="connsiteY682" fmla="*/ 1170507 h 1849426"/>
                <a:gd name="connsiteX683" fmla="*/ 366496 w 6386648"/>
                <a:gd name="connsiteY683" fmla="*/ 1152482 h 1849426"/>
                <a:gd name="connsiteX684" fmla="*/ 384520 w 6386648"/>
                <a:gd name="connsiteY684" fmla="*/ 1134458 h 1849426"/>
                <a:gd name="connsiteX685" fmla="*/ 3935328 w 6386648"/>
                <a:gd name="connsiteY685" fmla="*/ 1128450 h 1849426"/>
                <a:gd name="connsiteX686" fmla="*/ 3953353 w 6386648"/>
                <a:gd name="connsiteY686" fmla="*/ 1146475 h 1849426"/>
                <a:gd name="connsiteX687" fmla="*/ 3935328 w 6386648"/>
                <a:gd name="connsiteY687" fmla="*/ 1164499 h 1849426"/>
                <a:gd name="connsiteX688" fmla="*/ 3917304 w 6386648"/>
                <a:gd name="connsiteY688" fmla="*/ 1146475 h 1849426"/>
                <a:gd name="connsiteX689" fmla="*/ 3935328 w 6386648"/>
                <a:gd name="connsiteY689" fmla="*/ 1128450 h 1849426"/>
                <a:gd name="connsiteX690" fmla="*/ 1514049 w 6386648"/>
                <a:gd name="connsiteY690" fmla="*/ 1128450 h 1849426"/>
                <a:gd name="connsiteX691" fmla="*/ 1532074 w 6386648"/>
                <a:gd name="connsiteY691" fmla="*/ 1146475 h 1849426"/>
                <a:gd name="connsiteX692" fmla="*/ 1514049 w 6386648"/>
                <a:gd name="connsiteY692" fmla="*/ 1164499 h 1849426"/>
                <a:gd name="connsiteX693" fmla="*/ 1496025 w 6386648"/>
                <a:gd name="connsiteY693" fmla="*/ 1146475 h 1849426"/>
                <a:gd name="connsiteX694" fmla="*/ 1514049 w 6386648"/>
                <a:gd name="connsiteY694" fmla="*/ 1128450 h 1849426"/>
                <a:gd name="connsiteX695" fmla="*/ 4650296 w 6386648"/>
                <a:gd name="connsiteY695" fmla="*/ 1122442 h 1849426"/>
                <a:gd name="connsiteX696" fmla="*/ 4668321 w 6386648"/>
                <a:gd name="connsiteY696" fmla="*/ 1140466 h 1849426"/>
                <a:gd name="connsiteX697" fmla="*/ 4650296 w 6386648"/>
                <a:gd name="connsiteY697" fmla="*/ 1158491 h 1849426"/>
                <a:gd name="connsiteX698" fmla="*/ 4632272 w 6386648"/>
                <a:gd name="connsiteY698" fmla="*/ 1140466 h 1849426"/>
                <a:gd name="connsiteX699" fmla="*/ 4650296 w 6386648"/>
                <a:gd name="connsiteY699" fmla="*/ 1122442 h 1849426"/>
                <a:gd name="connsiteX700" fmla="*/ 4073515 w 6386648"/>
                <a:gd name="connsiteY700" fmla="*/ 1122442 h 1849426"/>
                <a:gd name="connsiteX701" fmla="*/ 4091540 w 6386648"/>
                <a:gd name="connsiteY701" fmla="*/ 1140466 h 1849426"/>
                <a:gd name="connsiteX702" fmla="*/ 4073515 w 6386648"/>
                <a:gd name="connsiteY702" fmla="*/ 1158491 h 1849426"/>
                <a:gd name="connsiteX703" fmla="*/ 4055491 w 6386648"/>
                <a:gd name="connsiteY703" fmla="*/ 1140466 h 1849426"/>
                <a:gd name="connsiteX704" fmla="*/ 4073515 w 6386648"/>
                <a:gd name="connsiteY704" fmla="*/ 1122442 h 1849426"/>
                <a:gd name="connsiteX705" fmla="*/ 2475351 w 6386648"/>
                <a:gd name="connsiteY705" fmla="*/ 1122442 h 1849426"/>
                <a:gd name="connsiteX706" fmla="*/ 2493376 w 6386648"/>
                <a:gd name="connsiteY706" fmla="*/ 1140466 h 1849426"/>
                <a:gd name="connsiteX707" fmla="*/ 2475351 w 6386648"/>
                <a:gd name="connsiteY707" fmla="*/ 1158491 h 1849426"/>
                <a:gd name="connsiteX708" fmla="*/ 2457326 w 6386648"/>
                <a:gd name="connsiteY708" fmla="*/ 1140466 h 1849426"/>
                <a:gd name="connsiteX709" fmla="*/ 2475351 w 6386648"/>
                <a:gd name="connsiteY709" fmla="*/ 1122442 h 1849426"/>
                <a:gd name="connsiteX710" fmla="*/ 1393887 w 6386648"/>
                <a:gd name="connsiteY710" fmla="*/ 1122442 h 1849426"/>
                <a:gd name="connsiteX711" fmla="*/ 1411912 w 6386648"/>
                <a:gd name="connsiteY711" fmla="*/ 1140466 h 1849426"/>
                <a:gd name="connsiteX712" fmla="*/ 1393887 w 6386648"/>
                <a:gd name="connsiteY712" fmla="*/ 1158491 h 1849426"/>
                <a:gd name="connsiteX713" fmla="*/ 1375863 w 6386648"/>
                <a:gd name="connsiteY713" fmla="*/ 1140466 h 1849426"/>
                <a:gd name="connsiteX714" fmla="*/ 1393887 w 6386648"/>
                <a:gd name="connsiteY714" fmla="*/ 1122442 h 1849426"/>
                <a:gd name="connsiteX715" fmla="*/ 3058140 w 6386648"/>
                <a:gd name="connsiteY715" fmla="*/ 1116434 h 1849426"/>
                <a:gd name="connsiteX716" fmla="*/ 3076165 w 6386648"/>
                <a:gd name="connsiteY716" fmla="*/ 1134458 h 1849426"/>
                <a:gd name="connsiteX717" fmla="*/ 3058140 w 6386648"/>
                <a:gd name="connsiteY717" fmla="*/ 1152483 h 1849426"/>
                <a:gd name="connsiteX718" fmla="*/ 3040116 w 6386648"/>
                <a:gd name="connsiteY718" fmla="*/ 1134458 h 1849426"/>
                <a:gd name="connsiteX719" fmla="*/ 3058140 w 6386648"/>
                <a:gd name="connsiteY719" fmla="*/ 1116434 h 1849426"/>
                <a:gd name="connsiteX720" fmla="*/ 4800499 w 6386648"/>
                <a:gd name="connsiteY720" fmla="*/ 1092401 h 1849426"/>
                <a:gd name="connsiteX721" fmla="*/ 4818524 w 6386648"/>
                <a:gd name="connsiteY721" fmla="*/ 1110425 h 1849426"/>
                <a:gd name="connsiteX722" fmla="*/ 4800499 w 6386648"/>
                <a:gd name="connsiteY722" fmla="*/ 1128450 h 1849426"/>
                <a:gd name="connsiteX723" fmla="*/ 4782475 w 6386648"/>
                <a:gd name="connsiteY723" fmla="*/ 1110425 h 1849426"/>
                <a:gd name="connsiteX724" fmla="*/ 4800499 w 6386648"/>
                <a:gd name="connsiteY724" fmla="*/ 1092401 h 1849426"/>
                <a:gd name="connsiteX725" fmla="*/ 2349180 w 6386648"/>
                <a:gd name="connsiteY725" fmla="*/ 1092401 h 1849426"/>
                <a:gd name="connsiteX726" fmla="*/ 2367205 w 6386648"/>
                <a:gd name="connsiteY726" fmla="*/ 1110425 h 1849426"/>
                <a:gd name="connsiteX727" fmla="*/ 2349180 w 6386648"/>
                <a:gd name="connsiteY727" fmla="*/ 1128450 h 1849426"/>
                <a:gd name="connsiteX728" fmla="*/ 2331156 w 6386648"/>
                <a:gd name="connsiteY728" fmla="*/ 1110425 h 1849426"/>
                <a:gd name="connsiteX729" fmla="*/ 2349180 w 6386648"/>
                <a:gd name="connsiteY729" fmla="*/ 1092401 h 1849426"/>
                <a:gd name="connsiteX730" fmla="*/ 931260 w 6386648"/>
                <a:gd name="connsiteY730" fmla="*/ 1092401 h 1849426"/>
                <a:gd name="connsiteX731" fmla="*/ 949285 w 6386648"/>
                <a:gd name="connsiteY731" fmla="*/ 1110425 h 1849426"/>
                <a:gd name="connsiteX732" fmla="*/ 931260 w 6386648"/>
                <a:gd name="connsiteY732" fmla="*/ 1128450 h 1849426"/>
                <a:gd name="connsiteX733" fmla="*/ 913236 w 6386648"/>
                <a:gd name="connsiteY733" fmla="*/ 1110425 h 1849426"/>
                <a:gd name="connsiteX734" fmla="*/ 931260 w 6386648"/>
                <a:gd name="connsiteY734" fmla="*/ 1092401 h 1849426"/>
                <a:gd name="connsiteX735" fmla="*/ 4986752 w 6386648"/>
                <a:gd name="connsiteY735" fmla="*/ 1086393 h 1849426"/>
                <a:gd name="connsiteX736" fmla="*/ 5004777 w 6386648"/>
                <a:gd name="connsiteY736" fmla="*/ 1104417 h 1849426"/>
                <a:gd name="connsiteX737" fmla="*/ 4986752 w 6386648"/>
                <a:gd name="connsiteY737" fmla="*/ 1122442 h 1849426"/>
                <a:gd name="connsiteX738" fmla="*/ 4968728 w 6386648"/>
                <a:gd name="connsiteY738" fmla="*/ 1104417 h 1849426"/>
                <a:gd name="connsiteX739" fmla="*/ 4986752 w 6386648"/>
                <a:gd name="connsiteY739" fmla="*/ 1086393 h 1849426"/>
                <a:gd name="connsiteX740" fmla="*/ 3815165 w 6386648"/>
                <a:gd name="connsiteY740" fmla="*/ 1086393 h 1849426"/>
                <a:gd name="connsiteX741" fmla="*/ 3833190 w 6386648"/>
                <a:gd name="connsiteY741" fmla="*/ 1104417 h 1849426"/>
                <a:gd name="connsiteX742" fmla="*/ 3815165 w 6386648"/>
                <a:gd name="connsiteY742" fmla="*/ 1122442 h 1849426"/>
                <a:gd name="connsiteX743" fmla="*/ 3797141 w 6386648"/>
                <a:gd name="connsiteY743" fmla="*/ 1104417 h 1849426"/>
                <a:gd name="connsiteX744" fmla="*/ 3815165 w 6386648"/>
                <a:gd name="connsiteY744" fmla="*/ 1086393 h 1849426"/>
                <a:gd name="connsiteX745" fmla="*/ 3586856 w 6386648"/>
                <a:gd name="connsiteY745" fmla="*/ 1086393 h 1849426"/>
                <a:gd name="connsiteX746" fmla="*/ 3604881 w 6386648"/>
                <a:gd name="connsiteY746" fmla="*/ 1104417 h 1849426"/>
                <a:gd name="connsiteX747" fmla="*/ 3586856 w 6386648"/>
                <a:gd name="connsiteY747" fmla="*/ 1122442 h 1849426"/>
                <a:gd name="connsiteX748" fmla="*/ 3568831 w 6386648"/>
                <a:gd name="connsiteY748" fmla="*/ 1104417 h 1849426"/>
                <a:gd name="connsiteX749" fmla="*/ 3586856 w 6386648"/>
                <a:gd name="connsiteY749" fmla="*/ 1086393 h 1849426"/>
                <a:gd name="connsiteX750" fmla="*/ 3166287 w 6386648"/>
                <a:gd name="connsiteY750" fmla="*/ 1086393 h 1849426"/>
                <a:gd name="connsiteX751" fmla="*/ 3184312 w 6386648"/>
                <a:gd name="connsiteY751" fmla="*/ 1104417 h 1849426"/>
                <a:gd name="connsiteX752" fmla="*/ 3166287 w 6386648"/>
                <a:gd name="connsiteY752" fmla="*/ 1122442 h 1849426"/>
                <a:gd name="connsiteX753" fmla="*/ 3148262 w 6386648"/>
                <a:gd name="connsiteY753" fmla="*/ 1104417 h 1849426"/>
                <a:gd name="connsiteX754" fmla="*/ 3166287 w 6386648"/>
                <a:gd name="connsiteY754" fmla="*/ 1086393 h 1849426"/>
                <a:gd name="connsiteX755" fmla="*/ 2595514 w 6386648"/>
                <a:gd name="connsiteY755" fmla="*/ 1086393 h 1849426"/>
                <a:gd name="connsiteX756" fmla="*/ 2613539 w 6386648"/>
                <a:gd name="connsiteY756" fmla="*/ 1104417 h 1849426"/>
                <a:gd name="connsiteX757" fmla="*/ 2595514 w 6386648"/>
                <a:gd name="connsiteY757" fmla="*/ 1122442 h 1849426"/>
                <a:gd name="connsiteX758" fmla="*/ 2577489 w 6386648"/>
                <a:gd name="connsiteY758" fmla="*/ 1104417 h 1849426"/>
                <a:gd name="connsiteX759" fmla="*/ 2595514 w 6386648"/>
                <a:gd name="connsiteY759" fmla="*/ 1086393 h 1849426"/>
                <a:gd name="connsiteX760" fmla="*/ 1628204 w 6386648"/>
                <a:gd name="connsiteY760" fmla="*/ 1074377 h 1849426"/>
                <a:gd name="connsiteX761" fmla="*/ 1646229 w 6386648"/>
                <a:gd name="connsiteY761" fmla="*/ 1092401 h 1849426"/>
                <a:gd name="connsiteX762" fmla="*/ 1628204 w 6386648"/>
                <a:gd name="connsiteY762" fmla="*/ 1110426 h 1849426"/>
                <a:gd name="connsiteX763" fmla="*/ 1610180 w 6386648"/>
                <a:gd name="connsiteY763" fmla="*/ 1092401 h 1849426"/>
                <a:gd name="connsiteX764" fmla="*/ 1628204 w 6386648"/>
                <a:gd name="connsiteY764" fmla="*/ 1074377 h 1849426"/>
                <a:gd name="connsiteX765" fmla="*/ 642870 w 6386648"/>
                <a:gd name="connsiteY765" fmla="*/ 1074377 h 1849426"/>
                <a:gd name="connsiteX766" fmla="*/ 660895 w 6386648"/>
                <a:gd name="connsiteY766" fmla="*/ 1092401 h 1849426"/>
                <a:gd name="connsiteX767" fmla="*/ 642870 w 6386648"/>
                <a:gd name="connsiteY767" fmla="*/ 1110426 h 1849426"/>
                <a:gd name="connsiteX768" fmla="*/ 624846 w 6386648"/>
                <a:gd name="connsiteY768" fmla="*/ 1092401 h 1849426"/>
                <a:gd name="connsiteX769" fmla="*/ 642870 w 6386648"/>
                <a:gd name="connsiteY769" fmla="*/ 1074377 h 1849426"/>
                <a:gd name="connsiteX770" fmla="*/ 2925961 w 6386648"/>
                <a:gd name="connsiteY770" fmla="*/ 1068369 h 1849426"/>
                <a:gd name="connsiteX771" fmla="*/ 2943986 w 6386648"/>
                <a:gd name="connsiteY771" fmla="*/ 1086394 h 1849426"/>
                <a:gd name="connsiteX772" fmla="*/ 2925961 w 6386648"/>
                <a:gd name="connsiteY772" fmla="*/ 1104418 h 1849426"/>
                <a:gd name="connsiteX773" fmla="*/ 2907936 w 6386648"/>
                <a:gd name="connsiteY773" fmla="*/ 1086394 h 1849426"/>
                <a:gd name="connsiteX774" fmla="*/ 2925961 w 6386648"/>
                <a:gd name="connsiteY774" fmla="*/ 1068369 h 1849426"/>
                <a:gd name="connsiteX775" fmla="*/ 3424636 w 6386648"/>
                <a:gd name="connsiteY775" fmla="*/ 1062360 h 1849426"/>
                <a:gd name="connsiteX776" fmla="*/ 3442661 w 6386648"/>
                <a:gd name="connsiteY776" fmla="*/ 1080384 h 1849426"/>
                <a:gd name="connsiteX777" fmla="*/ 3424636 w 6386648"/>
                <a:gd name="connsiteY777" fmla="*/ 1098409 h 1849426"/>
                <a:gd name="connsiteX778" fmla="*/ 3406612 w 6386648"/>
                <a:gd name="connsiteY778" fmla="*/ 1080384 h 1849426"/>
                <a:gd name="connsiteX779" fmla="*/ 3424636 w 6386648"/>
                <a:gd name="connsiteY779" fmla="*/ 1062360 h 1849426"/>
                <a:gd name="connsiteX780" fmla="*/ 1249691 w 6386648"/>
                <a:gd name="connsiteY780" fmla="*/ 1062360 h 1849426"/>
                <a:gd name="connsiteX781" fmla="*/ 1267716 w 6386648"/>
                <a:gd name="connsiteY781" fmla="*/ 1080384 h 1849426"/>
                <a:gd name="connsiteX782" fmla="*/ 1249691 w 6386648"/>
                <a:gd name="connsiteY782" fmla="*/ 1098409 h 1849426"/>
                <a:gd name="connsiteX783" fmla="*/ 1231667 w 6386648"/>
                <a:gd name="connsiteY783" fmla="*/ 1080384 h 1849426"/>
                <a:gd name="connsiteX784" fmla="*/ 1249691 w 6386648"/>
                <a:gd name="connsiteY784" fmla="*/ 1062360 h 1849426"/>
                <a:gd name="connsiteX785" fmla="*/ 1075456 w 6386648"/>
                <a:gd name="connsiteY785" fmla="*/ 1062360 h 1849426"/>
                <a:gd name="connsiteX786" fmla="*/ 1093480 w 6386648"/>
                <a:gd name="connsiteY786" fmla="*/ 1080384 h 1849426"/>
                <a:gd name="connsiteX787" fmla="*/ 1075456 w 6386648"/>
                <a:gd name="connsiteY787" fmla="*/ 1098409 h 1849426"/>
                <a:gd name="connsiteX788" fmla="*/ 1057431 w 6386648"/>
                <a:gd name="connsiteY788" fmla="*/ 1080384 h 1849426"/>
                <a:gd name="connsiteX789" fmla="*/ 1075456 w 6386648"/>
                <a:gd name="connsiteY789" fmla="*/ 1062360 h 1849426"/>
                <a:gd name="connsiteX790" fmla="*/ 1928611 w 6386648"/>
                <a:gd name="connsiteY790" fmla="*/ 1056352 h 1849426"/>
                <a:gd name="connsiteX791" fmla="*/ 1946636 w 6386648"/>
                <a:gd name="connsiteY791" fmla="*/ 1074376 h 1849426"/>
                <a:gd name="connsiteX792" fmla="*/ 1928611 w 6386648"/>
                <a:gd name="connsiteY792" fmla="*/ 1092401 h 1849426"/>
                <a:gd name="connsiteX793" fmla="*/ 1910587 w 6386648"/>
                <a:gd name="connsiteY793" fmla="*/ 1074376 h 1849426"/>
                <a:gd name="connsiteX794" fmla="*/ 1928611 w 6386648"/>
                <a:gd name="connsiteY794" fmla="*/ 1056352 h 1849426"/>
                <a:gd name="connsiteX795" fmla="*/ 2709668 w 6386648"/>
                <a:gd name="connsiteY795" fmla="*/ 1044336 h 1849426"/>
                <a:gd name="connsiteX796" fmla="*/ 2727693 w 6386648"/>
                <a:gd name="connsiteY796" fmla="*/ 1062360 h 1849426"/>
                <a:gd name="connsiteX797" fmla="*/ 2709668 w 6386648"/>
                <a:gd name="connsiteY797" fmla="*/ 1080385 h 1849426"/>
                <a:gd name="connsiteX798" fmla="*/ 2691644 w 6386648"/>
                <a:gd name="connsiteY798" fmla="*/ 1062360 h 1849426"/>
                <a:gd name="connsiteX799" fmla="*/ 2709668 w 6386648"/>
                <a:gd name="connsiteY799" fmla="*/ 1044336 h 1849426"/>
                <a:gd name="connsiteX800" fmla="*/ 1784415 w 6386648"/>
                <a:gd name="connsiteY800" fmla="*/ 1044336 h 1849426"/>
                <a:gd name="connsiteX801" fmla="*/ 1802440 w 6386648"/>
                <a:gd name="connsiteY801" fmla="*/ 1062360 h 1849426"/>
                <a:gd name="connsiteX802" fmla="*/ 1784415 w 6386648"/>
                <a:gd name="connsiteY802" fmla="*/ 1080385 h 1849426"/>
                <a:gd name="connsiteX803" fmla="*/ 1766391 w 6386648"/>
                <a:gd name="connsiteY803" fmla="*/ 1062360 h 1849426"/>
                <a:gd name="connsiteX804" fmla="*/ 1784415 w 6386648"/>
                <a:gd name="connsiteY804" fmla="*/ 1044336 h 1849426"/>
                <a:gd name="connsiteX805" fmla="*/ 3292457 w 6386648"/>
                <a:gd name="connsiteY805" fmla="*/ 1038328 h 1849426"/>
                <a:gd name="connsiteX806" fmla="*/ 3310482 w 6386648"/>
                <a:gd name="connsiteY806" fmla="*/ 1056353 h 1849426"/>
                <a:gd name="connsiteX807" fmla="*/ 3292457 w 6386648"/>
                <a:gd name="connsiteY807" fmla="*/ 1074377 h 1849426"/>
                <a:gd name="connsiteX808" fmla="*/ 3274433 w 6386648"/>
                <a:gd name="connsiteY808" fmla="*/ 1056353 h 1849426"/>
                <a:gd name="connsiteX809" fmla="*/ 3292457 w 6386648"/>
                <a:gd name="connsiteY809" fmla="*/ 1038328 h 1849426"/>
                <a:gd name="connsiteX810" fmla="*/ 2198977 w 6386648"/>
                <a:gd name="connsiteY810" fmla="*/ 1038328 h 1849426"/>
                <a:gd name="connsiteX811" fmla="*/ 2217002 w 6386648"/>
                <a:gd name="connsiteY811" fmla="*/ 1056353 h 1849426"/>
                <a:gd name="connsiteX812" fmla="*/ 2198977 w 6386648"/>
                <a:gd name="connsiteY812" fmla="*/ 1074377 h 1849426"/>
                <a:gd name="connsiteX813" fmla="*/ 2180953 w 6386648"/>
                <a:gd name="connsiteY813" fmla="*/ 1056353 h 1849426"/>
                <a:gd name="connsiteX814" fmla="*/ 2198977 w 6386648"/>
                <a:gd name="connsiteY814" fmla="*/ 1038328 h 1849426"/>
                <a:gd name="connsiteX815" fmla="*/ 2078814 w 6386648"/>
                <a:gd name="connsiteY815" fmla="*/ 1032320 h 1849426"/>
                <a:gd name="connsiteX816" fmla="*/ 2096839 w 6386648"/>
                <a:gd name="connsiteY816" fmla="*/ 1050344 h 1849426"/>
                <a:gd name="connsiteX817" fmla="*/ 2078814 w 6386648"/>
                <a:gd name="connsiteY817" fmla="*/ 1068369 h 1849426"/>
                <a:gd name="connsiteX818" fmla="*/ 2060790 w 6386648"/>
                <a:gd name="connsiteY818" fmla="*/ 1050344 h 1849426"/>
                <a:gd name="connsiteX819" fmla="*/ 2078814 w 6386648"/>
                <a:gd name="connsiteY819" fmla="*/ 1032320 h 1849426"/>
                <a:gd name="connsiteX820" fmla="*/ 3983393 w 6386648"/>
                <a:gd name="connsiteY820" fmla="*/ 1026312 h 1849426"/>
                <a:gd name="connsiteX821" fmla="*/ 4001418 w 6386648"/>
                <a:gd name="connsiteY821" fmla="*/ 1044336 h 1849426"/>
                <a:gd name="connsiteX822" fmla="*/ 3983393 w 6386648"/>
                <a:gd name="connsiteY822" fmla="*/ 1062361 h 1849426"/>
                <a:gd name="connsiteX823" fmla="*/ 3965369 w 6386648"/>
                <a:gd name="connsiteY823" fmla="*/ 1044336 h 1849426"/>
                <a:gd name="connsiteX824" fmla="*/ 3983393 w 6386648"/>
                <a:gd name="connsiteY824" fmla="*/ 1026312 h 1849426"/>
                <a:gd name="connsiteX825" fmla="*/ 817106 w 6386648"/>
                <a:gd name="connsiteY825" fmla="*/ 1020304 h 1849426"/>
                <a:gd name="connsiteX826" fmla="*/ 829123 w 6386648"/>
                <a:gd name="connsiteY826" fmla="*/ 1032320 h 1849426"/>
                <a:gd name="connsiteX827" fmla="*/ 817106 w 6386648"/>
                <a:gd name="connsiteY827" fmla="*/ 1044336 h 1849426"/>
                <a:gd name="connsiteX828" fmla="*/ 805090 w 6386648"/>
                <a:gd name="connsiteY828" fmla="*/ 1032320 h 1849426"/>
                <a:gd name="connsiteX829" fmla="*/ 817106 w 6386648"/>
                <a:gd name="connsiteY829" fmla="*/ 1020304 h 1849426"/>
                <a:gd name="connsiteX830" fmla="*/ 2817815 w 6386648"/>
                <a:gd name="connsiteY830" fmla="*/ 1014295 h 1849426"/>
                <a:gd name="connsiteX831" fmla="*/ 2835840 w 6386648"/>
                <a:gd name="connsiteY831" fmla="*/ 1032319 h 1849426"/>
                <a:gd name="connsiteX832" fmla="*/ 2817815 w 6386648"/>
                <a:gd name="connsiteY832" fmla="*/ 1050344 h 1849426"/>
                <a:gd name="connsiteX833" fmla="*/ 2799791 w 6386648"/>
                <a:gd name="connsiteY833" fmla="*/ 1032319 h 1849426"/>
                <a:gd name="connsiteX834" fmla="*/ 2817815 w 6386648"/>
                <a:gd name="connsiteY834" fmla="*/ 1014295 h 1849426"/>
                <a:gd name="connsiteX835" fmla="*/ 2445310 w 6386648"/>
                <a:gd name="connsiteY835" fmla="*/ 1014295 h 1849426"/>
                <a:gd name="connsiteX836" fmla="*/ 2463335 w 6386648"/>
                <a:gd name="connsiteY836" fmla="*/ 1032319 h 1849426"/>
                <a:gd name="connsiteX837" fmla="*/ 2445310 w 6386648"/>
                <a:gd name="connsiteY837" fmla="*/ 1050344 h 1849426"/>
                <a:gd name="connsiteX838" fmla="*/ 2427285 w 6386648"/>
                <a:gd name="connsiteY838" fmla="*/ 1032319 h 1849426"/>
                <a:gd name="connsiteX839" fmla="*/ 2445310 w 6386648"/>
                <a:gd name="connsiteY839" fmla="*/ 1014295 h 1849426"/>
                <a:gd name="connsiteX840" fmla="*/ 420569 w 6386648"/>
                <a:gd name="connsiteY840" fmla="*/ 1014295 h 1849426"/>
                <a:gd name="connsiteX841" fmla="*/ 438594 w 6386648"/>
                <a:gd name="connsiteY841" fmla="*/ 1032319 h 1849426"/>
                <a:gd name="connsiteX842" fmla="*/ 420569 w 6386648"/>
                <a:gd name="connsiteY842" fmla="*/ 1050344 h 1849426"/>
                <a:gd name="connsiteX843" fmla="*/ 402545 w 6386648"/>
                <a:gd name="connsiteY843" fmla="*/ 1032319 h 1849426"/>
                <a:gd name="connsiteX844" fmla="*/ 420569 w 6386648"/>
                <a:gd name="connsiteY844" fmla="*/ 1014295 h 1849426"/>
                <a:gd name="connsiteX845" fmla="*/ 1520057 w 6386648"/>
                <a:gd name="connsiteY845" fmla="*/ 1008287 h 1849426"/>
                <a:gd name="connsiteX846" fmla="*/ 1538082 w 6386648"/>
                <a:gd name="connsiteY846" fmla="*/ 1026312 h 1849426"/>
                <a:gd name="connsiteX847" fmla="*/ 1520057 w 6386648"/>
                <a:gd name="connsiteY847" fmla="*/ 1044336 h 1849426"/>
                <a:gd name="connsiteX848" fmla="*/ 1502033 w 6386648"/>
                <a:gd name="connsiteY848" fmla="*/ 1026312 h 1849426"/>
                <a:gd name="connsiteX849" fmla="*/ 1520057 w 6386648"/>
                <a:gd name="connsiteY849" fmla="*/ 1008287 h 1849426"/>
                <a:gd name="connsiteX850" fmla="*/ 1387878 w 6386648"/>
                <a:gd name="connsiteY850" fmla="*/ 1008287 h 1849426"/>
                <a:gd name="connsiteX851" fmla="*/ 1405903 w 6386648"/>
                <a:gd name="connsiteY851" fmla="*/ 1026312 h 1849426"/>
                <a:gd name="connsiteX852" fmla="*/ 1387878 w 6386648"/>
                <a:gd name="connsiteY852" fmla="*/ 1044336 h 1849426"/>
                <a:gd name="connsiteX853" fmla="*/ 1369854 w 6386648"/>
                <a:gd name="connsiteY853" fmla="*/ 1026312 h 1849426"/>
                <a:gd name="connsiteX854" fmla="*/ 1387878 w 6386648"/>
                <a:gd name="connsiteY854" fmla="*/ 1008287 h 1849426"/>
                <a:gd name="connsiteX855" fmla="*/ 534724 w 6386648"/>
                <a:gd name="connsiteY855" fmla="*/ 1008287 h 1849426"/>
                <a:gd name="connsiteX856" fmla="*/ 552748 w 6386648"/>
                <a:gd name="connsiteY856" fmla="*/ 1026312 h 1849426"/>
                <a:gd name="connsiteX857" fmla="*/ 534724 w 6386648"/>
                <a:gd name="connsiteY857" fmla="*/ 1044336 h 1849426"/>
                <a:gd name="connsiteX858" fmla="*/ 516699 w 6386648"/>
                <a:gd name="connsiteY858" fmla="*/ 1026312 h 1849426"/>
                <a:gd name="connsiteX859" fmla="*/ 534724 w 6386648"/>
                <a:gd name="connsiteY859" fmla="*/ 1008287 h 1849426"/>
                <a:gd name="connsiteX860" fmla="*/ 3016083 w 6386648"/>
                <a:gd name="connsiteY860" fmla="*/ 1002279 h 1849426"/>
                <a:gd name="connsiteX861" fmla="*/ 3034108 w 6386648"/>
                <a:gd name="connsiteY861" fmla="*/ 1020303 h 1849426"/>
                <a:gd name="connsiteX862" fmla="*/ 3016083 w 6386648"/>
                <a:gd name="connsiteY862" fmla="*/ 1038328 h 1849426"/>
                <a:gd name="connsiteX863" fmla="*/ 2998058 w 6386648"/>
                <a:gd name="connsiteY863" fmla="*/ 1020303 h 1849426"/>
                <a:gd name="connsiteX864" fmla="*/ 3016083 w 6386648"/>
                <a:gd name="connsiteY864" fmla="*/ 1002279 h 1849426"/>
                <a:gd name="connsiteX865" fmla="*/ 294398 w 6386648"/>
                <a:gd name="connsiteY865" fmla="*/ 996271 h 1849426"/>
                <a:gd name="connsiteX866" fmla="*/ 312423 w 6386648"/>
                <a:gd name="connsiteY866" fmla="*/ 1014295 h 1849426"/>
                <a:gd name="connsiteX867" fmla="*/ 294398 w 6386648"/>
                <a:gd name="connsiteY867" fmla="*/ 1032320 h 1849426"/>
                <a:gd name="connsiteX868" fmla="*/ 276374 w 6386648"/>
                <a:gd name="connsiteY868" fmla="*/ 1014295 h 1849426"/>
                <a:gd name="connsiteX869" fmla="*/ 294398 w 6386648"/>
                <a:gd name="connsiteY869" fmla="*/ 996271 h 1849426"/>
                <a:gd name="connsiteX870" fmla="*/ 3676978 w 6386648"/>
                <a:gd name="connsiteY870" fmla="*/ 990263 h 1849426"/>
                <a:gd name="connsiteX871" fmla="*/ 3695003 w 6386648"/>
                <a:gd name="connsiteY871" fmla="*/ 1008287 h 1849426"/>
                <a:gd name="connsiteX872" fmla="*/ 3676978 w 6386648"/>
                <a:gd name="connsiteY872" fmla="*/ 1026312 h 1849426"/>
                <a:gd name="connsiteX873" fmla="*/ 3658953 w 6386648"/>
                <a:gd name="connsiteY873" fmla="*/ 1008287 h 1849426"/>
                <a:gd name="connsiteX874" fmla="*/ 3676978 w 6386648"/>
                <a:gd name="connsiteY874" fmla="*/ 990263 h 1849426"/>
                <a:gd name="connsiteX875" fmla="*/ 3544799 w 6386648"/>
                <a:gd name="connsiteY875" fmla="*/ 984255 h 1849426"/>
                <a:gd name="connsiteX876" fmla="*/ 3562824 w 6386648"/>
                <a:gd name="connsiteY876" fmla="*/ 1002279 h 1849426"/>
                <a:gd name="connsiteX877" fmla="*/ 3544799 w 6386648"/>
                <a:gd name="connsiteY877" fmla="*/ 1020304 h 1849426"/>
                <a:gd name="connsiteX878" fmla="*/ 3526775 w 6386648"/>
                <a:gd name="connsiteY878" fmla="*/ 1002279 h 1849426"/>
                <a:gd name="connsiteX879" fmla="*/ 3544799 w 6386648"/>
                <a:gd name="connsiteY879" fmla="*/ 984255 h 1849426"/>
                <a:gd name="connsiteX880" fmla="*/ 708959 w 6386648"/>
                <a:gd name="connsiteY880" fmla="*/ 984255 h 1849426"/>
                <a:gd name="connsiteX881" fmla="*/ 726984 w 6386648"/>
                <a:gd name="connsiteY881" fmla="*/ 1002279 h 1849426"/>
                <a:gd name="connsiteX882" fmla="*/ 708959 w 6386648"/>
                <a:gd name="connsiteY882" fmla="*/ 1020304 h 1849426"/>
                <a:gd name="connsiteX883" fmla="*/ 690935 w 6386648"/>
                <a:gd name="connsiteY883" fmla="*/ 1002279 h 1849426"/>
                <a:gd name="connsiteX884" fmla="*/ 708959 w 6386648"/>
                <a:gd name="connsiteY884" fmla="*/ 984255 h 1849426"/>
                <a:gd name="connsiteX885" fmla="*/ 3803149 w 6386648"/>
                <a:gd name="connsiteY885" fmla="*/ 978247 h 1849426"/>
                <a:gd name="connsiteX886" fmla="*/ 3821174 w 6386648"/>
                <a:gd name="connsiteY886" fmla="*/ 996272 h 1849426"/>
                <a:gd name="connsiteX887" fmla="*/ 3803149 w 6386648"/>
                <a:gd name="connsiteY887" fmla="*/ 1014296 h 1849426"/>
                <a:gd name="connsiteX888" fmla="*/ 3785125 w 6386648"/>
                <a:gd name="connsiteY888" fmla="*/ 996272 h 1849426"/>
                <a:gd name="connsiteX889" fmla="*/ 3803149 w 6386648"/>
                <a:gd name="connsiteY889" fmla="*/ 978247 h 1849426"/>
                <a:gd name="connsiteX890" fmla="*/ 1003358 w 6386648"/>
                <a:gd name="connsiteY890" fmla="*/ 978247 h 1849426"/>
                <a:gd name="connsiteX891" fmla="*/ 1021383 w 6386648"/>
                <a:gd name="connsiteY891" fmla="*/ 996272 h 1849426"/>
                <a:gd name="connsiteX892" fmla="*/ 1003358 w 6386648"/>
                <a:gd name="connsiteY892" fmla="*/ 1014296 h 1849426"/>
                <a:gd name="connsiteX893" fmla="*/ 985334 w 6386648"/>
                <a:gd name="connsiteY893" fmla="*/ 996272 h 1849426"/>
                <a:gd name="connsiteX894" fmla="*/ 1003358 w 6386648"/>
                <a:gd name="connsiteY894" fmla="*/ 978247 h 1849426"/>
                <a:gd name="connsiteX895" fmla="*/ 3196327 w 6386648"/>
                <a:gd name="connsiteY895" fmla="*/ 972238 h 1849426"/>
                <a:gd name="connsiteX896" fmla="*/ 3214352 w 6386648"/>
                <a:gd name="connsiteY896" fmla="*/ 990262 h 1849426"/>
                <a:gd name="connsiteX897" fmla="*/ 3196327 w 6386648"/>
                <a:gd name="connsiteY897" fmla="*/ 1008287 h 1849426"/>
                <a:gd name="connsiteX898" fmla="*/ 3178302 w 6386648"/>
                <a:gd name="connsiteY898" fmla="*/ 990262 h 1849426"/>
                <a:gd name="connsiteX899" fmla="*/ 3196327 w 6386648"/>
                <a:gd name="connsiteY899" fmla="*/ 972238 h 1849426"/>
                <a:gd name="connsiteX900" fmla="*/ 1183602 w 6386648"/>
                <a:gd name="connsiteY900" fmla="*/ 972238 h 1849426"/>
                <a:gd name="connsiteX901" fmla="*/ 1201627 w 6386648"/>
                <a:gd name="connsiteY901" fmla="*/ 990262 h 1849426"/>
                <a:gd name="connsiteX902" fmla="*/ 1183602 w 6386648"/>
                <a:gd name="connsiteY902" fmla="*/ 1008287 h 1849426"/>
                <a:gd name="connsiteX903" fmla="*/ 1165578 w 6386648"/>
                <a:gd name="connsiteY903" fmla="*/ 990262 h 1849426"/>
                <a:gd name="connsiteX904" fmla="*/ 1183602 w 6386648"/>
                <a:gd name="connsiteY904" fmla="*/ 972238 h 1849426"/>
                <a:gd name="connsiteX905" fmla="*/ 2271074 w 6386648"/>
                <a:gd name="connsiteY905" fmla="*/ 960222 h 1849426"/>
                <a:gd name="connsiteX906" fmla="*/ 2289099 w 6386648"/>
                <a:gd name="connsiteY906" fmla="*/ 978246 h 1849426"/>
                <a:gd name="connsiteX907" fmla="*/ 2271074 w 6386648"/>
                <a:gd name="connsiteY907" fmla="*/ 996271 h 1849426"/>
                <a:gd name="connsiteX908" fmla="*/ 2253050 w 6386648"/>
                <a:gd name="connsiteY908" fmla="*/ 978246 h 1849426"/>
                <a:gd name="connsiteX909" fmla="*/ 2271074 w 6386648"/>
                <a:gd name="connsiteY909" fmla="*/ 960222 h 1849426"/>
                <a:gd name="connsiteX910" fmla="*/ 1658245 w 6386648"/>
                <a:gd name="connsiteY910" fmla="*/ 960222 h 1849426"/>
                <a:gd name="connsiteX911" fmla="*/ 1676270 w 6386648"/>
                <a:gd name="connsiteY911" fmla="*/ 978246 h 1849426"/>
                <a:gd name="connsiteX912" fmla="*/ 1658245 w 6386648"/>
                <a:gd name="connsiteY912" fmla="*/ 996271 h 1849426"/>
                <a:gd name="connsiteX913" fmla="*/ 1640221 w 6386648"/>
                <a:gd name="connsiteY913" fmla="*/ 978246 h 1849426"/>
                <a:gd name="connsiteX914" fmla="*/ 1658245 w 6386648"/>
                <a:gd name="connsiteY914" fmla="*/ 960222 h 1849426"/>
                <a:gd name="connsiteX915" fmla="*/ 1958651 w 6386648"/>
                <a:gd name="connsiteY915" fmla="*/ 954214 h 1849426"/>
                <a:gd name="connsiteX916" fmla="*/ 1976676 w 6386648"/>
                <a:gd name="connsiteY916" fmla="*/ 972238 h 1849426"/>
                <a:gd name="connsiteX917" fmla="*/ 1958651 w 6386648"/>
                <a:gd name="connsiteY917" fmla="*/ 990263 h 1849426"/>
                <a:gd name="connsiteX918" fmla="*/ 1940627 w 6386648"/>
                <a:gd name="connsiteY918" fmla="*/ 972238 h 1849426"/>
                <a:gd name="connsiteX919" fmla="*/ 1958651 w 6386648"/>
                <a:gd name="connsiteY919" fmla="*/ 954214 h 1849426"/>
                <a:gd name="connsiteX920" fmla="*/ 2631562 w 6386648"/>
                <a:gd name="connsiteY920" fmla="*/ 948206 h 1849426"/>
                <a:gd name="connsiteX921" fmla="*/ 2649587 w 6386648"/>
                <a:gd name="connsiteY921" fmla="*/ 966231 h 1849426"/>
                <a:gd name="connsiteX922" fmla="*/ 2631562 w 6386648"/>
                <a:gd name="connsiteY922" fmla="*/ 984255 h 1849426"/>
                <a:gd name="connsiteX923" fmla="*/ 2613538 w 6386648"/>
                <a:gd name="connsiteY923" fmla="*/ 966231 h 1849426"/>
                <a:gd name="connsiteX924" fmla="*/ 2631562 w 6386648"/>
                <a:gd name="connsiteY924" fmla="*/ 948206 h 1849426"/>
                <a:gd name="connsiteX925" fmla="*/ 1838489 w 6386648"/>
                <a:gd name="connsiteY925" fmla="*/ 948206 h 1849426"/>
                <a:gd name="connsiteX926" fmla="*/ 1856514 w 6386648"/>
                <a:gd name="connsiteY926" fmla="*/ 966231 h 1849426"/>
                <a:gd name="connsiteX927" fmla="*/ 1838489 w 6386648"/>
                <a:gd name="connsiteY927" fmla="*/ 984255 h 1849426"/>
                <a:gd name="connsiteX928" fmla="*/ 1820465 w 6386648"/>
                <a:gd name="connsiteY928" fmla="*/ 966231 h 1849426"/>
                <a:gd name="connsiteX929" fmla="*/ 1838489 w 6386648"/>
                <a:gd name="connsiteY929" fmla="*/ 948206 h 1849426"/>
                <a:gd name="connsiteX930" fmla="*/ 3430644 w 6386648"/>
                <a:gd name="connsiteY930" fmla="*/ 942198 h 1849426"/>
                <a:gd name="connsiteX931" fmla="*/ 3448669 w 6386648"/>
                <a:gd name="connsiteY931" fmla="*/ 960222 h 1849426"/>
                <a:gd name="connsiteX932" fmla="*/ 3430644 w 6386648"/>
                <a:gd name="connsiteY932" fmla="*/ 978247 h 1849426"/>
                <a:gd name="connsiteX933" fmla="*/ 3412620 w 6386648"/>
                <a:gd name="connsiteY933" fmla="*/ 960222 h 1849426"/>
                <a:gd name="connsiteX934" fmla="*/ 3430644 w 6386648"/>
                <a:gd name="connsiteY934" fmla="*/ 942198 h 1849426"/>
                <a:gd name="connsiteX935" fmla="*/ 2529424 w 6386648"/>
                <a:gd name="connsiteY935" fmla="*/ 942198 h 1849426"/>
                <a:gd name="connsiteX936" fmla="*/ 2547449 w 6386648"/>
                <a:gd name="connsiteY936" fmla="*/ 960222 h 1849426"/>
                <a:gd name="connsiteX937" fmla="*/ 2529424 w 6386648"/>
                <a:gd name="connsiteY937" fmla="*/ 978247 h 1849426"/>
                <a:gd name="connsiteX938" fmla="*/ 2511400 w 6386648"/>
                <a:gd name="connsiteY938" fmla="*/ 960222 h 1849426"/>
                <a:gd name="connsiteX939" fmla="*/ 2529424 w 6386648"/>
                <a:gd name="connsiteY939" fmla="*/ 942198 h 1849426"/>
                <a:gd name="connsiteX940" fmla="*/ 889203 w 6386648"/>
                <a:gd name="connsiteY940" fmla="*/ 942198 h 1849426"/>
                <a:gd name="connsiteX941" fmla="*/ 907228 w 6386648"/>
                <a:gd name="connsiteY941" fmla="*/ 960222 h 1849426"/>
                <a:gd name="connsiteX942" fmla="*/ 889203 w 6386648"/>
                <a:gd name="connsiteY942" fmla="*/ 978247 h 1849426"/>
                <a:gd name="connsiteX943" fmla="*/ 871179 w 6386648"/>
                <a:gd name="connsiteY943" fmla="*/ 960222 h 1849426"/>
                <a:gd name="connsiteX944" fmla="*/ 889203 w 6386648"/>
                <a:gd name="connsiteY944" fmla="*/ 942198 h 1849426"/>
                <a:gd name="connsiteX945" fmla="*/ 3935328 w 6386648"/>
                <a:gd name="connsiteY945" fmla="*/ 936190 h 1849426"/>
                <a:gd name="connsiteX946" fmla="*/ 3953353 w 6386648"/>
                <a:gd name="connsiteY946" fmla="*/ 954214 h 1849426"/>
                <a:gd name="connsiteX947" fmla="*/ 3935328 w 6386648"/>
                <a:gd name="connsiteY947" fmla="*/ 972239 h 1849426"/>
                <a:gd name="connsiteX948" fmla="*/ 3917304 w 6386648"/>
                <a:gd name="connsiteY948" fmla="*/ 954214 h 1849426"/>
                <a:gd name="connsiteX949" fmla="*/ 3935328 w 6386648"/>
                <a:gd name="connsiteY949" fmla="*/ 936190 h 1849426"/>
                <a:gd name="connsiteX950" fmla="*/ 1303765 w 6386648"/>
                <a:gd name="connsiteY950" fmla="*/ 936190 h 1849426"/>
                <a:gd name="connsiteX951" fmla="*/ 1321790 w 6386648"/>
                <a:gd name="connsiteY951" fmla="*/ 954214 h 1849426"/>
                <a:gd name="connsiteX952" fmla="*/ 1303765 w 6386648"/>
                <a:gd name="connsiteY952" fmla="*/ 972239 h 1849426"/>
                <a:gd name="connsiteX953" fmla="*/ 1285741 w 6386648"/>
                <a:gd name="connsiteY953" fmla="*/ 954214 h 1849426"/>
                <a:gd name="connsiteX954" fmla="*/ 1303765 w 6386648"/>
                <a:gd name="connsiteY954" fmla="*/ 936190 h 1849426"/>
                <a:gd name="connsiteX955" fmla="*/ 600813 w 6386648"/>
                <a:gd name="connsiteY955" fmla="*/ 924173 h 1849426"/>
                <a:gd name="connsiteX956" fmla="*/ 618838 w 6386648"/>
                <a:gd name="connsiteY956" fmla="*/ 942197 h 1849426"/>
                <a:gd name="connsiteX957" fmla="*/ 600813 w 6386648"/>
                <a:gd name="connsiteY957" fmla="*/ 960222 h 1849426"/>
                <a:gd name="connsiteX958" fmla="*/ 582789 w 6386648"/>
                <a:gd name="connsiteY958" fmla="*/ 942197 h 1849426"/>
                <a:gd name="connsiteX959" fmla="*/ 600813 w 6386648"/>
                <a:gd name="connsiteY959" fmla="*/ 924173 h 1849426"/>
                <a:gd name="connsiteX960" fmla="*/ 3088181 w 6386648"/>
                <a:gd name="connsiteY960" fmla="*/ 918165 h 1849426"/>
                <a:gd name="connsiteX961" fmla="*/ 3106206 w 6386648"/>
                <a:gd name="connsiteY961" fmla="*/ 936190 h 1849426"/>
                <a:gd name="connsiteX962" fmla="*/ 3088181 w 6386648"/>
                <a:gd name="connsiteY962" fmla="*/ 954214 h 1849426"/>
                <a:gd name="connsiteX963" fmla="*/ 3070157 w 6386648"/>
                <a:gd name="connsiteY963" fmla="*/ 936190 h 1849426"/>
                <a:gd name="connsiteX964" fmla="*/ 3088181 w 6386648"/>
                <a:gd name="connsiteY964" fmla="*/ 918165 h 1849426"/>
                <a:gd name="connsiteX965" fmla="*/ 2883904 w 6386648"/>
                <a:gd name="connsiteY965" fmla="*/ 918165 h 1849426"/>
                <a:gd name="connsiteX966" fmla="*/ 2901929 w 6386648"/>
                <a:gd name="connsiteY966" fmla="*/ 936190 h 1849426"/>
                <a:gd name="connsiteX967" fmla="*/ 2883904 w 6386648"/>
                <a:gd name="connsiteY967" fmla="*/ 954214 h 1849426"/>
                <a:gd name="connsiteX968" fmla="*/ 2865880 w 6386648"/>
                <a:gd name="connsiteY968" fmla="*/ 936190 h 1849426"/>
                <a:gd name="connsiteX969" fmla="*/ 2883904 w 6386648"/>
                <a:gd name="connsiteY969" fmla="*/ 918165 h 1849426"/>
                <a:gd name="connsiteX970" fmla="*/ 2379221 w 6386648"/>
                <a:gd name="connsiteY970" fmla="*/ 918165 h 1849426"/>
                <a:gd name="connsiteX971" fmla="*/ 2397246 w 6386648"/>
                <a:gd name="connsiteY971" fmla="*/ 936190 h 1849426"/>
                <a:gd name="connsiteX972" fmla="*/ 2379221 w 6386648"/>
                <a:gd name="connsiteY972" fmla="*/ 954214 h 1849426"/>
                <a:gd name="connsiteX973" fmla="*/ 2361197 w 6386648"/>
                <a:gd name="connsiteY973" fmla="*/ 936190 h 1849426"/>
                <a:gd name="connsiteX974" fmla="*/ 2379221 w 6386648"/>
                <a:gd name="connsiteY974" fmla="*/ 918165 h 1849426"/>
                <a:gd name="connsiteX975" fmla="*/ 2120871 w 6386648"/>
                <a:gd name="connsiteY975" fmla="*/ 918165 h 1849426"/>
                <a:gd name="connsiteX976" fmla="*/ 2138896 w 6386648"/>
                <a:gd name="connsiteY976" fmla="*/ 936190 h 1849426"/>
                <a:gd name="connsiteX977" fmla="*/ 2120871 w 6386648"/>
                <a:gd name="connsiteY977" fmla="*/ 954214 h 1849426"/>
                <a:gd name="connsiteX978" fmla="*/ 2102847 w 6386648"/>
                <a:gd name="connsiteY978" fmla="*/ 936190 h 1849426"/>
                <a:gd name="connsiteX979" fmla="*/ 2120871 w 6386648"/>
                <a:gd name="connsiteY979" fmla="*/ 918165 h 1849426"/>
                <a:gd name="connsiteX980" fmla="*/ 3328506 w 6386648"/>
                <a:gd name="connsiteY980" fmla="*/ 906149 h 1849426"/>
                <a:gd name="connsiteX981" fmla="*/ 3346531 w 6386648"/>
                <a:gd name="connsiteY981" fmla="*/ 924173 h 1849426"/>
                <a:gd name="connsiteX982" fmla="*/ 3328506 w 6386648"/>
                <a:gd name="connsiteY982" fmla="*/ 942198 h 1849426"/>
                <a:gd name="connsiteX983" fmla="*/ 3310482 w 6386648"/>
                <a:gd name="connsiteY983" fmla="*/ 924173 h 1849426"/>
                <a:gd name="connsiteX984" fmla="*/ 3328506 w 6386648"/>
                <a:gd name="connsiteY984" fmla="*/ 906149 h 1849426"/>
                <a:gd name="connsiteX985" fmla="*/ 1508041 w 6386648"/>
                <a:gd name="connsiteY985" fmla="*/ 900141 h 1849426"/>
                <a:gd name="connsiteX986" fmla="*/ 1526066 w 6386648"/>
                <a:gd name="connsiteY986" fmla="*/ 918165 h 1849426"/>
                <a:gd name="connsiteX987" fmla="*/ 1508041 w 6386648"/>
                <a:gd name="connsiteY987" fmla="*/ 936190 h 1849426"/>
                <a:gd name="connsiteX988" fmla="*/ 1490017 w 6386648"/>
                <a:gd name="connsiteY988" fmla="*/ 918165 h 1849426"/>
                <a:gd name="connsiteX989" fmla="*/ 1508041 w 6386648"/>
                <a:gd name="connsiteY989" fmla="*/ 900141 h 1849426"/>
                <a:gd name="connsiteX990" fmla="*/ 2739709 w 6386648"/>
                <a:gd name="connsiteY990" fmla="*/ 894133 h 1849426"/>
                <a:gd name="connsiteX991" fmla="*/ 2757734 w 6386648"/>
                <a:gd name="connsiteY991" fmla="*/ 912157 h 1849426"/>
                <a:gd name="connsiteX992" fmla="*/ 2739709 w 6386648"/>
                <a:gd name="connsiteY992" fmla="*/ 930182 h 1849426"/>
                <a:gd name="connsiteX993" fmla="*/ 2721685 w 6386648"/>
                <a:gd name="connsiteY993" fmla="*/ 912157 h 1849426"/>
                <a:gd name="connsiteX994" fmla="*/ 2739709 w 6386648"/>
                <a:gd name="connsiteY994" fmla="*/ 894133 h 1849426"/>
                <a:gd name="connsiteX995" fmla="*/ 360487 w 6386648"/>
                <a:gd name="connsiteY995" fmla="*/ 894133 h 1849426"/>
                <a:gd name="connsiteX996" fmla="*/ 378512 w 6386648"/>
                <a:gd name="connsiteY996" fmla="*/ 912157 h 1849426"/>
                <a:gd name="connsiteX997" fmla="*/ 360487 w 6386648"/>
                <a:gd name="connsiteY997" fmla="*/ 930182 h 1849426"/>
                <a:gd name="connsiteX998" fmla="*/ 342463 w 6386648"/>
                <a:gd name="connsiteY998" fmla="*/ 912157 h 1849426"/>
                <a:gd name="connsiteX999" fmla="*/ 360487 w 6386648"/>
                <a:gd name="connsiteY999" fmla="*/ 894133 h 1849426"/>
                <a:gd name="connsiteX1000" fmla="*/ 1093480 w 6386648"/>
                <a:gd name="connsiteY1000" fmla="*/ 888125 h 1849426"/>
                <a:gd name="connsiteX1001" fmla="*/ 1111505 w 6386648"/>
                <a:gd name="connsiteY1001" fmla="*/ 906150 h 1849426"/>
                <a:gd name="connsiteX1002" fmla="*/ 1093480 w 6386648"/>
                <a:gd name="connsiteY1002" fmla="*/ 924174 h 1849426"/>
                <a:gd name="connsiteX1003" fmla="*/ 1075456 w 6386648"/>
                <a:gd name="connsiteY1003" fmla="*/ 906150 h 1849426"/>
                <a:gd name="connsiteX1004" fmla="*/ 1093480 w 6386648"/>
                <a:gd name="connsiteY1004" fmla="*/ 888125 h 1849426"/>
                <a:gd name="connsiteX1005" fmla="*/ 3707019 w 6386648"/>
                <a:gd name="connsiteY1005" fmla="*/ 882116 h 1849426"/>
                <a:gd name="connsiteX1006" fmla="*/ 3725044 w 6386648"/>
                <a:gd name="connsiteY1006" fmla="*/ 900140 h 1849426"/>
                <a:gd name="connsiteX1007" fmla="*/ 3707019 w 6386648"/>
                <a:gd name="connsiteY1007" fmla="*/ 918165 h 1849426"/>
                <a:gd name="connsiteX1008" fmla="*/ 3688994 w 6386648"/>
                <a:gd name="connsiteY1008" fmla="*/ 900140 h 1849426"/>
                <a:gd name="connsiteX1009" fmla="*/ 3707019 w 6386648"/>
                <a:gd name="connsiteY1009" fmla="*/ 882116 h 1849426"/>
                <a:gd name="connsiteX1010" fmla="*/ 1742358 w 6386648"/>
                <a:gd name="connsiteY1010" fmla="*/ 882116 h 1849426"/>
                <a:gd name="connsiteX1011" fmla="*/ 1760383 w 6386648"/>
                <a:gd name="connsiteY1011" fmla="*/ 900140 h 1849426"/>
                <a:gd name="connsiteX1012" fmla="*/ 1742358 w 6386648"/>
                <a:gd name="connsiteY1012" fmla="*/ 918165 h 1849426"/>
                <a:gd name="connsiteX1013" fmla="*/ 1724334 w 6386648"/>
                <a:gd name="connsiteY1013" fmla="*/ 900140 h 1849426"/>
                <a:gd name="connsiteX1014" fmla="*/ 1742358 w 6386648"/>
                <a:gd name="connsiteY1014" fmla="*/ 882116 h 1849426"/>
                <a:gd name="connsiteX1015" fmla="*/ 757024 w 6386648"/>
                <a:gd name="connsiteY1015" fmla="*/ 876108 h 1849426"/>
                <a:gd name="connsiteX1016" fmla="*/ 775049 w 6386648"/>
                <a:gd name="connsiteY1016" fmla="*/ 894132 h 1849426"/>
                <a:gd name="connsiteX1017" fmla="*/ 757024 w 6386648"/>
                <a:gd name="connsiteY1017" fmla="*/ 912157 h 1849426"/>
                <a:gd name="connsiteX1018" fmla="*/ 739000 w 6386648"/>
                <a:gd name="connsiteY1018" fmla="*/ 894132 h 1849426"/>
                <a:gd name="connsiteX1019" fmla="*/ 757024 w 6386648"/>
                <a:gd name="connsiteY1019" fmla="*/ 876108 h 1849426"/>
                <a:gd name="connsiteX1020" fmla="*/ 6104265 w 6386648"/>
                <a:gd name="connsiteY1020" fmla="*/ 870100 h 1849426"/>
                <a:gd name="connsiteX1021" fmla="*/ 6122290 w 6386648"/>
                <a:gd name="connsiteY1021" fmla="*/ 888124 h 1849426"/>
                <a:gd name="connsiteX1022" fmla="*/ 6104265 w 6386648"/>
                <a:gd name="connsiteY1022" fmla="*/ 906149 h 1849426"/>
                <a:gd name="connsiteX1023" fmla="*/ 6086241 w 6386648"/>
                <a:gd name="connsiteY1023" fmla="*/ 888124 h 1849426"/>
                <a:gd name="connsiteX1024" fmla="*/ 6104265 w 6386648"/>
                <a:gd name="connsiteY1024" fmla="*/ 870100 h 1849426"/>
                <a:gd name="connsiteX1025" fmla="*/ 474642 w 6386648"/>
                <a:gd name="connsiteY1025" fmla="*/ 870100 h 1849426"/>
                <a:gd name="connsiteX1026" fmla="*/ 492667 w 6386648"/>
                <a:gd name="connsiteY1026" fmla="*/ 888124 h 1849426"/>
                <a:gd name="connsiteX1027" fmla="*/ 474642 w 6386648"/>
                <a:gd name="connsiteY1027" fmla="*/ 906149 h 1849426"/>
                <a:gd name="connsiteX1028" fmla="*/ 456618 w 6386648"/>
                <a:gd name="connsiteY1028" fmla="*/ 888124 h 1849426"/>
                <a:gd name="connsiteX1029" fmla="*/ 474642 w 6386648"/>
                <a:gd name="connsiteY1029" fmla="*/ 870100 h 1849426"/>
                <a:gd name="connsiteX1030" fmla="*/ 3568832 w 6386648"/>
                <a:gd name="connsiteY1030" fmla="*/ 864092 h 1849426"/>
                <a:gd name="connsiteX1031" fmla="*/ 3586857 w 6386648"/>
                <a:gd name="connsiteY1031" fmla="*/ 882116 h 1849426"/>
                <a:gd name="connsiteX1032" fmla="*/ 3568832 w 6386648"/>
                <a:gd name="connsiteY1032" fmla="*/ 900141 h 1849426"/>
                <a:gd name="connsiteX1033" fmla="*/ 3550808 w 6386648"/>
                <a:gd name="connsiteY1033" fmla="*/ 882116 h 1849426"/>
                <a:gd name="connsiteX1034" fmla="*/ 3568832 w 6386648"/>
                <a:gd name="connsiteY1034" fmla="*/ 864092 h 1849426"/>
                <a:gd name="connsiteX1035" fmla="*/ 2980034 w 6386648"/>
                <a:gd name="connsiteY1035" fmla="*/ 864092 h 1849426"/>
                <a:gd name="connsiteX1036" fmla="*/ 2998059 w 6386648"/>
                <a:gd name="connsiteY1036" fmla="*/ 882116 h 1849426"/>
                <a:gd name="connsiteX1037" fmla="*/ 2980034 w 6386648"/>
                <a:gd name="connsiteY1037" fmla="*/ 900141 h 1849426"/>
                <a:gd name="connsiteX1038" fmla="*/ 2962010 w 6386648"/>
                <a:gd name="connsiteY1038" fmla="*/ 882116 h 1849426"/>
                <a:gd name="connsiteX1039" fmla="*/ 2980034 w 6386648"/>
                <a:gd name="connsiteY1039" fmla="*/ 864092 h 1849426"/>
                <a:gd name="connsiteX1040" fmla="*/ 2012725 w 6386648"/>
                <a:gd name="connsiteY1040" fmla="*/ 864092 h 1849426"/>
                <a:gd name="connsiteX1041" fmla="*/ 2030750 w 6386648"/>
                <a:gd name="connsiteY1041" fmla="*/ 882116 h 1849426"/>
                <a:gd name="connsiteX1042" fmla="*/ 2012725 w 6386648"/>
                <a:gd name="connsiteY1042" fmla="*/ 900141 h 1849426"/>
                <a:gd name="connsiteX1043" fmla="*/ 1994701 w 6386648"/>
                <a:gd name="connsiteY1043" fmla="*/ 882116 h 1849426"/>
                <a:gd name="connsiteX1044" fmla="*/ 2012725 w 6386648"/>
                <a:gd name="connsiteY1044" fmla="*/ 864092 h 1849426"/>
                <a:gd name="connsiteX1045" fmla="*/ 3857222 w 6386648"/>
                <a:gd name="connsiteY1045" fmla="*/ 858084 h 1849426"/>
                <a:gd name="connsiteX1046" fmla="*/ 3875247 w 6386648"/>
                <a:gd name="connsiteY1046" fmla="*/ 876109 h 1849426"/>
                <a:gd name="connsiteX1047" fmla="*/ 3857222 w 6386648"/>
                <a:gd name="connsiteY1047" fmla="*/ 894133 h 1849426"/>
                <a:gd name="connsiteX1048" fmla="*/ 3839197 w 6386648"/>
                <a:gd name="connsiteY1048" fmla="*/ 876109 h 1849426"/>
                <a:gd name="connsiteX1049" fmla="*/ 3857222 w 6386648"/>
                <a:gd name="connsiteY1049" fmla="*/ 858084 h 1849426"/>
                <a:gd name="connsiteX1050" fmla="*/ 1387878 w 6386648"/>
                <a:gd name="connsiteY1050" fmla="*/ 858084 h 1849426"/>
                <a:gd name="connsiteX1051" fmla="*/ 1405903 w 6386648"/>
                <a:gd name="connsiteY1051" fmla="*/ 876109 h 1849426"/>
                <a:gd name="connsiteX1052" fmla="*/ 1387878 w 6386648"/>
                <a:gd name="connsiteY1052" fmla="*/ 894133 h 1849426"/>
                <a:gd name="connsiteX1053" fmla="*/ 1369854 w 6386648"/>
                <a:gd name="connsiteY1053" fmla="*/ 876109 h 1849426"/>
                <a:gd name="connsiteX1054" fmla="*/ 1387878 w 6386648"/>
                <a:gd name="connsiteY1054" fmla="*/ 858084 h 1849426"/>
                <a:gd name="connsiteX1055" fmla="*/ 973317 w 6386648"/>
                <a:gd name="connsiteY1055" fmla="*/ 852076 h 1849426"/>
                <a:gd name="connsiteX1056" fmla="*/ 991342 w 6386648"/>
                <a:gd name="connsiteY1056" fmla="*/ 870100 h 1849426"/>
                <a:gd name="connsiteX1057" fmla="*/ 973317 w 6386648"/>
                <a:gd name="connsiteY1057" fmla="*/ 888125 h 1849426"/>
                <a:gd name="connsiteX1058" fmla="*/ 955293 w 6386648"/>
                <a:gd name="connsiteY1058" fmla="*/ 870100 h 1849426"/>
                <a:gd name="connsiteX1059" fmla="*/ 973317 w 6386648"/>
                <a:gd name="connsiteY1059" fmla="*/ 852076 h 1849426"/>
                <a:gd name="connsiteX1060" fmla="*/ 228308 w 6386648"/>
                <a:gd name="connsiteY1060" fmla="*/ 852076 h 1849426"/>
                <a:gd name="connsiteX1061" fmla="*/ 246333 w 6386648"/>
                <a:gd name="connsiteY1061" fmla="*/ 870100 h 1849426"/>
                <a:gd name="connsiteX1062" fmla="*/ 228308 w 6386648"/>
                <a:gd name="connsiteY1062" fmla="*/ 888125 h 1849426"/>
                <a:gd name="connsiteX1063" fmla="*/ 210284 w 6386648"/>
                <a:gd name="connsiteY1063" fmla="*/ 870100 h 1849426"/>
                <a:gd name="connsiteX1064" fmla="*/ 228308 w 6386648"/>
                <a:gd name="connsiteY1064" fmla="*/ 852076 h 1849426"/>
                <a:gd name="connsiteX1065" fmla="*/ 3196327 w 6386648"/>
                <a:gd name="connsiteY1065" fmla="*/ 846068 h 1849426"/>
                <a:gd name="connsiteX1066" fmla="*/ 3214352 w 6386648"/>
                <a:gd name="connsiteY1066" fmla="*/ 864092 h 1849426"/>
                <a:gd name="connsiteX1067" fmla="*/ 3196327 w 6386648"/>
                <a:gd name="connsiteY1067" fmla="*/ 882117 h 1849426"/>
                <a:gd name="connsiteX1068" fmla="*/ 3178302 w 6386648"/>
                <a:gd name="connsiteY1068" fmla="*/ 864092 h 1849426"/>
                <a:gd name="connsiteX1069" fmla="*/ 3196327 w 6386648"/>
                <a:gd name="connsiteY1069" fmla="*/ 846068 h 1849426"/>
                <a:gd name="connsiteX1070" fmla="*/ 6218419 w 6386648"/>
                <a:gd name="connsiteY1070" fmla="*/ 840059 h 1849426"/>
                <a:gd name="connsiteX1071" fmla="*/ 6236444 w 6386648"/>
                <a:gd name="connsiteY1071" fmla="*/ 858083 h 1849426"/>
                <a:gd name="connsiteX1072" fmla="*/ 6218419 w 6386648"/>
                <a:gd name="connsiteY1072" fmla="*/ 876108 h 1849426"/>
                <a:gd name="connsiteX1073" fmla="*/ 6200395 w 6386648"/>
                <a:gd name="connsiteY1073" fmla="*/ 858083 h 1849426"/>
                <a:gd name="connsiteX1074" fmla="*/ 6218419 w 6386648"/>
                <a:gd name="connsiteY1074" fmla="*/ 840059 h 1849426"/>
                <a:gd name="connsiteX1075" fmla="*/ 5978094 w 6386648"/>
                <a:gd name="connsiteY1075" fmla="*/ 834051 h 1849426"/>
                <a:gd name="connsiteX1076" fmla="*/ 5996119 w 6386648"/>
                <a:gd name="connsiteY1076" fmla="*/ 852075 h 1849426"/>
                <a:gd name="connsiteX1077" fmla="*/ 5978094 w 6386648"/>
                <a:gd name="connsiteY1077" fmla="*/ 870100 h 1849426"/>
                <a:gd name="connsiteX1078" fmla="*/ 5960070 w 6386648"/>
                <a:gd name="connsiteY1078" fmla="*/ 852075 h 1849426"/>
                <a:gd name="connsiteX1079" fmla="*/ 5978094 w 6386648"/>
                <a:gd name="connsiteY1079" fmla="*/ 834051 h 1849426"/>
                <a:gd name="connsiteX1080" fmla="*/ 2198977 w 6386648"/>
                <a:gd name="connsiteY1080" fmla="*/ 834051 h 1849426"/>
                <a:gd name="connsiteX1081" fmla="*/ 2217002 w 6386648"/>
                <a:gd name="connsiteY1081" fmla="*/ 852075 h 1849426"/>
                <a:gd name="connsiteX1082" fmla="*/ 2198977 w 6386648"/>
                <a:gd name="connsiteY1082" fmla="*/ 870100 h 1849426"/>
                <a:gd name="connsiteX1083" fmla="*/ 2180953 w 6386648"/>
                <a:gd name="connsiteY1083" fmla="*/ 852075 h 1849426"/>
                <a:gd name="connsiteX1084" fmla="*/ 2198977 w 6386648"/>
                <a:gd name="connsiteY1084" fmla="*/ 834051 h 1849426"/>
                <a:gd name="connsiteX1085" fmla="*/ 1622196 w 6386648"/>
                <a:gd name="connsiteY1085" fmla="*/ 834051 h 1849426"/>
                <a:gd name="connsiteX1086" fmla="*/ 1640221 w 6386648"/>
                <a:gd name="connsiteY1086" fmla="*/ 852075 h 1849426"/>
                <a:gd name="connsiteX1087" fmla="*/ 1622196 w 6386648"/>
                <a:gd name="connsiteY1087" fmla="*/ 870100 h 1849426"/>
                <a:gd name="connsiteX1088" fmla="*/ 1604172 w 6386648"/>
                <a:gd name="connsiteY1088" fmla="*/ 852075 h 1849426"/>
                <a:gd name="connsiteX1089" fmla="*/ 1622196 w 6386648"/>
                <a:gd name="connsiteY1089" fmla="*/ 834051 h 1849426"/>
                <a:gd name="connsiteX1090" fmla="*/ 1201626 w 6386648"/>
                <a:gd name="connsiteY1090" fmla="*/ 834051 h 1849426"/>
                <a:gd name="connsiteX1091" fmla="*/ 1219651 w 6386648"/>
                <a:gd name="connsiteY1091" fmla="*/ 852075 h 1849426"/>
                <a:gd name="connsiteX1092" fmla="*/ 1201626 w 6386648"/>
                <a:gd name="connsiteY1092" fmla="*/ 870100 h 1849426"/>
                <a:gd name="connsiteX1093" fmla="*/ 1183602 w 6386648"/>
                <a:gd name="connsiteY1093" fmla="*/ 852075 h 1849426"/>
                <a:gd name="connsiteX1094" fmla="*/ 1201626 w 6386648"/>
                <a:gd name="connsiteY1094" fmla="*/ 834051 h 1849426"/>
                <a:gd name="connsiteX1095" fmla="*/ 2469343 w 6386648"/>
                <a:gd name="connsiteY1095" fmla="*/ 828043 h 1849426"/>
                <a:gd name="connsiteX1096" fmla="*/ 2487368 w 6386648"/>
                <a:gd name="connsiteY1096" fmla="*/ 846068 h 1849426"/>
                <a:gd name="connsiteX1097" fmla="*/ 2469343 w 6386648"/>
                <a:gd name="connsiteY1097" fmla="*/ 864092 h 1849426"/>
                <a:gd name="connsiteX1098" fmla="*/ 2451319 w 6386648"/>
                <a:gd name="connsiteY1098" fmla="*/ 846068 h 1849426"/>
                <a:gd name="connsiteX1099" fmla="*/ 2469343 w 6386648"/>
                <a:gd name="connsiteY1099" fmla="*/ 828043 h 1849426"/>
                <a:gd name="connsiteX1100" fmla="*/ 3448669 w 6386648"/>
                <a:gd name="connsiteY1100" fmla="*/ 822035 h 1849426"/>
                <a:gd name="connsiteX1101" fmla="*/ 3466694 w 6386648"/>
                <a:gd name="connsiteY1101" fmla="*/ 840059 h 1849426"/>
                <a:gd name="connsiteX1102" fmla="*/ 3448669 w 6386648"/>
                <a:gd name="connsiteY1102" fmla="*/ 858084 h 1849426"/>
                <a:gd name="connsiteX1103" fmla="*/ 3430645 w 6386648"/>
                <a:gd name="connsiteY1103" fmla="*/ 840059 h 1849426"/>
                <a:gd name="connsiteX1104" fmla="*/ 3448669 w 6386648"/>
                <a:gd name="connsiteY1104" fmla="*/ 822035 h 1849426"/>
                <a:gd name="connsiteX1105" fmla="*/ 1874537 w 6386648"/>
                <a:gd name="connsiteY1105" fmla="*/ 822035 h 1849426"/>
                <a:gd name="connsiteX1106" fmla="*/ 1892562 w 6386648"/>
                <a:gd name="connsiteY1106" fmla="*/ 840059 h 1849426"/>
                <a:gd name="connsiteX1107" fmla="*/ 1874537 w 6386648"/>
                <a:gd name="connsiteY1107" fmla="*/ 858084 h 1849426"/>
                <a:gd name="connsiteX1108" fmla="*/ 1856513 w 6386648"/>
                <a:gd name="connsiteY1108" fmla="*/ 840059 h 1849426"/>
                <a:gd name="connsiteX1109" fmla="*/ 1874537 w 6386648"/>
                <a:gd name="connsiteY1109" fmla="*/ 822035 h 1849426"/>
                <a:gd name="connsiteX1110" fmla="*/ 2823823 w 6386648"/>
                <a:gd name="connsiteY1110" fmla="*/ 816027 h 1849426"/>
                <a:gd name="connsiteX1111" fmla="*/ 2841848 w 6386648"/>
                <a:gd name="connsiteY1111" fmla="*/ 834051 h 1849426"/>
                <a:gd name="connsiteX1112" fmla="*/ 2823823 w 6386648"/>
                <a:gd name="connsiteY1112" fmla="*/ 852076 h 1849426"/>
                <a:gd name="connsiteX1113" fmla="*/ 2805799 w 6386648"/>
                <a:gd name="connsiteY1113" fmla="*/ 834051 h 1849426"/>
                <a:gd name="connsiteX1114" fmla="*/ 2823823 w 6386648"/>
                <a:gd name="connsiteY1114" fmla="*/ 816027 h 1849426"/>
                <a:gd name="connsiteX1115" fmla="*/ 2595514 w 6386648"/>
                <a:gd name="connsiteY1115" fmla="*/ 816027 h 1849426"/>
                <a:gd name="connsiteX1116" fmla="*/ 2613539 w 6386648"/>
                <a:gd name="connsiteY1116" fmla="*/ 834051 h 1849426"/>
                <a:gd name="connsiteX1117" fmla="*/ 2595514 w 6386648"/>
                <a:gd name="connsiteY1117" fmla="*/ 852076 h 1849426"/>
                <a:gd name="connsiteX1118" fmla="*/ 2577489 w 6386648"/>
                <a:gd name="connsiteY1118" fmla="*/ 834051 h 1849426"/>
                <a:gd name="connsiteX1119" fmla="*/ 2595514 w 6386648"/>
                <a:gd name="connsiteY1119" fmla="*/ 816027 h 1849426"/>
                <a:gd name="connsiteX1120" fmla="*/ 2307124 w 6386648"/>
                <a:gd name="connsiteY1120" fmla="*/ 816027 h 1849426"/>
                <a:gd name="connsiteX1121" fmla="*/ 2325148 w 6386648"/>
                <a:gd name="connsiteY1121" fmla="*/ 834051 h 1849426"/>
                <a:gd name="connsiteX1122" fmla="*/ 2307124 w 6386648"/>
                <a:gd name="connsiteY1122" fmla="*/ 852076 h 1849426"/>
                <a:gd name="connsiteX1123" fmla="*/ 2289099 w 6386648"/>
                <a:gd name="connsiteY1123" fmla="*/ 834051 h 1849426"/>
                <a:gd name="connsiteX1124" fmla="*/ 2307124 w 6386648"/>
                <a:gd name="connsiteY1124" fmla="*/ 816027 h 1849426"/>
                <a:gd name="connsiteX1125" fmla="*/ 606821 w 6386648"/>
                <a:gd name="connsiteY1125" fmla="*/ 816027 h 1849426"/>
                <a:gd name="connsiteX1126" fmla="*/ 624846 w 6386648"/>
                <a:gd name="connsiteY1126" fmla="*/ 834051 h 1849426"/>
                <a:gd name="connsiteX1127" fmla="*/ 606821 w 6386648"/>
                <a:gd name="connsiteY1127" fmla="*/ 852076 h 1849426"/>
                <a:gd name="connsiteX1128" fmla="*/ 588797 w 6386648"/>
                <a:gd name="connsiteY1128" fmla="*/ 834051 h 1849426"/>
                <a:gd name="connsiteX1129" fmla="*/ 606821 w 6386648"/>
                <a:gd name="connsiteY1129" fmla="*/ 816027 h 1849426"/>
                <a:gd name="connsiteX1130" fmla="*/ 3292457 w 6386648"/>
                <a:gd name="connsiteY1130" fmla="*/ 791994 h 1849426"/>
                <a:gd name="connsiteX1131" fmla="*/ 3310482 w 6386648"/>
                <a:gd name="connsiteY1131" fmla="*/ 810018 h 1849426"/>
                <a:gd name="connsiteX1132" fmla="*/ 3292457 w 6386648"/>
                <a:gd name="connsiteY1132" fmla="*/ 828043 h 1849426"/>
                <a:gd name="connsiteX1133" fmla="*/ 3274433 w 6386648"/>
                <a:gd name="connsiteY1133" fmla="*/ 810018 h 1849426"/>
                <a:gd name="connsiteX1134" fmla="*/ 3292457 w 6386648"/>
                <a:gd name="connsiteY1134" fmla="*/ 791994 h 1849426"/>
                <a:gd name="connsiteX1135" fmla="*/ 859163 w 6386648"/>
                <a:gd name="connsiteY1135" fmla="*/ 791994 h 1849426"/>
                <a:gd name="connsiteX1136" fmla="*/ 877188 w 6386648"/>
                <a:gd name="connsiteY1136" fmla="*/ 810018 h 1849426"/>
                <a:gd name="connsiteX1137" fmla="*/ 859163 w 6386648"/>
                <a:gd name="connsiteY1137" fmla="*/ 828043 h 1849426"/>
                <a:gd name="connsiteX1138" fmla="*/ 841139 w 6386648"/>
                <a:gd name="connsiteY1138" fmla="*/ 810018 h 1849426"/>
                <a:gd name="connsiteX1139" fmla="*/ 859163 w 6386648"/>
                <a:gd name="connsiteY1139" fmla="*/ 791994 h 1849426"/>
                <a:gd name="connsiteX1140" fmla="*/ 1297756 w 6386648"/>
                <a:gd name="connsiteY1140" fmla="*/ 785986 h 1849426"/>
                <a:gd name="connsiteX1141" fmla="*/ 1315781 w 6386648"/>
                <a:gd name="connsiteY1141" fmla="*/ 804010 h 1849426"/>
                <a:gd name="connsiteX1142" fmla="*/ 1297756 w 6386648"/>
                <a:gd name="connsiteY1142" fmla="*/ 822035 h 1849426"/>
                <a:gd name="connsiteX1143" fmla="*/ 1279732 w 6386648"/>
                <a:gd name="connsiteY1143" fmla="*/ 804010 h 1849426"/>
                <a:gd name="connsiteX1144" fmla="*/ 1297756 w 6386648"/>
                <a:gd name="connsiteY1144" fmla="*/ 785986 h 1849426"/>
                <a:gd name="connsiteX1145" fmla="*/ 324438 w 6386648"/>
                <a:gd name="connsiteY1145" fmla="*/ 785986 h 1849426"/>
                <a:gd name="connsiteX1146" fmla="*/ 342463 w 6386648"/>
                <a:gd name="connsiteY1146" fmla="*/ 804010 h 1849426"/>
                <a:gd name="connsiteX1147" fmla="*/ 324438 w 6386648"/>
                <a:gd name="connsiteY1147" fmla="*/ 822035 h 1849426"/>
                <a:gd name="connsiteX1148" fmla="*/ 306414 w 6386648"/>
                <a:gd name="connsiteY1148" fmla="*/ 804010 h 1849426"/>
                <a:gd name="connsiteX1149" fmla="*/ 324438 w 6386648"/>
                <a:gd name="connsiteY1149" fmla="*/ 785986 h 1849426"/>
                <a:gd name="connsiteX1150" fmla="*/ 3755084 w 6386648"/>
                <a:gd name="connsiteY1150" fmla="*/ 779978 h 1849426"/>
                <a:gd name="connsiteX1151" fmla="*/ 3773109 w 6386648"/>
                <a:gd name="connsiteY1151" fmla="*/ 798002 h 1849426"/>
                <a:gd name="connsiteX1152" fmla="*/ 3755084 w 6386648"/>
                <a:gd name="connsiteY1152" fmla="*/ 816027 h 1849426"/>
                <a:gd name="connsiteX1153" fmla="*/ 3737060 w 6386648"/>
                <a:gd name="connsiteY1153" fmla="*/ 798002 h 1849426"/>
                <a:gd name="connsiteX1154" fmla="*/ 3755084 w 6386648"/>
                <a:gd name="connsiteY1154" fmla="*/ 779978 h 1849426"/>
                <a:gd name="connsiteX1155" fmla="*/ 1496026 w 6386648"/>
                <a:gd name="connsiteY1155" fmla="*/ 779978 h 1849426"/>
                <a:gd name="connsiteX1156" fmla="*/ 1514050 w 6386648"/>
                <a:gd name="connsiteY1156" fmla="*/ 798002 h 1849426"/>
                <a:gd name="connsiteX1157" fmla="*/ 1496026 w 6386648"/>
                <a:gd name="connsiteY1157" fmla="*/ 816027 h 1849426"/>
                <a:gd name="connsiteX1158" fmla="*/ 1478001 w 6386648"/>
                <a:gd name="connsiteY1158" fmla="*/ 798002 h 1849426"/>
                <a:gd name="connsiteX1159" fmla="*/ 1496026 w 6386648"/>
                <a:gd name="connsiteY1159" fmla="*/ 779978 h 1849426"/>
                <a:gd name="connsiteX1160" fmla="*/ 3622905 w 6386648"/>
                <a:gd name="connsiteY1160" fmla="*/ 767962 h 1849426"/>
                <a:gd name="connsiteX1161" fmla="*/ 3640930 w 6386648"/>
                <a:gd name="connsiteY1161" fmla="*/ 785987 h 1849426"/>
                <a:gd name="connsiteX1162" fmla="*/ 3622905 w 6386648"/>
                <a:gd name="connsiteY1162" fmla="*/ 804011 h 1849426"/>
                <a:gd name="connsiteX1163" fmla="*/ 3604881 w 6386648"/>
                <a:gd name="connsiteY1163" fmla="*/ 785987 h 1849426"/>
                <a:gd name="connsiteX1164" fmla="*/ 3622905 w 6386648"/>
                <a:gd name="connsiteY1164" fmla="*/ 767962 h 1849426"/>
                <a:gd name="connsiteX1165" fmla="*/ 3112213 w 6386648"/>
                <a:gd name="connsiteY1165" fmla="*/ 767962 h 1849426"/>
                <a:gd name="connsiteX1166" fmla="*/ 3130238 w 6386648"/>
                <a:gd name="connsiteY1166" fmla="*/ 785987 h 1849426"/>
                <a:gd name="connsiteX1167" fmla="*/ 3112213 w 6386648"/>
                <a:gd name="connsiteY1167" fmla="*/ 804011 h 1849426"/>
                <a:gd name="connsiteX1168" fmla="*/ 3094189 w 6386648"/>
                <a:gd name="connsiteY1168" fmla="*/ 785987 h 1849426"/>
                <a:gd name="connsiteX1169" fmla="*/ 3112213 w 6386648"/>
                <a:gd name="connsiteY1169" fmla="*/ 767962 h 1849426"/>
                <a:gd name="connsiteX1170" fmla="*/ 714968 w 6386648"/>
                <a:gd name="connsiteY1170" fmla="*/ 767962 h 1849426"/>
                <a:gd name="connsiteX1171" fmla="*/ 732992 w 6386648"/>
                <a:gd name="connsiteY1171" fmla="*/ 785987 h 1849426"/>
                <a:gd name="connsiteX1172" fmla="*/ 714968 w 6386648"/>
                <a:gd name="connsiteY1172" fmla="*/ 804011 h 1849426"/>
                <a:gd name="connsiteX1173" fmla="*/ 696943 w 6386648"/>
                <a:gd name="connsiteY1173" fmla="*/ 785987 h 1849426"/>
                <a:gd name="connsiteX1174" fmla="*/ 714968 w 6386648"/>
                <a:gd name="connsiteY1174" fmla="*/ 767962 h 1849426"/>
                <a:gd name="connsiteX1175" fmla="*/ 2986042 w 6386648"/>
                <a:gd name="connsiteY1175" fmla="*/ 761954 h 1849426"/>
                <a:gd name="connsiteX1176" fmla="*/ 3004067 w 6386648"/>
                <a:gd name="connsiteY1176" fmla="*/ 779978 h 1849426"/>
                <a:gd name="connsiteX1177" fmla="*/ 2986042 w 6386648"/>
                <a:gd name="connsiteY1177" fmla="*/ 798003 h 1849426"/>
                <a:gd name="connsiteX1178" fmla="*/ 2968017 w 6386648"/>
                <a:gd name="connsiteY1178" fmla="*/ 779978 h 1849426"/>
                <a:gd name="connsiteX1179" fmla="*/ 2986042 w 6386648"/>
                <a:gd name="connsiteY1179" fmla="*/ 761954 h 1849426"/>
                <a:gd name="connsiteX1180" fmla="*/ 1736351 w 6386648"/>
                <a:gd name="connsiteY1180" fmla="*/ 761954 h 1849426"/>
                <a:gd name="connsiteX1181" fmla="*/ 1754375 w 6386648"/>
                <a:gd name="connsiteY1181" fmla="*/ 779978 h 1849426"/>
                <a:gd name="connsiteX1182" fmla="*/ 1736351 w 6386648"/>
                <a:gd name="connsiteY1182" fmla="*/ 798003 h 1849426"/>
                <a:gd name="connsiteX1183" fmla="*/ 1718326 w 6386648"/>
                <a:gd name="connsiteY1183" fmla="*/ 779978 h 1849426"/>
                <a:gd name="connsiteX1184" fmla="*/ 1736351 w 6386648"/>
                <a:gd name="connsiteY1184" fmla="*/ 761954 h 1849426"/>
                <a:gd name="connsiteX1185" fmla="*/ 5863939 w 6386648"/>
                <a:gd name="connsiteY1185" fmla="*/ 755946 h 1849426"/>
                <a:gd name="connsiteX1186" fmla="*/ 5881964 w 6386648"/>
                <a:gd name="connsiteY1186" fmla="*/ 773970 h 1849426"/>
                <a:gd name="connsiteX1187" fmla="*/ 5863939 w 6386648"/>
                <a:gd name="connsiteY1187" fmla="*/ 791995 h 1849426"/>
                <a:gd name="connsiteX1188" fmla="*/ 5845915 w 6386648"/>
                <a:gd name="connsiteY1188" fmla="*/ 773970 h 1849426"/>
                <a:gd name="connsiteX1189" fmla="*/ 5863939 w 6386648"/>
                <a:gd name="connsiteY1189" fmla="*/ 755946 h 1849426"/>
                <a:gd name="connsiteX1190" fmla="*/ 2685636 w 6386648"/>
                <a:gd name="connsiteY1190" fmla="*/ 755946 h 1849426"/>
                <a:gd name="connsiteX1191" fmla="*/ 2703661 w 6386648"/>
                <a:gd name="connsiteY1191" fmla="*/ 773970 h 1849426"/>
                <a:gd name="connsiteX1192" fmla="*/ 2685636 w 6386648"/>
                <a:gd name="connsiteY1192" fmla="*/ 791995 h 1849426"/>
                <a:gd name="connsiteX1193" fmla="*/ 2667611 w 6386648"/>
                <a:gd name="connsiteY1193" fmla="*/ 773970 h 1849426"/>
                <a:gd name="connsiteX1194" fmla="*/ 2685636 w 6386648"/>
                <a:gd name="connsiteY1194" fmla="*/ 755946 h 1849426"/>
                <a:gd name="connsiteX1195" fmla="*/ 1069447 w 6386648"/>
                <a:gd name="connsiteY1195" fmla="*/ 755946 h 1849426"/>
                <a:gd name="connsiteX1196" fmla="*/ 1087472 w 6386648"/>
                <a:gd name="connsiteY1196" fmla="*/ 773970 h 1849426"/>
                <a:gd name="connsiteX1197" fmla="*/ 1069447 w 6386648"/>
                <a:gd name="connsiteY1197" fmla="*/ 791995 h 1849426"/>
                <a:gd name="connsiteX1198" fmla="*/ 1051423 w 6386648"/>
                <a:gd name="connsiteY1198" fmla="*/ 773970 h 1849426"/>
                <a:gd name="connsiteX1199" fmla="*/ 1069447 w 6386648"/>
                <a:gd name="connsiteY1199" fmla="*/ 755946 h 1849426"/>
                <a:gd name="connsiteX1200" fmla="*/ 3935328 w 6386648"/>
                <a:gd name="connsiteY1200" fmla="*/ 749937 h 1849426"/>
                <a:gd name="connsiteX1201" fmla="*/ 3953353 w 6386648"/>
                <a:gd name="connsiteY1201" fmla="*/ 767961 h 1849426"/>
                <a:gd name="connsiteX1202" fmla="*/ 3935328 w 6386648"/>
                <a:gd name="connsiteY1202" fmla="*/ 785986 h 1849426"/>
                <a:gd name="connsiteX1203" fmla="*/ 3917304 w 6386648"/>
                <a:gd name="connsiteY1203" fmla="*/ 767961 h 1849426"/>
                <a:gd name="connsiteX1204" fmla="*/ 3935328 w 6386648"/>
                <a:gd name="connsiteY1204" fmla="*/ 749937 h 1849426"/>
                <a:gd name="connsiteX1205" fmla="*/ 2114863 w 6386648"/>
                <a:gd name="connsiteY1205" fmla="*/ 749937 h 1849426"/>
                <a:gd name="connsiteX1206" fmla="*/ 2132888 w 6386648"/>
                <a:gd name="connsiteY1206" fmla="*/ 767961 h 1849426"/>
                <a:gd name="connsiteX1207" fmla="*/ 2114863 w 6386648"/>
                <a:gd name="connsiteY1207" fmla="*/ 785986 h 1849426"/>
                <a:gd name="connsiteX1208" fmla="*/ 2096839 w 6386648"/>
                <a:gd name="connsiteY1208" fmla="*/ 767961 h 1849426"/>
                <a:gd name="connsiteX1209" fmla="*/ 2114863 w 6386648"/>
                <a:gd name="connsiteY1209" fmla="*/ 749937 h 1849426"/>
                <a:gd name="connsiteX1210" fmla="*/ 2006717 w 6386648"/>
                <a:gd name="connsiteY1210" fmla="*/ 749937 h 1849426"/>
                <a:gd name="connsiteX1211" fmla="*/ 2024741 w 6386648"/>
                <a:gd name="connsiteY1211" fmla="*/ 767961 h 1849426"/>
                <a:gd name="connsiteX1212" fmla="*/ 2006717 w 6386648"/>
                <a:gd name="connsiteY1212" fmla="*/ 785986 h 1849426"/>
                <a:gd name="connsiteX1213" fmla="*/ 1988692 w 6386648"/>
                <a:gd name="connsiteY1213" fmla="*/ 767961 h 1849426"/>
                <a:gd name="connsiteX1214" fmla="*/ 2006717 w 6386648"/>
                <a:gd name="connsiteY1214" fmla="*/ 749937 h 1849426"/>
                <a:gd name="connsiteX1215" fmla="*/ 6116281 w 6386648"/>
                <a:gd name="connsiteY1215" fmla="*/ 737921 h 1849426"/>
                <a:gd name="connsiteX1216" fmla="*/ 6134306 w 6386648"/>
                <a:gd name="connsiteY1216" fmla="*/ 755946 h 1849426"/>
                <a:gd name="connsiteX1217" fmla="*/ 6116281 w 6386648"/>
                <a:gd name="connsiteY1217" fmla="*/ 773970 h 1849426"/>
                <a:gd name="connsiteX1218" fmla="*/ 6098257 w 6386648"/>
                <a:gd name="connsiteY1218" fmla="*/ 755946 h 1849426"/>
                <a:gd name="connsiteX1219" fmla="*/ 6116281 w 6386648"/>
                <a:gd name="connsiteY1219" fmla="*/ 737921 h 1849426"/>
                <a:gd name="connsiteX1220" fmla="*/ 2397246 w 6386648"/>
                <a:gd name="connsiteY1220" fmla="*/ 737921 h 1849426"/>
                <a:gd name="connsiteX1221" fmla="*/ 2415270 w 6386648"/>
                <a:gd name="connsiteY1221" fmla="*/ 755946 h 1849426"/>
                <a:gd name="connsiteX1222" fmla="*/ 2397246 w 6386648"/>
                <a:gd name="connsiteY1222" fmla="*/ 773970 h 1849426"/>
                <a:gd name="connsiteX1223" fmla="*/ 2379221 w 6386648"/>
                <a:gd name="connsiteY1223" fmla="*/ 755946 h 1849426"/>
                <a:gd name="connsiteX1224" fmla="*/ 2397246 w 6386648"/>
                <a:gd name="connsiteY1224" fmla="*/ 737921 h 1849426"/>
                <a:gd name="connsiteX1225" fmla="*/ 522707 w 6386648"/>
                <a:gd name="connsiteY1225" fmla="*/ 731913 h 1849426"/>
                <a:gd name="connsiteX1226" fmla="*/ 540732 w 6386648"/>
                <a:gd name="connsiteY1226" fmla="*/ 749937 h 1849426"/>
                <a:gd name="connsiteX1227" fmla="*/ 522707 w 6386648"/>
                <a:gd name="connsiteY1227" fmla="*/ 767962 h 1849426"/>
                <a:gd name="connsiteX1228" fmla="*/ 504683 w 6386648"/>
                <a:gd name="connsiteY1228" fmla="*/ 749937 h 1849426"/>
                <a:gd name="connsiteX1229" fmla="*/ 522707 w 6386648"/>
                <a:gd name="connsiteY1229" fmla="*/ 731913 h 1849426"/>
                <a:gd name="connsiteX1230" fmla="*/ 414561 w 6386648"/>
                <a:gd name="connsiteY1230" fmla="*/ 731913 h 1849426"/>
                <a:gd name="connsiteX1231" fmla="*/ 432586 w 6386648"/>
                <a:gd name="connsiteY1231" fmla="*/ 749937 h 1849426"/>
                <a:gd name="connsiteX1232" fmla="*/ 414561 w 6386648"/>
                <a:gd name="connsiteY1232" fmla="*/ 767962 h 1849426"/>
                <a:gd name="connsiteX1233" fmla="*/ 396537 w 6386648"/>
                <a:gd name="connsiteY1233" fmla="*/ 749937 h 1849426"/>
                <a:gd name="connsiteX1234" fmla="*/ 414561 w 6386648"/>
                <a:gd name="connsiteY1234" fmla="*/ 731913 h 1849426"/>
                <a:gd name="connsiteX1235" fmla="*/ 6236444 w 6386648"/>
                <a:gd name="connsiteY1235" fmla="*/ 725905 h 1849426"/>
                <a:gd name="connsiteX1236" fmla="*/ 6254469 w 6386648"/>
                <a:gd name="connsiteY1236" fmla="*/ 743929 h 1849426"/>
                <a:gd name="connsiteX1237" fmla="*/ 6236444 w 6386648"/>
                <a:gd name="connsiteY1237" fmla="*/ 761954 h 1849426"/>
                <a:gd name="connsiteX1238" fmla="*/ 6218420 w 6386648"/>
                <a:gd name="connsiteY1238" fmla="*/ 743929 h 1849426"/>
                <a:gd name="connsiteX1239" fmla="*/ 6236444 w 6386648"/>
                <a:gd name="connsiteY1239" fmla="*/ 725905 h 1849426"/>
                <a:gd name="connsiteX1240" fmla="*/ 961301 w 6386648"/>
                <a:gd name="connsiteY1240" fmla="*/ 725905 h 1849426"/>
                <a:gd name="connsiteX1241" fmla="*/ 979326 w 6386648"/>
                <a:gd name="connsiteY1241" fmla="*/ 743929 h 1849426"/>
                <a:gd name="connsiteX1242" fmla="*/ 961301 w 6386648"/>
                <a:gd name="connsiteY1242" fmla="*/ 761954 h 1849426"/>
                <a:gd name="connsiteX1243" fmla="*/ 943277 w 6386648"/>
                <a:gd name="connsiteY1243" fmla="*/ 743929 h 1849426"/>
                <a:gd name="connsiteX1244" fmla="*/ 961301 w 6386648"/>
                <a:gd name="connsiteY1244" fmla="*/ 725905 h 1849426"/>
                <a:gd name="connsiteX1245" fmla="*/ 3400604 w 6386648"/>
                <a:gd name="connsiteY1245" fmla="*/ 719897 h 1849426"/>
                <a:gd name="connsiteX1246" fmla="*/ 3418629 w 6386648"/>
                <a:gd name="connsiteY1246" fmla="*/ 737921 h 1849426"/>
                <a:gd name="connsiteX1247" fmla="*/ 3400604 w 6386648"/>
                <a:gd name="connsiteY1247" fmla="*/ 755946 h 1849426"/>
                <a:gd name="connsiteX1248" fmla="*/ 3382580 w 6386648"/>
                <a:gd name="connsiteY1248" fmla="*/ 737921 h 1849426"/>
                <a:gd name="connsiteX1249" fmla="*/ 3400604 w 6386648"/>
                <a:gd name="connsiteY1249" fmla="*/ 719897 h 1849426"/>
                <a:gd name="connsiteX1250" fmla="*/ 6002126 w 6386648"/>
                <a:gd name="connsiteY1250" fmla="*/ 713889 h 1849426"/>
                <a:gd name="connsiteX1251" fmla="*/ 6020151 w 6386648"/>
                <a:gd name="connsiteY1251" fmla="*/ 731913 h 1849426"/>
                <a:gd name="connsiteX1252" fmla="*/ 6002126 w 6386648"/>
                <a:gd name="connsiteY1252" fmla="*/ 749938 h 1849426"/>
                <a:gd name="connsiteX1253" fmla="*/ 5984102 w 6386648"/>
                <a:gd name="connsiteY1253" fmla="*/ 731913 h 1849426"/>
                <a:gd name="connsiteX1254" fmla="*/ 6002126 w 6386648"/>
                <a:gd name="connsiteY1254" fmla="*/ 713889 h 1849426"/>
                <a:gd name="connsiteX1255" fmla="*/ 1610179 w 6386648"/>
                <a:gd name="connsiteY1255" fmla="*/ 713889 h 1849426"/>
                <a:gd name="connsiteX1256" fmla="*/ 1628204 w 6386648"/>
                <a:gd name="connsiteY1256" fmla="*/ 731913 h 1849426"/>
                <a:gd name="connsiteX1257" fmla="*/ 1610179 w 6386648"/>
                <a:gd name="connsiteY1257" fmla="*/ 749938 h 1849426"/>
                <a:gd name="connsiteX1258" fmla="*/ 1592155 w 6386648"/>
                <a:gd name="connsiteY1258" fmla="*/ 731913 h 1849426"/>
                <a:gd name="connsiteX1259" fmla="*/ 1610179 w 6386648"/>
                <a:gd name="connsiteY1259" fmla="*/ 713889 h 1849426"/>
                <a:gd name="connsiteX1260" fmla="*/ 3520767 w 6386648"/>
                <a:gd name="connsiteY1260" fmla="*/ 707881 h 1849426"/>
                <a:gd name="connsiteX1261" fmla="*/ 3538792 w 6386648"/>
                <a:gd name="connsiteY1261" fmla="*/ 725906 h 1849426"/>
                <a:gd name="connsiteX1262" fmla="*/ 3520767 w 6386648"/>
                <a:gd name="connsiteY1262" fmla="*/ 743930 h 1849426"/>
                <a:gd name="connsiteX1263" fmla="*/ 3502743 w 6386648"/>
                <a:gd name="connsiteY1263" fmla="*/ 725906 h 1849426"/>
                <a:gd name="connsiteX1264" fmla="*/ 3520767 w 6386648"/>
                <a:gd name="connsiteY1264" fmla="*/ 707881 h 1849426"/>
                <a:gd name="connsiteX1265" fmla="*/ 2895920 w 6386648"/>
                <a:gd name="connsiteY1265" fmla="*/ 701872 h 1849426"/>
                <a:gd name="connsiteX1266" fmla="*/ 2913945 w 6386648"/>
                <a:gd name="connsiteY1266" fmla="*/ 719896 h 1849426"/>
                <a:gd name="connsiteX1267" fmla="*/ 2895920 w 6386648"/>
                <a:gd name="connsiteY1267" fmla="*/ 737921 h 1849426"/>
                <a:gd name="connsiteX1268" fmla="*/ 2877895 w 6386648"/>
                <a:gd name="connsiteY1268" fmla="*/ 719896 h 1849426"/>
                <a:gd name="connsiteX1269" fmla="*/ 2895920 w 6386648"/>
                <a:gd name="connsiteY1269" fmla="*/ 701872 h 1849426"/>
                <a:gd name="connsiteX1270" fmla="*/ 2547449 w 6386648"/>
                <a:gd name="connsiteY1270" fmla="*/ 701872 h 1849426"/>
                <a:gd name="connsiteX1271" fmla="*/ 2565474 w 6386648"/>
                <a:gd name="connsiteY1271" fmla="*/ 719896 h 1849426"/>
                <a:gd name="connsiteX1272" fmla="*/ 2547449 w 6386648"/>
                <a:gd name="connsiteY1272" fmla="*/ 737921 h 1849426"/>
                <a:gd name="connsiteX1273" fmla="*/ 2529425 w 6386648"/>
                <a:gd name="connsiteY1273" fmla="*/ 719896 h 1849426"/>
                <a:gd name="connsiteX1274" fmla="*/ 2547449 w 6386648"/>
                <a:gd name="connsiteY1274" fmla="*/ 701872 h 1849426"/>
                <a:gd name="connsiteX1275" fmla="*/ 2241034 w 6386648"/>
                <a:gd name="connsiteY1275" fmla="*/ 701872 h 1849426"/>
                <a:gd name="connsiteX1276" fmla="*/ 2259059 w 6386648"/>
                <a:gd name="connsiteY1276" fmla="*/ 719896 h 1849426"/>
                <a:gd name="connsiteX1277" fmla="*/ 2241034 w 6386648"/>
                <a:gd name="connsiteY1277" fmla="*/ 737921 h 1849426"/>
                <a:gd name="connsiteX1278" fmla="*/ 2223010 w 6386648"/>
                <a:gd name="connsiteY1278" fmla="*/ 719896 h 1849426"/>
                <a:gd name="connsiteX1279" fmla="*/ 2241034 w 6386648"/>
                <a:gd name="connsiteY1279" fmla="*/ 701872 h 1849426"/>
                <a:gd name="connsiteX1280" fmla="*/ 1411911 w 6386648"/>
                <a:gd name="connsiteY1280" fmla="*/ 701872 h 1849426"/>
                <a:gd name="connsiteX1281" fmla="*/ 1429936 w 6386648"/>
                <a:gd name="connsiteY1281" fmla="*/ 719896 h 1849426"/>
                <a:gd name="connsiteX1282" fmla="*/ 1411911 w 6386648"/>
                <a:gd name="connsiteY1282" fmla="*/ 737921 h 1849426"/>
                <a:gd name="connsiteX1283" fmla="*/ 1393887 w 6386648"/>
                <a:gd name="connsiteY1283" fmla="*/ 719896 h 1849426"/>
                <a:gd name="connsiteX1284" fmla="*/ 1411911 w 6386648"/>
                <a:gd name="connsiteY1284" fmla="*/ 701872 h 1849426"/>
                <a:gd name="connsiteX1285" fmla="*/ 1165578 w 6386648"/>
                <a:gd name="connsiteY1285" fmla="*/ 701872 h 1849426"/>
                <a:gd name="connsiteX1286" fmla="*/ 1183602 w 6386648"/>
                <a:gd name="connsiteY1286" fmla="*/ 719896 h 1849426"/>
                <a:gd name="connsiteX1287" fmla="*/ 1165578 w 6386648"/>
                <a:gd name="connsiteY1287" fmla="*/ 737921 h 1849426"/>
                <a:gd name="connsiteX1288" fmla="*/ 1147553 w 6386648"/>
                <a:gd name="connsiteY1288" fmla="*/ 719896 h 1849426"/>
                <a:gd name="connsiteX1289" fmla="*/ 1165578 w 6386648"/>
                <a:gd name="connsiteY1289" fmla="*/ 701872 h 1849426"/>
                <a:gd name="connsiteX1290" fmla="*/ 168227 w 6386648"/>
                <a:gd name="connsiteY1290" fmla="*/ 701872 h 1849426"/>
                <a:gd name="connsiteX1291" fmla="*/ 186252 w 6386648"/>
                <a:gd name="connsiteY1291" fmla="*/ 719896 h 1849426"/>
                <a:gd name="connsiteX1292" fmla="*/ 168227 w 6386648"/>
                <a:gd name="connsiteY1292" fmla="*/ 737921 h 1849426"/>
                <a:gd name="connsiteX1293" fmla="*/ 150203 w 6386648"/>
                <a:gd name="connsiteY1293" fmla="*/ 719896 h 1849426"/>
                <a:gd name="connsiteX1294" fmla="*/ 168227 w 6386648"/>
                <a:gd name="connsiteY1294" fmla="*/ 701872 h 1849426"/>
                <a:gd name="connsiteX1295" fmla="*/ 1910586 w 6386648"/>
                <a:gd name="connsiteY1295" fmla="*/ 695864 h 1849426"/>
                <a:gd name="connsiteX1296" fmla="*/ 1928611 w 6386648"/>
                <a:gd name="connsiteY1296" fmla="*/ 713888 h 1849426"/>
                <a:gd name="connsiteX1297" fmla="*/ 1910586 w 6386648"/>
                <a:gd name="connsiteY1297" fmla="*/ 731913 h 1849426"/>
                <a:gd name="connsiteX1298" fmla="*/ 1892562 w 6386648"/>
                <a:gd name="connsiteY1298" fmla="*/ 713888 h 1849426"/>
                <a:gd name="connsiteX1299" fmla="*/ 1910586 w 6386648"/>
                <a:gd name="connsiteY1299" fmla="*/ 695864 h 1849426"/>
                <a:gd name="connsiteX1300" fmla="*/ 3833190 w 6386648"/>
                <a:gd name="connsiteY1300" fmla="*/ 689856 h 1849426"/>
                <a:gd name="connsiteX1301" fmla="*/ 3851215 w 6386648"/>
                <a:gd name="connsiteY1301" fmla="*/ 707880 h 1849426"/>
                <a:gd name="connsiteX1302" fmla="*/ 3833190 w 6386648"/>
                <a:gd name="connsiteY1302" fmla="*/ 725905 h 1849426"/>
                <a:gd name="connsiteX1303" fmla="*/ 3815166 w 6386648"/>
                <a:gd name="connsiteY1303" fmla="*/ 707880 h 1849426"/>
                <a:gd name="connsiteX1304" fmla="*/ 3833190 w 6386648"/>
                <a:gd name="connsiteY1304" fmla="*/ 689856 h 1849426"/>
                <a:gd name="connsiteX1305" fmla="*/ 2787774 w 6386648"/>
                <a:gd name="connsiteY1305" fmla="*/ 689856 h 1849426"/>
                <a:gd name="connsiteX1306" fmla="*/ 2805799 w 6386648"/>
                <a:gd name="connsiteY1306" fmla="*/ 707880 h 1849426"/>
                <a:gd name="connsiteX1307" fmla="*/ 2787774 w 6386648"/>
                <a:gd name="connsiteY1307" fmla="*/ 725905 h 1849426"/>
                <a:gd name="connsiteX1308" fmla="*/ 2769750 w 6386648"/>
                <a:gd name="connsiteY1308" fmla="*/ 707880 h 1849426"/>
                <a:gd name="connsiteX1309" fmla="*/ 2787774 w 6386648"/>
                <a:gd name="connsiteY1309" fmla="*/ 689856 h 1849426"/>
                <a:gd name="connsiteX1310" fmla="*/ 5737768 w 6386648"/>
                <a:gd name="connsiteY1310" fmla="*/ 677840 h 1849426"/>
                <a:gd name="connsiteX1311" fmla="*/ 5755793 w 6386648"/>
                <a:gd name="connsiteY1311" fmla="*/ 695865 h 1849426"/>
                <a:gd name="connsiteX1312" fmla="*/ 5737768 w 6386648"/>
                <a:gd name="connsiteY1312" fmla="*/ 713889 h 1849426"/>
                <a:gd name="connsiteX1313" fmla="*/ 5719744 w 6386648"/>
                <a:gd name="connsiteY1313" fmla="*/ 695865 h 1849426"/>
                <a:gd name="connsiteX1314" fmla="*/ 5737768 w 6386648"/>
                <a:gd name="connsiteY1314" fmla="*/ 677840 h 1849426"/>
                <a:gd name="connsiteX1315" fmla="*/ 781057 w 6386648"/>
                <a:gd name="connsiteY1315" fmla="*/ 677840 h 1849426"/>
                <a:gd name="connsiteX1316" fmla="*/ 799082 w 6386648"/>
                <a:gd name="connsiteY1316" fmla="*/ 695865 h 1849426"/>
                <a:gd name="connsiteX1317" fmla="*/ 781057 w 6386648"/>
                <a:gd name="connsiteY1317" fmla="*/ 713889 h 1849426"/>
                <a:gd name="connsiteX1318" fmla="*/ 763033 w 6386648"/>
                <a:gd name="connsiteY1318" fmla="*/ 695865 h 1849426"/>
                <a:gd name="connsiteX1319" fmla="*/ 781057 w 6386648"/>
                <a:gd name="connsiteY1319" fmla="*/ 677840 h 1849426"/>
                <a:gd name="connsiteX1320" fmla="*/ 276373 w 6386648"/>
                <a:gd name="connsiteY1320" fmla="*/ 677840 h 1849426"/>
                <a:gd name="connsiteX1321" fmla="*/ 294398 w 6386648"/>
                <a:gd name="connsiteY1321" fmla="*/ 695865 h 1849426"/>
                <a:gd name="connsiteX1322" fmla="*/ 276373 w 6386648"/>
                <a:gd name="connsiteY1322" fmla="*/ 713889 h 1849426"/>
                <a:gd name="connsiteX1323" fmla="*/ 258349 w 6386648"/>
                <a:gd name="connsiteY1323" fmla="*/ 695865 h 1849426"/>
                <a:gd name="connsiteX1324" fmla="*/ 276373 w 6386648"/>
                <a:gd name="connsiteY1324" fmla="*/ 677840 h 1849426"/>
                <a:gd name="connsiteX1325" fmla="*/ 1784415 w 6386648"/>
                <a:gd name="connsiteY1325" fmla="*/ 671832 h 1849426"/>
                <a:gd name="connsiteX1326" fmla="*/ 1802440 w 6386648"/>
                <a:gd name="connsiteY1326" fmla="*/ 689856 h 1849426"/>
                <a:gd name="connsiteX1327" fmla="*/ 1784415 w 6386648"/>
                <a:gd name="connsiteY1327" fmla="*/ 707881 h 1849426"/>
                <a:gd name="connsiteX1328" fmla="*/ 1766391 w 6386648"/>
                <a:gd name="connsiteY1328" fmla="*/ 689856 h 1849426"/>
                <a:gd name="connsiteX1329" fmla="*/ 1784415 w 6386648"/>
                <a:gd name="connsiteY1329" fmla="*/ 671832 h 1849426"/>
                <a:gd name="connsiteX1330" fmla="*/ 3713027 w 6386648"/>
                <a:gd name="connsiteY1330" fmla="*/ 665824 h 1849426"/>
                <a:gd name="connsiteX1331" fmla="*/ 3731052 w 6386648"/>
                <a:gd name="connsiteY1331" fmla="*/ 683848 h 1849426"/>
                <a:gd name="connsiteX1332" fmla="*/ 3713027 w 6386648"/>
                <a:gd name="connsiteY1332" fmla="*/ 701873 h 1849426"/>
                <a:gd name="connsiteX1333" fmla="*/ 3695003 w 6386648"/>
                <a:gd name="connsiteY1333" fmla="*/ 683848 h 1849426"/>
                <a:gd name="connsiteX1334" fmla="*/ 3713027 w 6386648"/>
                <a:gd name="connsiteY1334" fmla="*/ 665824 h 1849426"/>
                <a:gd name="connsiteX1335" fmla="*/ 3274433 w 6386648"/>
                <a:gd name="connsiteY1335" fmla="*/ 665824 h 1849426"/>
                <a:gd name="connsiteX1336" fmla="*/ 3292458 w 6386648"/>
                <a:gd name="connsiteY1336" fmla="*/ 683848 h 1849426"/>
                <a:gd name="connsiteX1337" fmla="*/ 3274433 w 6386648"/>
                <a:gd name="connsiteY1337" fmla="*/ 701873 h 1849426"/>
                <a:gd name="connsiteX1338" fmla="*/ 3256409 w 6386648"/>
                <a:gd name="connsiteY1338" fmla="*/ 683848 h 1849426"/>
                <a:gd name="connsiteX1339" fmla="*/ 3274433 w 6386648"/>
                <a:gd name="connsiteY1339" fmla="*/ 665824 h 1849426"/>
                <a:gd name="connsiteX1340" fmla="*/ 1291748 w 6386648"/>
                <a:gd name="connsiteY1340" fmla="*/ 665824 h 1849426"/>
                <a:gd name="connsiteX1341" fmla="*/ 1309773 w 6386648"/>
                <a:gd name="connsiteY1341" fmla="*/ 683848 h 1849426"/>
                <a:gd name="connsiteX1342" fmla="*/ 1291748 w 6386648"/>
                <a:gd name="connsiteY1342" fmla="*/ 701873 h 1849426"/>
                <a:gd name="connsiteX1343" fmla="*/ 1273724 w 6386648"/>
                <a:gd name="connsiteY1343" fmla="*/ 683848 h 1849426"/>
                <a:gd name="connsiteX1344" fmla="*/ 1291748 w 6386648"/>
                <a:gd name="connsiteY1344" fmla="*/ 665824 h 1849426"/>
                <a:gd name="connsiteX1345" fmla="*/ 636862 w 6386648"/>
                <a:gd name="connsiteY1345" fmla="*/ 665824 h 1849426"/>
                <a:gd name="connsiteX1346" fmla="*/ 654887 w 6386648"/>
                <a:gd name="connsiteY1346" fmla="*/ 683848 h 1849426"/>
                <a:gd name="connsiteX1347" fmla="*/ 636862 w 6386648"/>
                <a:gd name="connsiteY1347" fmla="*/ 701873 h 1849426"/>
                <a:gd name="connsiteX1348" fmla="*/ 618838 w 6386648"/>
                <a:gd name="connsiteY1348" fmla="*/ 683848 h 1849426"/>
                <a:gd name="connsiteX1349" fmla="*/ 636862 w 6386648"/>
                <a:gd name="connsiteY1349" fmla="*/ 665824 h 1849426"/>
                <a:gd name="connsiteX1350" fmla="*/ 3172295 w 6386648"/>
                <a:gd name="connsiteY1350" fmla="*/ 659815 h 1849426"/>
                <a:gd name="connsiteX1351" fmla="*/ 3190320 w 6386648"/>
                <a:gd name="connsiteY1351" fmla="*/ 677839 h 1849426"/>
                <a:gd name="connsiteX1352" fmla="*/ 3172295 w 6386648"/>
                <a:gd name="connsiteY1352" fmla="*/ 695864 h 1849426"/>
                <a:gd name="connsiteX1353" fmla="*/ 3154271 w 6386648"/>
                <a:gd name="connsiteY1353" fmla="*/ 677839 h 1849426"/>
                <a:gd name="connsiteX1354" fmla="*/ 3172295 w 6386648"/>
                <a:gd name="connsiteY1354" fmla="*/ 659815 h 1849426"/>
                <a:gd name="connsiteX1355" fmla="*/ 6314550 w 6386648"/>
                <a:gd name="connsiteY1355" fmla="*/ 647799 h 1849426"/>
                <a:gd name="connsiteX1356" fmla="*/ 6332574 w 6386648"/>
                <a:gd name="connsiteY1356" fmla="*/ 665824 h 1849426"/>
                <a:gd name="connsiteX1357" fmla="*/ 6314550 w 6386648"/>
                <a:gd name="connsiteY1357" fmla="*/ 683848 h 1849426"/>
                <a:gd name="connsiteX1358" fmla="*/ 6296525 w 6386648"/>
                <a:gd name="connsiteY1358" fmla="*/ 665824 h 1849426"/>
                <a:gd name="connsiteX1359" fmla="*/ 6314550 w 6386648"/>
                <a:gd name="connsiteY1359" fmla="*/ 647799 h 1849426"/>
                <a:gd name="connsiteX1360" fmla="*/ 3040116 w 6386648"/>
                <a:gd name="connsiteY1360" fmla="*/ 647799 h 1849426"/>
                <a:gd name="connsiteX1361" fmla="*/ 3058141 w 6386648"/>
                <a:gd name="connsiteY1361" fmla="*/ 665824 h 1849426"/>
                <a:gd name="connsiteX1362" fmla="*/ 3040116 w 6386648"/>
                <a:gd name="connsiteY1362" fmla="*/ 683848 h 1849426"/>
                <a:gd name="connsiteX1363" fmla="*/ 3022092 w 6386648"/>
                <a:gd name="connsiteY1363" fmla="*/ 665824 h 1849426"/>
                <a:gd name="connsiteX1364" fmla="*/ 3040116 w 6386648"/>
                <a:gd name="connsiteY1364" fmla="*/ 647799 h 1849426"/>
                <a:gd name="connsiteX1365" fmla="*/ 4025450 w 6386648"/>
                <a:gd name="connsiteY1365" fmla="*/ 641791 h 1849426"/>
                <a:gd name="connsiteX1366" fmla="*/ 4043475 w 6386648"/>
                <a:gd name="connsiteY1366" fmla="*/ 659815 h 1849426"/>
                <a:gd name="connsiteX1367" fmla="*/ 4025450 w 6386648"/>
                <a:gd name="connsiteY1367" fmla="*/ 677840 h 1849426"/>
                <a:gd name="connsiteX1368" fmla="*/ 4007426 w 6386648"/>
                <a:gd name="connsiteY1368" fmla="*/ 659815 h 1849426"/>
                <a:gd name="connsiteX1369" fmla="*/ 4025450 w 6386648"/>
                <a:gd name="connsiteY1369" fmla="*/ 641791 h 1849426"/>
                <a:gd name="connsiteX1370" fmla="*/ 5948053 w 6386648"/>
                <a:gd name="connsiteY1370" fmla="*/ 629775 h 1849426"/>
                <a:gd name="connsiteX1371" fmla="*/ 5966078 w 6386648"/>
                <a:gd name="connsiteY1371" fmla="*/ 647799 h 1849426"/>
                <a:gd name="connsiteX1372" fmla="*/ 5948053 w 6386648"/>
                <a:gd name="connsiteY1372" fmla="*/ 665824 h 1849426"/>
                <a:gd name="connsiteX1373" fmla="*/ 5930029 w 6386648"/>
                <a:gd name="connsiteY1373" fmla="*/ 647799 h 1849426"/>
                <a:gd name="connsiteX1374" fmla="*/ 5948053 w 6386648"/>
                <a:gd name="connsiteY1374" fmla="*/ 629775 h 1849426"/>
                <a:gd name="connsiteX1375" fmla="*/ 2673619 w 6386648"/>
                <a:gd name="connsiteY1375" fmla="*/ 629775 h 1849426"/>
                <a:gd name="connsiteX1376" fmla="*/ 2691644 w 6386648"/>
                <a:gd name="connsiteY1376" fmla="*/ 647799 h 1849426"/>
                <a:gd name="connsiteX1377" fmla="*/ 2673619 w 6386648"/>
                <a:gd name="connsiteY1377" fmla="*/ 665824 h 1849426"/>
                <a:gd name="connsiteX1378" fmla="*/ 2655595 w 6386648"/>
                <a:gd name="connsiteY1378" fmla="*/ 647799 h 1849426"/>
                <a:gd name="connsiteX1379" fmla="*/ 2673619 w 6386648"/>
                <a:gd name="connsiteY1379" fmla="*/ 629775 h 1849426"/>
                <a:gd name="connsiteX1380" fmla="*/ 2331156 w 6386648"/>
                <a:gd name="connsiteY1380" fmla="*/ 629775 h 1849426"/>
                <a:gd name="connsiteX1381" fmla="*/ 2349181 w 6386648"/>
                <a:gd name="connsiteY1381" fmla="*/ 647799 h 1849426"/>
                <a:gd name="connsiteX1382" fmla="*/ 2331156 w 6386648"/>
                <a:gd name="connsiteY1382" fmla="*/ 665824 h 1849426"/>
                <a:gd name="connsiteX1383" fmla="*/ 2313132 w 6386648"/>
                <a:gd name="connsiteY1383" fmla="*/ 647799 h 1849426"/>
                <a:gd name="connsiteX1384" fmla="*/ 2331156 w 6386648"/>
                <a:gd name="connsiteY1384" fmla="*/ 629775 h 1849426"/>
                <a:gd name="connsiteX1385" fmla="*/ 1514049 w 6386648"/>
                <a:gd name="connsiteY1385" fmla="*/ 629775 h 1849426"/>
                <a:gd name="connsiteX1386" fmla="*/ 1532074 w 6386648"/>
                <a:gd name="connsiteY1386" fmla="*/ 647799 h 1849426"/>
                <a:gd name="connsiteX1387" fmla="*/ 1514049 w 6386648"/>
                <a:gd name="connsiteY1387" fmla="*/ 665824 h 1849426"/>
                <a:gd name="connsiteX1388" fmla="*/ 1496025 w 6386648"/>
                <a:gd name="connsiteY1388" fmla="*/ 647799 h 1849426"/>
                <a:gd name="connsiteX1389" fmla="*/ 1514049 w 6386648"/>
                <a:gd name="connsiteY1389" fmla="*/ 629775 h 1849426"/>
                <a:gd name="connsiteX1390" fmla="*/ 901219 w 6386648"/>
                <a:gd name="connsiteY1390" fmla="*/ 629775 h 1849426"/>
                <a:gd name="connsiteX1391" fmla="*/ 919244 w 6386648"/>
                <a:gd name="connsiteY1391" fmla="*/ 647799 h 1849426"/>
                <a:gd name="connsiteX1392" fmla="*/ 901219 w 6386648"/>
                <a:gd name="connsiteY1392" fmla="*/ 665824 h 1849426"/>
                <a:gd name="connsiteX1393" fmla="*/ 883195 w 6386648"/>
                <a:gd name="connsiteY1393" fmla="*/ 647799 h 1849426"/>
                <a:gd name="connsiteX1394" fmla="*/ 901219 w 6386648"/>
                <a:gd name="connsiteY1394" fmla="*/ 629775 h 1849426"/>
                <a:gd name="connsiteX1395" fmla="*/ 5827891 w 6386648"/>
                <a:gd name="connsiteY1395" fmla="*/ 617758 h 1849426"/>
                <a:gd name="connsiteX1396" fmla="*/ 5845916 w 6386648"/>
                <a:gd name="connsiteY1396" fmla="*/ 635783 h 1849426"/>
                <a:gd name="connsiteX1397" fmla="*/ 5827891 w 6386648"/>
                <a:gd name="connsiteY1397" fmla="*/ 653807 h 1849426"/>
                <a:gd name="connsiteX1398" fmla="*/ 5809867 w 6386648"/>
                <a:gd name="connsiteY1398" fmla="*/ 635783 h 1849426"/>
                <a:gd name="connsiteX1399" fmla="*/ 5827891 w 6386648"/>
                <a:gd name="connsiteY1399" fmla="*/ 617758 h 1849426"/>
                <a:gd name="connsiteX1400" fmla="*/ 2469343 w 6386648"/>
                <a:gd name="connsiteY1400" fmla="*/ 617758 h 1849426"/>
                <a:gd name="connsiteX1401" fmla="*/ 2487368 w 6386648"/>
                <a:gd name="connsiteY1401" fmla="*/ 635783 h 1849426"/>
                <a:gd name="connsiteX1402" fmla="*/ 2469343 w 6386648"/>
                <a:gd name="connsiteY1402" fmla="*/ 653807 h 1849426"/>
                <a:gd name="connsiteX1403" fmla="*/ 2451319 w 6386648"/>
                <a:gd name="connsiteY1403" fmla="*/ 635783 h 1849426"/>
                <a:gd name="connsiteX1404" fmla="*/ 2469343 w 6386648"/>
                <a:gd name="connsiteY1404" fmla="*/ 617758 h 1849426"/>
                <a:gd name="connsiteX1405" fmla="*/ 6110273 w 6386648"/>
                <a:gd name="connsiteY1405" fmla="*/ 611750 h 1849426"/>
                <a:gd name="connsiteX1406" fmla="*/ 6128298 w 6386648"/>
                <a:gd name="connsiteY1406" fmla="*/ 629774 h 1849426"/>
                <a:gd name="connsiteX1407" fmla="*/ 6110273 w 6386648"/>
                <a:gd name="connsiteY1407" fmla="*/ 647799 h 1849426"/>
                <a:gd name="connsiteX1408" fmla="*/ 6092248 w 6386648"/>
                <a:gd name="connsiteY1408" fmla="*/ 629774 h 1849426"/>
                <a:gd name="connsiteX1409" fmla="*/ 6110273 w 6386648"/>
                <a:gd name="connsiteY1409" fmla="*/ 611750 h 1849426"/>
                <a:gd name="connsiteX1410" fmla="*/ 3598872 w 6386648"/>
                <a:gd name="connsiteY1410" fmla="*/ 611750 h 1849426"/>
                <a:gd name="connsiteX1411" fmla="*/ 3616897 w 6386648"/>
                <a:gd name="connsiteY1411" fmla="*/ 629774 h 1849426"/>
                <a:gd name="connsiteX1412" fmla="*/ 3598872 w 6386648"/>
                <a:gd name="connsiteY1412" fmla="*/ 647799 h 1849426"/>
                <a:gd name="connsiteX1413" fmla="*/ 3580848 w 6386648"/>
                <a:gd name="connsiteY1413" fmla="*/ 629774 h 1849426"/>
                <a:gd name="connsiteX1414" fmla="*/ 3598872 w 6386648"/>
                <a:gd name="connsiteY1414" fmla="*/ 611750 h 1849426"/>
                <a:gd name="connsiteX1415" fmla="*/ 2150912 w 6386648"/>
                <a:gd name="connsiteY1415" fmla="*/ 611750 h 1849426"/>
                <a:gd name="connsiteX1416" fmla="*/ 2168937 w 6386648"/>
                <a:gd name="connsiteY1416" fmla="*/ 629774 h 1849426"/>
                <a:gd name="connsiteX1417" fmla="*/ 2150912 w 6386648"/>
                <a:gd name="connsiteY1417" fmla="*/ 647799 h 1849426"/>
                <a:gd name="connsiteX1418" fmla="*/ 2132888 w 6386648"/>
                <a:gd name="connsiteY1418" fmla="*/ 629774 h 1849426"/>
                <a:gd name="connsiteX1419" fmla="*/ 2150912 w 6386648"/>
                <a:gd name="connsiteY1419" fmla="*/ 611750 h 1849426"/>
                <a:gd name="connsiteX1420" fmla="*/ 2036758 w 6386648"/>
                <a:gd name="connsiteY1420" fmla="*/ 605742 h 1849426"/>
                <a:gd name="connsiteX1421" fmla="*/ 2054782 w 6386648"/>
                <a:gd name="connsiteY1421" fmla="*/ 623766 h 1849426"/>
                <a:gd name="connsiteX1422" fmla="*/ 2036758 w 6386648"/>
                <a:gd name="connsiteY1422" fmla="*/ 641791 h 1849426"/>
                <a:gd name="connsiteX1423" fmla="*/ 2018733 w 6386648"/>
                <a:gd name="connsiteY1423" fmla="*/ 623766 h 1849426"/>
                <a:gd name="connsiteX1424" fmla="*/ 2036758 w 6386648"/>
                <a:gd name="connsiteY1424" fmla="*/ 605742 h 1849426"/>
                <a:gd name="connsiteX1425" fmla="*/ 1652236 w 6386648"/>
                <a:gd name="connsiteY1425" fmla="*/ 605742 h 1849426"/>
                <a:gd name="connsiteX1426" fmla="*/ 1670261 w 6386648"/>
                <a:gd name="connsiteY1426" fmla="*/ 623766 h 1849426"/>
                <a:gd name="connsiteX1427" fmla="*/ 1652236 w 6386648"/>
                <a:gd name="connsiteY1427" fmla="*/ 641791 h 1849426"/>
                <a:gd name="connsiteX1428" fmla="*/ 1634212 w 6386648"/>
                <a:gd name="connsiteY1428" fmla="*/ 623766 h 1849426"/>
                <a:gd name="connsiteX1429" fmla="*/ 1652236 w 6386648"/>
                <a:gd name="connsiteY1429" fmla="*/ 605742 h 1849426"/>
                <a:gd name="connsiteX1430" fmla="*/ 1027390 w 6386648"/>
                <a:gd name="connsiteY1430" fmla="*/ 605742 h 1849426"/>
                <a:gd name="connsiteX1431" fmla="*/ 1045415 w 6386648"/>
                <a:gd name="connsiteY1431" fmla="*/ 623766 h 1849426"/>
                <a:gd name="connsiteX1432" fmla="*/ 1027390 w 6386648"/>
                <a:gd name="connsiteY1432" fmla="*/ 641791 h 1849426"/>
                <a:gd name="connsiteX1433" fmla="*/ 1009366 w 6386648"/>
                <a:gd name="connsiteY1433" fmla="*/ 623766 h 1849426"/>
                <a:gd name="connsiteX1434" fmla="*/ 1027390 w 6386648"/>
                <a:gd name="connsiteY1434" fmla="*/ 605742 h 1849426"/>
                <a:gd name="connsiteX1435" fmla="*/ 504684 w 6386648"/>
                <a:gd name="connsiteY1435" fmla="*/ 605742 h 1849426"/>
                <a:gd name="connsiteX1436" fmla="*/ 522708 w 6386648"/>
                <a:gd name="connsiteY1436" fmla="*/ 623766 h 1849426"/>
                <a:gd name="connsiteX1437" fmla="*/ 504684 w 6386648"/>
                <a:gd name="connsiteY1437" fmla="*/ 641791 h 1849426"/>
                <a:gd name="connsiteX1438" fmla="*/ 486659 w 6386648"/>
                <a:gd name="connsiteY1438" fmla="*/ 623766 h 1849426"/>
                <a:gd name="connsiteX1439" fmla="*/ 504684 w 6386648"/>
                <a:gd name="connsiteY1439" fmla="*/ 605742 h 1849426"/>
                <a:gd name="connsiteX1440" fmla="*/ 378512 w 6386648"/>
                <a:gd name="connsiteY1440" fmla="*/ 605742 h 1849426"/>
                <a:gd name="connsiteX1441" fmla="*/ 396537 w 6386648"/>
                <a:gd name="connsiteY1441" fmla="*/ 623766 h 1849426"/>
                <a:gd name="connsiteX1442" fmla="*/ 378512 w 6386648"/>
                <a:gd name="connsiteY1442" fmla="*/ 641791 h 1849426"/>
                <a:gd name="connsiteX1443" fmla="*/ 360488 w 6386648"/>
                <a:gd name="connsiteY1443" fmla="*/ 623766 h 1849426"/>
                <a:gd name="connsiteX1444" fmla="*/ 378512 w 6386648"/>
                <a:gd name="connsiteY1444" fmla="*/ 605742 h 1849426"/>
                <a:gd name="connsiteX1445" fmla="*/ 3358547 w 6386648"/>
                <a:gd name="connsiteY1445" fmla="*/ 599734 h 1849426"/>
                <a:gd name="connsiteX1446" fmla="*/ 3376572 w 6386648"/>
                <a:gd name="connsiteY1446" fmla="*/ 617758 h 1849426"/>
                <a:gd name="connsiteX1447" fmla="*/ 3358547 w 6386648"/>
                <a:gd name="connsiteY1447" fmla="*/ 635783 h 1849426"/>
                <a:gd name="connsiteX1448" fmla="*/ 3340523 w 6386648"/>
                <a:gd name="connsiteY1448" fmla="*/ 617758 h 1849426"/>
                <a:gd name="connsiteX1449" fmla="*/ 3358547 w 6386648"/>
                <a:gd name="connsiteY1449" fmla="*/ 599734 h 1849426"/>
                <a:gd name="connsiteX1450" fmla="*/ 3887263 w 6386648"/>
                <a:gd name="connsiteY1450" fmla="*/ 593726 h 1849426"/>
                <a:gd name="connsiteX1451" fmla="*/ 3905288 w 6386648"/>
                <a:gd name="connsiteY1451" fmla="*/ 611750 h 1849426"/>
                <a:gd name="connsiteX1452" fmla="*/ 3887263 w 6386648"/>
                <a:gd name="connsiteY1452" fmla="*/ 629775 h 1849426"/>
                <a:gd name="connsiteX1453" fmla="*/ 3869238 w 6386648"/>
                <a:gd name="connsiteY1453" fmla="*/ 611750 h 1849426"/>
                <a:gd name="connsiteX1454" fmla="*/ 3887263 w 6386648"/>
                <a:gd name="connsiteY1454" fmla="*/ 593726 h 1849426"/>
                <a:gd name="connsiteX1455" fmla="*/ 5623614 w 6386648"/>
                <a:gd name="connsiteY1455" fmla="*/ 587718 h 1849426"/>
                <a:gd name="connsiteX1456" fmla="*/ 5641639 w 6386648"/>
                <a:gd name="connsiteY1456" fmla="*/ 605743 h 1849426"/>
                <a:gd name="connsiteX1457" fmla="*/ 5623614 w 6386648"/>
                <a:gd name="connsiteY1457" fmla="*/ 623767 h 1849426"/>
                <a:gd name="connsiteX1458" fmla="*/ 5605590 w 6386648"/>
                <a:gd name="connsiteY1458" fmla="*/ 605743 h 1849426"/>
                <a:gd name="connsiteX1459" fmla="*/ 5623614 w 6386648"/>
                <a:gd name="connsiteY1459" fmla="*/ 587718 h 1849426"/>
                <a:gd name="connsiteX1460" fmla="*/ 4157629 w 6386648"/>
                <a:gd name="connsiteY1460" fmla="*/ 587718 h 1849426"/>
                <a:gd name="connsiteX1461" fmla="*/ 4175654 w 6386648"/>
                <a:gd name="connsiteY1461" fmla="*/ 605743 h 1849426"/>
                <a:gd name="connsiteX1462" fmla="*/ 4157629 w 6386648"/>
                <a:gd name="connsiteY1462" fmla="*/ 623767 h 1849426"/>
                <a:gd name="connsiteX1463" fmla="*/ 4139604 w 6386648"/>
                <a:gd name="connsiteY1463" fmla="*/ 605743 h 1849426"/>
                <a:gd name="connsiteX1464" fmla="*/ 4157629 w 6386648"/>
                <a:gd name="connsiteY1464" fmla="*/ 587718 h 1849426"/>
                <a:gd name="connsiteX1465" fmla="*/ 1886555 w 6386648"/>
                <a:gd name="connsiteY1465" fmla="*/ 587718 h 1849426"/>
                <a:gd name="connsiteX1466" fmla="*/ 1904579 w 6386648"/>
                <a:gd name="connsiteY1466" fmla="*/ 605743 h 1849426"/>
                <a:gd name="connsiteX1467" fmla="*/ 1886555 w 6386648"/>
                <a:gd name="connsiteY1467" fmla="*/ 623767 h 1849426"/>
                <a:gd name="connsiteX1468" fmla="*/ 1868530 w 6386648"/>
                <a:gd name="connsiteY1468" fmla="*/ 605743 h 1849426"/>
                <a:gd name="connsiteX1469" fmla="*/ 1886555 w 6386648"/>
                <a:gd name="connsiteY1469" fmla="*/ 587718 h 1849426"/>
                <a:gd name="connsiteX1470" fmla="*/ 1147553 w 6386648"/>
                <a:gd name="connsiteY1470" fmla="*/ 587718 h 1849426"/>
                <a:gd name="connsiteX1471" fmla="*/ 1165578 w 6386648"/>
                <a:gd name="connsiteY1471" fmla="*/ 605743 h 1849426"/>
                <a:gd name="connsiteX1472" fmla="*/ 1147553 w 6386648"/>
                <a:gd name="connsiteY1472" fmla="*/ 623767 h 1849426"/>
                <a:gd name="connsiteX1473" fmla="*/ 1129529 w 6386648"/>
                <a:gd name="connsiteY1473" fmla="*/ 605743 h 1849426"/>
                <a:gd name="connsiteX1474" fmla="*/ 1147553 w 6386648"/>
                <a:gd name="connsiteY1474" fmla="*/ 587718 h 1849426"/>
                <a:gd name="connsiteX1475" fmla="*/ 6212411 w 6386648"/>
                <a:gd name="connsiteY1475" fmla="*/ 581710 h 1849426"/>
                <a:gd name="connsiteX1476" fmla="*/ 6230436 w 6386648"/>
                <a:gd name="connsiteY1476" fmla="*/ 599734 h 1849426"/>
                <a:gd name="connsiteX1477" fmla="*/ 6212411 w 6386648"/>
                <a:gd name="connsiteY1477" fmla="*/ 617759 h 1849426"/>
                <a:gd name="connsiteX1478" fmla="*/ 6194387 w 6386648"/>
                <a:gd name="connsiteY1478" fmla="*/ 599734 h 1849426"/>
                <a:gd name="connsiteX1479" fmla="*/ 6212411 w 6386648"/>
                <a:gd name="connsiteY1479" fmla="*/ 581710 h 1849426"/>
                <a:gd name="connsiteX1480" fmla="*/ 3478710 w 6386648"/>
                <a:gd name="connsiteY1480" fmla="*/ 581710 h 1849426"/>
                <a:gd name="connsiteX1481" fmla="*/ 3496735 w 6386648"/>
                <a:gd name="connsiteY1481" fmla="*/ 599734 h 1849426"/>
                <a:gd name="connsiteX1482" fmla="*/ 3478710 w 6386648"/>
                <a:gd name="connsiteY1482" fmla="*/ 617759 h 1849426"/>
                <a:gd name="connsiteX1483" fmla="*/ 3460686 w 6386648"/>
                <a:gd name="connsiteY1483" fmla="*/ 599734 h 1849426"/>
                <a:gd name="connsiteX1484" fmla="*/ 3478710 w 6386648"/>
                <a:gd name="connsiteY1484" fmla="*/ 581710 h 1849426"/>
                <a:gd name="connsiteX1485" fmla="*/ 2883904 w 6386648"/>
                <a:gd name="connsiteY1485" fmla="*/ 581710 h 1849426"/>
                <a:gd name="connsiteX1486" fmla="*/ 2901929 w 6386648"/>
                <a:gd name="connsiteY1486" fmla="*/ 599734 h 1849426"/>
                <a:gd name="connsiteX1487" fmla="*/ 2883904 w 6386648"/>
                <a:gd name="connsiteY1487" fmla="*/ 617759 h 1849426"/>
                <a:gd name="connsiteX1488" fmla="*/ 2865880 w 6386648"/>
                <a:gd name="connsiteY1488" fmla="*/ 599734 h 1849426"/>
                <a:gd name="connsiteX1489" fmla="*/ 2883904 w 6386648"/>
                <a:gd name="connsiteY1489" fmla="*/ 581710 h 1849426"/>
                <a:gd name="connsiteX1490" fmla="*/ 4488076 w 6386648"/>
                <a:gd name="connsiteY1490" fmla="*/ 575702 h 1849426"/>
                <a:gd name="connsiteX1491" fmla="*/ 4506101 w 6386648"/>
                <a:gd name="connsiteY1491" fmla="*/ 593726 h 1849426"/>
                <a:gd name="connsiteX1492" fmla="*/ 4488076 w 6386648"/>
                <a:gd name="connsiteY1492" fmla="*/ 611751 h 1849426"/>
                <a:gd name="connsiteX1493" fmla="*/ 4470051 w 6386648"/>
                <a:gd name="connsiteY1493" fmla="*/ 593726 h 1849426"/>
                <a:gd name="connsiteX1494" fmla="*/ 4488076 w 6386648"/>
                <a:gd name="connsiteY1494" fmla="*/ 575702 h 1849426"/>
                <a:gd name="connsiteX1495" fmla="*/ 4313840 w 6386648"/>
                <a:gd name="connsiteY1495" fmla="*/ 575702 h 1849426"/>
                <a:gd name="connsiteX1496" fmla="*/ 4331865 w 6386648"/>
                <a:gd name="connsiteY1496" fmla="*/ 593726 h 1849426"/>
                <a:gd name="connsiteX1497" fmla="*/ 4313840 w 6386648"/>
                <a:gd name="connsiteY1497" fmla="*/ 611751 h 1849426"/>
                <a:gd name="connsiteX1498" fmla="*/ 4295816 w 6386648"/>
                <a:gd name="connsiteY1498" fmla="*/ 593726 h 1849426"/>
                <a:gd name="connsiteX1499" fmla="*/ 4313840 w 6386648"/>
                <a:gd name="connsiteY1499" fmla="*/ 575702 h 1849426"/>
                <a:gd name="connsiteX1500" fmla="*/ 1381870 w 6386648"/>
                <a:gd name="connsiteY1500" fmla="*/ 569693 h 1849426"/>
                <a:gd name="connsiteX1501" fmla="*/ 1399895 w 6386648"/>
                <a:gd name="connsiteY1501" fmla="*/ 587717 h 1849426"/>
                <a:gd name="connsiteX1502" fmla="*/ 1381870 w 6386648"/>
                <a:gd name="connsiteY1502" fmla="*/ 605742 h 1849426"/>
                <a:gd name="connsiteX1503" fmla="*/ 1363846 w 6386648"/>
                <a:gd name="connsiteY1503" fmla="*/ 587717 h 1849426"/>
                <a:gd name="connsiteX1504" fmla="*/ 1381870 w 6386648"/>
                <a:gd name="connsiteY1504" fmla="*/ 569693 h 1849426"/>
                <a:gd name="connsiteX1505" fmla="*/ 126170 w 6386648"/>
                <a:gd name="connsiteY1505" fmla="*/ 563685 h 1849426"/>
                <a:gd name="connsiteX1506" fmla="*/ 144195 w 6386648"/>
                <a:gd name="connsiteY1506" fmla="*/ 581709 h 1849426"/>
                <a:gd name="connsiteX1507" fmla="*/ 126170 w 6386648"/>
                <a:gd name="connsiteY1507" fmla="*/ 599734 h 1849426"/>
                <a:gd name="connsiteX1508" fmla="*/ 108146 w 6386648"/>
                <a:gd name="connsiteY1508" fmla="*/ 581709 h 1849426"/>
                <a:gd name="connsiteX1509" fmla="*/ 126170 w 6386648"/>
                <a:gd name="connsiteY1509" fmla="*/ 563685 h 1849426"/>
                <a:gd name="connsiteX1510" fmla="*/ 2583497 w 6386648"/>
                <a:gd name="connsiteY1510" fmla="*/ 557677 h 1849426"/>
                <a:gd name="connsiteX1511" fmla="*/ 2601522 w 6386648"/>
                <a:gd name="connsiteY1511" fmla="*/ 575702 h 1849426"/>
                <a:gd name="connsiteX1512" fmla="*/ 2583497 w 6386648"/>
                <a:gd name="connsiteY1512" fmla="*/ 593726 h 1849426"/>
                <a:gd name="connsiteX1513" fmla="*/ 2565473 w 6386648"/>
                <a:gd name="connsiteY1513" fmla="*/ 575702 h 1849426"/>
                <a:gd name="connsiteX1514" fmla="*/ 2583497 w 6386648"/>
                <a:gd name="connsiteY1514" fmla="*/ 557677 h 1849426"/>
                <a:gd name="connsiteX1515" fmla="*/ 246333 w 6386648"/>
                <a:gd name="connsiteY1515" fmla="*/ 557677 h 1849426"/>
                <a:gd name="connsiteX1516" fmla="*/ 264358 w 6386648"/>
                <a:gd name="connsiteY1516" fmla="*/ 575702 h 1849426"/>
                <a:gd name="connsiteX1517" fmla="*/ 246333 w 6386648"/>
                <a:gd name="connsiteY1517" fmla="*/ 593726 h 1849426"/>
                <a:gd name="connsiteX1518" fmla="*/ 228309 w 6386648"/>
                <a:gd name="connsiteY1518" fmla="*/ 575702 h 1849426"/>
                <a:gd name="connsiteX1519" fmla="*/ 246333 w 6386648"/>
                <a:gd name="connsiteY1519" fmla="*/ 557677 h 1849426"/>
                <a:gd name="connsiteX1520" fmla="*/ 1736351 w 6386648"/>
                <a:gd name="connsiteY1520" fmla="*/ 551669 h 1849426"/>
                <a:gd name="connsiteX1521" fmla="*/ 1754375 w 6386648"/>
                <a:gd name="connsiteY1521" fmla="*/ 569693 h 1849426"/>
                <a:gd name="connsiteX1522" fmla="*/ 1736351 w 6386648"/>
                <a:gd name="connsiteY1522" fmla="*/ 587718 h 1849426"/>
                <a:gd name="connsiteX1523" fmla="*/ 1718326 w 6386648"/>
                <a:gd name="connsiteY1523" fmla="*/ 569693 h 1849426"/>
                <a:gd name="connsiteX1524" fmla="*/ 1736351 w 6386648"/>
                <a:gd name="connsiteY1524" fmla="*/ 551669 h 1849426"/>
                <a:gd name="connsiteX1525" fmla="*/ 3731051 w 6386648"/>
                <a:gd name="connsiteY1525" fmla="*/ 545661 h 1849426"/>
                <a:gd name="connsiteX1526" fmla="*/ 3749076 w 6386648"/>
                <a:gd name="connsiteY1526" fmla="*/ 563685 h 1849426"/>
                <a:gd name="connsiteX1527" fmla="*/ 3731051 w 6386648"/>
                <a:gd name="connsiteY1527" fmla="*/ 581710 h 1849426"/>
                <a:gd name="connsiteX1528" fmla="*/ 3713027 w 6386648"/>
                <a:gd name="connsiteY1528" fmla="*/ 563685 h 1849426"/>
                <a:gd name="connsiteX1529" fmla="*/ 3731051 w 6386648"/>
                <a:gd name="connsiteY1529" fmla="*/ 545661 h 1849426"/>
                <a:gd name="connsiteX1530" fmla="*/ 2763741 w 6386648"/>
                <a:gd name="connsiteY1530" fmla="*/ 545661 h 1849426"/>
                <a:gd name="connsiteX1531" fmla="*/ 2781766 w 6386648"/>
                <a:gd name="connsiteY1531" fmla="*/ 563685 h 1849426"/>
                <a:gd name="connsiteX1532" fmla="*/ 2763741 w 6386648"/>
                <a:gd name="connsiteY1532" fmla="*/ 581710 h 1849426"/>
                <a:gd name="connsiteX1533" fmla="*/ 2745717 w 6386648"/>
                <a:gd name="connsiteY1533" fmla="*/ 563685 h 1849426"/>
                <a:gd name="connsiteX1534" fmla="*/ 2763741 w 6386648"/>
                <a:gd name="connsiteY1534" fmla="*/ 545661 h 1849426"/>
                <a:gd name="connsiteX1535" fmla="*/ 726984 w 6386648"/>
                <a:gd name="connsiteY1535" fmla="*/ 545661 h 1849426"/>
                <a:gd name="connsiteX1536" fmla="*/ 745009 w 6386648"/>
                <a:gd name="connsiteY1536" fmla="*/ 563685 h 1849426"/>
                <a:gd name="connsiteX1537" fmla="*/ 726984 w 6386648"/>
                <a:gd name="connsiteY1537" fmla="*/ 581710 h 1849426"/>
                <a:gd name="connsiteX1538" fmla="*/ 708960 w 6386648"/>
                <a:gd name="connsiteY1538" fmla="*/ 563685 h 1849426"/>
                <a:gd name="connsiteX1539" fmla="*/ 726984 w 6386648"/>
                <a:gd name="connsiteY1539" fmla="*/ 545661 h 1849426"/>
                <a:gd name="connsiteX1540" fmla="*/ 3136246 w 6386648"/>
                <a:gd name="connsiteY1540" fmla="*/ 539653 h 1849426"/>
                <a:gd name="connsiteX1541" fmla="*/ 3154271 w 6386648"/>
                <a:gd name="connsiteY1541" fmla="*/ 557677 h 1849426"/>
                <a:gd name="connsiteX1542" fmla="*/ 3136246 w 6386648"/>
                <a:gd name="connsiteY1542" fmla="*/ 575702 h 1849426"/>
                <a:gd name="connsiteX1543" fmla="*/ 3118221 w 6386648"/>
                <a:gd name="connsiteY1543" fmla="*/ 557677 h 1849426"/>
                <a:gd name="connsiteX1544" fmla="*/ 3136246 w 6386648"/>
                <a:gd name="connsiteY1544" fmla="*/ 539653 h 1849426"/>
                <a:gd name="connsiteX1545" fmla="*/ 3004067 w 6386648"/>
                <a:gd name="connsiteY1545" fmla="*/ 539653 h 1849426"/>
                <a:gd name="connsiteX1546" fmla="*/ 3022092 w 6386648"/>
                <a:gd name="connsiteY1546" fmla="*/ 557677 h 1849426"/>
                <a:gd name="connsiteX1547" fmla="*/ 3004067 w 6386648"/>
                <a:gd name="connsiteY1547" fmla="*/ 575702 h 1849426"/>
                <a:gd name="connsiteX1548" fmla="*/ 2986043 w 6386648"/>
                <a:gd name="connsiteY1548" fmla="*/ 557677 h 1849426"/>
                <a:gd name="connsiteX1549" fmla="*/ 3004067 w 6386648"/>
                <a:gd name="connsiteY1549" fmla="*/ 539653 h 1849426"/>
                <a:gd name="connsiteX1550" fmla="*/ 835130 w 6386648"/>
                <a:gd name="connsiteY1550" fmla="*/ 539653 h 1849426"/>
                <a:gd name="connsiteX1551" fmla="*/ 847146 w 6386648"/>
                <a:gd name="connsiteY1551" fmla="*/ 551669 h 1849426"/>
                <a:gd name="connsiteX1552" fmla="*/ 835130 w 6386648"/>
                <a:gd name="connsiteY1552" fmla="*/ 563685 h 1849426"/>
                <a:gd name="connsiteX1553" fmla="*/ 823114 w 6386648"/>
                <a:gd name="connsiteY1553" fmla="*/ 551669 h 1849426"/>
                <a:gd name="connsiteX1554" fmla="*/ 835130 w 6386648"/>
                <a:gd name="connsiteY1554" fmla="*/ 539653 h 1849426"/>
                <a:gd name="connsiteX1555" fmla="*/ 612829 w 6386648"/>
                <a:gd name="connsiteY1555" fmla="*/ 539653 h 1849426"/>
                <a:gd name="connsiteX1556" fmla="*/ 630854 w 6386648"/>
                <a:gd name="connsiteY1556" fmla="*/ 557677 h 1849426"/>
                <a:gd name="connsiteX1557" fmla="*/ 612829 w 6386648"/>
                <a:gd name="connsiteY1557" fmla="*/ 575702 h 1849426"/>
                <a:gd name="connsiteX1558" fmla="*/ 594805 w 6386648"/>
                <a:gd name="connsiteY1558" fmla="*/ 557677 h 1849426"/>
                <a:gd name="connsiteX1559" fmla="*/ 612829 w 6386648"/>
                <a:gd name="connsiteY1559" fmla="*/ 539653 h 1849426"/>
                <a:gd name="connsiteX1560" fmla="*/ 6014143 w 6386648"/>
                <a:gd name="connsiteY1560" fmla="*/ 533645 h 1849426"/>
                <a:gd name="connsiteX1561" fmla="*/ 6032168 w 6386648"/>
                <a:gd name="connsiteY1561" fmla="*/ 551669 h 1849426"/>
                <a:gd name="connsiteX1562" fmla="*/ 6014143 w 6386648"/>
                <a:gd name="connsiteY1562" fmla="*/ 569694 h 1849426"/>
                <a:gd name="connsiteX1563" fmla="*/ 5996119 w 6386648"/>
                <a:gd name="connsiteY1563" fmla="*/ 551669 h 1849426"/>
                <a:gd name="connsiteX1564" fmla="*/ 6014143 w 6386648"/>
                <a:gd name="connsiteY1564" fmla="*/ 533645 h 1849426"/>
                <a:gd name="connsiteX1565" fmla="*/ 5725752 w 6386648"/>
                <a:gd name="connsiteY1565" fmla="*/ 533645 h 1849426"/>
                <a:gd name="connsiteX1566" fmla="*/ 5743777 w 6386648"/>
                <a:gd name="connsiteY1566" fmla="*/ 551669 h 1849426"/>
                <a:gd name="connsiteX1567" fmla="*/ 5725752 w 6386648"/>
                <a:gd name="connsiteY1567" fmla="*/ 569694 h 1849426"/>
                <a:gd name="connsiteX1568" fmla="*/ 5707728 w 6386648"/>
                <a:gd name="connsiteY1568" fmla="*/ 551669 h 1849426"/>
                <a:gd name="connsiteX1569" fmla="*/ 5725752 w 6386648"/>
                <a:gd name="connsiteY1569" fmla="*/ 533645 h 1849426"/>
                <a:gd name="connsiteX1570" fmla="*/ 4013434 w 6386648"/>
                <a:gd name="connsiteY1570" fmla="*/ 533645 h 1849426"/>
                <a:gd name="connsiteX1571" fmla="*/ 4031459 w 6386648"/>
                <a:gd name="connsiteY1571" fmla="*/ 551669 h 1849426"/>
                <a:gd name="connsiteX1572" fmla="*/ 4013434 w 6386648"/>
                <a:gd name="connsiteY1572" fmla="*/ 569694 h 1849426"/>
                <a:gd name="connsiteX1573" fmla="*/ 3995410 w 6386648"/>
                <a:gd name="connsiteY1573" fmla="*/ 551669 h 1849426"/>
                <a:gd name="connsiteX1574" fmla="*/ 4013434 w 6386648"/>
                <a:gd name="connsiteY1574" fmla="*/ 533645 h 1849426"/>
                <a:gd name="connsiteX1575" fmla="*/ 2223009 w 6386648"/>
                <a:gd name="connsiteY1575" fmla="*/ 533645 h 1849426"/>
                <a:gd name="connsiteX1576" fmla="*/ 2241034 w 6386648"/>
                <a:gd name="connsiteY1576" fmla="*/ 551669 h 1849426"/>
                <a:gd name="connsiteX1577" fmla="*/ 2223009 w 6386648"/>
                <a:gd name="connsiteY1577" fmla="*/ 569694 h 1849426"/>
                <a:gd name="connsiteX1578" fmla="*/ 2204985 w 6386648"/>
                <a:gd name="connsiteY1578" fmla="*/ 551669 h 1849426"/>
                <a:gd name="connsiteX1579" fmla="*/ 2223009 w 6386648"/>
                <a:gd name="connsiteY1579" fmla="*/ 533645 h 1849426"/>
                <a:gd name="connsiteX1580" fmla="*/ 1249691 w 6386648"/>
                <a:gd name="connsiteY1580" fmla="*/ 533645 h 1849426"/>
                <a:gd name="connsiteX1581" fmla="*/ 1267716 w 6386648"/>
                <a:gd name="connsiteY1581" fmla="*/ 551669 h 1849426"/>
                <a:gd name="connsiteX1582" fmla="*/ 1249691 w 6386648"/>
                <a:gd name="connsiteY1582" fmla="*/ 569694 h 1849426"/>
                <a:gd name="connsiteX1583" fmla="*/ 1231667 w 6386648"/>
                <a:gd name="connsiteY1583" fmla="*/ 551669 h 1849426"/>
                <a:gd name="connsiteX1584" fmla="*/ 1249691 w 6386648"/>
                <a:gd name="connsiteY1584" fmla="*/ 533645 h 1849426"/>
                <a:gd name="connsiteX1585" fmla="*/ 2409261 w 6386648"/>
                <a:gd name="connsiteY1585" fmla="*/ 527636 h 1849426"/>
                <a:gd name="connsiteX1586" fmla="*/ 2427286 w 6386648"/>
                <a:gd name="connsiteY1586" fmla="*/ 545661 h 1849426"/>
                <a:gd name="connsiteX1587" fmla="*/ 2409261 w 6386648"/>
                <a:gd name="connsiteY1587" fmla="*/ 563685 h 1849426"/>
                <a:gd name="connsiteX1588" fmla="*/ 2391237 w 6386648"/>
                <a:gd name="connsiteY1588" fmla="*/ 545661 h 1849426"/>
                <a:gd name="connsiteX1589" fmla="*/ 2409261 w 6386648"/>
                <a:gd name="connsiteY1589" fmla="*/ 527636 h 1849426"/>
                <a:gd name="connsiteX1590" fmla="*/ 5527484 w 6386648"/>
                <a:gd name="connsiteY1590" fmla="*/ 521628 h 1849426"/>
                <a:gd name="connsiteX1591" fmla="*/ 5545509 w 6386648"/>
                <a:gd name="connsiteY1591" fmla="*/ 539652 h 1849426"/>
                <a:gd name="connsiteX1592" fmla="*/ 5527484 w 6386648"/>
                <a:gd name="connsiteY1592" fmla="*/ 557677 h 1849426"/>
                <a:gd name="connsiteX1593" fmla="*/ 5509460 w 6386648"/>
                <a:gd name="connsiteY1593" fmla="*/ 539652 h 1849426"/>
                <a:gd name="connsiteX1594" fmla="*/ 5527484 w 6386648"/>
                <a:gd name="connsiteY1594" fmla="*/ 521628 h 1849426"/>
                <a:gd name="connsiteX1595" fmla="*/ 4830540 w 6386648"/>
                <a:gd name="connsiteY1595" fmla="*/ 521628 h 1849426"/>
                <a:gd name="connsiteX1596" fmla="*/ 4848565 w 6386648"/>
                <a:gd name="connsiteY1596" fmla="*/ 539652 h 1849426"/>
                <a:gd name="connsiteX1597" fmla="*/ 4830540 w 6386648"/>
                <a:gd name="connsiteY1597" fmla="*/ 557677 h 1849426"/>
                <a:gd name="connsiteX1598" fmla="*/ 4812516 w 6386648"/>
                <a:gd name="connsiteY1598" fmla="*/ 539652 h 1849426"/>
                <a:gd name="connsiteX1599" fmla="*/ 4830540 w 6386648"/>
                <a:gd name="connsiteY1599" fmla="*/ 521628 h 1849426"/>
                <a:gd name="connsiteX1600" fmla="*/ 1514049 w 6386648"/>
                <a:gd name="connsiteY1600" fmla="*/ 521628 h 1849426"/>
                <a:gd name="connsiteX1601" fmla="*/ 1532074 w 6386648"/>
                <a:gd name="connsiteY1601" fmla="*/ 539652 h 1849426"/>
                <a:gd name="connsiteX1602" fmla="*/ 1514049 w 6386648"/>
                <a:gd name="connsiteY1602" fmla="*/ 557677 h 1849426"/>
                <a:gd name="connsiteX1603" fmla="*/ 1496025 w 6386648"/>
                <a:gd name="connsiteY1603" fmla="*/ 539652 h 1849426"/>
                <a:gd name="connsiteX1604" fmla="*/ 1514049 w 6386648"/>
                <a:gd name="connsiteY1604" fmla="*/ 521628 h 1849426"/>
                <a:gd name="connsiteX1605" fmla="*/ 6332574 w 6386648"/>
                <a:gd name="connsiteY1605" fmla="*/ 515620 h 1849426"/>
                <a:gd name="connsiteX1606" fmla="*/ 6350598 w 6386648"/>
                <a:gd name="connsiteY1606" fmla="*/ 533644 h 1849426"/>
                <a:gd name="connsiteX1607" fmla="*/ 6332574 w 6386648"/>
                <a:gd name="connsiteY1607" fmla="*/ 551669 h 1849426"/>
                <a:gd name="connsiteX1608" fmla="*/ 6314549 w 6386648"/>
                <a:gd name="connsiteY1608" fmla="*/ 533644 h 1849426"/>
                <a:gd name="connsiteX1609" fmla="*/ 6332574 w 6386648"/>
                <a:gd name="connsiteY1609" fmla="*/ 515620 h 1849426"/>
                <a:gd name="connsiteX1610" fmla="*/ 5893980 w 6386648"/>
                <a:gd name="connsiteY1610" fmla="*/ 509612 h 1849426"/>
                <a:gd name="connsiteX1611" fmla="*/ 5912005 w 6386648"/>
                <a:gd name="connsiteY1611" fmla="*/ 527636 h 1849426"/>
                <a:gd name="connsiteX1612" fmla="*/ 5893980 w 6386648"/>
                <a:gd name="connsiteY1612" fmla="*/ 545661 h 1849426"/>
                <a:gd name="connsiteX1613" fmla="*/ 5875956 w 6386648"/>
                <a:gd name="connsiteY1613" fmla="*/ 527636 h 1849426"/>
                <a:gd name="connsiteX1614" fmla="*/ 5893980 w 6386648"/>
                <a:gd name="connsiteY1614" fmla="*/ 509612 h 1849426"/>
                <a:gd name="connsiteX1615" fmla="*/ 3244392 w 6386648"/>
                <a:gd name="connsiteY1615" fmla="*/ 509612 h 1849426"/>
                <a:gd name="connsiteX1616" fmla="*/ 3262417 w 6386648"/>
                <a:gd name="connsiteY1616" fmla="*/ 527636 h 1849426"/>
                <a:gd name="connsiteX1617" fmla="*/ 3244392 w 6386648"/>
                <a:gd name="connsiteY1617" fmla="*/ 545661 h 1849426"/>
                <a:gd name="connsiteX1618" fmla="*/ 3226368 w 6386648"/>
                <a:gd name="connsiteY1618" fmla="*/ 527636 h 1849426"/>
                <a:gd name="connsiteX1619" fmla="*/ 3244392 w 6386648"/>
                <a:gd name="connsiteY1619" fmla="*/ 509612 h 1849426"/>
                <a:gd name="connsiteX1620" fmla="*/ 1982684 w 6386648"/>
                <a:gd name="connsiteY1620" fmla="*/ 509612 h 1849426"/>
                <a:gd name="connsiteX1621" fmla="*/ 2000709 w 6386648"/>
                <a:gd name="connsiteY1621" fmla="*/ 527636 h 1849426"/>
                <a:gd name="connsiteX1622" fmla="*/ 1982684 w 6386648"/>
                <a:gd name="connsiteY1622" fmla="*/ 545661 h 1849426"/>
                <a:gd name="connsiteX1623" fmla="*/ 1964660 w 6386648"/>
                <a:gd name="connsiteY1623" fmla="*/ 527636 h 1849426"/>
                <a:gd name="connsiteX1624" fmla="*/ 1982684 w 6386648"/>
                <a:gd name="connsiteY1624" fmla="*/ 509612 h 1849426"/>
                <a:gd name="connsiteX1625" fmla="*/ 5040825 w 6386648"/>
                <a:gd name="connsiteY1625" fmla="*/ 503604 h 1849426"/>
                <a:gd name="connsiteX1626" fmla="*/ 5058850 w 6386648"/>
                <a:gd name="connsiteY1626" fmla="*/ 521628 h 1849426"/>
                <a:gd name="connsiteX1627" fmla="*/ 5040825 w 6386648"/>
                <a:gd name="connsiteY1627" fmla="*/ 539653 h 1849426"/>
                <a:gd name="connsiteX1628" fmla="*/ 5022801 w 6386648"/>
                <a:gd name="connsiteY1628" fmla="*/ 521628 h 1849426"/>
                <a:gd name="connsiteX1629" fmla="*/ 5040825 w 6386648"/>
                <a:gd name="connsiteY1629" fmla="*/ 503604 h 1849426"/>
                <a:gd name="connsiteX1630" fmla="*/ 4926670 w 6386648"/>
                <a:gd name="connsiteY1630" fmla="*/ 503604 h 1849426"/>
                <a:gd name="connsiteX1631" fmla="*/ 4944695 w 6386648"/>
                <a:gd name="connsiteY1631" fmla="*/ 521628 h 1849426"/>
                <a:gd name="connsiteX1632" fmla="*/ 4926670 w 6386648"/>
                <a:gd name="connsiteY1632" fmla="*/ 539653 h 1849426"/>
                <a:gd name="connsiteX1633" fmla="*/ 4908646 w 6386648"/>
                <a:gd name="connsiteY1633" fmla="*/ 521628 h 1849426"/>
                <a:gd name="connsiteX1634" fmla="*/ 4926670 w 6386648"/>
                <a:gd name="connsiteY1634" fmla="*/ 503604 h 1849426"/>
                <a:gd name="connsiteX1635" fmla="*/ 5419337 w 6386648"/>
                <a:gd name="connsiteY1635" fmla="*/ 497596 h 1849426"/>
                <a:gd name="connsiteX1636" fmla="*/ 5437362 w 6386648"/>
                <a:gd name="connsiteY1636" fmla="*/ 515621 h 1849426"/>
                <a:gd name="connsiteX1637" fmla="*/ 5419337 w 6386648"/>
                <a:gd name="connsiteY1637" fmla="*/ 533645 h 1849426"/>
                <a:gd name="connsiteX1638" fmla="*/ 5401312 w 6386648"/>
                <a:gd name="connsiteY1638" fmla="*/ 515621 h 1849426"/>
                <a:gd name="connsiteX1639" fmla="*/ 5419337 w 6386648"/>
                <a:gd name="connsiteY1639" fmla="*/ 497596 h 1849426"/>
                <a:gd name="connsiteX1640" fmla="*/ 3610889 w 6386648"/>
                <a:gd name="connsiteY1640" fmla="*/ 497596 h 1849426"/>
                <a:gd name="connsiteX1641" fmla="*/ 3628914 w 6386648"/>
                <a:gd name="connsiteY1641" fmla="*/ 515621 h 1849426"/>
                <a:gd name="connsiteX1642" fmla="*/ 3610889 w 6386648"/>
                <a:gd name="connsiteY1642" fmla="*/ 533645 h 1849426"/>
                <a:gd name="connsiteX1643" fmla="*/ 3592865 w 6386648"/>
                <a:gd name="connsiteY1643" fmla="*/ 515621 h 1849426"/>
                <a:gd name="connsiteX1644" fmla="*/ 3610889 w 6386648"/>
                <a:gd name="connsiteY1644" fmla="*/ 497596 h 1849426"/>
                <a:gd name="connsiteX1645" fmla="*/ 967309 w 6386648"/>
                <a:gd name="connsiteY1645" fmla="*/ 497596 h 1849426"/>
                <a:gd name="connsiteX1646" fmla="*/ 985334 w 6386648"/>
                <a:gd name="connsiteY1646" fmla="*/ 515621 h 1849426"/>
                <a:gd name="connsiteX1647" fmla="*/ 967309 w 6386648"/>
                <a:gd name="connsiteY1647" fmla="*/ 533645 h 1849426"/>
                <a:gd name="connsiteX1648" fmla="*/ 949285 w 6386648"/>
                <a:gd name="connsiteY1648" fmla="*/ 515621 h 1849426"/>
                <a:gd name="connsiteX1649" fmla="*/ 967309 w 6386648"/>
                <a:gd name="connsiteY1649" fmla="*/ 497596 h 1849426"/>
                <a:gd name="connsiteX1650" fmla="*/ 450609 w 6386648"/>
                <a:gd name="connsiteY1650" fmla="*/ 497596 h 1849426"/>
                <a:gd name="connsiteX1651" fmla="*/ 468634 w 6386648"/>
                <a:gd name="connsiteY1651" fmla="*/ 515621 h 1849426"/>
                <a:gd name="connsiteX1652" fmla="*/ 450609 w 6386648"/>
                <a:gd name="connsiteY1652" fmla="*/ 533645 h 1849426"/>
                <a:gd name="connsiteX1653" fmla="*/ 432585 w 6386648"/>
                <a:gd name="connsiteY1653" fmla="*/ 515621 h 1849426"/>
                <a:gd name="connsiteX1654" fmla="*/ 450609 w 6386648"/>
                <a:gd name="connsiteY1654" fmla="*/ 497596 h 1849426"/>
                <a:gd name="connsiteX1655" fmla="*/ 4632272 w 6386648"/>
                <a:gd name="connsiteY1655" fmla="*/ 485580 h 1849426"/>
                <a:gd name="connsiteX1656" fmla="*/ 4650297 w 6386648"/>
                <a:gd name="connsiteY1656" fmla="*/ 503604 h 1849426"/>
                <a:gd name="connsiteX1657" fmla="*/ 4632272 w 6386648"/>
                <a:gd name="connsiteY1657" fmla="*/ 521629 h 1849426"/>
                <a:gd name="connsiteX1658" fmla="*/ 4614248 w 6386648"/>
                <a:gd name="connsiteY1658" fmla="*/ 503604 h 1849426"/>
                <a:gd name="connsiteX1659" fmla="*/ 4632272 w 6386648"/>
                <a:gd name="connsiteY1659" fmla="*/ 485580 h 1849426"/>
                <a:gd name="connsiteX1660" fmla="*/ 4379930 w 6386648"/>
                <a:gd name="connsiteY1660" fmla="*/ 485580 h 1849426"/>
                <a:gd name="connsiteX1661" fmla="*/ 4397955 w 6386648"/>
                <a:gd name="connsiteY1661" fmla="*/ 503604 h 1849426"/>
                <a:gd name="connsiteX1662" fmla="*/ 4379930 w 6386648"/>
                <a:gd name="connsiteY1662" fmla="*/ 521629 h 1849426"/>
                <a:gd name="connsiteX1663" fmla="*/ 4361906 w 6386648"/>
                <a:gd name="connsiteY1663" fmla="*/ 503604 h 1849426"/>
                <a:gd name="connsiteX1664" fmla="*/ 4379930 w 6386648"/>
                <a:gd name="connsiteY1664" fmla="*/ 485580 h 1849426"/>
                <a:gd name="connsiteX1665" fmla="*/ 5160987 w 6386648"/>
                <a:gd name="connsiteY1665" fmla="*/ 479571 h 1849426"/>
                <a:gd name="connsiteX1666" fmla="*/ 5179012 w 6386648"/>
                <a:gd name="connsiteY1666" fmla="*/ 497595 h 1849426"/>
                <a:gd name="connsiteX1667" fmla="*/ 5160987 w 6386648"/>
                <a:gd name="connsiteY1667" fmla="*/ 515620 h 1849426"/>
                <a:gd name="connsiteX1668" fmla="*/ 5142963 w 6386648"/>
                <a:gd name="connsiteY1668" fmla="*/ 497595 h 1849426"/>
                <a:gd name="connsiteX1669" fmla="*/ 5160987 w 6386648"/>
                <a:gd name="connsiteY1669" fmla="*/ 479571 h 1849426"/>
                <a:gd name="connsiteX1670" fmla="*/ 4241743 w 6386648"/>
                <a:gd name="connsiteY1670" fmla="*/ 479571 h 1849426"/>
                <a:gd name="connsiteX1671" fmla="*/ 4259768 w 6386648"/>
                <a:gd name="connsiteY1671" fmla="*/ 497595 h 1849426"/>
                <a:gd name="connsiteX1672" fmla="*/ 4241743 w 6386648"/>
                <a:gd name="connsiteY1672" fmla="*/ 515620 h 1849426"/>
                <a:gd name="connsiteX1673" fmla="*/ 4223719 w 6386648"/>
                <a:gd name="connsiteY1673" fmla="*/ 497595 h 1849426"/>
                <a:gd name="connsiteX1674" fmla="*/ 4241743 w 6386648"/>
                <a:gd name="connsiteY1674" fmla="*/ 479571 h 1849426"/>
                <a:gd name="connsiteX1675" fmla="*/ 3821173 w 6386648"/>
                <a:gd name="connsiteY1675" fmla="*/ 479571 h 1849426"/>
                <a:gd name="connsiteX1676" fmla="*/ 3839198 w 6386648"/>
                <a:gd name="connsiteY1676" fmla="*/ 497595 h 1849426"/>
                <a:gd name="connsiteX1677" fmla="*/ 3821173 w 6386648"/>
                <a:gd name="connsiteY1677" fmla="*/ 515620 h 1849426"/>
                <a:gd name="connsiteX1678" fmla="*/ 3803149 w 6386648"/>
                <a:gd name="connsiteY1678" fmla="*/ 497595 h 1849426"/>
                <a:gd name="connsiteX1679" fmla="*/ 3821173 w 6386648"/>
                <a:gd name="connsiteY1679" fmla="*/ 479571 h 1849426"/>
                <a:gd name="connsiteX1680" fmla="*/ 3364555 w 6386648"/>
                <a:gd name="connsiteY1680" fmla="*/ 479571 h 1849426"/>
                <a:gd name="connsiteX1681" fmla="*/ 3382580 w 6386648"/>
                <a:gd name="connsiteY1681" fmla="*/ 497595 h 1849426"/>
                <a:gd name="connsiteX1682" fmla="*/ 3364555 w 6386648"/>
                <a:gd name="connsiteY1682" fmla="*/ 515620 h 1849426"/>
                <a:gd name="connsiteX1683" fmla="*/ 3346531 w 6386648"/>
                <a:gd name="connsiteY1683" fmla="*/ 497595 h 1849426"/>
                <a:gd name="connsiteX1684" fmla="*/ 3364555 w 6386648"/>
                <a:gd name="connsiteY1684" fmla="*/ 479571 h 1849426"/>
                <a:gd name="connsiteX1685" fmla="*/ 1093480 w 6386648"/>
                <a:gd name="connsiteY1685" fmla="*/ 479571 h 1849426"/>
                <a:gd name="connsiteX1686" fmla="*/ 1111505 w 6386648"/>
                <a:gd name="connsiteY1686" fmla="*/ 497595 h 1849426"/>
                <a:gd name="connsiteX1687" fmla="*/ 1093480 w 6386648"/>
                <a:gd name="connsiteY1687" fmla="*/ 515620 h 1849426"/>
                <a:gd name="connsiteX1688" fmla="*/ 1075456 w 6386648"/>
                <a:gd name="connsiteY1688" fmla="*/ 497595 h 1849426"/>
                <a:gd name="connsiteX1689" fmla="*/ 1093480 w 6386648"/>
                <a:gd name="connsiteY1689" fmla="*/ 479571 h 1849426"/>
                <a:gd name="connsiteX1690" fmla="*/ 5299175 w 6386648"/>
                <a:gd name="connsiteY1690" fmla="*/ 473563 h 1849426"/>
                <a:gd name="connsiteX1691" fmla="*/ 5317200 w 6386648"/>
                <a:gd name="connsiteY1691" fmla="*/ 491587 h 1849426"/>
                <a:gd name="connsiteX1692" fmla="*/ 5299175 w 6386648"/>
                <a:gd name="connsiteY1692" fmla="*/ 509612 h 1849426"/>
                <a:gd name="connsiteX1693" fmla="*/ 5281150 w 6386648"/>
                <a:gd name="connsiteY1693" fmla="*/ 491587 h 1849426"/>
                <a:gd name="connsiteX1694" fmla="*/ 5299175 w 6386648"/>
                <a:gd name="connsiteY1694" fmla="*/ 473563 h 1849426"/>
                <a:gd name="connsiteX1695" fmla="*/ 4506101 w 6386648"/>
                <a:gd name="connsiteY1695" fmla="*/ 473563 h 1849426"/>
                <a:gd name="connsiteX1696" fmla="*/ 4524126 w 6386648"/>
                <a:gd name="connsiteY1696" fmla="*/ 491587 h 1849426"/>
                <a:gd name="connsiteX1697" fmla="*/ 4506101 w 6386648"/>
                <a:gd name="connsiteY1697" fmla="*/ 509612 h 1849426"/>
                <a:gd name="connsiteX1698" fmla="*/ 4488077 w 6386648"/>
                <a:gd name="connsiteY1698" fmla="*/ 491587 h 1849426"/>
                <a:gd name="connsiteX1699" fmla="*/ 4506101 w 6386648"/>
                <a:gd name="connsiteY1699" fmla="*/ 473563 h 1849426"/>
                <a:gd name="connsiteX1700" fmla="*/ 4115572 w 6386648"/>
                <a:gd name="connsiteY1700" fmla="*/ 473563 h 1849426"/>
                <a:gd name="connsiteX1701" fmla="*/ 4133597 w 6386648"/>
                <a:gd name="connsiteY1701" fmla="*/ 491587 h 1849426"/>
                <a:gd name="connsiteX1702" fmla="*/ 4115572 w 6386648"/>
                <a:gd name="connsiteY1702" fmla="*/ 509612 h 1849426"/>
                <a:gd name="connsiteX1703" fmla="*/ 4097548 w 6386648"/>
                <a:gd name="connsiteY1703" fmla="*/ 491587 h 1849426"/>
                <a:gd name="connsiteX1704" fmla="*/ 4115572 w 6386648"/>
                <a:gd name="connsiteY1704" fmla="*/ 473563 h 1849426"/>
                <a:gd name="connsiteX1705" fmla="*/ 2295107 w 6386648"/>
                <a:gd name="connsiteY1705" fmla="*/ 473563 h 1849426"/>
                <a:gd name="connsiteX1706" fmla="*/ 2313132 w 6386648"/>
                <a:gd name="connsiteY1706" fmla="*/ 491587 h 1849426"/>
                <a:gd name="connsiteX1707" fmla="*/ 2295107 w 6386648"/>
                <a:gd name="connsiteY1707" fmla="*/ 509612 h 1849426"/>
                <a:gd name="connsiteX1708" fmla="*/ 2277083 w 6386648"/>
                <a:gd name="connsiteY1708" fmla="*/ 491587 h 1849426"/>
                <a:gd name="connsiteX1709" fmla="*/ 2295107 w 6386648"/>
                <a:gd name="connsiteY1709" fmla="*/ 473563 h 1849426"/>
                <a:gd name="connsiteX1710" fmla="*/ 1838489 w 6386648"/>
                <a:gd name="connsiteY1710" fmla="*/ 473563 h 1849426"/>
                <a:gd name="connsiteX1711" fmla="*/ 1856514 w 6386648"/>
                <a:gd name="connsiteY1711" fmla="*/ 491587 h 1849426"/>
                <a:gd name="connsiteX1712" fmla="*/ 1838489 w 6386648"/>
                <a:gd name="connsiteY1712" fmla="*/ 509612 h 1849426"/>
                <a:gd name="connsiteX1713" fmla="*/ 1820465 w 6386648"/>
                <a:gd name="connsiteY1713" fmla="*/ 491587 h 1849426"/>
                <a:gd name="connsiteX1714" fmla="*/ 1838489 w 6386648"/>
                <a:gd name="connsiteY1714" fmla="*/ 473563 h 1849426"/>
                <a:gd name="connsiteX1715" fmla="*/ 2889912 w 6386648"/>
                <a:gd name="connsiteY1715" fmla="*/ 467555 h 1849426"/>
                <a:gd name="connsiteX1716" fmla="*/ 2907937 w 6386648"/>
                <a:gd name="connsiteY1716" fmla="*/ 485580 h 1849426"/>
                <a:gd name="connsiteX1717" fmla="*/ 2889912 w 6386648"/>
                <a:gd name="connsiteY1717" fmla="*/ 503604 h 1849426"/>
                <a:gd name="connsiteX1718" fmla="*/ 2871888 w 6386648"/>
                <a:gd name="connsiteY1718" fmla="*/ 485580 h 1849426"/>
                <a:gd name="connsiteX1719" fmla="*/ 2889912 w 6386648"/>
                <a:gd name="connsiteY1719" fmla="*/ 467555 h 1849426"/>
                <a:gd name="connsiteX1720" fmla="*/ 2108855 w 6386648"/>
                <a:gd name="connsiteY1720" fmla="*/ 467555 h 1849426"/>
                <a:gd name="connsiteX1721" fmla="*/ 2126880 w 6386648"/>
                <a:gd name="connsiteY1721" fmla="*/ 485580 h 1849426"/>
                <a:gd name="connsiteX1722" fmla="*/ 2108855 w 6386648"/>
                <a:gd name="connsiteY1722" fmla="*/ 503604 h 1849426"/>
                <a:gd name="connsiteX1723" fmla="*/ 2090831 w 6386648"/>
                <a:gd name="connsiteY1723" fmla="*/ 485580 h 1849426"/>
                <a:gd name="connsiteX1724" fmla="*/ 2108855 w 6386648"/>
                <a:gd name="connsiteY1724" fmla="*/ 467555 h 1849426"/>
                <a:gd name="connsiteX1725" fmla="*/ 1616189 w 6386648"/>
                <a:gd name="connsiteY1725" fmla="*/ 467555 h 1849426"/>
                <a:gd name="connsiteX1726" fmla="*/ 1634213 w 6386648"/>
                <a:gd name="connsiteY1726" fmla="*/ 485580 h 1849426"/>
                <a:gd name="connsiteX1727" fmla="*/ 1616189 w 6386648"/>
                <a:gd name="connsiteY1727" fmla="*/ 503604 h 1849426"/>
                <a:gd name="connsiteX1728" fmla="*/ 1598164 w 6386648"/>
                <a:gd name="connsiteY1728" fmla="*/ 485580 h 1849426"/>
                <a:gd name="connsiteX1729" fmla="*/ 1616189 w 6386648"/>
                <a:gd name="connsiteY1729" fmla="*/ 467555 h 1849426"/>
                <a:gd name="connsiteX1730" fmla="*/ 330447 w 6386648"/>
                <a:gd name="connsiteY1730" fmla="*/ 467555 h 1849426"/>
                <a:gd name="connsiteX1731" fmla="*/ 348472 w 6386648"/>
                <a:gd name="connsiteY1731" fmla="*/ 485580 h 1849426"/>
                <a:gd name="connsiteX1732" fmla="*/ 330447 w 6386648"/>
                <a:gd name="connsiteY1732" fmla="*/ 503604 h 1849426"/>
                <a:gd name="connsiteX1733" fmla="*/ 312423 w 6386648"/>
                <a:gd name="connsiteY1733" fmla="*/ 485580 h 1849426"/>
                <a:gd name="connsiteX1734" fmla="*/ 330447 w 6386648"/>
                <a:gd name="connsiteY1734" fmla="*/ 467555 h 1849426"/>
                <a:gd name="connsiteX1735" fmla="*/ 3935328 w 6386648"/>
                <a:gd name="connsiteY1735" fmla="*/ 461547 h 1849426"/>
                <a:gd name="connsiteX1736" fmla="*/ 3953353 w 6386648"/>
                <a:gd name="connsiteY1736" fmla="*/ 479571 h 1849426"/>
                <a:gd name="connsiteX1737" fmla="*/ 3935328 w 6386648"/>
                <a:gd name="connsiteY1737" fmla="*/ 497596 h 1849426"/>
                <a:gd name="connsiteX1738" fmla="*/ 3917304 w 6386648"/>
                <a:gd name="connsiteY1738" fmla="*/ 479571 h 1849426"/>
                <a:gd name="connsiteX1739" fmla="*/ 3935328 w 6386648"/>
                <a:gd name="connsiteY1739" fmla="*/ 461547 h 1849426"/>
                <a:gd name="connsiteX1740" fmla="*/ 6224427 w 6386648"/>
                <a:gd name="connsiteY1740" fmla="*/ 455539 h 1849426"/>
                <a:gd name="connsiteX1741" fmla="*/ 6242452 w 6386648"/>
                <a:gd name="connsiteY1741" fmla="*/ 473563 h 1849426"/>
                <a:gd name="connsiteX1742" fmla="*/ 6224427 w 6386648"/>
                <a:gd name="connsiteY1742" fmla="*/ 491588 h 1849426"/>
                <a:gd name="connsiteX1743" fmla="*/ 6206403 w 6386648"/>
                <a:gd name="connsiteY1743" fmla="*/ 473563 h 1849426"/>
                <a:gd name="connsiteX1744" fmla="*/ 6224427 w 6386648"/>
                <a:gd name="connsiteY1744" fmla="*/ 455539 h 1849426"/>
                <a:gd name="connsiteX1745" fmla="*/ 6110273 w 6386648"/>
                <a:gd name="connsiteY1745" fmla="*/ 455539 h 1849426"/>
                <a:gd name="connsiteX1746" fmla="*/ 6128298 w 6386648"/>
                <a:gd name="connsiteY1746" fmla="*/ 473563 h 1849426"/>
                <a:gd name="connsiteX1747" fmla="*/ 6110273 w 6386648"/>
                <a:gd name="connsiteY1747" fmla="*/ 491588 h 1849426"/>
                <a:gd name="connsiteX1748" fmla="*/ 6092248 w 6386648"/>
                <a:gd name="connsiteY1748" fmla="*/ 473563 h 1849426"/>
                <a:gd name="connsiteX1749" fmla="*/ 6110273 w 6386648"/>
                <a:gd name="connsiteY1749" fmla="*/ 455539 h 1849426"/>
                <a:gd name="connsiteX1750" fmla="*/ 3496734 w 6386648"/>
                <a:gd name="connsiteY1750" fmla="*/ 455539 h 1849426"/>
                <a:gd name="connsiteX1751" fmla="*/ 3514759 w 6386648"/>
                <a:gd name="connsiteY1751" fmla="*/ 473563 h 1849426"/>
                <a:gd name="connsiteX1752" fmla="*/ 3496734 w 6386648"/>
                <a:gd name="connsiteY1752" fmla="*/ 491588 h 1849426"/>
                <a:gd name="connsiteX1753" fmla="*/ 3478709 w 6386648"/>
                <a:gd name="connsiteY1753" fmla="*/ 473563 h 1849426"/>
                <a:gd name="connsiteX1754" fmla="*/ 3496734 w 6386648"/>
                <a:gd name="connsiteY1754" fmla="*/ 455539 h 1849426"/>
                <a:gd name="connsiteX1755" fmla="*/ 1333805 w 6386648"/>
                <a:gd name="connsiteY1755" fmla="*/ 455539 h 1849426"/>
                <a:gd name="connsiteX1756" fmla="*/ 1351830 w 6386648"/>
                <a:gd name="connsiteY1756" fmla="*/ 473563 h 1849426"/>
                <a:gd name="connsiteX1757" fmla="*/ 1333805 w 6386648"/>
                <a:gd name="connsiteY1757" fmla="*/ 491588 h 1849426"/>
                <a:gd name="connsiteX1758" fmla="*/ 1315781 w 6386648"/>
                <a:gd name="connsiteY1758" fmla="*/ 473563 h 1849426"/>
                <a:gd name="connsiteX1759" fmla="*/ 1333805 w 6386648"/>
                <a:gd name="connsiteY1759" fmla="*/ 455539 h 1849426"/>
                <a:gd name="connsiteX1760" fmla="*/ 2727693 w 6386648"/>
                <a:gd name="connsiteY1760" fmla="*/ 449531 h 1849426"/>
                <a:gd name="connsiteX1761" fmla="*/ 2745718 w 6386648"/>
                <a:gd name="connsiteY1761" fmla="*/ 467555 h 1849426"/>
                <a:gd name="connsiteX1762" fmla="*/ 2727693 w 6386648"/>
                <a:gd name="connsiteY1762" fmla="*/ 485580 h 1849426"/>
                <a:gd name="connsiteX1763" fmla="*/ 2709669 w 6386648"/>
                <a:gd name="connsiteY1763" fmla="*/ 467555 h 1849426"/>
                <a:gd name="connsiteX1764" fmla="*/ 2727693 w 6386648"/>
                <a:gd name="connsiteY1764" fmla="*/ 449531 h 1849426"/>
                <a:gd name="connsiteX1765" fmla="*/ 2607530 w 6386648"/>
                <a:gd name="connsiteY1765" fmla="*/ 449531 h 1849426"/>
                <a:gd name="connsiteX1766" fmla="*/ 2625555 w 6386648"/>
                <a:gd name="connsiteY1766" fmla="*/ 467555 h 1849426"/>
                <a:gd name="connsiteX1767" fmla="*/ 2607530 w 6386648"/>
                <a:gd name="connsiteY1767" fmla="*/ 485580 h 1849426"/>
                <a:gd name="connsiteX1768" fmla="*/ 2589506 w 6386648"/>
                <a:gd name="connsiteY1768" fmla="*/ 467555 h 1849426"/>
                <a:gd name="connsiteX1769" fmla="*/ 2607530 w 6386648"/>
                <a:gd name="connsiteY1769" fmla="*/ 449531 h 1849426"/>
                <a:gd name="connsiteX1770" fmla="*/ 5797850 w 6386648"/>
                <a:gd name="connsiteY1770" fmla="*/ 443523 h 1849426"/>
                <a:gd name="connsiteX1771" fmla="*/ 5815875 w 6386648"/>
                <a:gd name="connsiteY1771" fmla="*/ 461547 h 1849426"/>
                <a:gd name="connsiteX1772" fmla="*/ 5797850 w 6386648"/>
                <a:gd name="connsiteY1772" fmla="*/ 479572 h 1849426"/>
                <a:gd name="connsiteX1773" fmla="*/ 5779826 w 6386648"/>
                <a:gd name="connsiteY1773" fmla="*/ 461547 h 1849426"/>
                <a:gd name="connsiteX1774" fmla="*/ 5797850 w 6386648"/>
                <a:gd name="connsiteY1774" fmla="*/ 443523 h 1849426"/>
                <a:gd name="connsiteX1775" fmla="*/ 5653655 w 6386648"/>
                <a:gd name="connsiteY1775" fmla="*/ 443523 h 1849426"/>
                <a:gd name="connsiteX1776" fmla="*/ 5671680 w 6386648"/>
                <a:gd name="connsiteY1776" fmla="*/ 461547 h 1849426"/>
                <a:gd name="connsiteX1777" fmla="*/ 5653655 w 6386648"/>
                <a:gd name="connsiteY1777" fmla="*/ 479572 h 1849426"/>
                <a:gd name="connsiteX1778" fmla="*/ 5635631 w 6386648"/>
                <a:gd name="connsiteY1778" fmla="*/ 461547 h 1849426"/>
                <a:gd name="connsiteX1779" fmla="*/ 5653655 w 6386648"/>
                <a:gd name="connsiteY1779" fmla="*/ 443523 h 1849426"/>
                <a:gd name="connsiteX1780" fmla="*/ 96129 w 6386648"/>
                <a:gd name="connsiteY1780" fmla="*/ 437514 h 1849426"/>
                <a:gd name="connsiteX1781" fmla="*/ 114154 w 6386648"/>
                <a:gd name="connsiteY1781" fmla="*/ 455539 h 1849426"/>
                <a:gd name="connsiteX1782" fmla="*/ 96129 w 6386648"/>
                <a:gd name="connsiteY1782" fmla="*/ 473563 h 1849426"/>
                <a:gd name="connsiteX1783" fmla="*/ 78105 w 6386648"/>
                <a:gd name="connsiteY1783" fmla="*/ 455539 h 1849426"/>
                <a:gd name="connsiteX1784" fmla="*/ 96129 w 6386648"/>
                <a:gd name="connsiteY1784" fmla="*/ 437514 h 1849426"/>
                <a:gd name="connsiteX1785" fmla="*/ 3058140 w 6386648"/>
                <a:gd name="connsiteY1785" fmla="*/ 431506 h 1849426"/>
                <a:gd name="connsiteX1786" fmla="*/ 3076165 w 6386648"/>
                <a:gd name="connsiteY1786" fmla="*/ 449530 h 1849426"/>
                <a:gd name="connsiteX1787" fmla="*/ 3058140 w 6386648"/>
                <a:gd name="connsiteY1787" fmla="*/ 467555 h 1849426"/>
                <a:gd name="connsiteX1788" fmla="*/ 3040116 w 6386648"/>
                <a:gd name="connsiteY1788" fmla="*/ 449530 h 1849426"/>
                <a:gd name="connsiteX1789" fmla="*/ 3058140 w 6386648"/>
                <a:gd name="connsiteY1789" fmla="*/ 431506 h 1849426"/>
                <a:gd name="connsiteX1790" fmla="*/ 2493375 w 6386648"/>
                <a:gd name="connsiteY1790" fmla="*/ 431506 h 1849426"/>
                <a:gd name="connsiteX1791" fmla="*/ 2511400 w 6386648"/>
                <a:gd name="connsiteY1791" fmla="*/ 449530 h 1849426"/>
                <a:gd name="connsiteX1792" fmla="*/ 2493375 w 6386648"/>
                <a:gd name="connsiteY1792" fmla="*/ 467555 h 1849426"/>
                <a:gd name="connsiteX1793" fmla="*/ 2475351 w 6386648"/>
                <a:gd name="connsiteY1793" fmla="*/ 449530 h 1849426"/>
                <a:gd name="connsiteX1794" fmla="*/ 2493375 w 6386648"/>
                <a:gd name="connsiteY1794" fmla="*/ 431506 h 1849426"/>
                <a:gd name="connsiteX1795" fmla="*/ 216292 w 6386648"/>
                <a:gd name="connsiteY1795" fmla="*/ 431506 h 1849426"/>
                <a:gd name="connsiteX1796" fmla="*/ 234317 w 6386648"/>
                <a:gd name="connsiteY1796" fmla="*/ 449530 h 1849426"/>
                <a:gd name="connsiteX1797" fmla="*/ 216292 w 6386648"/>
                <a:gd name="connsiteY1797" fmla="*/ 467555 h 1849426"/>
                <a:gd name="connsiteX1798" fmla="*/ 198268 w 6386648"/>
                <a:gd name="connsiteY1798" fmla="*/ 449530 h 1849426"/>
                <a:gd name="connsiteX1799" fmla="*/ 216292 w 6386648"/>
                <a:gd name="connsiteY1799" fmla="*/ 431506 h 1849426"/>
                <a:gd name="connsiteX1800" fmla="*/ 4758442 w 6386648"/>
                <a:gd name="connsiteY1800" fmla="*/ 425498 h 1849426"/>
                <a:gd name="connsiteX1801" fmla="*/ 4776467 w 6386648"/>
                <a:gd name="connsiteY1801" fmla="*/ 443522 h 1849426"/>
                <a:gd name="connsiteX1802" fmla="*/ 4758442 w 6386648"/>
                <a:gd name="connsiteY1802" fmla="*/ 461547 h 1849426"/>
                <a:gd name="connsiteX1803" fmla="*/ 4740417 w 6386648"/>
                <a:gd name="connsiteY1803" fmla="*/ 443522 h 1849426"/>
                <a:gd name="connsiteX1804" fmla="*/ 4758442 w 6386648"/>
                <a:gd name="connsiteY1804" fmla="*/ 425498 h 1849426"/>
                <a:gd name="connsiteX1805" fmla="*/ 1453968 w 6386648"/>
                <a:gd name="connsiteY1805" fmla="*/ 425498 h 1849426"/>
                <a:gd name="connsiteX1806" fmla="*/ 1471993 w 6386648"/>
                <a:gd name="connsiteY1806" fmla="*/ 443522 h 1849426"/>
                <a:gd name="connsiteX1807" fmla="*/ 1453968 w 6386648"/>
                <a:gd name="connsiteY1807" fmla="*/ 461547 h 1849426"/>
                <a:gd name="connsiteX1808" fmla="*/ 1435944 w 6386648"/>
                <a:gd name="connsiteY1808" fmla="*/ 443522 h 1849426"/>
                <a:gd name="connsiteX1809" fmla="*/ 1453968 w 6386648"/>
                <a:gd name="connsiteY1809" fmla="*/ 425498 h 1849426"/>
                <a:gd name="connsiteX1810" fmla="*/ 552748 w 6386648"/>
                <a:gd name="connsiteY1810" fmla="*/ 425498 h 1849426"/>
                <a:gd name="connsiteX1811" fmla="*/ 570773 w 6386648"/>
                <a:gd name="connsiteY1811" fmla="*/ 443522 h 1849426"/>
                <a:gd name="connsiteX1812" fmla="*/ 552748 w 6386648"/>
                <a:gd name="connsiteY1812" fmla="*/ 461547 h 1849426"/>
                <a:gd name="connsiteX1813" fmla="*/ 534724 w 6386648"/>
                <a:gd name="connsiteY1813" fmla="*/ 443522 h 1849426"/>
                <a:gd name="connsiteX1814" fmla="*/ 552748 w 6386648"/>
                <a:gd name="connsiteY1814" fmla="*/ 425498 h 1849426"/>
                <a:gd name="connsiteX1815" fmla="*/ 1742358 w 6386648"/>
                <a:gd name="connsiteY1815" fmla="*/ 419490 h 1849426"/>
                <a:gd name="connsiteX1816" fmla="*/ 1760383 w 6386648"/>
                <a:gd name="connsiteY1816" fmla="*/ 437514 h 1849426"/>
                <a:gd name="connsiteX1817" fmla="*/ 1742358 w 6386648"/>
                <a:gd name="connsiteY1817" fmla="*/ 455539 h 1849426"/>
                <a:gd name="connsiteX1818" fmla="*/ 1724334 w 6386648"/>
                <a:gd name="connsiteY1818" fmla="*/ 437514 h 1849426"/>
                <a:gd name="connsiteX1819" fmla="*/ 1742358 w 6386648"/>
                <a:gd name="connsiteY1819" fmla="*/ 419490 h 1849426"/>
                <a:gd name="connsiteX1820" fmla="*/ 1183602 w 6386648"/>
                <a:gd name="connsiteY1820" fmla="*/ 413482 h 1849426"/>
                <a:gd name="connsiteX1821" fmla="*/ 1201627 w 6386648"/>
                <a:gd name="connsiteY1821" fmla="*/ 431506 h 1849426"/>
                <a:gd name="connsiteX1822" fmla="*/ 1183602 w 6386648"/>
                <a:gd name="connsiteY1822" fmla="*/ 449531 h 1849426"/>
                <a:gd name="connsiteX1823" fmla="*/ 1165578 w 6386648"/>
                <a:gd name="connsiteY1823" fmla="*/ 431506 h 1849426"/>
                <a:gd name="connsiteX1824" fmla="*/ 1183602 w 6386648"/>
                <a:gd name="connsiteY1824" fmla="*/ 413482 h 1849426"/>
                <a:gd name="connsiteX1825" fmla="*/ 895212 w 6386648"/>
                <a:gd name="connsiteY1825" fmla="*/ 413482 h 1849426"/>
                <a:gd name="connsiteX1826" fmla="*/ 913236 w 6386648"/>
                <a:gd name="connsiteY1826" fmla="*/ 431506 h 1849426"/>
                <a:gd name="connsiteX1827" fmla="*/ 895212 w 6386648"/>
                <a:gd name="connsiteY1827" fmla="*/ 449531 h 1849426"/>
                <a:gd name="connsiteX1828" fmla="*/ 877187 w 6386648"/>
                <a:gd name="connsiteY1828" fmla="*/ 431506 h 1849426"/>
                <a:gd name="connsiteX1829" fmla="*/ 895212 w 6386648"/>
                <a:gd name="connsiteY1829" fmla="*/ 413482 h 1849426"/>
                <a:gd name="connsiteX1830" fmla="*/ 672910 w 6386648"/>
                <a:gd name="connsiteY1830" fmla="*/ 413482 h 1849426"/>
                <a:gd name="connsiteX1831" fmla="*/ 690935 w 6386648"/>
                <a:gd name="connsiteY1831" fmla="*/ 431506 h 1849426"/>
                <a:gd name="connsiteX1832" fmla="*/ 672910 w 6386648"/>
                <a:gd name="connsiteY1832" fmla="*/ 449531 h 1849426"/>
                <a:gd name="connsiteX1833" fmla="*/ 654886 w 6386648"/>
                <a:gd name="connsiteY1833" fmla="*/ 431506 h 1849426"/>
                <a:gd name="connsiteX1834" fmla="*/ 672910 w 6386648"/>
                <a:gd name="connsiteY1834" fmla="*/ 413482 h 1849426"/>
                <a:gd name="connsiteX1835" fmla="*/ 3719035 w 6386648"/>
                <a:gd name="connsiteY1835" fmla="*/ 407474 h 1849426"/>
                <a:gd name="connsiteX1836" fmla="*/ 3737060 w 6386648"/>
                <a:gd name="connsiteY1836" fmla="*/ 425499 h 1849426"/>
                <a:gd name="connsiteX1837" fmla="*/ 3719035 w 6386648"/>
                <a:gd name="connsiteY1837" fmla="*/ 443523 h 1849426"/>
                <a:gd name="connsiteX1838" fmla="*/ 3701011 w 6386648"/>
                <a:gd name="connsiteY1838" fmla="*/ 425499 h 1849426"/>
                <a:gd name="connsiteX1839" fmla="*/ 3719035 w 6386648"/>
                <a:gd name="connsiteY1839" fmla="*/ 407474 h 1849426"/>
                <a:gd name="connsiteX1840" fmla="*/ 6002126 w 6386648"/>
                <a:gd name="connsiteY1840" fmla="*/ 401466 h 1849426"/>
                <a:gd name="connsiteX1841" fmla="*/ 6020151 w 6386648"/>
                <a:gd name="connsiteY1841" fmla="*/ 419490 h 1849426"/>
                <a:gd name="connsiteX1842" fmla="*/ 6002126 w 6386648"/>
                <a:gd name="connsiteY1842" fmla="*/ 437515 h 1849426"/>
                <a:gd name="connsiteX1843" fmla="*/ 5984102 w 6386648"/>
                <a:gd name="connsiteY1843" fmla="*/ 419490 h 1849426"/>
                <a:gd name="connsiteX1844" fmla="*/ 6002126 w 6386648"/>
                <a:gd name="connsiteY1844" fmla="*/ 401466 h 1849426"/>
                <a:gd name="connsiteX1845" fmla="*/ 1970668 w 6386648"/>
                <a:gd name="connsiteY1845" fmla="*/ 401466 h 1849426"/>
                <a:gd name="connsiteX1846" fmla="*/ 1988693 w 6386648"/>
                <a:gd name="connsiteY1846" fmla="*/ 419490 h 1849426"/>
                <a:gd name="connsiteX1847" fmla="*/ 1970668 w 6386648"/>
                <a:gd name="connsiteY1847" fmla="*/ 437515 h 1849426"/>
                <a:gd name="connsiteX1848" fmla="*/ 1952644 w 6386648"/>
                <a:gd name="connsiteY1848" fmla="*/ 419490 h 1849426"/>
                <a:gd name="connsiteX1849" fmla="*/ 1970668 w 6386648"/>
                <a:gd name="connsiteY1849" fmla="*/ 401466 h 1849426"/>
                <a:gd name="connsiteX1850" fmla="*/ 5533492 w 6386648"/>
                <a:gd name="connsiteY1850" fmla="*/ 395457 h 1849426"/>
                <a:gd name="connsiteX1851" fmla="*/ 5551517 w 6386648"/>
                <a:gd name="connsiteY1851" fmla="*/ 413481 h 1849426"/>
                <a:gd name="connsiteX1852" fmla="*/ 5533492 w 6386648"/>
                <a:gd name="connsiteY1852" fmla="*/ 431506 h 1849426"/>
                <a:gd name="connsiteX1853" fmla="*/ 5515468 w 6386648"/>
                <a:gd name="connsiteY1853" fmla="*/ 413481 h 1849426"/>
                <a:gd name="connsiteX1854" fmla="*/ 5533492 w 6386648"/>
                <a:gd name="connsiteY1854" fmla="*/ 395457 h 1849426"/>
                <a:gd name="connsiteX1855" fmla="*/ 3166287 w 6386648"/>
                <a:gd name="connsiteY1855" fmla="*/ 395457 h 1849426"/>
                <a:gd name="connsiteX1856" fmla="*/ 3184312 w 6386648"/>
                <a:gd name="connsiteY1856" fmla="*/ 413481 h 1849426"/>
                <a:gd name="connsiteX1857" fmla="*/ 3166287 w 6386648"/>
                <a:gd name="connsiteY1857" fmla="*/ 431506 h 1849426"/>
                <a:gd name="connsiteX1858" fmla="*/ 3148262 w 6386648"/>
                <a:gd name="connsiteY1858" fmla="*/ 413481 h 1849426"/>
                <a:gd name="connsiteX1859" fmla="*/ 3166287 w 6386648"/>
                <a:gd name="connsiteY1859" fmla="*/ 395457 h 1849426"/>
                <a:gd name="connsiteX1860" fmla="*/ 2373213 w 6386648"/>
                <a:gd name="connsiteY1860" fmla="*/ 395457 h 1849426"/>
                <a:gd name="connsiteX1861" fmla="*/ 2391238 w 6386648"/>
                <a:gd name="connsiteY1861" fmla="*/ 413481 h 1849426"/>
                <a:gd name="connsiteX1862" fmla="*/ 2373213 w 6386648"/>
                <a:gd name="connsiteY1862" fmla="*/ 431506 h 1849426"/>
                <a:gd name="connsiteX1863" fmla="*/ 2355189 w 6386648"/>
                <a:gd name="connsiteY1863" fmla="*/ 413481 h 1849426"/>
                <a:gd name="connsiteX1864" fmla="*/ 2373213 w 6386648"/>
                <a:gd name="connsiteY1864" fmla="*/ 395457 h 1849426"/>
                <a:gd name="connsiteX1865" fmla="*/ 787065 w 6386648"/>
                <a:gd name="connsiteY1865" fmla="*/ 395457 h 1849426"/>
                <a:gd name="connsiteX1866" fmla="*/ 805090 w 6386648"/>
                <a:gd name="connsiteY1866" fmla="*/ 413481 h 1849426"/>
                <a:gd name="connsiteX1867" fmla="*/ 787065 w 6386648"/>
                <a:gd name="connsiteY1867" fmla="*/ 431506 h 1849426"/>
                <a:gd name="connsiteX1868" fmla="*/ 769041 w 6386648"/>
                <a:gd name="connsiteY1868" fmla="*/ 413481 h 1849426"/>
                <a:gd name="connsiteX1869" fmla="*/ 787065 w 6386648"/>
                <a:gd name="connsiteY1869" fmla="*/ 395457 h 1849426"/>
                <a:gd name="connsiteX1870" fmla="*/ 6344591 w 6386648"/>
                <a:gd name="connsiteY1870" fmla="*/ 389449 h 1849426"/>
                <a:gd name="connsiteX1871" fmla="*/ 6362615 w 6386648"/>
                <a:gd name="connsiteY1871" fmla="*/ 407473 h 1849426"/>
                <a:gd name="connsiteX1872" fmla="*/ 6344591 w 6386648"/>
                <a:gd name="connsiteY1872" fmla="*/ 425498 h 1849426"/>
                <a:gd name="connsiteX1873" fmla="*/ 6326566 w 6386648"/>
                <a:gd name="connsiteY1873" fmla="*/ 407473 h 1849426"/>
                <a:gd name="connsiteX1874" fmla="*/ 6344591 w 6386648"/>
                <a:gd name="connsiteY1874" fmla="*/ 389449 h 1849426"/>
                <a:gd name="connsiteX1875" fmla="*/ 5407321 w 6386648"/>
                <a:gd name="connsiteY1875" fmla="*/ 383441 h 1849426"/>
                <a:gd name="connsiteX1876" fmla="*/ 5425346 w 6386648"/>
                <a:gd name="connsiteY1876" fmla="*/ 401465 h 1849426"/>
                <a:gd name="connsiteX1877" fmla="*/ 5407321 w 6386648"/>
                <a:gd name="connsiteY1877" fmla="*/ 419490 h 1849426"/>
                <a:gd name="connsiteX1878" fmla="*/ 5389297 w 6386648"/>
                <a:gd name="connsiteY1878" fmla="*/ 401465 h 1849426"/>
                <a:gd name="connsiteX1879" fmla="*/ 5407321 w 6386648"/>
                <a:gd name="connsiteY1879" fmla="*/ 383441 h 1849426"/>
                <a:gd name="connsiteX1880" fmla="*/ 5233085 w 6386648"/>
                <a:gd name="connsiteY1880" fmla="*/ 383441 h 1849426"/>
                <a:gd name="connsiteX1881" fmla="*/ 5251110 w 6386648"/>
                <a:gd name="connsiteY1881" fmla="*/ 401465 h 1849426"/>
                <a:gd name="connsiteX1882" fmla="*/ 5233085 w 6386648"/>
                <a:gd name="connsiteY1882" fmla="*/ 419490 h 1849426"/>
                <a:gd name="connsiteX1883" fmla="*/ 5215061 w 6386648"/>
                <a:gd name="connsiteY1883" fmla="*/ 401465 h 1849426"/>
                <a:gd name="connsiteX1884" fmla="*/ 5233085 w 6386648"/>
                <a:gd name="connsiteY1884" fmla="*/ 383441 h 1849426"/>
                <a:gd name="connsiteX1885" fmla="*/ 4956711 w 6386648"/>
                <a:gd name="connsiteY1885" fmla="*/ 383441 h 1849426"/>
                <a:gd name="connsiteX1886" fmla="*/ 4974736 w 6386648"/>
                <a:gd name="connsiteY1886" fmla="*/ 401465 h 1849426"/>
                <a:gd name="connsiteX1887" fmla="*/ 4956711 w 6386648"/>
                <a:gd name="connsiteY1887" fmla="*/ 419490 h 1849426"/>
                <a:gd name="connsiteX1888" fmla="*/ 4938687 w 6386648"/>
                <a:gd name="connsiteY1888" fmla="*/ 401465 h 1849426"/>
                <a:gd name="connsiteX1889" fmla="*/ 4956711 w 6386648"/>
                <a:gd name="connsiteY1889" fmla="*/ 383441 h 1849426"/>
                <a:gd name="connsiteX1890" fmla="*/ 3604880 w 6386648"/>
                <a:gd name="connsiteY1890" fmla="*/ 377433 h 1849426"/>
                <a:gd name="connsiteX1891" fmla="*/ 3622905 w 6386648"/>
                <a:gd name="connsiteY1891" fmla="*/ 395458 h 1849426"/>
                <a:gd name="connsiteX1892" fmla="*/ 3604880 w 6386648"/>
                <a:gd name="connsiteY1892" fmla="*/ 413482 h 1849426"/>
                <a:gd name="connsiteX1893" fmla="*/ 3586856 w 6386648"/>
                <a:gd name="connsiteY1893" fmla="*/ 395458 h 1849426"/>
                <a:gd name="connsiteX1894" fmla="*/ 3604880 w 6386648"/>
                <a:gd name="connsiteY1894" fmla="*/ 377433 h 1849426"/>
                <a:gd name="connsiteX1895" fmla="*/ 5082882 w 6386648"/>
                <a:gd name="connsiteY1895" fmla="*/ 371425 h 1849426"/>
                <a:gd name="connsiteX1896" fmla="*/ 5100907 w 6386648"/>
                <a:gd name="connsiteY1896" fmla="*/ 389449 h 1849426"/>
                <a:gd name="connsiteX1897" fmla="*/ 5082882 w 6386648"/>
                <a:gd name="connsiteY1897" fmla="*/ 407474 h 1849426"/>
                <a:gd name="connsiteX1898" fmla="*/ 5064858 w 6386648"/>
                <a:gd name="connsiteY1898" fmla="*/ 389449 h 1849426"/>
                <a:gd name="connsiteX1899" fmla="*/ 5082882 w 6386648"/>
                <a:gd name="connsiteY1899" fmla="*/ 371425 h 1849426"/>
                <a:gd name="connsiteX1900" fmla="*/ 4638280 w 6386648"/>
                <a:gd name="connsiteY1900" fmla="*/ 371425 h 1849426"/>
                <a:gd name="connsiteX1901" fmla="*/ 4656305 w 6386648"/>
                <a:gd name="connsiteY1901" fmla="*/ 389449 h 1849426"/>
                <a:gd name="connsiteX1902" fmla="*/ 4638280 w 6386648"/>
                <a:gd name="connsiteY1902" fmla="*/ 407474 h 1849426"/>
                <a:gd name="connsiteX1903" fmla="*/ 4620255 w 6386648"/>
                <a:gd name="connsiteY1903" fmla="*/ 389449 h 1849426"/>
                <a:gd name="connsiteX1904" fmla="*/ 4638280 w 6386648"/>
                <a:gd name="connsiteY1904" fmla="*/ 371425 h 1849426"/>
                <a:gd name="connsiteX1905" fmla="*/ 4289808 w 6386648"/>
                <a:gd name="connsiteY1905" fmla="*/ 371425 h 1849426"/>
                <a:gd name="connsiteX1906" fmla="*/ 4307833 w 6386648"/>
                <a:gd name="connsiteY1906" fmla="*/ 389449 h 1849426"/>
                <a:gd name="connsiteX1907" fmla="*/ 4289808 w 6386648"/>
                <a:gd name="connsiteY1907" fmla="*/ 407474 h 1849426"/>
                <a:gd name="connsiteX1908" fmla="*/ 4271784 w 6386648"/>
                <a:gd name="connsiteY1908" fmla="*/ 389449 h 1849426"/>
                <a:gd name="connsiteX1909" fmla="*/ 4289808 w 6386648"/>
                <a:gd name="connsiteY1909" fmla="*/ 371425 h 1849426"/>
                <a:gd name="connsiteX1910" fmla="*/ 3412620 w 6386648"/>
                <a:gd name="connsiteY1910" fmla="*/ 371425 h 1849426"/>
                <a:gd name="connsiteX1911" fmla="*/ 3430645 w 6386648"/>
                <a:gd name="connsiteY1911" fmla="*/ 389449 h 1849426"/>
                <a:gd name="connsiteX1912" fmla="*/ 3412620 w 6386648"/>
                <a:gd name="connsiteY1912" fmla="*/ 407474 h 1849426"/>
                <a:gd name="connsiteX1913" fmla="*/ 3394596 w 6386648"/>
                <a:gd name="connsiteY1913" fmla="*/ 389449 h 1849426"/>
                <a:gd name="connsiteX1914" fmla="*/ 3412620 w 6386648"/>
                <a:gd name="connsiteY1914" fmla="*/ 371425 h 1849426"/>
                <a:gd name="connsiteX1915" fmla="*/ 3286449 w 6386648"/>
                <a:gd name="connsiteY1915" fmla="*/ 371425 h 1849426"/>
                <a:gd name="connsiteX1916" fmla="*/ 3304474 w 6386648"/>
                <a:gd name="connsiteY1916" fmla="*/ 389449 h 1849426"/>
                <a:gd name="connsiteX1917" fmla="*/ 3286449 w 6386648"/>
                <a:gd name="connsiteY1917" fmla="*/ 407474 h 1849426"/>
                <a:gd name="connsiteX1918" fmla="*/ 3268424 w 6386648"/>
                <a:gd name="connsiteY1918" fmla="*/ 389449 h 1849426"/>
                <a:gd name="connsiteX1919" fmla="*/ 3286449 w 6386648"/>
                <a:gd name="connsiteY1919" fmla="*/ 371425 h 1849426"/>
                <a:gd name="connsiteX1920" fmla="*/ 2204985 w 6386648"/>
                <a:gd name="connsiteY1920" fmla="*/ 371425 h 1849426"/>
                <a:gd name="connsiteX1921" fmla="*/ 2223010 w 6386648"/>
                <a:gd name="connsiteY1921" fmla="*/ 389449 h 1849426"/>
                <a:gd name="connsiteX1922" fmla="*/ 2204985 w 6386648"/>
                <a:gd name="connsiteY1922" fmla="*/ 407474 h 1849426"/>
                <a:gd name="connsiteX1923" fmla="*/ 2186961 w 6386648"/>
                <a:gd name="connsiteY1923" fmla="*/ 389449 h 1849426"/>
                <a:gd name="connsiteX1924" fmla="*/ 2204985 w 6386648"/>
                <a:gd name="connsiteY1924" fmla="*/ 371425 h 1849426"/>
                <a:gd name="connsiteX1925" fmla="*/ 1033398 w 6386648"/>
                <a:gd name="connsiteY1925" fmla="*/ 371425 h 1849426"/>
                <a:gd name="connsiteX1926" fmla="*/ 1051423 w 6386648"/>
                <a:gd name="connsiteY1926" fmla="*/ 389449 h 1849426"/>
                <a:gd name="connsiteX1927" fmla="*/ 1033398 w 6386648"/>
                <a:gd name="connsiteY1927" fmla="*/ 407474 h 1849426"/>
                <a:gd name="connsiteX1928" fmla="*/ 1015374 w 6386648"/>
                <a:gd name="connsiteY1928" fmla="*/ 389449 h 1849426"/>
                <a:gd name="connsiteX1929" fmla="*/ 1033398 w 6386648"/>
                <a:gd name="connsiteY1929" fmla="*/ 371425 h 1849426"/>
                <a:gd name="connsiteX1930" fmla="*/ 432585 w 6386648"/>
                <a:gd name="connsiteY1930" fmla="*/ 371425 h 1849426"/>
                <a:gd name="connsiteX1931" fmla="*/ 450610 w 6386648"/>
                <a:gd name="connsiteY1931" fmla="*/ 389449 h 1849426"/>
                <a:gd name="connsiteX1932" fmla="*/ 432585 w 6386648"/>
                <a:gd name="connsiteY1932" fmla="*/ 407474 h 1849426"/>
                <a:gd name="connsiteX1933" fmla="*/ 414561 w 6386648"/>
                <a:gd name="connsiteY1933" fmla="*/ 389449 h 1849426"/>
                <a:gd name="connsiteX1934" fmla="*/ 432585 w 6386648"/>
                <a:gd name="connsiteY1934" fmla="*/ 371425 h 1849426"/>
                <a:gd name="connsiteX1935" fmla="*/ 4037466 w 6386648"/>
                <a:gd name="connsiteY1935" fmla="*/ 365417 h 1849426"/>
                <a:gd name="connsiteX1936" fmla="*/ 4055491 w 6386648"/>
                <a:gd name="connsiteY1936" fmla="*/ 383441 h 1849426"/>
                <a:gd name="connsiteX1937" fmla="*/ 4037466 w 6386648"/>
                <a:gd name="connsiteY1937" fmla="*/ 401466 h 1849426"/>
                <a:gd name="connsiteX1938" fmla="*/ 4019441 w 6386648"/>
                <a:gd name="connsiteY1938" fmla="*/ 383441 h 1849426"/>
                <a:gd name="connsiteX1939" fmla="*/ 4037466 w 6386648"/>
                <a:gd name="connsiteY1939" fmla="*/ 365417 h 1849426"/>
                <a:gd name="connsiteX1940" fmla="*/ 2943986 w 6386648"/>
                <a:gd name="connsiteY1940" fmla="*/ 365417 h 1849426"/>
                <a:gd name="connsiteX1941" fmla="*/ 2962011 w 6386648"/>
                <a:gd name="connsiteY1941" fmla="*/ 383441 h 1849426"/>
                <a:gd name="connsiteX1942" fmla="*/ 2943986 w 6386648"/>
                <a:gd name="connsiteY1942" fmla="*/ 401466 h 1849426"/>
                <a:gd name="connsiteX1943" fmla="*/ 2925962 w 6386648"/>
                <a:gd name="connsiteY1943" fmla="*/ 383441 h 1849426"/>
                <a:gd name="connsiteX1944" fmla="*/ 2943986 w 6386648"/>
                <a:gd name="connsiteY1944" fmla="*/ 365417 h 1849426"/>
                <a:gd name="connsiteX1945" fmla="*/ 2811807 w 6386648"/>
                <a:gd name="connsiteY1945" fmla="*/ 365417 h 1849426"/>
                <a:gd name="connsiteX1946" fmla="*/ 2829832 w 6386648"/>
                <a:gd name="connsiteY1946" fmla="*/ 383441 h 1849426"/>
                <a:gd name="connsiteX1947" fmla="*/ 2811807 w 6386648"/>
                <a:gd name="connsiteY1947" fmla="*/ 401466 h 1849426"/>
                <a:gd name="connsiteX1948" fmla="*/ 2793783 w 6386648"/>
                <a:gd name="connsiteY1948" fmla="*/ 383441 h 1849426"/>
                <a:gd name="connsiteX1949" fmla="*/ 2811807 w 6386648"/>
                <a:gd name="connsiteY1949" fmla="*/ 365417 h 1849426"/>
                <a:gd name="connsiteX1950" fmla="*/ 5899988 w 6386648"/>
                <a:gd name="connsiteY1950" fmla="*/ 353401 h 1849426"/>
                <a:gd name="connsiteX1951" fmla="*/ 5918013 w 6386648"/>
                <a:gd name="connsiteY1951" fmla="*/ 371425 h 1849426"/>
                <a:gd name="connsiteX1952" fmla="*/ 5899988 w 6386648"/>
                <a:gd name="connsiteY1952" fmla="*/ 389450 h 1849426"/>
                <a:gd name="connsiteX1953" fmla="*/ 5881963 w 6386648"/>
                <a:gd name="connsiteY1953" fmla="*/ 371425 h 1849426"/>
                <a:gd name="connsiteX1954" fmla="*/ 5899988 w 6386648"/>
                <a:gd name="connsiteY1954" fmla="*/ 353401 h 1849426"/>
                <a:gd name="connsiteX1955" fmla="*/ 4842556 w 6386648"/>
                <a:gd name="connsiteY1955" fmla="*/ 353401 h 1849426"/>
                <a:gd name="connsiteX1956" fmla="*/ 4860581 w 6386648"/>
                <a:gd name="connsiteY1956" fmla="*/ 371425 h 1849426"/>
                <a:gd name="connsiteX1957" fmla="*/ 4842556 w 6386648"/>
                <a:gd name="connsiteY1957" fmla="*/ 389450 h 1849426"/>
                <a:gd name="connsiteX1958" fmla="*/ 4824532 w 6386648"/>
                <a:gd name="connsiteY1958" fmla="*/ 371425 h 1849426"/>
                <a:gd name="connsiteX1959" fmla="*/ 4842556 w 6386648"/>
                <a:gd name="connsiteY1959" fmla="*/ 353401 h 1849426"/>
                <a:gd name="connsiteX1960" fmla="*/ 4518117 w 6386648"/>
                <a:gd name="connsiteY1960" fmla="*/ 353401 h 1849426"/>
                <a:gd name="connsiteX1961" fmla="*/ 4536142 w 6386648"/>
                <a:gd name="connsiteY1961" fmla="*/ 371425 h 1849426"/>
                <a:gd name="connsiteX1962" fmla="*/ 4518117 w 6386648"/>
                <a:gd name="connsiteY1962" fmla="*/ 389450 h 1849426"/>
                <a:gd name="connsiteX1963" fmla="*/ 4500092 w 6386648"/>
                <a:gd name="connsiteY1963" fmla="*/ 371425 h 1849426"/>
                <a:gd name="connsiteX1964" fmla="*/ 4518117 w 6386648"/>
                <a:gd name="connsiteY1964" fmla="*/ 353401 h 1849426"/>
                <a:gd name="connsiteX1965" fmla="*/ 4403962 w 6386648"/>
                <a:gd name="connsiteY1965" fmla="*/ 353401 h 1849426"/>
                <a:gd name="connsiteX1966" fmla="*/ 4421987 w 6386648"/>
                <a:gd name="connsiteY1966" fmla="*/ 371425 h 1849426"/>
                <a:gd name="connsiteX1967" fmla="*/ 4403962 w 6386648"/>
                <a:gd name="connsiteY1967" fmla="*/ 389450 h 1849426"/>
                <a:gd name="connsiteX1968" fmla="*/ 4385938 w 6386648"/>
                <a:gd name="connsiteY1968" fmla="*/ 371425 h 1849426"/>
                <a:gd name="connsiteX1969" fmla="*/ 4403962 w 6386648"/>
                <a:gd name="connsiteY1969" fmla="*/ 353401 h 1849426"/>
                <a:gd name="connsiteX1970" fmla="*/ 4151621 w 6386648"/>
                <a:gd name="connsiteY1970" fmla="*/ 353401 h 1849426"/>
                <a:gd name="connsiteX1971" fmla="*/ 4169646 w 6386648"/>
                <a:gd name="connsiteY1971" fmla="*/ 371425 h 1849426"/>
                <a:gd name="connsiteX1972" fmla="*/ 4151621 w 6386648"/>
                <a:gd name="connsiteY1972" fmla="*/ 389450 h 1849426"/>
                <a:gd name="connsiteX1973" fmla="*/ 4133597 w 6386648"/>
                <a:gd name="connsiteY1973" fmla="*/ 371425 h 1849426"/>
                <a:gd name="connsiteX1974" fmla="*/ 4151621 w 6386648"/>
                <a:gd name="connsiteY1974" fmla="*/ 353401 h 1849426"/>
                <a:gd name="connsiteX1975" fmla="*/ 3911295 w 6386648"/>
                <a:gd name="connsiteY1975" fmla="*/ 347392 h 1849426"/>
                <a:gd name="connsiteX1976" fmla="*/ 3929320 w 6386648"/>
                <a:gd name="connsiteY1976" fmla="*/ 365417 h 1849426"/>
                <a:gd name="connsiteX1977" fmla="*/ 3911295 w 6386648"/>
                <a:gd name="connsiteY1977" fmla="*/ 383441 h 1849426"/>
                <a:gd name="connsiteX1978" fmla="*/ 3893271 w 6386648"/>
                <a:gd name="connsiteY1978" fmla="*/ 365417 h 1849426"/>
                <a:gd name="connsiteX1979" fmla="*/ 3911295 w 6386648"/>
                <a:gd name="connsiteY1979" fmla="*/ 347392 h 1849426"/>
                <a:gd name="connsiteX1980" fmla="*/ 2078814 w 6386648"/>
                <a:gd name="connsiteY1980" fmla="*/ 347392 h 1849426"/>
                <a:gd name="connsiteX1981" fmla="*/ 2096839 w 6386648"/>
                <a:gd name="connsiteY1981" fmla="*/ 365417 h 1849426"/>
                <a:gd name="connsiteX1982" fmla="*/ 2078814 w 6386648"/>
                <a:gd name="connsiteY1982" fmla="*/ 383441 h 1849426"/>
                <a:gd name="connsiteX1983" fmla="*/ 2060790 w 6386648"/>
                <a:gd name="connsiteY1983" fmla="*/ 365417 h 1849426"/>
                <a:gd name="connsiteX1984" fmla="*/ 2078814 w 6386648"/>
                <a:gd name="connsiteY1984" fmla="*/ 347392 h 1849426"/>
                <a:gd name="connsiteX1985" fmla="*/ 1345823 w 6386648"/>
                <a:gd name="connsiteY1985" fmla="*/ 347392 h 1849426"/>
                <a:gd name="connsiteX1986" fmla="*/ 1363847 w 6386648"/>
                <a:gd name="connsiteY1986" fmla="*/ 365417 h 1849426"/>
                <a:gd name="connsiteX1987" fmla="*/ 1345823 w 6386648"/>
                <a:gd name="connsiteY1987" fmla="*/ 383441 h 1849426"/>
                <a:gd name="connsiteX1988" fmla="*/ 1327798 w 6386648"/>
                <a:gd name="connsiteY1988" fmla="*/ 365417 h 1849426"/>
                <a:gd name="connsiteX1989" fmla="*/ 1345823 w 6386648"/>
                <a:gd name="connsiteY1989" fmla="*/ 347392 h 1849426"/>
                <a:gd name="connsiteX1990" fmla="*/ 1556107 w 6386648"/>
                <a:gd name="connsiteY1990" fmla="*/ 341384 h 1849426"/>
                <a:gd name="connsiteX1991" fmla="*/ 1574131 w 6386648"/>
                <a:gd name="connsiteY1991" fmla="*/ 359408 h 1849426"/>
                <a:gd name="connsiteX1992" fmla="*/ 1556107 w 6386648"/>
                <a:gd name="connsiteY1992" fmla="*/ 377433 h 1849426"/>
                <a:gd name="connsiteX1993" fmla="*/ 1538082 w 6386648"/>
                <a:gd name="connsiteY1993" fmla="*/ 359408 h 1849426"/>
                <a:gd name="connsiteX1994" fmla="*/ 1556107 w 6386648"/>
                <a:gd name="connsiteY1994" fmla="*/ 341384 h 1849426"/>
                <a:gd name="connsiteX1995" fmla="*/ 306414 w 6386648"/>
                <a:gd name="connsiteY1995" fmla="*/ 341384 h 1849426"/>
                <a:gd name="connsiteX1996" fmla="*/ 324439 w 6386648"/>
                <a:gd name="connsiteY1996" fmla="*/ 359408 h 1849426"/>
                <a:gd name="connsiteX1997" fmla="*/ 306414 w 6386648"/>
                <a:gd name="connsiteY1997" fmla="*/ 377433 h 1849426"/>
                <a:gd name="connsiteX1998" fmla="*/ 288390 w 6386648"/>
                <a:gd name="connsiteY1998" fmla="*/ 359408 h 1849426"/>
                <a:gd name="connsiteX1999" fmla="*/ 306414 w 6386648"/>
                <a:gd name="connsiteY1999" fmla="*/ 341384 h 1849426"/>
                <a:gd name="connsiteX2000" fmla="*/ 6206403 w 6386648"/>
                <a:gd name="connsiteY2000" fmla="*/ 335376 h 1849426"/>
                <a:gd name="connsiteX2001" fmla="*/ 6224428 w 6386648"/>
                <a:gd name="connsiteY2001" fmla="*/ 353400 h 1849426"/>
                <a:gd name="connsiteX2002" fmla="*/ 6206403 w 6386648"/>
                <a:gd name="connsiteY2002" fmla="*/ 371425 h 1849426"/>
                <a:gd name="connsiteX2003" fmla="*/ 6188379 w 6386648"/>
                <a:gd name="connsiteY2003" fmla="*/ 353400 h 1849426"/>
                <a:gd name="connsiteX2004" fmla="*/ 6206403 w 6386648"/>
                <a:gd name="connsiteY2004" fmla="*/ 335376 h 1849426"/>
                <a:gd name="connsiteX2005" fmla="*/ 1670261 w 6386648"/>
                <a:gd name="connsiteY2005" fmla="*/ 335376 h 1849426"/>
                <a:gd name="connsiteX2006" fmla="*/ 1688286 w 6386648"/>
                <a:gd name="connsiteY2006" fmla="*/ 353400 h 1849426"/>
                <a:gd name="connsiteX2007" fmla="*/ 1670261 w 6386648"/>
                <a:gd name="connsiteY2007" fmla="*/ 371425 h 1849426"/>
                <a:gd name="connsiteX2008" fmla="*/ 1652237 w 6386648"/>
                <a:gd name="connsiteY2008" fmla="*/ 353400 h 1849426"/>
                <a:gd name="connsiteX2009" fmla="*/ 1670261 w 6386648"/>
                <a:gd name="connsiteY2009" fmla="*/ 335376 h 1849426"/>
                <a:gd name="connsiteX2010" fmla="*/ 5767809 w 6386648"/>
                <a:gd name="connsiteY2010" fmla="*/ 329368 h 1849426"/>
                <a:gd name="connsiteX2011" fmla="*/ 5785834 w 6386648"/>
                <a:gd name="connsiteY2011" fmla="*/ 347392 h 1849426"/>
                <a:gd name="connsiteX2012" fmla="*/ 5767809 w 6386648"/>
                <a:gd name="connsiteY2012" fmla="*/ 365417 h 1849426"/>
                <a:gd name="connsiteX2013" fmla="*/ 5749785 w 6386648"/>
                <a:gd name="connsiteY2013" fmla="*/ 347392 h 1849426"/>
                <a:gd name="connsiteX2014" fmla="*/ 5767809 w 6386648"/>
                <a:gd name="connsiteY2014" fmla="*/ 329368 h 1849426"/>
                <a:gd name="connsiteX2015" fmla="*/ 3797141 w 6386648"/>
                <a:gd name="connsiteY2015" fmla="*/ 329368 h 1849426"/>
                <a:gd name="connsiteX2016" fmla="*/ 3815166 w 6386648"/>
                <a:gd name="connsiteY2016" fmla="*/ 347392 h 1849426"/>
                <a:gd name="connsiteX2017" fmla="*/ 3797141 w 6386648"/>
                <a:gd name="connsiteY2017" fmla="*/ 365417 h 1849426"/>
                <a:gd name="connsiteX2018" fmla="*/ 3779116 w 6386648"/>
                <a:gd name="connsiteY2018" fmla="*/ 347392 h 1849426"/>
                <a:gd name="connsiteX2019" fmla="*/ 3797141 w 6386648"/>
                <a:gd name="connsiteY2019" fmla="*/ 329368 h 1849426"/>
                <a:gd name="connsiteX2020" fmla="*/ 2673619 w 6386648"/>
                <a:gd name="connsiteY2020" fmla="*/ 329368 h 1849426"/>
                <a:gd name="connsiteX2021" fmla="*/ 2691644 w 6386648"/>
                <a:gd name="connsiteY2021" fmla="*/ 347392 h 1849426"/>
                <a:gd name="connsiteX2022" fmla="*/ 2673619 w 6386648"/>
                <a:gd name="connsiteY2022" fmla="*/ 365417 h 1849426"/>
                <a:gd name="connsiteX2023" fmla="*/ 2655595 w 6386648"/>
                <a:gd name="connsiteY2023" fmla="*/ 347392 h 1849426"/>
                <a:gd name="connsiteX2024" fmla="*/ 2673619 w 6386648"/>
                <a:gd name="connsiteY2024" fmla="*/ 329368 h 1849426"/>
                <a:gd name="connsiteX2025" fmla="*/ 1898570 w 6386648"/>
                <a:gd name="connsiteY2025" fmla="*/ 329368 h 1849426"/>
                <a:gd name="connsiteX2026" fmla="*/ 1916595 w 6386648"/>
                <a:gd name="connsiteY2026" fmla="*/ 347392 h 1849426"/>
                <a:gd name="connsiteX2027" fmla="*/ 1898570 w 6386648"/>
                <a:gd name="connsiteY2027" fmla="*/ 365417 h 1849426"/>
                <a:gd name="connsiteX2028" fmla="*/ 1880546 w 6386648"/>
                <a:gd name="connsiteY2028" fmla="*/ 347392 h 1849426"/>
                <a:gd name="connsiteX2029" fmla="*/ 1898570 w 6386648"/>
                <a:gd name="connsiteY2029" fmla="*/ 329368 h 1849426"/>
                <a:gd name="connsiteX2030" fmla="*/ 66089 w 6386648"/>
                <a:gd name="connsiteY2030" fmla="*/ 323360 h 1849426"/>
                <a:gd name="connsiteX2031" fmla="*/ 84114 w 6386648"/>
                <a:gd name="connsiteY2031" fmla="*/ 341384 h 1849426"/>
                <a:gd name="connsiteX2032" fmla="*/ 66089 w 6386648"/>
                <a:gd name="connsiteY2032" fmla="*/ 359409 h 1849426"/>
                <a:gd name="connsiteX2033" fmla="*/ 48065 w 6386648"/>
                <a:gd name="connsiteY2033" fmla="*/ 341384 h 1849426"/>
                <a:gd name="connsiteX2034" fmla="*/ 66089 w 6386648"/>
                <a:gd name="connsiteY2034" fmla="*/ 323360 h 1849426"/>
                <a:gd name="connsiteX2035" fmla="*/ 5647646 w 6386648"/>
                <a:gd name="connsiteY2035" fmla="*/ 317352 h 1849426"/>
                <a:gd name="connsiteX2036" fmla="*/ 5665671 w 6386648"/>
                <a:gd name="connsiteY2036" fmla="*/ 335377 h 1849426"/>
                <a:gd name="connsiteX2037" fmla="*/ 5647646 w 6386648"/>
                <a:gd name="connsiteY2037" fmla="*/ 353401 h 1849426"/>
                <a:gd name="connsiteX2038" fmla="*/ 5629622 w 6386648"/>
                <a:gd name="connsiteY2038" fmla="*/ 335377 h 1849426"/>
                <a:gd name="connsiteX2039" fmla="*/ 5647646 w 6386648"/>
                <a:gd name="connsiteY2039" fmla="*/ 317352 h 1849426"/>
                <a:gd name="connsiteX2040" fmla="*/ 3064148 w 6386648"/>
                <a:gd name="connsiteY2040" fmla="*/ 311344 h 1849426"/>
                <a:gd name="connsiteX2041" fmla="*/ 3082173 w 6386648"/>
                <a:gd name="connsiteY2041" fmla="*/ 329368 h 1849426"/>
                <a:gd name="connsiteX2042" fmla="*/ 3064148 w 6386648"/>
                <a:gd name="connsiteY2042" fmla="*/ 347393 h 1849426"/>
                <a:gd name="connsiteX2043" fmla="*/ 3046124 w 6386648"/>
                <a:gd name="connsiteY2043" fmla="*/ 329368 h 1849426"/>
                <a:gd name="connsiteX2044" fmla="*/ 3064148 w 6386648"/>
                <a:gd name="connsiteY2044" fmla="*/ 311344 h 1849426"/>
                <a:gd name="connsiteX2045" fmla="*/ 2553457 w 6386648"/>
                <a:gd name="connsiteY2045" fmla="*/ 311344 h 1849426"/>
                <a:gd name="connsiteX2046" fmla="*/ 2571482 w 6386648"/>
                <a:gd name="connsiteY2046" fmla="*/ 329368 h 1849426"/>
                <a:gd name="connsiteX2047" fmla="*/ 2553457 w 6386648"/>
                <a:gd name="connsiteY2047" fmla="*/ 347393 h 1849426"/>
                <a:gd name="connsiteX2048" fmla="*/ 2535433 w 6386648"/>
                <a:gd name="connsiteY2048" fmla="*/ 329368 h 1849426"/>
                <a:gd name="connsiteX2049" fmla="*/ 2553457 w 6386648"/>
                <a:gd name="connsiteY2049" fmla="*/ 311344 h 1849426"/>
                <a:gd name="connsiteX2050" fmla="*/ 6098257 w 6386648"/>
                <a:gd name="connsiteY2050" fmla="*/ 305335 h 1849426"/>
                <a:gd name="connsiteX2051" fmla="*/ 6116282 w 6386648"/>
                <a:gd name="connsiteY2051" fmla="*/ 323359 h 1849426"/>
                <a:gd name="connsiteX2052" fmla="*/ 6098257 w 6386648"/>
                <a:gd name="connsiteY2052" fmla="*/ 341384 h 1849426"/>
                <a:gd name="connsiteX2053" fmla="*/ 6080233 w 6386648"/>
                <a:gd name="connsiteY2053" fmla="*/ 323359 h 1849426"/>
                <a:gd name="connsiteX2054" fmla="*/ 6098257 w 6386648"/>
                <a:gd name="connsiteY2054" fmla="*/ 305335 h 1849426"/>
                <a:gd name="connsiteX2055" fmla="*/ 1231667 w 6386648"/>
                <a:gd name="connsiteY2055" fmla="*/ 305335 h 1849426"/>
                <a:gd name="connsiteX2056" fmla="*/ 1249692 w 6386648"/>
                <a:gd name="connsiteY2056" fmla="*/ 323359 h 1849426"/>
                <a:gd name="connsiteX2057" fmla="*/ 1231667 w 6386648"/>
                <a:gd name="connsiteY2057" fmla="*/ 341384 h 1849426"/>
                <a:gd name="connsiteX2058" fmla="*/ 1213643 w 6386648"/>
                <a:gd name="connsiteY2058" fmla="*/ 323359 h 1849426"/>
                <a:gd name="connsiteX2059" fmla="*/ 1231667 w 6386648"/>
                <a:gd name="connsiteY2059" fmla="*/ 305335 h 1849426"/>
                <a:gd name="connsiteX2060" fmla="*/ 174235 w 6386648"/>
                <a:gd name="connsiteY2060" fmla="*/ 305335 h 1849426"/>
                <a:gd name="connsiteX2061" fmla="*/ 192260 w 6386648"/>
                <a:gd name="connsiteY2061" fmla="*/ 323359 h 1849426"/>
                <a:gd name="connsiteX2062" fmla="*/ 174235 w 6386648"/>
                <a:gd name="connsiteY2062" fmla="*/ 341384 h 1849426"/>
                <a:gd name="connsiteX2063" fmla="*/ 156211 w 6386648"/>
                <a:gd name="connsiteY2063" fmla="*/ 323359 h 1849426"/>
                <a:gd name="connsiteX2064" fmla="*/ 174235 w 6386648"/>
                <a:gd name="connsiteY2064" fmla="*/ 305335 h 1849426"/>
                <a:gd name="connsiteX2065" fmla="*/ 3520767 w 6386648"/>
                <a:gd name="connsiteY2065" fmla="*/ 299327 h 1849426"/>
                <a:gd name="connsiteX2066" fmla="*/ 3538792 w 6386648"/>
                <a:gd name="connsiteY2066" fmla="*/ 317351 h 1849426"/>
                <a:gd name="connsiteX2067" fmla="*/ 3520767 w 6386648"/>
                <a:gd name="connsiteY2067" fmla="*/ 335376 h 1849426"/>
                <a:gd name="connsiteX2068" fmla="*/ 3502743 w 6386648"/>
                <a:gd name="connsiteY2068" fmla="*/ 317351 h 1849426"/>
                <a:gd name="connsiteX2069" fmla="*/ 3520767 w 6386648"/>
                <a:gd name="connsiteY2069" fmla="*/ 299327 h 1849426"/>
                <a:gd name="connsiteX2070" fmla="*/ 5347240 w 6386648"/>
                <a:gd name="connsiteY2070" fmla="*/ 293319 h 1849426"/>
                <a:gd name="connsiteX2071" fmla="*/ 5365265 w 6386648"/>
                <a:gd name="connsiteY2071" fmla="*/ 311343 h 1849426"/>
                <a:gd name="connsiteX2072" fmla="*/ 5347240 w 6386648"/>
                <a:gd name="connsiteY2072" fmla="*/ 329368 h 1849426"/>
                <a:gd name="connsiteX2073" fmla="*/ 5329216 w 6386648"/>
                <a:gd name="connsiteY2073" fmla="*/ 311343 h 1849426"/>
                <a:gd name="connsiteX2074" fmla="*/ 5347240 w 6386648"/>
                <a:gd name="connsiteY2074" fmla="*/ 293319 h 1849426"/>
                <a:gd name="connsiteX2075" fmla="*/ 2439302 w 6386648"/>
                <a:gd name="connsiteY2075" fmla="*/ 293319 h 1849426"/>
                <a:gd name="connsiteX2076" fmla="*/ 2457327 w 6386648"/>
                <a:gd name="connsiteY2076" fmla="*/ 311343 h 1849426"/>
                <a:gd name="connsiteX2077" fmla="*/ 2439302 w 6386648"/>
                <a:gd name="connsiteY2077" fmla="*/ 329368 h 1849426"/>
                <a:gd name="connsiteX2078" fmla="*/ 2421278 w 6386648"/>
                <a:gd name="connsiteY2078" fmla="*/ 311343 h 1849426"/>
                <a:gd name="connsiteX2079" fmla="*/ 2439302 w 6386648"/>
                <a:gd name="connsiteY2079" fmla="*/ 293319 h 1849426"/>
                <a:gd name="connsiteX2080" fmla="*/ 2301115 w 6386648"/>
                <a:gd name="connsiteY2080" fmla="*/ 293319 h 1849426"/>
                <a:gd name="connsiteX2081" fmla="*/ 2319140 w 6386648"/>
                <a:gd name="connsiteY2081" fmla="*/ 311343 h 1849426"/>
                <a:gd name="connsiteX2082" fmla="*/ 2301115 w 6386648"/>
                <a:gd name="connsiteY2082" fmla="*/ 329368 h 1849426"/>
                <a:gd name="connsiteX2083" fmla="*/ 2283091 w 6386648"/>
                <a:gd name="connsiteY2083" fmla="*/ 311343 h 1849426"/>
                <a:gd name="connsiteX2084" fmla="*/ 2301115 w 6386648"/>
                <a:gd name="connsiteY2084" fmla="*/ 293319 h 1849426"/>
                <a:gd name="connsiteX2085" fmla="*/ 1447960 w 6386648"/>
                <a:gd name="connsiteY2085" fmla="*/ 293319 h 1849426"/>
                <a:gd name="connsiteX2086" fmla="*/ 1465985 w 6386648"/>
                <a:gd name="connsiteY2086" fmla="*/ 311343 h 1849426"/>
                <a:gd name="connsiteX2087" fmla="*/ 1447960 w 6386648"/>
                <a:gd name="connsiteY2087" fmla="*/ 329368 h 1849426"/>
                <a:gd name="connsiteX2088" fmla="*/ 1429936 w 6386648"/>
                <a:gd name="connsiteY2088" fmla="*/ 311343 h 1849426"/>
                <a:gd name="connsiteX2089" fmla="*/ 1447960 w 6386648"/>
                <a:gd name="connsiteY2089" fmla="*/ 293319 h 1849426"/>
                <a:gd name="connsiteX2090" fmla="*/ 901219 w 6386648"/>
                <a:gd name="connsiteY2090" fmla="*/ 293319 h 1849426"/>
                <a:gd name="connsiteX2091" fmla="*/ 919244 w 6386648"/>
                <a:gd name="connsiteY2091" fmla="*/ 311343 h 1849426"/>
                <a:gd name="connsiteX2092" fmla="*/ 901219 w 6386648"/>
                <a:gd name="connsiteY2092" fmla="*/ 329368 h 1849426"/>
                <a:gd name="connsiteX2093" fmla="*/ 883195 w 6386648"/>
                <a:gd name="connsiteY2093" fmla="*/ 311343 h 1849426"/>
                <a:gd name="connsiteX2094" fmla="*/ 901219 w 6386648"/>
                <a:gd name="connsiteY2094" fmla="*/ 293319 h 1849426"/>
                <a:gd name="connsiteX2095" fmla="*/ 552748 w 6386648"/>
                <a:gd name="connsiteY2095" fmla="*/ 293319 h 1849426"/>
                <a:gd name="connsiteX2096" fmla="*/ 570773 w 6386648"/>
                <a:gd name="connsiteY2096" fmla="*/ 311343 h 1849426"/>
                <a:gd name="connsiteX2097" fmla="*/ 552748 w 6386648"/>
                <a:gd name="connsiteY2097" fmla="*/ 329368 h 1849426"/>
                <a:gd name="connsiteX2098" fmla="*/ 534724 w 6386648"/>
                <a:gd name="connsiteY2098" fmla="*/ 311343 h 1849426"/>
                <a:gd name="connsiteX2099" fmla="*/ 552748 w 6386648"/>
                <a:gd name="connsiteY2099" fmla="*/ 293319 h 1849426"/>
                <a:gd name="connsiteX2100" fmla="*/ 6326566 w 6386648"/>
                <a:gd name="connsiteY2100" fmla="*/ 287311 h 1849426"/>
                <a:gd name="connsiteX2101" fmla="*/ 6344591 w 6386648"/>
                <a:gd name="connsiteY2101" fmla="*/ 305336 h 1849426"/>
                <a:gd name="connsiteX2102" fmla="*/ 6326566 w 6386648"/>
                <a:gd name="connsiteY2102" fmla="*/ 323360 h 1849426"/>
                <a:gd name="connsiteX2103" fmla="*/ 6308542 w 6386648"/>
                <a:gd name="connsiteY2103" fmla="*/ 305336 h 1849426"/>
                <a:gd name="connsiteX2104" fmla="*/ 6326566 w 6386648"/>
                <a:gd name="connsiteY2104" fmla="*/ 287311 h 1849426"/>
                <a:gd name="connsiteX2105" fmla="*/ 5503451 w 6386648"/>
                <a:gd name="connsiteY2105" fmla="*/ 287311 h 1849426"/>
                <a:gd name="connsiteX2106" fmla="*/ 5521476 w 6386648"/>
                <a:gd name="connsiteY2106" fmla="*/ 305336 h 1849426"/>
                <a:gd name="connsiteX2107" fmla="*/ 5503451 w 6386648"/>
                <a:gd name="connsiteY2107" fmla="*/ 323360 h 1849426"/>
                <a:gd name="connsiteX2108" fmla="*/ 5485427 w 6386648"/>
                <a:gd name="connsiteY2108" fmla="*/ 305336 h 1849426"/>
                <a:gd name="connsiteX2109" fmla="*/ 5503451 w 6386648"/>
                <a:gd name="connsiteY2109" fmla="*/ 287311 h 1849426"/>
                <a:gd name="connsiteX2110" fmla="*/ 1808448 w 6386648"/>
                <a:gd name="connsiteY2110" fmla="*/ 287311 h 1849426"/>
                <a:gd name="connsiteX2111" fmla="*/ 1826473 w 6386648"/>
                <a:gd name="connsiteY2111" fmla="*/ 305336 h 1849426"/>
                <a:gd name="connsiteX2112" fmla="*/ 1808448 w 6386648"/>
                <a:gd name="connsiteY2112" fmla="*/ 323360 h 1849426"/>
                <a:gd name="connsiteX2113" fmla="*/ 1790424 w 6386648"/>
                <a:gd name="connsiteY2113" fmla="*/ 305336 h 1849426"/>
                <a:gd name="connsiteX2114" fmla="*/ 1808448 w 6386648"/>
                <a:gd name="connsiteY2114" fmla="*/ 287311 h 1849426"/>
                <a:gd name="connsiteX2115" fmla="*/ 672910 w 6386648"/>
                <a:gd name="connsiteY2115" fmla="*/ 287311 h 1849426"/>
                <a:gd name="connsiteX2116" fmla="*/ 690935 w 6386648"/>
                <a:gd name="connsiteY2116" fmla="*/ 305336 h 1849426"/>
                <a:gd name="connsiteX2117" fmla="*/ 672910 w 6386648"/>
                <a:gd name="connsiteY2117" fmla="*/ 323360 h 1849426"/>
                <a:gd name="connsiteX2118" fmla="*/ 654886 w 6386648"/>
                <a:gd name="connsiteY2118" fmla="*/ 305336 h 1849426"/>
                <a:gd name="connsiteX2119" fmla="*/ 672910 w 6386648"/>
                <a:gd name="connsiteY2119" fmla="*/ 287311 h 1849426"/>
                <a:gd name="connsiteX2120" fmla="*/ 4710377 w 6386648"/>
                <a:gd name="connsiteY2120" fmla="*/ 275295 h 1849426"/>
                <a:gd name="connsiteX2121" fmla="*/ 4728402 w 6386648"/>
                <a:gd name="connsiteY2121" fmla="*/ 293319 h 1849426"/>
                <a:gd name="connsiteX2122" fmla="*/ 4710377 w 6386648"/>
                <a:gd name="connsiteY2122" fmla="*/ 311344 h 1849426"/>
                <a:gd name="connsiteX2123" fmla="*/ 4692353 w 6386648"/>
                <a:gd name="connsiteY2123" fmla="*/ 293319 h 1849426"/>
                <a:gd name="connsiteX2124" fmla="*/ 4710377 w 6386648"/>
                <a:gd name="connsiteY2124" fmla="*/ 275295 h 1849426"/>
                <a:gd name="connsiteX2125" fmla="*/ 4962719 w 6386648"/>
                <a:gd name="connsiteY2125" fmla="*/ 269287 h 1849426"/>
                <a:gd name="connsiteX2126" fmla="*/ 4980744 w 6386648"/>
                <a:gd name="connsiteY2126" fmla="*/ 287311 h 1849426"/>
                <a:gd name="connsiteX2127" fmla="*/ 4962719 w 6386648"/>
                <a:gd name="connsiteY2127" fmla="*/ 305336 h 1849426"/>
                <a:gd name="connsiteX2128" fmla="*/ 4944695 w 6386648"/>
                <a:gd name="connsiteY2128" fmla="*/ 287311 h 1849426"/>
                <a:gd name="connsiteX2129" fmla="*/ 4962719 w 6386648"/>
                <a:gd name="connsiteY2129" fmla="*/ 269287 h 1849426"/>
                <a:gd name="connsiteX2130" fmla="*/ 3652945 w 6386648"/>
                <a:gd name="connsiteY2130" fmla="*/ 269287 h 1849426"/>
                <a:gd name="connsiteX2131" fmla="*/ 3670970 w 6386648"/>
                <a:gd name="connsiteY2131" fmla="*/ 287311 h 1849426"/>
                <a:gd name="connsiteX2132" fmla="*/ 3652945 w 6386648"/>
                <a:gd name="connsiteY2132" fmla="*/ 305336 h 1849426"/>
                <a:gd name="connsiteX2133" fmla="*/ 3634921 w 6386648"/>
                <a:gd name="connsiteY2133" fmla="*/ 287311 h 1849426"/>
                <a:gd name="connsiteX2134" fmla="*/ 3652945 w 6386648"/>
                <a:gd name="connsiteY2134" fmla="*/ 269287 h 1849426"/>
                <a:gd name="connsiteX2135" fmla="*/ 1123520 w 6386648"/>
                <a:gd name="connsiteY2135" fmla="*/ 269287 h 1849426"/>
                <a:gd name="connsiteX2136" fmla="*/ 1141545 w 6386648"/>
                <a:gd name="connsiteY2136" fmla="*/ 287311 h 1849426"/>
                <a:gd name="connsiteX2137" fmla="*/ 1123520 w 6386648"/>
                <a:gd name="connsiteY2137" fmla="*/ 305336 h 1849426"/>
                <a:gd name="connsiteX2138" fmla="*/ 1105496 w 6386648"/>
                <a:gd name="connsiteY2138" fmla="*/ 287311 h 1849426"/>
                <a:gd name="connsiteX2139" fmla="*/ 1123520 w 6386648"/>
                <a:gd name="connsiteY2139" fmla="*/ 269287 h 1849426"/>
                <a:gd name="connsiteX2140" fmla="*/ 5112922 w 6386648"/>
                <a:gd name="connsiteY2140" fmla="*/ 263279 h 1849426"/>
                <a:gd name="connsiteX2141" fmla="*/ 5130947 w 6386648"/>
                <a:gd name="connsiteY2141" fmla="*/ 281303 h 1849426"/>
                <a:gd name="connsiteX2142" fmla="*/ 5112922 w 6386648"/>
                <a:gd name="connsiteY2142" fmla="*/ 299328 h 1849426"/>
                <a:gd name="connsiteX2143" fmla="*/ 5094898 w 6386648"/>
                <a:gd name="connsiteY2143" fmla="*/ 281303 h 1849426"/>
                <a:gd name="connsiteX2144" fmla="*/ 5112922 w 6386648"/>
                <a:gd name="connsiteY2144" fmla="*/ 263279 h 1849426"/>
                <a:gd name="connsiteX2145" fmla="*/ 4217710 w 6386648"/>
                <a:gd name="connsiteY2145" fmla="*/ 263279 h 1849426"/>
                <a:gd name="connsiteX2146" fmla="*/ 4235735 w 6386648"/>
                <a:gd name="connsiteY2146" fmla="*/ 281303 h 1849426"/>
                <a:gd name="connsiteX2147" fmla="*/ 4217710 w 6386648"/>
                <a:gd name="connsiteY2147" fmla="*/ 299328 h 1849426"/>
                <a:gd name="connsiteX2148" fmla="*/ 4199685 w 6386648"/>
                <a:gd name="connsiteY2148" fmla="*/ 281303 h 1849426"/>
                <a:gd name="connsiteX2149" fmla="*/ 4217710 w 6386648"/>
                <a:gd name="connsiteY2149" fmla="*/ 263279 h 1849426"/>
                <a:gd name="connsiteX2150" fmla="*/ 3190319 w 6386648"/>
                <a:gd name="connsiteY2150" fmla="*/ 263279 h 1849426"/>
                <a:gd name="connsiteX2151" fmla="*/ 3208344 w 6386648"/>
                <a:gd name="connsiteY2151" fmla="*/ 281303 h 1849426"/>
                <a:gd name="connsiteX2152" fmla="*/ 3190319 w 6386648"/>
                <a:gd name="connsiteY2152" fmla="*/ 299328 h 1849426"/>
                <a:gd name="connsiteX2153" fmla="*/ 3172295 w 6386648"/>
                <a:gd name="connsiteY2153" fmla="*/ 281303 h 1849426"/>
                <a:gd name="connsiteX2154" fmla="*/ 3190319 w 6386648"/>
                <a:gd name="connsiteY2154" fmla="*/ 263279 h 1849426"/>
                <a:gd name="connsiteX2155" fmla="*/ 5996118 w 6386648"/>
                <a:gd name="connsiteY2155" fmla="*/ 257270 h 1849426"/>
                <a:gd name="connsiteX2156" fmla="*/ 6014143 w 6386648"/>
                <a:gd name="connsiteY2156" fmla="*/ 275295 h 1849426"/>
                <a:gd name="connsiteX2157" fmla="*/ 5996118 w 6386648"/>
                <a:gd name="connsiteY2157" fmla="*/ 293319 h 1849426"/>
                <a:gd name="connsiteX2158" fmla="*/ 5978094 w 6386648"/>
                <a:gd name="connsiteY2158" fmla="*/ 275295 h 1849426"/>
                <a:gd name="connsiteX2159" fmla="*/ 5996118 w 6386648"/>
                <a:gd name="connsiteY2159" fmla="*/ 257270 h 1849426"/>
                <a:gd name="connsiteX2160" fmla="*/ 5233085 w 6386648"/>
                <a:gd name="connsiteY2160" fmla="*/ 257270 h 1849426"/>
                <a:gd name="connsiteX2161" fmla="*/ 5251110 w 6386648"/>
                <a:gd name="connsiteY2161" fmla="*/ 275295 h 1849426"/>
                <a:gd name="connsiteX2162" fmla="*/ 5233085 w 6386648"/>
                <a:gd name="connsiteY2162" fmla="*/ 293319 h 1849426"/>
                <a:gd name="connsiteX2163" fmla="*/ 5215061 w 6386648"/>
                <a:gd name="connsiteY2163" fmla="*/ 275295 h 1849426"/>
                <a:gd name="connsiteX2164" fmla="*/ 5233085 w 6386648"/>
                <a:gd name="connsiteY2164" fmla="*/ 257270 h 1849426"/>
                <a:gd name="connsiteX2165" fmla="*/ 4584206 w 6386648"/>
                <a:gd name="connsiteY2165" fmla="*/ 257270 h 1849426"/>
                <a:gd name="connsiteX2166" fmla="*/ 4602231 w 6386648"/>
                <a:gd name="connsiteY2166" fmla="*/ 275295 h 1849426"/>
                <a:gd name="connsiteX2167" fmla="*/ 4584206 w 6386648"/>
                <a:gd name="connsiteY2167" fmla="*/ 293319 h 1849426"/>
                <a:gd name="connsiteX2168" fmla="*/ 4566182 w 6386648"/>
                <a:gd name="connsiteY2168" fmla="*/ 275295 h 1849426"/>
                <a:gd name="connsiteX2169" fmla="*/ 4584206 w 6386648"/>
                <a:gd name="connsiteY2169" fmla="*/ 257270 h 1849426"/>
                <a:gd name="connsiteX2170" fmla="*/ 2156921 w 6386648"/>
                <a:gd name="connsiteY2170" fmla="*/ 257270 h 1849426"/>
                <a:gd name="connsiteX2171" fmla="*/ 2174945 w 6386648"/>
                <a:gd name="connsiteY2171" fmla="*/ 275295 h 1849426"/>
                <a:gd name="connsiteX2172" fmla="*/ 2156921 w 6386648"/>
                <a:gd name="connsiteY2172" fmla="*/ 293319 h 1849426"/>
                <a:gd name="connsiteX2173" fmla="*/ 2138896 w 6386648"/>
                <a:gd name="connsiteY2173" fmla="*/ 275295 h 1849426"/>
                <a:gd name="connsiteX2174" fmla="*/ 2156921 w 6386648"/>
                <a:gd name="connsiteY2174" fmla="*/ 257270 h 1849426"/>
                <a:gd name="connsiteX2175" fmla="*/ 781057 w 6386648"/>
                <a:gd name="connsiteY2175" fmla="*/ 257270 h 1849426"/>
                <a:gd name="connsiteX2176" fmla="*/ 799082 w 6386648"/>
                <a:gd name="connsiteY2176" fmla="*/ 275295 h 1849426"/>
                <a:gd name="connsiteX2177" fmla="*/ 781057 w 6386648"/>
                <a:gd name="connsiteY2177" fmla="*/ 293319 h 1849426"/>
                <a:gd name="connsiteX2178" fmla="*/ 763033 w 6386648"/>
                <a:gd name="connsiteY2178" fmla="*/ 275295 h 1849426"/>
                <a:gd name="connsiteX2179" fmla="*/ 781057 w 6386648"/>
                <a:gd name="connsiteY2179" fmla="*/ 257270 h 1849426"/>
                <a:gd name="connsiteX2180" fmla="*/ 420569 w 6386648"/>
                <a:gd name="connsiteY2180" fmla="*/ 257270 h 1849426"/>
                <a:gd name="connsiteX2181" fmla="*/ 438594 w 6386648"/>
                <a:gd name="connsiteY2181" fmla="*/ 275295 h 1849426"/>
                <a:gd name="connsiteX2182" fmla="*/ 420569 w 6386648"/>
                <a:gd name="connsiteY2182" fmla="*/ 293319 h 1849426"/>
                <a:gd name="connsiteX2183" fmla="*/ 402545 w 6386648"/>
                <a:gd name="connsiteY2183" fmla="*/ 275295 h 1849426"/>
                <a:gd name="connsiteX2184" fmla="*/ 420569 w 6386648"/>
                <a:gd name="connsiteY2184" fmla="*/ 257270 h 1849426"/>
                <a:gd name="connsiteX2185" fmla="*/ 5845915 w 6386648"/>
                <a:gd name="connsiteY2185" fmla="*/ 245254 h 1849426"/>
                <a:gd name="connsiteX2186" fmla="*/ 5863940 w 6386648"/>
                <a:gd name="connsiteY2186" fmla="*/ 263278 h 1849426"/>
                <a:gd name="connsiteX2187" fmla="*/ 5845915 w 6386648"/>
                <a:gd name="connsiteY2187" fmla="*/ 281303 h 1849426"/>
                <a:gd name="connsiteX2188" fmla="*/ 5827891 w 6386648"/>
                <a:gd name="connsiteY2188" fmla="*/ 263278 h 1849426"/>
                <a:gd name="connsiteX2189" fmla="*/ 5845915 w 6386648"/>
                <a:gd name="connsiteY2189" fmla="*/ 245254 h 1849426"/>
                <a:gd name="connsiteX2190" fmla="*/ 4013434 w 6386648"/>
                <a:gd name="connsiteY2190" fmla="*/ 245254 h 1849426"/>
                <a:gd name="connsiteX2191" fmla="*/ 4031459 w 6386648"/>
                <a:gd name="connsiteY2191" fmla="*/ 263278 h 1849426"/>
                <a:gd name="connsiteX2192" fmla="*/ 4013434 w 6386648"/>
                <a:gd name="connsiteY2192" fmla="*/ 281303 h 1849426"/>
                <a:gd name="connsiteX2193" fmla="*/ 3995410 w 6386648"/>
                <a:gd name="connsiteY2193" fmla="*/ 263278 h 1849426"/>
                <a:gd name="connsiteX2194" fmla="*/ 4013434 w 6386648"/>
                <a:gd name="connsiteY2194" fmla="*/ 245254 h 1849426"/>
                <a:gd name="connsiteX2195" fmla="*/ 2841847 w 6386648"/>
                <a:gd name="connsiteY2195" fmla="*/ 245254 h 1849426"/>
                <a:gd name="connsiteX2196" fmla="*/ 2859872 w 6386648"/>
                <a:gd name="connsiteY2196" fmla="*/ 263278 h 1849426"/>
                <a:gd name="connsiteX2197" fmla="*/ 2841847 w 6386648"/>
                <a:gd name="connsiteY2197" fmla="*/ 281303 h 1849426"/>
                <a:gd name="connsiteX2198" fmla="*/ 2823823 w 6386648"/>
                <a:gd name="connsiteY2198" fmla="*/ 263278 h 1849426"/>
                <a:gd name="connsiteX2199" fmla="*/ 2841847 w 6386648"/>
                <a:gd name="connsiteY2199" fmla="*/ 245254 h 1849426"/>
                <a:gd name="connsiteX2200" fmla="*/ 2006717 w 6386648"/>
                <a:gd name="connsiteY2200" fmla="*/ 245254 h 1849426"/>
                <a:gd name="connsiteX2201" fmla="*/ 2024741 w 6386648"/>
                <a:gd name="connsiteY2201" fmla="*/ 263278 h 1849426"/>
                <a:gd name="connsiteX2202" fmla="*/ 2006717 w 6386648"/>
                <a:gd name="connsiteY2202" fmla="*/ 281303 h 1849426"/>
                <a:gd name="connsiteX2203" fmla="*/ 1988692 w 6386648"/>
                <a:gd name="connsiteY2203" fmla="*/ 263278 h 1849426"/>
                <a:gd name="connsiteX2204" fmla="*/ 2006717 w 6386648"/>
                <a:gd name="connsiteY2204" fmla="*/ 245254 h 1849426"/>
                <a:gd name="connsiteX2205" fmla="*/ 1009366 w 6386648"/>
                <a:gd name="connsiteY2205" fmla="*/ 245254 h 1849426"/>
                <a:gd name="connsiteX2206" fmla="*/ 1027391 w 6386648"/>
                <a:gd name="connsiteY2206" fmla="*/ 263278 h 1849426"/>
                <a:gd name="connsiteX2207" fmla="*/ 1009366 w 6386648"/>
                <a:gd name="connsiteY2207" fmla="*/ 281303 h 1849426"/>
                <a:gd name="connsiteX2208" fmla="*/ 991342 w 6386648"/>
                <a:gd name="connsiteY2208" fmla="*/ 263278 h 1849426"/>
                <a:gd name="connsiteX2209" fmla="*/ 1009366 w 6386648"/>
                <a:gd name="connsiteY2209" fmla="*/ 245254 h 1849426"/>
                <a:gd name="connsiteX2210" fmla="*/ 4337873 w 6386648"/>
                <a:gd name="connsiteY2210" fmla="*/ 239246 h 1849426"/>
                <a:gd name="connsiteX2211" fmla="*/ 4355898 w 6386648"/>
                <a:gd name="connsiteY2211" fmla="*/ 257270 h 1849426"/>
                <a:gd name="connsiteX2212" fmla="*/ 4337873 w 6386648"/>
                <a:gd name="connsiteY2212" fmla="*/ 275295 h 1849426"/>
                <a:gd name="connsiteX2213" fmla="*/ 4319848 w 6386648"/>
                <a:gd name="connsiteY2213" fmla="*/ 257270 h 1849426"/>
                <a:gd name="connsiteX2214" fmla="*/ 4337873 w 6386648"/>
                <a:gd name="connsiteY2214" fmla="*/ 239246 h 1849426"/>
                <a:gd name="connsiteX2215" fmla="*/ 3310482 w 6386648"/>
                <a:gd name="connsiteY2215" fmla="*/ 239246 h 1849426"/>
                <a:gd name="connsiteX2216" fmla="*/ 3328507 w 6386648"/>
                <a:gd name="connsiteY2216" fmla="*/ 257270 h 1849426"/>
                <a:gd name="connsiteX2217" fmla="*/ 3310482 w 6386648"/>
                <a:gd name="connsiteY2217" fmla="*/ 275295 h 1849426"/>
                <a:gd name="connsiteX2218" fmla="*/ 3292458 w 6386648"/>
                <a:gd name="connsiteY2218" fmla="*/ 257270 h 1849426"/>
                <a:gd name="connsiteX2219" fmla="*/ 3310482 w 6386648"/>
                <a:gd name="connsiteY2219" fmla="*/ 239246 h 1849426"/>
                <a:gd name="connsiteX2220" fmla="*/ 3418628 w 6386648"/>
                <a:gd name="connsiteY2220" fmla="*/ 233238 h 1849426"/>
                <a:gd name="connsiteX2221" fmla="*/ 3436653 w 6386648"/>
                <a:gd name="connsiteY2221" fmla="*/ 251262 h 1849426"/>
                <a:gd name="connsiteX2222" fmla="*/ 3418628 w 6386648"/>
                <a:gd name="connsiteY2222" fmla="*/ 269287 h 1849426"/>
                <a:gd name="connsiteX2223" fmla="*/ 3400604 w 6386648"/>
                <a:gd name="connsiteY2223" fmla="*/ 251262 h 1849426"/>
                <a:gd name="connsiteX2224" fmla="*/ 3418628 w 6386648"/>
                <a:gd name="connsiteY2224" fmla="*/ 233238 h 1849426"/>
                <a:gd name="connsiteX2225" fmla="*/ 4836548 w 6386648"/>
                <a:gd name="connsiteY2225" fmla="*/ 227230 h 1849426"/>
                <a:gd name="connsiteX2226" fmla="*/ 4854573 w 6386648"/>
                <a:gd name="connsiteY2226" fmla="*/ 245255 h 1849426"/>
                <a:gd name="connsiteX2227" fmla="*/ 4836548 w 6386648"/>
                <a:gd name="connsiteY2227" fmla="*/ 263279 h 1849426"/>
                <a:gd name="connsiteX2228" fmla="*/ 4818524 w 6386648"/>
                <a:gd name="connsiteY2228" fmla="*/ 245255 h 1849426"/>
                <a:gd name="connsiteX2229" fmla="*/ 4836548 w 6386648"/>
                <a:gd name="connsiteY2229" fmla="*/ 227230 h 1849426"/>
                <a:gd name="connsiteX2230" fmla="*/ 2949994 w 6386648"/>
                <a:gd name="connsiteY2230" fmla="*/ 227230 h 1849426"/>
                <a:gd name="connsiteX2231" fmla="*/ 2968019 w 6386648"/>
                <a:gd name="connsiteY2231" fmla="*/ 245255 h 1849426"/>
                <a:gd name="connsiteX2232" fmla="*/ 2949994 w 6386648"/>
                <a:gd name="connsiteY2232" fmla="*/ 263279 h 1849426"/>
                <a:gd name="connsiteX2233" fmla="*/ 2931970 w 6386648"/>
                <a:gd name="connsiteY2233" fmla="*/ 245255 h 1849426"/>
                <a:gd name="connsiteX2234" fmla="*/ 2949994 w 6386648"/>
                <a:gd name="connsiteY2234" fmla="*/ 227230 h 1849426"/>
                <a:gd name="connsiteX2235" fmla="*/ 2727693 w 6386648"/>
                <a:gd name="connsiteY2235" fmla="*/ 227230 h 1849426"/>
                <a:gd name="connsiteX2236" fmla="*/ 2745718 w 6386648"/>
                <a:gd name="connsiteY2236" fmla="*/ 245255 h 1849426"/>
                <a:gd name="connsiteX2237" fmla="*/ 2727693 w 6386648"/>
                <a:gd name="connsiteY2237" fmla="*/ 263279 h 1849426"/>
                <a:gd name="connsiteX2238" fmla="*/ 2709669 w 6386648"/>
                <a:gd name="connsiteY2238" fmla="*/ 245255 h 1849426"/>
                <a:gd name="connsiteX2239" fmla="*/ 2727693 w 6386648"/>
                <a:gd name="connsiteY2239" fmla="*/ 227230 h 1849426"/>
                <a:gd name="connsiteX2240" fmla="*/ 270365 w 6386648"/>
                <a:gd name="connsiteY2240" fmla="*/ 227230 h 1849426"/>
                <a:gd name="connsiteX2241" fmla="*/ 288390 w 6386648"/>
                <a:gd name="connsiteY2241" fmla="*/ 245255 h 1849426"/>
                <a:gd name="connsiteX2242" fmla="*/ 270365 w 6386648"/>
                <a:gd name="connsiteY2242" fmla="*/ 263279 h 1849426"/>
                <a:gd name="connsiteX2243" fmla="*/ 252341 w 6386648"/>
                <a:gd name="connsiteY2243" fmla="*/ 245255 h 1849426"/>
                <a:gd name="connsiteX2244" fmla="*/ 270365 w 6386648"/>
                <a:gd name="connsiteY2244" fmla="*/ 227230 h 1849426"/>
                <a:gd name="connsiteX2245" fmla="*/ 3893271 w 6386648"/>
                <a:gd name="connsiteY2245" fmla="*/ 221222 h 1849426"/>
                <a:gd name="connsiteX2246" fmla="*/ 3911296 w 6386648"/>
                <a:gd name="connsiteY2246" fmla="*/ 239246 h 1849426"/>
                <a:gd name="connsiteX2247" fmla="*/ 3893271 w 6386648"/>
                <a:gd name="connsiteY2247" fmla="*/ 257271 h 1849426"/>
                <a:gd name="connsiteX2248" fmla="*/ 3875247 w 6386648"/>
                <a:gd name="connsiteY2248" fmla="*/ 239246 h 1849426"/>
                <a:gd name="connsiteX2249" fmla="*/ 3893271 w 6386648"/>
                <a:gd name="connsiteY2249" fmla="*/ 221222 h 1849426"/>
                <a:gd name="connsiteX2250" fmla="*/ 1682277 w 6386648"/>
                <a:gd name="connsiteY2250" fmla="*/ 221222 h 1849426"/>
                <a:gd name="connsiteX2251" fmla="*/ 1700302 w 6386648"/>
                <a:gd name="connsiteY2251" fmla="*/ 239246 h 1849426"/>
                <a:gd name="connsiteX2252" fmla="*/ 1682277 w 6386648"/>
                <a:gd name="connsiteY2252" fmla="*/ 257271 h 1849426"/>
                <a:gd name="connsiteX2253" fmla="*/ 1664253 w 6386648"/>
                <a:gd name="connsiteY2253" fmla="*/ 239246 h 1849426"/>
                <a:gd name="connsiteX2254" fmla="*/ 1682277 w 6386648"/>
                <a:gd name="connsiteY2254" fmla="*/ 221222 h 1849426"/>
                <a:gd name="connsiteX2255" fmla="*/ 4458036 w 6386648"/>
                <a:gd name="connsiteY2255" fmla="*/ 215213 h 1849426"/>
                <a:gd name="connsiteX2256" fmla="*/ 4476061 w 6386648"/>
                <a:gd name="connsiteY2256" fmla="*/ 233237 h 1849426"/>
                <a:gd name="connsiteX2257" fmla="*/ 4458036 w 6386648"/>
                <a:gd name="connsiteY2257" fmla="*/ 251262 h 1849426"/>
                <a:gd name="connsiteX2258" fmla="*/ 4440011 w 6386648"/>
                <a:gd name="connsiteY2258" fmla="*/ 233237 h 1849426"/>
                <a:gd name="connsiteX2259" fmla="*/ 4458036 w 6386648"/>
                <a:gd name="connsiteY2259" fmla="*/ 215213 h 1849426"/>
                <a:gd name="connsiteX2260" fmla="*/ 3767100 w 6386648"/>
                <a:gd name="connsiteY2260" fmla="*/ 215213 h 1849426"/>
                <a:gd name="connsiteX2261" fmla="*/ 3785125 w 6386648"/>
                <a:gd name="connsiteY2261" fmla="*/ 233237 h 1849426"/>
                <a:gd name="connsiteX2262" fmla="*/ 3767100 w 6386648"/>
                <a:gd name="connsiteY2262" fmla="*/ 251262 h 1849426"/>
                <a:gd name="connsiteX2263" fmla="*/ 3749075 w 6386648"/>
                <a:gd name="connsiteY2263" fmla="*/ 233237 h 1849426"/>
                <a:gd name="connsiteX2264" fmla="*/ 3767100 w 6386648"/>
                <a:gd name="connsiteY2264" fmla="*/ 215213 h 1849426"/>
                <a:gd name="connsiteX2265" fmla="*/ 6224427 w 6386648"/>
                <a:gd name="connsiteY2265" fmla="*/ 209205 h 1849426"/>
                <a:gd name="connsiteX2266" fmla="*/ 6242452 w 6386648"/>
                <a:gd name="connsiteY2266" fmla="*/ 227229 h 1849426"/>
                <a:gd name="connsiteX2267" fmla="*/ 6224427 w 6386648"/>
                <a:gd name="connsiteY2267" fmla="*/ 245254 h 1849426"/>
                <a:gd name="connsiteX2268" fmla="*/ 6206403 w 6386648"/>
                <a:gd name="connsiteY2268" fmla="*/ 227229 h 1849426"/>
                <a:gd name="connsiteX2269" fmla="*/ 6224427 w 6386648"/>
                <a:gd name="connsiteY2269" fmla="*/ 209205 h 1849426"/>
                <a:gd name="connsiteX2270" fmla="*/ 1315782 w 6386648"/>
                <a:gd name="connsiteY2270" fmla="*/ 209205 h 1849426"/>
                <a:gd name="connsiteX2271" fmla="*/ 1333806 w 6386648"/>
                <a:gd name="connsiteY2271" fmla="*/ 227229 h 1849426"/>
                <a:gd name="connsiteX2272" fmla="*/ 1315782 w 6386648"/>
                <a:gd name="connsiteY2272" fmla="*/ 245254 h 1849426"/>
                <a:gd name="connsiteX2273" fmla="*/ 1297757 w 6386648"/>
                <a:gd name="connsiteY2273" fmla="*/ 227229 h 1849426"/>
                <a:gd name="connsiteX2274" fmla="*/ 1315782 w 6386648"/>
                <a:gd name="connsiteY2274" fmla="*/ 209205 h 1849426"/>
                <a:gd name="connsiteX2275" fmla="*/ 5713736 w 6386648"/>
                <a:gd name="connsiteY2275" fmla="*/ 203197 h 1849426"/>
                <a:gd name="connsiteX2276" fmla="*/ 5731761 w 6386648"/>
                <a:gd name="connsiteY2276" fmla="*/ 221221 h 1849426"/>
                <a:gd name="connsiteX2277" fmla="*/ 5713736 w 6386648"/>
                <a:gd name="connsiteY2277" fmla="*/ 239246 h 1849426"/>
                <a:gd name="connsiteX2278" fmla="*/ 5695712 w 6386648"/>
                <a:gd name="connsiteY2278" fmla="*/ 221221 h 1849426"/>
                <a:gd name="connsiteX2279" fmla="*/ 5713736 w 6386648"/>
                <a:gd name="connsiteY2279" fmla="*/ 203197 h 1849426"/>
                <a:gd name="connsiteX2280" fmla="*/ 1550098 w 6386648"/>
                <a:gd name="connsiteY2280" fmla="*/ 203197 h 1849426"/>
                <a:gd name="connsiteX2281" fmla="*/ 1568123 w 6386648"/>
                <a:gd name="connsiteY2281" fmla="*/ 221221 h 1849426"/>
                <a:gd name="connsiteX2282" fmla="*/ 1550098 w 6386648"/>
                <a:gd name="connsiteY2282" fmla="*/ 239246 h 1849426"/>
                <a:gd name="connsiteX2283" fmla="*/ 1532074 w 6386648"/>
                <a:gd name="connsiteY2283" fmla="*/ 221221 h 1849426"/>
                <a:gd name="connsiteX2284" fmla="*/ 1550098 w 6386648"/>
                <a:gd name="connsiteY2284" fmla="*/ 203197 h 1849426"/>
                <a:gd name="connsiteX2285" fmla="*/ 5587565 w 6386648"/>
                <a:gd name="connsiteY2285" fmla="*/ 197189 h 1849426"/>
                <a:gd name="connsiteX2286" fmla="*/ 5605590 w 6386648"/>
                <a:gd name="connsiteY2286" fmla="*/ 215214 h 1849426"/>
                <a:gd name="connsiteX2287" fmla="*/ 5587565 w 6386648"/>
                <a:gd name="connsiteY2287" fmla="*/ 233238 h 1849426"/>
                <a:gd name="connsiteX2288" fmla="*/ 5569541 w 6386648"/>
                <a:gd name="connsiteY2288" fmla="*/ 215214 h 1849426"/>
                <a:gd name="connsiteX2289" fmla="*/ 5587565 w 6386648"/>
                <a:gd name="connsiteY2289" fmla="*/ 197189 h 1849426"/>
                <a:gd name="connsiteX2290" fmla="*/ 4121580 w 6386648"/>
                <a:gd name="connsiteY2290" fmla="*/ 197189 h 1849426"/>
                <a:gd name="connsiteX2291" fmla="*/ 4139605 w 6386648"/>
                <a:gd name="connsiteY2291" fmla="*/ 215214 h 1849426"/>
                <a:gd name="connsiteX2292" fmla="*/ 4121580 w 6386648"/>
                <a:gd name="connsiteY2292" fmla="*/ 233238 h 1849426"/>
                <a:gd name="connsiteX2293" fmla="*/ 4103556 w 6386648"/>
                <a:gd name="connsiteY2293" fmla="*/ 215214 h 1849426"/>
                <a:gd name="connsiteX2294" fmla="*/ 4121580 w 6386648"/>
                <a:gd name="connsiteY2294" fmla="*/ 197189 h 1849426"/>
                <a:gd name="connsiteX2295" fmla="*/ 3076164 w 6386648"/>
                <a:gd name="connsiteY2295" fmla="*/ 197189 h 1849426"/>
                <a:gd name="connsiteX2296" fmla="*/ 3094189 w 6386648"/>
                <a:gd name="connsiteY2296" fmla="*/ 215214 h 1849426"/>
                <a:gd name="connsiteX2297" fmla="*/ 3076164 w 6386648"/>
                <a:gd name="connsiteY2297" fmla="*/ 233238 h 1849426"/>
                <a:gd name="connsiteX2298" fmla="*/ 3058139 w 6386648"/>
                <a:gd name="connsiteY2298" fmla="*/ 215214 h 1849426"/>
                <a:gd name="connsiteX2299" fmla="*/ 3076164 w 6386648"/>
                <a:gd name="connsiteY2299" fmla="*/ 197189 h 1849426"/>
                <a:gd name="connsiteX2300" fmla="*/ 5449378 w 6386648"/>
                <a:gd name="connsiteY2300" fmla="*/ 191181 h 1849426"/>
                <a:gd name="connsiteX2301" fmla="*/ 5467403 w 6386648"/>
                <a:gd name="connsiteY2301" fmla="*/ 209205 h 1849426"/>
                <a:gd name="connsiteX2302" fmla="*/ 5449378 w 6386648"/>
                <a:gd name="connsiteY2302" fmla="*/ 227230 h 1849426"/>
                <a:gd name="connsiteX2303" fmla="*/ 5431353 w 6386648"/>
                <a:gd name="connsiteY2303" fmla="*/ 209205 h 1849426"/>
                <a:gd name="connsiteX2304" fmla="*/ 5449378 w 6386648"/>
                <a:gd name="connsiteY2304" fmla="*/ 191181 h 1849426"/>
                <a:gd name="connsiteX2305" fmla="*/ 2607530 w 6386648"/>
                <a:gd name="connsiteY2305" fmla="*/ 191181 h 1849426"/>
                <a:gd name="connsiteX2306" fmla="*/ 2625555 w 6386648"/>
                <a:gd name="connsiteY2306" fmla="*/ 209205 h 1849426"/>
                <a:gd name="connsiteX2307" fmla="*/ 2607530 w 6386648"/>
                <a:gd name="connsiteY2307" fmla="*/ 227230 h 1849426"/>
                <a:gd name="connsiteX2308" fmla="*/ 2589506 w 6386648"/>
                <a:gd name="connsiteY2308" fmla="*/ 209205 h 1849426"/>
                <a:gd name="connsiteX2309" fmla="*/ 2607530 w 6386648"/>
                <a:gd name="connsiteY2309" fmla="*/ 191181 h 1849426"/>
                <a:gd name="connsiteX2310" fmla="*/ 30040 w 6386648"/>
                <a:gd name="connsiteY2310" fmla="*/ 191181 h 1849426"/>
                <a:gd name="connsiteX2311" fmla="*/ 48065 w 6386648"/>
                <a:gd name="connsiteY2311" fmla="*/ 209205 h 1849426"/>
                <a:gd name="connsiteX2312" fmla="*/ 30040 w 6386648"/>
                <a:gd name="connsiteY2312" fmla="*/ 227230 h 1849426"/>
                <a:gd name="connsiteX2313" fmla="*/ 12016 w 6386648"/>
                <a:gd name="connsiteY2313" fmla="*/ 209205 h 1849426"/>
                <a:gd name="connsiteX2314" fmla="*/ 30040 w 6386648"/>
                <a:gd name="connsiteY2314" fmla="*/ 191181 h 1849426"/>
                <a:gd name="connsiteX2315" fmla="*/ 6368623 w 6386648"/>
                <a:gd name="connsiteY2315" fmla="*/ 185173 h 1849426"/>
                <a:gd name="connsiteX2316" fmla="*/ 6386648 w 6386648"/>
                <a:gd name="connsiteY2316" fmla="*/ 203197 h 1849426"/>
                <a:gd name="connsiteX2317" fmla="*/ 6368623 w 6386648"/>
                <a:gd name="connsiteY2317" fmla="*/ 221222 h 1849426"/>
                <a:gd name="connsiteX2318" fmla="*/ 6350599 w 6386648"/>
                <a:gd name="connsiteY2318" fmla="*/ 203197 h 1849426"/>
                <a:gd name="connsiteX2319" fmla="*/ 6368623 w 6386648"/>
                <a:gd name="connsiteY2319" fmla="*/ 185173 h 1849426"/>
                <a:gd name="connsiteX2320" fmla="*/ 2379221 w 6386648"/>
                <a:gd name="connsiteY2320" fmla="*/ 179165 h 1849426"/>
                <a:gd name="connsiteX2321" fmla="*/ 2397246 w 6386648"/>
                <a:gd name="connsiteY2321" fmla="*/ 197189 h 1849426"/>
                <a:gd name="connsiteX2322" fmla="*/ 2379221 w 6386648"/>
                <a:gd name="connsiteY2322" fmla="*/ 215214 h 1849426"/>
                <a:gd name="connsiteX2323" fmla="*/ 2361197 w 6386648"/>
                <a:gd name="connsiteY2323" fmla="*/ 197189 h 1849426"/>
                <a:gd name="connsiteX2324" fmla="*/ 2379221 w 6386648"/>
                <a:gd name="connsiteY2324" fmla="*/ 179165 h 1849426"/>
                <a:gd name="connsiteX2325" fmla="*/ 2253050 w 6386648"/>
                <a:gd name="connsiteY2325" fmla="*/ 179165 h 1849426"/>
                <a:gd name="connsiteX2326" fmla="*/ 2271075 w 6386648"/>
                <a:gd name="connsiteY2326" fmla="*/ 197189 h 1849426"/>
                <a:gd name="connsiteX2327" fmla="*/ 2253050 w 6386648"/>
                <a:gd name="connsiteY2327" fmla="*/ 215214 h 1849426"/>
                <a:gd name="connsiteX2328" fmla="*/ 2235026 w 6386648"/>
                <a:gd name="connsiteY2328" fmla="*/ 197189 h 1849426"/>
                <a:gd name="connsiteX2329" fmla="*/ 2253050 w 6386648"/>
                <a:gd name="connsiteY2329" fmla="*/ 179165 h 1849426"/>
                <a:gd name="connsiteX2330" fmla="*/ 624846 w 6386648"/>
                <a:gd name="connsiteY2330" fmla="*/ 179165 h 1849426"/>
                <a:gd name="connsiteX2331" fmla="*/ 642870 w 6386648"/>
                <a:gd name="connsiteY2331" fmla="*/ 197189 h 1849426"/>
                <a:gd name="connsiteX2332" fmla="*/ 624846 w 6386648"/>
                <a:gd name="connsiteY2332" fmla="*/ 215214 h 1849426"/>
                <a:gd name="connsiteX2333" fmla="*/ 606821 w 6386648"/>
                <a:gd name="connsiteY2333" fmla="*/ 197189 h 1849426"/>
                <a:gd name="connsiteX2334" fmla="*/ 624846 w 6386648"/>
                <a:gd name="connsiteY2334" fmla="*/ 179165 h 1849426"/>
                <a:gd name="connsiteX2335" fmla="*/ 6116281 w 6386648"/>
                <a:gd name="connsiteY2335" fmla="*/ 167148 h 1849426"/>
                <a:gd name="connsiteX2336" fmla="*/ 6134306 w 6386648"/>
                <a:gd name="connsiteY2336" fmla="*/ 185173 h 1849426"/>
                <a:gd name="connsiteX2337" fmla="*/ 6116281 w 6386648"/>
                <a:gd name="connsiteY2337" fmla="*/ 203197 h 1849426"/>
                <a:gd name="connsiteX2338" fmla="*/ 6098257 w 6386648"/>
                <a:gd name="connsiteY2338" fmla="*/ 185173 h 1849426"/>
                <a:gd name="connsiteX2339" fmla="*/ 6116281 w 6386648"/>
                <a:gd name="connsiteY2339" fmla="*/ 167148 h 1849426"/>
                <a:gd name="connsiteX2340" fmla="*/ 5311191 w 6386648"/>
                <a:gd name="connsiteY2340" fmla="*/ 167148 h 1849426"/>
                <a:gd name="connsiteX2341" fmla="*/ 5329216 w 6386648"/>
                <a:gd name="connsiteY2341" fmla="*/ 185173 h 1849426"/>
                <a:gd name="connsiteX2342" fmla="*/ 5311191 w 6386648"/>
                <a:gd name="connsiteY2342" fmla="*/ 203197 h 1849426"/>
                <a:gd name="connsiteX2343" fmla="*/ 5293167 w 6386648"/>
                <a:gd name="connsiteY2343" fmla="*/ 185173 h 1849426"/>
                <a:gd name="connsiteX2344" fmla="*/ 5311191 w 6386648"/>
                <a:gd name="connsiteY2344" fmla="*/ 167148 h 1849426"/>
                <a:gd name="connsiteX2345" fmla="*/ 3508750 w 6386648"/>
                <a:gd name="connsiteY2345" fmla="*/ 167148 h 1849426"/>
                <a:gd name="connsiteX2346" fmla="*/ 3526775 w 6386648"/>
                <a:gd name="connsiteY2346" fmla="*/ 185173 h 1849426"/>
                <a:gd name="connsiteX2347" fmla="*/ 3508750 w 6386648"/>
                <a:gd name="connsiteY2347" fmla="*/ 203197 h 1849426"/>
                <a:gd name="connsiteX2348" fmla="*/ 3490726 w 6386648"/>
                <a:gd name="connsiteY2348" fmla="*/ 185173 h 1849426"/>
                <a:gd name="connsiteX2349" fmla="*/ 3508750 w 6386648"/>
                <a:gd name="connsiteY2349" fmla="*/ 167148 h 1849426"/>
                <a:gd name="connsiteX2350" fmla="*/ 1820464 w 6386648"/>
                <a:gd name="connsiteY2350" fmla="*/ 167148 h 1849426"/>
                <a:gd name="connsiteX2351" fmla="*/ 1838489 w 6386648"/>
                <a:gd name="connsiteY2351" fmla="*/ 185173 h 1849426"/>
                <a:gd name="connsiteX2352" fmla="*/ 1820464 w 6386648"/>
                <a:gd name="connsiteY2352" fmla="*/ 203197 h 1849426"/>
                <a:gd name="connsiteX2353" fmla="*/ 1802440 w 6386648"/>
                <a:gd name="connsiteY2353" fmla="*/ 185173 h 1849426"/>
                <a:gd name="connsiteX2354" fmla="*/ 1820464 w 6386648"/>
                <a:gd name="connsiteY2354" fmla="*/ 167148 h 1849426"/>
                <a:gd name="connsiteX2355" fmla="*/ 1423927 w 6386648"/>
                <a:gd name="connsiteY2355" fmla="*/ 167148 h 1849426"/>
                <a:gd name="connsiteX2356" fmla="*/ 1441952 w 6386648"/>
                <a:gd name="connsiteY2356" fmla="*/ 185173 h 1849426"/>
                <a:gd name="connsiteX2357" fmla="*/ 1423927 w 6386648"/>
                <a:gd name="connsiteY2357" fmla="*/ 203197 h 1849426"/>
                <a:gd name="connsiteX2358" fmla="*/ 1405903 w 6386648"/>
                <a:gd name="connsiteY2358" fmla="*/ 185173 h 1849426"/>
                <a:gd name="connsiteX2359" fmla="*/ 1423927 w 6386648"/>
                <a:gd name="connsiteY2359" fmla="*/ 167148 h 1849426"/>
                <a:gd name="connsiteX2360" fmla="*/ 5100906 w 6386648"/>
                <a:gd name="connsiteY2360" fmla="*/ 161140 h 1849426"/>
                <a:gd name="connsiteX2361" fmla="*/ 5118931 w 6386648"/>
                <a:gd name="connsiteY2361" fmla="*/ 179164 h 1849426"/>
                <a:gd name="connsiteX2362" fmla="*/ 5100906 w 6386648"/>
                <a:gd name="connsiteY2362" fmla="*/ 197189 h 1849426"/>
                <a:gd name="connsiteX2363" fmla="*/ 5082882 w 6386648"/>
                <a:gd name="connsiteY2363" fmla="*/ 179164 h 1849426"/>
                <a:gd name="connsiteX2364" fmla="*/ 5100906 w 6386648"/>
                <a:gd name="connsiteY2364" fmla="*/ 161140 h 1849426"/>
                <a:gd name="connsiteX2365" fmla="*/ 1189610 w 6386648"/>
                <a:gd name="connsiteY2365" fmla="*/ 161140 h 1849426"/>
                <a:gd name="connsiteX2366" fmla="*/ 1207635 w 6386648"/>
                <a:gd name="connsiteY2366" fmla="*/ 179164 h 1849426"/>
                <a:gd name="connsiteX2367" fmla="*/ 1189610 w 6386648"/>
                <a:gd name="connsiteY2367" fmla="*/ 197189 h 1849426"/>
                <a:gd name="connsiteX2368" fmla="*/ 1171586 w 6386648"/>
                <a:gd name="connsiteY2368" fmla="*/ 179164 h 1849426"/>
                <a:gd name="connsiteX2369" fmla="*/ 1189610 w 6386648"/>
                <a:gd name="connsiteY2369" fmla="*/ 161140 h 1849426"/>
                <a:gd name="connsiteX2370" fmla="*/ 492666 w 6386648"/>
                <a:gd name="connsiteY2370" fmla="*/ 161140 h 1849426"/>
                <a:gd name="connsiteX2371" fmla="*/ 510691 w 6386648"/>
                <a:gd name="connsiteY2371" fmla="*/ 179164 h 1849426"/>
                <a:gd name="connsiteX2372" fmla="*/ 492666 w 6386648"/>
                <a:gd name="connsiteY2372" fmla="*/ 197189 h 1849426"/>
                <a:gd name="connsiteX2373" fmla="*/ 474642 w 6386648"/>
                <a:gd name="connsiteY2373" fmla="*/ 179164 h 1849426"/>
                <a:gd name="connsiteX2374" fmla="*/ 492666 w 6386648"/>
                <a:gd name="connsiteY2374" fmla="*/ 161140 h 1849426"/>
                <a:gd name="connsiteX2375" fmla="*/ 132178 w 6386648"/>
                <a:gd name="connsiteY2375" fmla="*/ 161140 h 1849426"/>
                <a:gd name="connsiteX2376" fmla="*/ 150203 w 6386648"/>
                <a:gd name="connsiteY2376" fmla="*/ 179164 h 1849426"/>
                <a:gd name="connsiteX2377" fmla="*/ 132178 w 6386648"/>
                <a:gd name="connsiteY2377" fmla="*/ 197189 h 1849426"/>
                <a:gd name="connsiteX2378" fmla="*/ 114154 w 6386648"/>
                <a:gd name="connsiteY2378" fmla="*/ 179164 h 1849426"/>
                <a:gd name="connsiteX2379" fmla="*/ 132178 w 6386648"/>
                <a:gd name="connsiteY2379" fmla="*/ 161140 h 1849426"/>
                <a:gd name="connsiteX2380" fmla="*/ 4968727 w 6386648"/>
                <a:gd name="connsiteY2380" fmla="*/ 155132 h 1849426"/>
                <a:gd name="connsiteX2381" fmla="*/ 4986752 w 6386648"/>
                <a:gd name="connsiteY2381" fmla="*/ 173156 h 1849426"/>
                <a:gd name="connsiteX2382" fmla="*/ 4968727 w 6386648"/>
                <a:gd name="connsiteY2382" fmla="*/ 191181 h 1849426"/>
                <a:gd name="connsiteX2383" fmla="*/ 4950702 w 6386648"/>
                <a:gd name="connsiteY2383" fmla="*/ 173156 h 1849426"/>
                <a:gd name="connsiteX2384" fmla="*/ 4968727 w 6386648"/>
                <a:gd name="connsiteY2384" fmla="*/ 155132 h 1849426"/>
                <a:gd name="connsiteX2385" fmla="*/ 3634921 w 6386648"/>
                <a:gd name="connsiteY2385" fmla="*/ 155132 h 1849426"/>
                <a:gd name="connsiteX2386" fmla="*/ 3652946 w 6386648"/>
                <a:gd name="connsiteY2386" fmla="*/ 173156 h 1849426"/>
                <a:gd name="connsiteX2387" fmla="*/ 3634921 w 6386648"/>
                <a:gd name="connsiteY2387" fmla="*/ 191181 h 1849426"/>
                <a:gd name="connsiteX2388" fmla="*/ 3616897 w 6386648"/>
                <a:gd name="connsiteY2388" fmla="*/ 173156 h 1849426"/>
                <a:gd name="connsiteX2389" fmla="*/ 3634921 w 6386648"/>
                <a:gd name="connsiteY2389" fmla="*/ 155132 h 1849426"/>
                <a:gd name="connsiteX2390" fmla="*/ 2493375 w 6386648"/>
                <a:gd name="connsiteY2390" fmla="*/ 155132 h 1849426"/>
                <a:gd name="connsiteX2391" fmla="*/ 2511400 w 6386648"/>
                <a:gd name="connsiteY2391" fmla="*/ 173156 h 1849426"/>
                <a:gd name="connsiteX2392" fmla="*/ 2493375 w 6386648"/>
                <a:gd name="connsiteY2392" fmla="*/ 191181 h 1849426"/>
                <a:gd name="connsiteX2393" fmla="*/ 2475351 w 6386648"/>
                <a:gd name="connsiteY2393" fmla="*/ 173156 h 1849426"/>
                <a:gd name="connsiteX2394" fmla="*/ 2493375 w 6386648"/>
                <a:gd name="connsiteY2394" fmla="*/ 155132 h 1849426"/>
                <a:gd name="connsiteX2395" fmla="*/ 1922603 w 6386648"/>
                <a:gd name="connsiteY2395" fmla="*/ 155132 h 1849426"/>
                <a:gd name="connsiteX2396" fmla="*/ 1940628 w 6386648"/>
                <a:gd name="connsiteY2396" fmla="*/ 173156 h 1849426"/>
                <a:gd name="connsiteX2397" fmla="*/ 1922603 w 6386648"/>
                <a:gd name="connsiteY2397" fmla="*/ 191181 h 1849426"/>
                <a:gd name="connsiteX2398" fmla="*/ 1904579 w 6386648"/>
                <a:gd name="connsiteY2398" fmla="*/ 173156 h 1849426"/>
                <a:gd name="connsiteX2399" fmla="*/ 1922603 w 6386648"/>
                <a:gd name="connsiteY2399" fmla="*/ 155132 h 1849426"/>
                <a:gd name="connsiteX2400" fmla="*/ 919244 w 6386648"/>
                <a:gd name="connsiteY2400" fmla="*/ 155132 h 1849426"/>
                <a:gd name="connsiteX2401" fmla="*/ 937269 w 6386648"/>
                <a:gd name="connsiteY2401" fmla="*/ 173156 h 1849426"/>
                <a:gd name="connsiteX2402" fmla="*/ 919244 w 6386648"/>
                <a:gd name="connsiteY2402" fmla="*/ 191181 h 1849426"/>
                <a:gd name="connsiteX2403" fmla="*/ 901220 w 6386648"/>
                <a:gd name="connsiteY2403" fmla="*/ 173156 h 1849426"/>
                <a:gd name="connsiteX2404" fmla="*/ 919244 w 6386648"/>
                <a:gd name="connsiteY2404" fmla="*/ 155132 h 1849426"/>
                <a:gd name="connsiteX2405" fmla="*/ 5905996 w 6386648"/>
                <a:gd name="connsiteY2405" fmla="*/ 149124 h 1849426"/>
                <a:gd name="connsiteX2406" fmla="*/ 5924021 w 6386648"/>
                <a:gd name="connsiteY2406" fmla="*/ 167148 h 1849426"/>
                <a:gd name="connsiteX2407" fmla="*/ 5905996 w 6386648"/>
                <a:gd name="connsiteY2407" fmla="*/ 185173 h 1849426"/>
                <a:gd name="connsiteX2408" fmla="*/ 5887972 w 6386648"/>
                <a:gd name="connsiteY2408" fmla="*/ 167148 h 1849426"/>
                <a:gd name="connsiteX2409" fmla="*/ 5905996 w 6386648"/>
                <a:gd name="connsiteY2409" fmla="*/ 149124 h 1849426"/>
                <a:gd name="connsiteX2410" fmla="*/ 4644288 w 6386648"/>
                <a:gd name="connsiteY2410" fmla="*/ 149124 h 1849426"/>
                <a:gd name="connsiteX2411" fmla="*/ 4662313 w 6386648"/>
                <a:gd name="connsiteY2411" fmla="*/ 167148 h 1849426"/>
                <a:gd name="connsiteX2412" fmla="*/ 4644288 w 6386648"/>
                <a:gd name="connsiteY2412" fmla="*/ 185173 h 1849426"/>
                <a:gd name="connsiteX2413" fmla="*/ 4626264 w 6386648"/>
                <a:gd name="connsiteY2413" fmla="*/ 167148 h 1849426"/>
                <a:gd name="connsiteX2414" fmla="*/ 4644288 w 6386648"/>
                <a:gd name="connsiteY2414" fmla="*/ 149124 h 1849426"/>
                <a:gd name="connsiteX2415" fmla="*/ 2126880 w 6386648"/>
                <a:gd name="connsiteY2415" fmla="*/ 149124 h 1849426"/>
                <a:gd name="connsiteX2416" fmla="*/ 2144904 w 6386648"/>
                <a:gd name="connsiteY2416" fmla="*/ 167148 h 1849426"/>
                <a:gd name="connsiteX2417" fmla="*/ 2126880 w 6386648"/>
                <a:gd name="connsiteY2417" fmla="*/ 185173 h 1849426"/>
                <a:gd name="connsiteX2418" fmla="*/ 2108855 w 6386648"/>
                <a:gd name="connsiteY2418" fmla="*/ 167148 h 1849426"/>
                <a:gd name="connsiteX2419" fmla="*/ 2126880 w 6386648"/>
                <a:gd name="connsiteY2419" fmla="*/ 149124 h 1849426"/>
                <a:gd name="connsiteX2420" fmla="*/ 799081 w 6386648"/>
                <a:gd name="connsiteY2420" fmla="*/ 149124 h 1849426"/>
                <a:gd name="connsiteX2421" fmla="*/ 817106 w 6386648"/>
                <a:gd name="connsiteY2421" fmla="*/ 167148 h 1849426"/>
                <a:gd name="connsiteX2422" fmla="*/ 799081 w 6386648"/>
                <a:gd name="connsiteY2422" fmla="*/ 185173 h 1849426"/>
                <a:gd name="connsiteX2423" fmla="*/ 781057 w 6386648"/>
                <a:gd name="connsiteY2423" fmla="*/ 167148 h 1849426"/>
                <a:gd name="connsiteX2424" fmla="*/ 799081 w 6386648"/>
                <a:gd name="connsiteY2424" fmla="*/ 149124 h 1849426"/>
                <a:gd name="connsiteX2425" fmla="*/ 366495 w 6386648"/>
                <a:gd name="connsiteY2425" fmla="*/ 149124 h 1849426"/>
                <a:gd name="connsiteX2426" fmla="*/ 384520 w 6386648"/>
                <a:gd name="connsiteY2426" fmla="*/ 167148 h 1849426"/>
                <a:gd name="connsiteX2427" fmla="*/ 366495 w 6386648"/>
                <a:gd name="connsiteY2427" fmla="*/ 185173 h 1849426"/>
                <a:gd name="connsiteX2428" fmla="*/ 348471 w 6386648"/>
                <a:gd name="connsiteY2428" fmla="*/ 167148 h 1849426"/>
                <a:gd name="connsiteX2429" fmla="*/ 366495 w 6386648"/>
                <a:gd name="connsiteY2429" fmla="*/ 149124 h 1849426"/>
                <a:gd name="connsiteX2430" fmla="*/ 4758442 w 6386648"/>
                <a:gd name="connsiteY2430" fmla="*/ 143116 h 1849426"/>
                <a:gd name="connsiteX2431" fmla="*/ 4776467 w 6386648"/>
                <a:gd name="connsiteY2431" fmla="*/ 161140 h 1849426"/>
                <a:gd name="connsiteX2432" fmla="*/ 4758442 w 6386648"/>
                <a:gd name="connsiteY2432" fmla="*/ 179165 h 1849426"/>
                <a:gd name="connsiteX2433" fmla="*/ 4740417 w 6386648"/>
                <a:gd name="connsiteY2433" fmla="*/ 161140 h 1849426"/>
                <a:gd name="connsiteX2434" fmla="*/ 4758442 w 6386648"/>
                <a:gd name="connsiteY2434" fmla="*/ 143116 h 1849426"/>
                <a:gd name="connsiteX2435" fmla="*/ 3226368 w 6386648"/>
                <a:gd name="connsiteY2435" fmla="*/ 143116 h 1849426"/>
                <a:gd name="connsiteX2436" fmla="*/ 3244393 w 6386648"/>
                <a:gd name="connsiteY2436" fmla="*/ 161140 h 1849426"/>
                <a:gd name="connsiteX2437" fmla="*/ 3226368 w 6386648"/>
                <a:gd name="connsiteY2437" fmla="*/ 179165 h 1849426"/>
                <a:gd name="connsiteX2438" fmla="*/ 3208343 w 6386648"/>
                <a:gd name="connsiteY2438" fmla="*/ 161140 h 1849426"/>
                <a:gd name="connsiteX2439" fmla="*/ 3226368 w 6386648"/>
                <a:gd name="connsiteY2439" fmla="*/ 143116 h 1849426"/>
                <a:gd name="connsiteX2440" fmla="*/ 4235735 w 6386648"/>
                <a:gd name="connsiteY2440" fmla="*/ 131100 h 1849426"/>
                <a:gd name="connsiteX2441" fmla="*/ 4253760 w 6386648"/>
                <a:gd name="connsiteY2441" fmla="*/ 149124 h 1849426"/>
                <a:gd name="connsiteX2442" fmla="*/ 4235735 w 6386648"/>
                <a:gd name="connsiteY2442" fmla="*/ 167149 h 1849426"/>
                <a:gd name="connsiteX2443" fmla="*/ 4217711 w 6386648"/>
                <a:gd name="connsiteY2443" fmla="*/ 149124 h 1849426"/>
                <a:gd name="connsiteX2444" fmla="*/ 4235735 w 6386648"/>
                <a:gd name="connsiteY2444" fmla="*/ 131100 h 1849426"/>
                <a:gd name="connsiteX2445" fmla="*/ 1057431 w 6386648"/>
                <a:gd name="connsiteY2445" fmla="*/ 131100 h 1849426"/>
                <a:gd name="connsiteX2446" fmla="*/ 1075456 w 6386648"/>
                <a:gd name="connsiteY2446" fmla="*/ 149124 h 1849426"/>
                <a:gd name="connsiteX2447" fmla="*/ 1057431 w 6386648"/>
                <a:gd name="connsiteY2447" fmla="*/ 167149 h 1849426"/>
                <a:gd name="connsiteX2448" fmla="*/ 1039407 w 6386648"/>
                <a:gd name="connsiteY2448" fmla="*/ 149124 h 1849426"/>
                <a:gd name="connsiteX2449" fmla="*/ 1057431 w 6386648"/>
                <a:gd name="connsiteY2449" fmla="*/ 131100 h 1849426"/>
                <a:gd name="connsiteX2450" fmla="*/ 4536141 w 6386648"/>
                <a:gd name="connsiteY2450" fmla="*/ 119083 h 1849426"/>
                <a:gd name="connsiteX2451" fmla="*/ 4554166 w 6386648"/>
                <a:gd name="connsiteY2451" fmla="*/ 137107 h 1849426"/>
                <a:gd name="connsiteX2452" fmla="*/ 4536141 w 6386648"/>
                <a:gd name="connsiteY2452" fmla="*/ 155132 h 1849426"/>
                <a:gd name="connsiteX2453" fmla="*/ 4518117 w 6386648"/>
                <a:gd name="connsiteY2453" fmla="*/ 137107 h 1849426"/>
                <a:gd name="connsiteX2454" fmla="*/ 4536141 w 6386648"/>
                <a:gd name="connsiteY2454" fmla="*/ 119083 h 1849426"/>
                <a:gd name="connsiteX2455" fmla="*/ 4361905 w 6386648"/>
                <a:gd name="connsiteY2455" fmla="*/ 119083 h 1849426"/>
                <a:gd name="connsiteX2456" fmla="*/ 4379930 w 6386648"/>
                <a:gd name="connsiteY2456" fmla="*/ 137107 h 1849426"/>
                <a:gd name="connsiteX2457" fmla="*/ 4361905 w 6386648"/>
                <a:gd name="connsiteY2457" fmla="*/ 155132 h 1849426"/>
                <a:gd name="connsiteX2458" fmla="*/ 4343881 w 6386648"/>
                <a:gd name="connsiteY2458" fmla="*/ 137107 h 1849426"/>
                <a:gd name="connsiteX2459" fmla="*/ 4361905 w 6386648"/>
                <a:gd name="connsiteY2459" fmla="*/ 119083 h 1849426"/>
                <a:gd name="connsiteX2460" fmla="*/ 6020151 w 6386648"/>
                <a:gd name="connsiteY2460" fmla="*/ 113075 h 1849426"/>
                <a:gd name="connsiteX2461" fmla="*/ 6038176 w 6386648"/>
                <a:gd name="connsiteY2461" fmla="*/ 131099 h 1849426"/>
                <a:gd name="connsiteX2462" fmla="*/ 6020151 w 6386648"/>
                <a:gd name="connsiteY2462" fmla="*/ 149124 h 1849426"/>
                <a:gd name="connsiteX2463" fmla="*/ 6002126 w 6386648"/>
                <a:gd name="connsiteY2463" fmla="*/ 131099 h 1849426"/>
                <a:gd name="connsiteX2464" fmla="*/ 6020151 w 6386648"/>
                <a:gd name="connsiteY2464" fmla="*/ 113075 h 1849426"/>
                <a:gd name="connsiteX2465" fmla="*/ 5209053 w 6386648"/>
                <a:gd name="connsiteY2465" fmla="*/ 113075 h 1849426"/>
                <a:gd name="connsiteX2466" fmla="*/ 5227078 w 6386648"/>
                <a:gd name="connsiteY2466" fmla="*/ 131099 h 1849426"/>
                <a:gd name="connsiteX2467" fmla="*/ 5209053 w 6386648"/>
                <a:gd name="connsiteY2467" fmla="*/ 149124 h 1849426"/>
                <a:gd name="connsiteX2468" fmla="*/ 5191028 w 6386648"/>
                <a:gd name="connsiteY2468" fmla="*/ 131099 h 1849426"/>
                <a:gd name="connsiteX2469" fmla="*/ 5209053 w 6386648"/>
                <a:gd name="connsiteY2469" fmla="*/ 113075 h 1849426"/>
                <a:gd name="connsiteX2470" fmla="*/ 2865880 w 6386648"/>
                <a:gd name="connsiteY2470" fmla="*/ 113075 h 1849426"/>
                <a:gd name="connsiteX2471" fmla="*/ 2883905 w 6386648"/>
                <a:gd name="connsiteY2471" fmla="*/ 131099 h 1849426"/>
                <a:gd name="connsiteX2472" fmla="*/ 2865880 w 6386648"/>
                <a:gd name="connsiteY2472" fmla="*/ 149124 h 1849426"/>
                <a:gd name="connsiteX2473" fmla="*/ 2847855 w 6386648"/>
                <a:gd name="connsiteY2473" fmla="*/ 131099 h 1849426"/>
                <a:gd name="connsiteX2474" fmla="*/ 2865880 w 6386648"/>
                <a:gd name="connsiteY2474" fmla="*/ 113075 h 1849426"/>
                <a:gd name="connsiteX2475" fmla="*/ 2751725 w 6386648"/>
                <a:gd name="connsiteY2475" fmla="*/ 113075 h 1849426"/>
                <a:gd name="connsiteX2476" fmla="*/ 2769750 w 6386648"/>
                <a:gd name="connsiteY2476" fmla="*/ 131099 h 1849426"/>
                <a:gd name="connsiteX2477" fmla="*/ 2751725 w 6386648"/>
                <a:gd name="connsiteY2477" fmla="*/ 149124 h 1849426"/>
                <a:gd name="connsiteX2478" fmla="*/ 2733701 w 6386648"/>
                <a:gd name="connsiteY2478" fmla="*/ 131099 h 1849426"/>
                <a:gd name="connsiteX2479" fmla="*/ 2751725 w 6386648"/>
                <a:gd name="connsiteY2479" fmla="*/ 113075 h 1849426"/>
                <a:gd name="connsiteX2480" fmla="*/ 5797850 w 6386648"/>
                <a:gd name="connsiteY2480" fmla="*/ 107067 h 1849426"/>
                <a:gd name="connsiteX2481" fmla="*/ 5815875 w 6386648"/>
                <a:gd name="connsiteY2481" fmla="*/ 125092 h 1849426"/>
                <a:gd name="connsiteX2482" fmla="*/ 5797850 w 6386648"/>
                <a:gd name="connsiteY2482" fmla="*/ 143116 h 1849426"/>
                <a:gd name="connsiteX2483" fmla="*/ 5779826 w 6386648"/>
                <a:gd name="connsiteY2483" fmla="*/ 125092 h 1849426"/>
                <a:gd name="connsiteX2484" fmla="*/ 5797850 w 6386648"/>
                <a:gd name="connsiteY2484" fmla="*/ 107067 h 1849426"/>
                <a:gd name="connsiteX2485" fmla="*/ 4055491 w 6386648"/>
                <a:gd name="connsiteY2485" fmla="*/ 107067 h 1849426"/>
                <a:gd name="connsiteX2486" fmla="*/ 4073516 w 6386648"/>
                <a:gd name="connsiteY2486" fmla="*/ 125092 h 1849426"/>
                <a:gd name="connsiteX2487" fmla="*/ 4055491 w 6386648"/>
                <a:gd name="connsiteY2487" fmla="*/ 143116 h 1849426"/>
                <a:gd name="connsiteX2488" fmla="*/ 4037467 w 6386648"/>
                <a:gd name="connsiteY2488" fmla="*/ 125092 h 1849426"/>
                <a:gd name="connsiteX2489" fmla="*/ 4055491 w 6386648"/>
                <a:gd name="connsiteY2489" fmla="*/ 107067 h 1849426"/>
                <a:gd name="connsiteX2490" fmla="*/ 3917303 w 6386648"/>
                <a:gd name="connsiteY2490" fmla="*/ 107067 h 1849426"/>
                <a:gd name="connsiteX2491" fmla="*/ 3935328 w 6386648"/>
                <a:gd name="connsiteY2491" fmla="*/ 125092 h 1849426"/>
                <a:gd name="connsiteX2492" fmla="*/ 3917303 w 6386648"/>
                <a:gd name="connsiteY2492" fmla="*/ 143116 h 1849426"/>
                <a:gd name="connsiteX2493" fmla="*/ 3899278 w 6386648"/>
                <a:gd name="connsiteY2493" fmla="*/ 125092 h 1849426"/>
                <a:gd name="connsiteX2494" fmla="*/ 3917303 w 6386648"/>
                <a:gd name="connsiteY2494" fmla="*/ 107067 h 1849426"/>
                <a:gd name="connsiteX2495" fmla="*/ 3346531 w 6386648"/>
                <a:gd name="connsiteY2495" fmla="*/ 107067 h 1849426"/>
                <a:gd name="connsiteX2496" fmla="*/ 3364556 w 6386648"/>
                <a:gd name="connsiteY2496" fmla="*/ 125092 h 1849426"/>
                <a:gd name="connsiteX2497" fmla="*/ 3346531 w 6386648"/>
                <a:gd name="connsiteY2497" fmla="*/ 143116 h 1849426"/>
                <a:gd name="connsiteX2498" fmla="*/ 3328506 w 6386648"/>
                <a:gd name="connsiteY2498" fmla="*/ 125092 h 1849426"/>
                <a:gd name="connsiteX2499" fmla="*/ 3346531 w 6386648"/>
                <a:gd name="connsiteY2499" fmla="*/ 107067 h 1849426"/>
                <a:gd name="connsiteX2500" fmla="*/ 2024741 w 6386648"/>
                <a:gd name="connsiteY2500" fmla="*/ 107067 h 1849426"/>
                <a:gd name="connsiteX2501" fmla="*/ 2042766 w 6386648"/>
                <a:gd name="connsiteY2501" fmla="*/ 125092 h 1849426"/>
                <a:gd name="connsiteX2502" fmla="*/ 2024741 w 6386648"/>
                <a:gd name="connsiteY2502" fmla="*/ 143116 h 1849426"/>
                <a:gd name="connsiteX2503" fmla="*/ 2006717 w 6386648"/>
                <a:gd name="connsiteY2503" fmla="*/ 125092 h 1849426"/>
                <a:gd name="connsiteX2504" fmla="*/ 2024741 w 6386648"/>
                <a:gd name="connsiteY2504" fmla="*/ 107067 h 1849426"/>
                <a:gd name="connsiteX2505" fmla="*/ 240325 w 6386648"/>
                <a:gd name="connsiteY2505" fmla="*/ 107067 h 1849426"/>
                <a:gd name="connsiteX2506" fmla="*/ 258350 w 6386648"/>
                <a:gd name="connsiteY2506" fmla="*/ 125092 h 1849426"/>
                <a:gd name="connsiteX2507" fmla="*/ 240325 w 6386648"/>
                <a:gd name="connsiteY2507" fmla="*/ 143116 h 1849426"/>
                <a:gd name="connsiteX2508" fmla="*/ 222301 w 6386648"/>
                <a:gd name="connsiteY2508" fmla="*/ 125092 h 1849426"/>
                <a:gd name="connsiteX2509" fmla="*/ 240325 w 6386648"/>
                <a:gd name="connsiteY2509" fmla="*/ 107067 h 1849426"/>
                <a:gd name="connsiteX2510" fmla="*/ 3761092 w 6386648"/>
                <a:gd name="connsiteY2510" fmla="*/ 101059 h 1849426"/>
                <a:gd name="connsiteX2511" fmla="*/ 3779117 w 6386648"/>
                <a:gd name="connsiteY2511" fmla="*/ 119083 h 1849426"/>
                <a:gd name="connsiteX2512" fmla="*/ 3761092 w 6386648"/>
                <a:gd name="connsiteY2512" fmla="*/ 137108 h 1849426"/>
                <a:gd name="connsiteX2513" fmla="*/ 3743068 w 6386648"/>
                <a:gd name="connsiteY2513" fmla="*/ 119083 h 1849426"/>
                <a:gd name="connsiteX2514" fmla="*/ 3761092 w 6386648"/>
                <a:gd name="connsiteY2514" fmla="*/ 101059 h 1849426"/>
                <a:gd name="connsiteX2515" fmla="*/ 1706311 w 6386648"/>
                <a:gd name="connsiteY2515" fmla="*/ 101059 h 1849426"/>
                <a:gd name="connsiteX2516" fmla="*/ 1724335 w 6386648"/>
                <a:gd name="connsiteY2516" fmla="*/ 119083 h 1849426"/>
                <a:gd name="connsiteX2517" fmla="*/ 1706311 w 6386648"/>
                <a:gd name="connsiteY2517" fmla="*/ 137108 h 1849426"/>
                <a:gd name="connsiteX2518" fmla="*/ 1688286 w 6386648"/>
                <a:gd name="connsiteY2518" fmla="*/ 119083 h 1849426"/>
                <a:gd name="connsiteX2519" fmla="*/ 1706311 w 6386648"/>
                <a:gd name="connsiteY2519" fmla="*/ 101059 h 1849426"/>
                <a:gd name="connsiteX2520" fmla="*/ 1574131 w 6386648"/>
                <a:gd name="connsiteY2520" fmla="*/ 101059 h 1849426"/>
                <a:gd name="connsiteX2521" fmla="*/ 1592156 w 6386648"/>
                <a:gd name="connsiteY2521" fmla="*/ 119083 h 1849426"/>
                <a:gd name="connsiteX2522" fmla="*/ 1574131 w 6386648"/>
                <a:gd name="connsiteY2522" fmla="*/ 137108 h 1849426"/>
                <a:gd name="connsiteX2523" fmla="*/ 1556107 w 6386648"/>
                <a:gd name="connsiteY2523" fmla="*/ 119083 h 1849426"/>
                <a:gd name="connsiteX2524" fmla="*/ 1574131 w 6386648"/>
                <a:gd name="connsiteY2524" fmla="*/ 101059 h 1849426"/>
                <a:gd name="connsiteX2525" fmla="*/ 5611598 w 6386648"/>
                <a:gd name="connsiteY2525" fmla="*/ 89043 h 1849426"/>
                <a:gd name="connsiteX2526" fmla="*/ 5629623 w 6386648"/>
                <a:gd name="connsiteY2526" fmla="*/ 107067 h 1849426"/>
                <a:gd name="connsiteX2527" fmla="*/ 5611598 w 6386648"/>
                <a:gd name="connsiteY2527" fmla="*/ 125092 h 1849426"/>
                <a:gd name="connsiteX2528" fmla="*/ 5593574 w 6386648"/>
                <a:gd name="connsiteY2528" fmla="*/ 107067 h 1849426"/>
                <a:gd name="connsiteX2529" fmla="*/ 5611598 w 6386648"/>
                <a:gd name="connsiteY2529" fmla="*/ 89043 h 1849426"/>
                <a:gd name="connsiteX2530" fmla="*/ 5419337 w 6386648"/>
                <a:gd name="connsiteY2530" fmla="*/ 89043 h 1849426"/>
                <a:gd name="connsiteX2531" fmla="*/ 5437362 w 6386648"/>
                <a:gd name="connsiteY2531" fmla="*/ 107067 h 1849426"/>
                <a:gd name="connsiteX2532" fmla="*/ 5419337 w 6386648"/>
                <a:gd name="connsiteY2532" fmla="*/ 125092 h 1849426"/>
                <a:gd name="connsiteX2533" fmla="*/ 5401312 w 6386648"/>
                <a:gd name="connsiteY2533" fmla="*/ 107067 h 1849426"/>
                <a:gd name="connsiteX2534" fmla="*/ 5419337 w 6386648"/>
                <a:gd name="connsiteY2534" fmla="*/ 89043 h 1849426"/>
                <a:gd name="connsiteX2535" fmla="*/ 2992051 w 6386648"/>
                <a:gd name="connsiteY2535" fmla="*/ 89043 h 1849426"/>
                <a:gd name="connsiteX2536" fmla="*/ 3010076 w 6386648"/>
                <a:gd name="connsiteY2536" fmla="*/ 107067 h 1849426"/>
                <a:gd name="connsiteX2537" fmla="*/ 2992051 w 6386648"/>
                <a:gd name="connsiteY2537" fmla="*/ 125092 h 1849426"/>
                <a:gd name="connsiteX2538" fmla="*/ 2974027 w 6386648"/>
                <a:gd name="connsiteY2538" fmla="*/ 107067 h 1849426"/>
                <a:gd name="connsiteX2539" fmla="*/ 2992051 w 6386648"/>
                <a:gd name="connsiteY2539" fmla="*/ 89043 h 1849426"/>
                <a:gd name="connsiteX2540" fmla="*/ 6368623 w 6386648"/>
                <a:gd name="connsiteY2540" fmla="*/ 83034 h 1849426"/>
                <a:gd name="connsiteX2541" fmla="*/ 6386648 w 6386648"/>
                <a:gd name="connsiteY2541" fmla="*/ 101058 h 1849426"/>
                <a:gd name="connsiteX2542" fmla="*/ 6368623 w 6386648"/>
                <a:gd name="connsiteY2542" fmla="*/ 119083 h 1849426"/>
                <a:gd name="connsiteX2543" fmla="*/ 6350599 w 6386648"/>
                <a:gd name="connsiteY2543" fmla="*/ 101058 h 1849426"/>
                <a:gd name="connsiteX2544" fmla="*/ 6368623 w 6386648"/>
                <a:gd name="connsiteY2544" fmla="*/ 83034 h 1849426"/>
                <a:gd name="connsiteX2545" fmla="*/ 6242452 w 6386648"/>
                <a:gd name="connsiteY2545" fmla="*/ 83034 h 1849426"/>
                <a:gd name="connsiteX2546" fmla="*/ 6260477 w 6386648"/>
                <a:gd name="connsiteY2546" fmla="*/ 101058 h 1849426"/>
                <a:gd name="connsiteX2547" fmla="*/ 6242452 w 6386648"/>
                <a:gd name="connsiteY2547" fmla="*/ 119083 h 1849426"/>
                <a:gd name="connsiteX2548" fmla="*/ 6224428 w 6386648"/>
                <a:gd name="connsiteY2548" fmla="*/ 101058 h 1849426"/>
                <a:gd name="connsiteX2549" fmla="*/ 6242452 w 6386648"/>
                <a:gd name="connsiteY2549" fmla="*/ 83034 h 1849426"/>
                <a:gd name="connsiteX2550" fmla="*/ 4884613 w 6386648"/>
                <a:gd name="connsiteY2550" fmla="*/ 83034 h 1849426"/>
                <a:gd name="connsiteX2551" fmla="*/ 4902638 w 6386648"/>
                <a:gd name="connsiteY2551" fmla="*/ 101058 h 1849426"/>
                <a:gd name="connsiteX2552" fmla="*/ 4884613 w 6386648"/>
                <a:gd name="connsiteY2552" fmla="*/ 119083 h 1849426"/>
                <a:gd name="connsiteX2553" fmla="*/ 4866589 w 6386648"/>
                <a:gd name="connsiteY2553" fmla="*/ 101058 h 1849426"/>
                <a:gd name="connsiteX2554" fmla="*/ 4884613 w 6386648"/>
                <a:gd name="connsiteY2554" fmla="*/ 83034 h 1849426"/>
                <a:gd name="connsiteX2555" fmla="*/ 3118221 w 6386648"/>
                <a:gd name="connsiteY2555" fmla="*/ 83034 h 1849426"/>
                <a:gd name="connsiteX2556" fmla="*/ 3136246 w 6386648"/>
                <a:gd name="connsiteY2556" fmla="*/ 101058 h 1849426"/>
                <a:gd name="connsiteX2557" fmla="*/ 3118221 w 6386648"/>
                <a:gd name="connsiteY2557" fmla="*/ 119083 h 1849426"/>
                <a:gd name="connsiteX2558" fmla="*/ 3100197 w 6386648"/>
                <a:gd name="connsiteY2558" fmla="*/ 101058 h 1849426"/>
                <a:gd name="connsiteX2559" fmla="*/ 3118221 w 6386648"/>
                <a:gd name="connsiteY2559" fmla="*/ 83034 h 1849426"/>
                <a:gd name="connsiteX2560" fmla="*/ 2619546 w 6386648"/>
                <a:gd name="connsiteY2560" fmla="*/ 83034 h 1849426"/>
                <a:gd name="connsiteX2561" fmla="*/ 2637571 w 6386648"/>
                <a:gd name="connsiteY2561" fmla="*/ 101058 h 1849426"/>
                <a:gd name="connsiteX2562" fmla="*/ 2619546 w 6386648"/>
                <a:gd name="connsiteY2562" fmla="*/ 119083 h 1849426"/>
                <a:gd name="connsiteX2563" fmla="*/ 2601522 w 6386648"/>
                <a:gd name="connsiteY2563" fmla="*/ 101058 h 1849426"/>
                <a:gd name="connsiteX2564" fmla="*/ 2619546 w 6386648"/>
                <a:gd name="connsiteY2564" fmla="*/ 83034 h 1849426"/>
                <a:gd name="connsiteX2565" fmla="*/ 1291748 w 6386648"/>
                <a:gd name="connsiteY2565" fmla="*/ 83034 h 1849426"/>
                <a:gd name="connsiteX2566" fmla="*/ 1309773 w 6386648"/>
                <a:gd name="connsiteY2566" fmla="*/ 101058 h 1849426"/>
                <a:gd name="connsiteX2567" fmla="*/ 1291748 w 6386648"/>
                <a:gd name="connsiteY2567" fmla="*/ 119083 h 1849426"/>
                <a:gd name="connsiteX2568" fmla="*/ 1273724 w 6386648"/>
                <a:gd name="connsiteY2568" fmla="*/ 101058 h 1849426"/>
                <a:gd name="connsiteX2569" fmla="*/ 1291748 w 6386648"/>
                <a:gd name="connsiteY2569" fmla="*/ 83034 h 1849426"/>
                <a:gd name="connsiteX2570" fmla="*/ 702951 w 6386648"/>
                <a:gd name="connsiteY2570" fmla="*/ 83034 h 1849426"/>
                <a:gd name="connsiteX2571" fmla="*/ 720976 w 6386648"/>
                <a:gd name="connsiteY2571" fmla="*/ 101058 h 1849426"/>
                <a:gd name="connsiteX2572" fmla="*/ 702951 w 6386648"/>
                <a:gd name="connsiteY2572" fmla="*/ 119083 h 1849426"/>
                <a:gd name="connsiteX2573" fmla="*/ 684927 w 6386648"/>
                <a:gd name="connsiteY2573" fmla="*/ 101058 h 1849426"/>
                <a:gd name="connsiteX2574" fmla="*/ 702951 w 6386648"/>
                <a:gd name="connsiteY2574" fmla="*/ 83034 h 1849426"/>
                <a:gd name="connsiteX2575" fmla="*/ 2319139 w 6386648"/>
                <a:gd name="connsiteY2575" fmla="*/ 65010 h 1849426"/>
                <a:gd name="connsiteX2576" fmla="*/ 2337164 w 6386648"/>
                <a:gd name="connsiteY2576" fmla="*/ 83034 h 1849426"/>
                <a:gd name="connsiteX2577" fmla="*/ 2319139 w 6386648"/>
                <a:gd name="connsiteY2577" fmla="*/ 101059 h 1849426"/>
                <a:gd name="connsiteX2578" fmla="*/ 2301115 w 6386648"/>
                <a:gd name="connsiteY2578" fmla="*/ 83034 h 1849426"/>
                <a:gd name="connsiteX2579" fmla="*/ 2319139 w 6386648"/>
                <a:gd name="connsiteY2579" fmla="*/ 65010 h 1849426"/>
                <a:gd name="connsiteX2580" fmla="*/ 564765 w 6386648"/>
                <a:gd name="connsiteY2580" fmla="*/ 65010 h 1849426"/>
                <a:gd name="connsiteX2581" fmla="*/ 582789 w 6386648"/>
                <a:gd name="connsiteY2581" fmla="*/ 83034 h 1849426"/>
                <a:gd name="connsiteX2582" fmla="*/ 564765 w 6386648"/>
                <a:gd name="connsiteY2582" fmla="*/ 101059 h 1849426"/>
                <a:gd name="connsiteX2583" fmla="*/ 546740 w 6386648"/>
                <a:gd name="connsiteY2583" fmla="*/ 83034 h 1849426"/>
                <a:gd name="connsiteX2584" fmla="*/ 564765 w 6386648"/>
                <a:gd name="connsiteY2584" fmla="*/ 65010 h 1849426"/>
                <a:gd name="connsiteX2585" fmla="*/ 18024 w 6386648"/>
                <a:gd name="connsiteY2585" fmla="*/ 65010 h 1849426"/>
                <a:gd name="connsiteX2586" fmla="*/ 36049 w 6386648"/>
                <a:gd name="connsiteY2586" fmla="*/ 83034 h 1849426"/>
                <a:gd name="connsiteX2587" fmla="*/ 18024 w 6386648"/>
                <a:gd name="connsiteY2587" fmla="*/ 101059 h 1849426"/>
                <a:gd name="connsiteX2588" fmla="*/ 0 w 6386648"/>
                <a:gd name="connsiteY2588" fmla="*/ 83034 h 1849426"/>
                <a:gd name="connsiteX2589" fmla="*/ 18024 w 6386648"/>
                <a:gd name="connsiteY2589" fmla="*/ 65010 h 1849426"/>
                <a:gd name="connsiteX2590" fmla="*/ 5052841 w 6386648"/>
                <a:gd name="connsiteY2590" fmla="*/ 59002 h 1849426"/>
                <a:gd name="connsiteX2591" fmla="*/ 5070866 w 6386648"/>
                <a:gd name="connsiteY2591" fmla="*/ 77026 h 1849426"/>
                <a:gd name="connsiteX2592" fmla="*/ 5052841 w 6386648"/>
                <a:gd name="connsiteY2592" fmla="*/ 95051 h 1849426"/>
                <a:gd name="connsiteX2593" fmla="*/ 5034817 w 6386648"/>
                <a:gd name="connsiteY2593" fmla="*/ 77026 h 1849426"/>
                <a:gd name="connsiteX2594" fmla="*/ 5052841 w 6386648"/>
                <a:gd name="connsiteY2594" fmla="*/ 59002 h 1849426"/>
                <a:gd name="connsiteX2595" fmla="*/ 3490726 w 6386648"/>
                <a:gd name="connsiteY2595" fmla="*/ 59002 h 1849426"/>
                <a:gd name="connsiteX2596" fmla="*/ 3508751 w 6386648"/>
                <a:gd name="connsiteY2596" fmla="*/ 77026 h 1849426"/>
                <a:gd name="connsiteX2597" fmla="*/ 3490726 w 6386648"/>
                <a:gd name="connsiteY2597" fmla="*/ 95051 h 1849426"/>
                <a:gd name="connsiteX2598" fmla="*/ 3472702 w 6386648"/>
                <a:gd name="connsiteY2598" fmla="*/ 77026 h 1849426"/>
                <a:gd name="connsiteX2599" fmla="*/ 3490726 w 6386648"/>
                <a:gd name="connsiteY2599" fmla="*/ 59002 h 1849426"/>
                <a:gd name="connsiteX2600" fmla="*/ 1447960 w 6386648"/>
                <a:gd name="connsiteY2600" fmla="*/ 59002 h 1849426"/>
                <a:gd name="connsiteX2601" fmla="*/ 1465985 w 6386648"/>
                <a:gd name="connsiteY2601" fmla="*/ 77026 h 1849426"/>
                <a:gd name="connsiteX2602" fmla="*/ 1447960 w 6386648"/>
                <a:gd name="connsiteY2602" fmla="*/ 95051 h 1849426"/>
                <a:gd name="connsiteX2603" fmla="*/ 1429936 w 6386648"/>
                <a:gd name="connsiteY2603" fmla="*/ 77026 h 1849426"/>
                <a:gd name="connsiteX2604" fmla="*/ 1447960 w 6386648"/>
                <a:gd name="connsiteY2604" fmla="*/ 59002 h 1849426"/>
                <a:gd name="connsiteX2605" fmla="*/ 2192969 w 6386648"/>
                <a:gd name="connsiteY2605" fmla="*/ 46987 h 1849426"/>
                <a:gd name="connsiteX2606" fmla="*/ 2210994 w 6386648"/>
                <a:gd name="connsiteY2606" fmla="*/ 65012 h 1849426"/>
                <a:gd name="connsiteX2607" fmla="*/ 2192969 w 6386648"/>
                <a:gd name="connsiteY2607" fmla="*/ 83036 h 1849426"/>
                <a:gd name="connsiteX2608" fmla="*/ 2174945 w 6386648"/>
                <a:gd name="connsiteY2608" fmla="*/ 65012 h 1849426"/>
                <a:gd name="connsiteX2609" fmla="*/ 2192969 w 6386648"/>
                <a:gd name="connsiteY2609" fmla="*/ 46987 h 1849426"/>
                <a:gd name="connsiteX2610" fmla="*/ 4434003 w 6386648"/>
                <a:gd name="connsiteY2610" fmla="*/ 40979 h 1849426"/>
                <a:gd name="connsiteX2611" fmla="*/ 4452028 w 6386648"/>
                <a:gd name="connsiteY2611" fmla="*/ 59003 h 1849426"/>
                <a:gd name="connsiteX2612" fmla="*/ 4434003 w 6386648"/>
                <a:gd name="connsiteY2612" fmla="*/ 77028 h 1849426"/>
                <a:gd name="connsiteX2613" fmla="*/ 4415979 w 6386648"/>
                <a:gd name="connsiteY2613" fmla="*/ 59003 h 1849426"/>
                <a:gd name="connsiteX2614" fmla="*/ 4434003 w 6386648"/>
                <a:gd name="connsiteY2614" fmla="*/ 40979 h 1849426"/>
                <a:gd name="connsiteX2615" fmla="*/ 3616897 w 6386648"/>
                <a:gd name="connsiteY2615" fmla="*/ 40979 h 1849426"/>
                <a:gd name="connsiteX2616" fmla="*/ 3634922 w 6386648"/>
                <a:gd name="connsiteY2616" fmla="*/ 59003 h 1849426"/>
                <a:gd name="connsiteX2617" fmla="*/ 3616897 w 6386648"/>
                <a:gd name="connsiteY2617" fmla="*/ 77028 h 1849426"/>
                <a:gd name="connsiteX2618" fmla="*/ 3598872 w 6386648"/>
                <a:gd name="connsiteY2618" fmla="*/ 59003 h 1849426"/>
                <a:gd name="connsiteX2619" fmla="*/ 3616897 w 6386648"/>
                <a:gd name="connsiteY2619" fmla="*/ 40979 h 1849426"/>
                <a:gd name="connsiteX2620" fmla="*/ 1826473 w 6386648"/>
                <a:gd name="connsiteY2620" fmla="*/ 40979 h 1849426"/>
                <a:gd name="connsiteX2621" fmla="*/ 1844497 w 6386648"/>
                <a:gd name="connsiteY2621" fmla="*/ 59003 h 1849426"/>
                <a:gd name="connsiteX2622" fmla="*/ 1826473 w 6386648"/>
                <a:gd name="connsiteY2622" fmla="*/ 77028 h 1849426"/>
                <a:gd name="connsiteX2623" fmla="*/ 1808448 w 6386648"/>
                <a:gd name="connsiteY2623" fmla="*/ 59003 h 1849426"/>
                <a:gd name="connsiteX2624" fmla="*/ 1826473 w 6386648"/>
                <a:gd name="connsiteY2624" fmla="*/ 40979 h 1849426"/>
                <a:gd name="connsiteX2625" fmla="*/ 5942045 w 6386648"/>
                <a:gd name="connsiteY2625" fmla="*/ 34970 h 1849426"/>
                <a:gd name="connsiteX2626" fmla="*/ 5960070 w 6386648"/>
                <a:gd name="connsiteY2626" fmla="*/ 52994 h 1849426"/>
                <a:gd name="connsiteX2627" fmla="*/ 5942045 w 6386648"/>
                <a:gd name="connsiteY2627" fmla="*/ 71019 h 1849426"/>
                <a:gd name="connsiteX2628" fmla="*/ 5924021 w 6386648"/>
                <a:gd name="connsiteY2628" fmla="*/ 52994 h 1849426"/>
                <a:gd name="connsiteX2629" fmla="*/ 5942045 w 6386648"/>
                <a:gd name="connsiteY2629" fmla="*/ 34970 h 1849426"/>
                <a:gd name="connsiteX2630" fmla="*/ 5719744 w 6386648"/>
                <a:gd name="connsiteY2630" fmla="*/ 34970 h 1849426"/>
                <a:gd name="connsiteX2631" fmla="*/ 5737769 w 6386648"/>
                <a:gd name="connsiteY2631" fmla="*/ 52994 h 1849426"/>
                <a:gd name="connsiteX2632" fmla="*/ 5719744 w 6386648"/>
                <a:gd name="connsiteY2632" fmla="*/ 71019 h 1849426"/>
                <a:gd name="connsiteX2633" fmla="*/ 5701719 w 6386648"/>
                <a:gd name="connsiteY2633" fmla="*/ 52994 h 1849426"/>
                <a:gd name="connsiteX2634" fmla="*/ 5719744 w 6386648"/>
                <a:gd name="connsiteY2634" fmla="*/ 34970 h 1849426"/>
                <a:gd name="connsiteX2635" fmla="*/ 1171586 w 6386648"/>
                <a:gd name="connsiteY2635" fmla="*/ 34970 h 1849426"/>
                <a:gd name="connsiteX2636" fmla="*/ 1189611 w 6386648"/>
                <a:gd name="connsiteY2636" fmla="*/ 52994 h 1849426"/>
                <a:gd name="connsiteX2637" fmla="*/ 1171586 w 6386648"/>
                <a:gd name="connsiteY2637" fmla="*/ 71019 h 1849426"/>
                <a:gd name="connsiteX2638" fmla="*/ 1153562 w 6386648"/>
                <a:gd name="connsiteY2638" fmla="*/ 52994 h 1849426"/>
                <a:gd name="connsiteX2639" fmla="*/ 1171586 w 6386648"/>
                <a:gd name="connsiteY2639" fmla="*/ 34970 h 1849426"/>
                <a:gd name="connsiteX2640" fmla="*/ 937268 w 6386648"/>
                <a:gd name="connsiteY2640" fmla="*/ 34970 h 1849426"/>
                <a:gd name="connsiteX2641" fmla="*/ 955293 w 6386648"/>
                <a:gd name="connsiteY2641" fmla="*/ 52994 h 1849426"/>
                <a:gd name="connsiteX2642" fmla="*/ 937268 w 6386648"/>
                <a:gd name="connsiteY2642" fmla="*/ 71019 h 1849426"/>
                <a:gd name="connsiteX2643" fmla="*/ 919244 w 6386648"/>
                <a:gd name="connsiteY2643" fmla="*/ 52994 h 1849426"/>
                <a:gd name="connsiteX2644" fmla="*/ 937268 w 6386648"/>
                <a:gd name="connsiteY2644" fmla="*/ 34970 h 1849426"/>
                <a:gd name="connsiteX2645" fmla="*/ 426577 w 6386648"/>
                <a:gd name="connsiteY2645" fmla="*/ 34970 h 1849426"/>
                <a:gd name="connsiteX2646" fmla="*/ 444602 w 6386648"/>
                <a:gd name="connsiteY2646" fmla="*/ 52994 h 1849426"/>
                <a:gd name="connsiteX2647" fmla="*/ 426577 w 6386648"/>
                <a:gd name="connsiteY2647" fmla="*/ 71019 h 1849426"/>
                <a:gd name="connsiteX2648" fmla="*/ 408553 w 6386648"/>
                <a:gd name="connsiteY2648" fmla="*/ 52994 h 1849426"/>
                <a:gd name="connsiteX2649" fmla="*/ 426577 w 6386648"/>
                <a:gd name="connsiteY2649" fmla="*/ 34970 h 1849426"/>
                <a:gd name="connsiteX2650" fmla="*/ 6146322 w 6386648"/>
                <a:gd name="connsiteY2650" fmla="*/ 28962 h 1849426"/>
                <a:gd name="connsiteX2651" fmla="*/ 6164347 w 6386648"/>
                <a:gd name="connsiteY2651" fmla="*/ 46986 h 1849426"/>
                <a:gd name="connsiteX2652" fmla="*/ 6146322 w 6386648"/>
                <a:gd name="connsiteY2652" fmla="*/ 65011 h 1849426"/>
                <a:gd name="connsiteX2653" fmla="*/ 6128298 w 6386648"/>
                <a:gd name="connsiteY2653" fmla="*/ 46986 h 1849426"/>
                <a:gd name="connsiteX2654" fmla="*/ 6146322 w 6386648"/>
                <a:gd name="connsiteY2654" fmla="*/ 28962 h 1849426"/>
                <a:gd name="connsiteX2655" fmla="*/ 4776467 w 6386648"/>
                <a:gd name="connsiteY2655" fmla="*/ 28962 h 1849426"/>
                <a:gd name="connsiteX2656" fmla="*/ 4794492 w 6386648"/>
                <a:gd name="connsiteY2656" fmla="*/ 46986 h 1849426"/>
                <a:gd name="connsiteX2657" fmla="*/ 4776467 w 6386648"/>
                <a:gd name="connsiteY2657" fmla="*/ 65011 h 1849426"/>
                <a:gd name="connsiteX2658" fmla="*/ 4758443 w 6386648"/>
                <a:gd name="connsiteY2658" fmla="*/ 46986 h 1849426"/>
                <a:gd name="connsiteX2659" fmla="*/ 4776467 w 6386648"/>
                <a:gd name="connsiteY2659" fmla="*/ 28962 h 1849426"/>
                <a:gd name="connsiteX2660" fmla="*/ 2451318 w 6386648"/>
                <a:gd name="connsiteY2660" fmla="*/ 28962 h 1849426"/>
                <a:gd name="connsiteX2661" fmla="*/ 2469343 w 6386648"/>
                <a:gd name="connsiteY2661" fmla="*/ 46986 h 1849426"/>
                <a:gd name="connsiteX2662" fmla="*/ 2451318 w 6386648"/>
                <a:gd name="connsiteY2662" fmla="*/ 65011 h 1849426"/>
                <a:gd name="connsiteX2663" fmla="*/ 2433294 w 6386648"/>
                <a:gd name="connsiteY2663" fmla="*/ 46986 h 1849426"/>
                <a:gd name="connsiteX2664" fmla="*/ 2451318 w 6386648"/>
                <a:gd name="connsiteY2664" fmla="*/ 28962 h 1849426"/>
                <a:gd name="connsiteX2665" fmla="*/ 150203 w 6386648"/>
                <a:gd name="connsiteY2665" fmla="*/ 28962 h 1849426"/>
                <a:gd name="connsiteX2666" fmla="*/ 168228 w 6386648"/>
                <a:gd name="connsiteY2666" fmla="*/ 46986 h 1849426"/>
                <a:gd name="connsiteX2667" fmla="*/ 150203 w 6386648"/>
                <a:gd name="connsiteY2667" fmla="*/ 65011 h 1849426"/>
                <a:gd name="connsiteX2668" fmla="*/ 132179 w 6386648"/>
                <a:gd name="connsiteY2668" fmla="*/ 46986 h 1849426"/>
                <a:gd name="connsiteX2669" fmla="*/ 150203 w 6386648"/>
                <a:gd name="connsiteY2669" fmla="*/ 28962 h 1849426"/>
                <a:gd name="connsiteX2670" fmla="*/ 4277792 w 6386648"/>
                <a:gd name="connsiteY2670" fmla="*/ 22954 h 1849426"/>
                <a:gd name="connsiteX2671" fmla="*/ 4295817 w 6386648"/>
                <a:gd name="connsiteY2671" fmla="*/ 40978 h 1849426"/>
                <a:gd name="connsiteX2672" fmla="*/ 4277792 w 6386648"/>
                <a:gd name="connsiteY2672" fmla="*/ 59003 h 1849426"/>
                <a:gd name="connsiteX2673" fmla="*/ 4259767 w 6386648"/>
                <a:gd name="connsiteY2673" fmla="*/ 40978 h 1849426"/>
                <a:gd name="connsiteX2674" fmla="*/ 4277792 w 6386648"/>
                <a:gd name="connsiteY2674" fmla="*/ 22954 h 1849426"/>
                <a:gd name="connsiteX2675" fmla="*/ 4145613 w 6386648"/>
                <a:gd name="connsiteY2675" fmla="*/ 22954 h 1849426"/>
                <a:gd name="connsiteX2676" fmla="*/ 4163638 w 6386648"/>
                <a:gd name="connsiteY2676" fmla="*/ 40978 h 1849426"/>
                <a:gd name="connsiteX2677" fmla="*/ 4145613 w 6386648"/>
                <a:gd name="connsiteY2677" fmla="*/ 59003 h 1849426"/>
                <a:gd name="connsiteX2678" fmla="*/ 4127589 w 6386648"/>
                <a:gd name="connsiteY2678" fmla="*/ 40978 h 1849426"/>
                <a:gd name="connsiteX2679" fmla="*/ 4145613 w 6386648"/>
                <a:gd name="connsiteY2679" fmla="*/ 22954 h 1849426"/>
                <a:gd name="connsiteX2680" fmla="*/ 817106 w 6386648"/>
                <a:gd name="connsiteY2680" fmla="*/ 22954 h 1849426"/>
                <a:gd name="connsiteX2681" fmla="*/ 829123 w 6386648"/>
                <a:gd name="connsiteY2681" fmla="*/ 34970 h 1849426"/>
                <a:gd name="connsiteX2682" fmla="*/ 817106 w 6386648"/>
                <a:gd name="connsiteY2682" fmla="*/ 46987 h 1849426"/>
                <a:gd name="connsiteX2683" fmla="*/ 805090 w 6386648"/>
                <a:gd name="connsiteY2683" fmla="*/ 34970 h 1849426"/>
                <a:gd name="connsiteX2684" fmla="*/ 817106 w 6386648"/>
                <a:gd name="connsiteY2684" fmla="*/ 22954 h 1849426"/>
                <a:gd name="connsiteX2685" fmla="*/ 5491435 w 6386648"/>
                <a:gd name="connsiteY2685" fmla="*/ 16946 h 1849426"/>
                <a:gd name="connsiteX2686" fmla="*/ 5509460 w 6386648"/>
                <a:gd name="connsiteY2686" fmla="*/ 34971 h 1849426"/>
                <a:gd name="connsiteX2687" fmla="*/ 5491435 w 6386648"/>
                <a:gd name="connsiteY2687" fmla="*/ 52995 h 1849426"/>
                <a:gd name="connsiteX2688" fmla="*/ 5473411 w 6386648"/>
                <a:gd name="connsiteY2688" fmla="*/ 34971 h 1849426"/>
                <a:gd name="connsiteX2689" fmla="*/ 5491435 w 6386648"/>
                <a:gd name="connsiteY2689" fmla="*/ 16946 h 1849426"/>
                <a:gd name="connsiteX2690" fmla="*/ 5323207 w 6386648"/>
                <a:gd name="connsiteY2690" fmla="*/ 16946 h 1849426"/>
                <a:gd name="connsiteX2691" fmla="*/ 5341232 w 6386648"/>
                <a:gd name="connsiteY2691" fmla="*/ 34971 h 1849426"/>
                <a:gd name="connsiteX2692" fmla="*/ 5323207 w 6386648"/>
                <a:gd name="connsiteY2692" fmla="*/ 52995 h 1849426"/>
                <a:gd name="connsiteX2693" fmla="*/ 5305183 w 6386648"/>
                <a:gd name="connsiteY2693" fmla="*/ 34971 h 1849426"/>
                <a:gd name="connsiteX2694" fmla="*/ 5323207 w 6386648"/>
                <a:gd name="connsiteY2694" fmla="*/ 16946 h 1849426"/>
                <a:gd name="connsiteX2695" fmla="*/ 4632272 w 6386648"/>
                <a:gd name="connsiteY2695" fmla="*/ 16946 h 1849426"/>
                <a:gd name="connsiteX2696" fmla="*/ 4650297 w 6386648"/>
                <a:gd name="connsiteY2696" fmla="*/ 34971 h 1849426"/>
                <a:gd name="connsiteX2697" fmla="*/ 4632272 w 6386648"/>
                <a:gd name="connsiteY2697" fmla="*/ 52995 h 1849426"/>
                <a:gd name="connsiteX2698" fmla="*/ 4614248 w 6386648"/>
                <a:gd name="connsiteY2698" fmla="*/ 34971 h 1849426"/>
                <a:gd name="connsiteX2699" fmla="*/ 4632272 w 6386648"/>
                <a:gd name="connsiteY2699" fmla="*/ 16946 h 1849426"/>
                <a:gd name="connsiteX2700" fmla="*/ 3226368 w 6386648"/>
                <a:gd name="connsiteY2700" fmla="*/ 16946 h 1849426"/>
                <a:gd name="connsiteX2701" fmla="*/ 3244393 w 6386648"/>
                <a:gd name="connsiteY2701" fmla="*/ 34971 h 1849426"/>
                <a:gd name="connsiteX2702" fmla="*/ 3226368 w 6386648"/>
                <a:gd name="connsiteY2702" fmla="*/ 52995 h 1849426"/>
                <a:gd name="connsiteX2703" fmla="*/ 3208343 w 6386648"/>
                <a:gd name="connsiteY2703" fmla="*/ 34971 h 1849426"/>
                <a:gd name="connsiteX2704" fmla="*/ 3226368 w 6386648"/>
                <a:gd name="connsiteY2704" fmla="*/ 16946 h 1849426"/>
                <a:gd name="connsiteX2705" fmla="*/ 3983393 w 6386648"/>
                <a:gd name="connsiteY2705" fmla="*/ 10938 h 1849426"/>
                <a:gd name="connsiteX2706" fmla="*/ 4001418 w 6386648"/>
                <a:gd name="connsiteY2706" fmla="*/ 28962 h 1849426"/>
                <a:gd name="connsiteX2707" fmla="*/ 3983393 w 6386648"/>
                <a:gd name="connsiteY2707" fmla="*/ 46987 h 1849426"/>
                <a:gd name="connsiteX2708" fmla="*/ 3965369 w 6386648"/>
                <a:gd name="connsiteY2708" fmla="*/ 28962 h 1849426"/>
                <a:gd name="connsiteX2709" fmla="*/ 3983393 w 6386648"/>
                <a:gd name="connsiteY2709" fmla="*/ 10938 h 1849426"/>
                <a:gd name="connsiteX2710" fmla="*/ 1039407 w 6386648"/>
                <a:gd name="connsiteY2710" fmla="*/ 10938 h 1849426"/>
                <a:gd name="connsiteX2711" fmla="*/ 1057432 w 6386648"/>
                <a:gd name="connsiteY2711" fmla="*/ 28962 h 1849426"/>
                <a:gd name="connsiteX2712" fmla="*/ 1039407 w 6386648"/>
                <a:gd name="connsiteY2712" fmla="*/ 46987 h 1849426"/>
                <a:gd name="connsiteX2713" fmla="*/ 1021383 w 6386648"/>
                <a:gd name="connsiteY2713" fmla="*/ 28962 h 1849426"/>
                <a:gd name="connsiteX2714" fmla="*/ 1039407 w 6386648"/>
                <a:gd name="connsiteY2714" fmla="*/ 10938 h 1849426"/>
                <a:gd name="connsiteX2715" fmla="*/ 312422 w 6386648"/>
                <a:gd name="connsiteY2715" fmla="*/ 10938 h 1849426"/>
                <a:gd name="connsiteX2716" fmla="*/ 330447 w 6386648"/>
                <a:gd name="connsiteY2716" fmla="*/ 28962 h 1849426"/>
                <a:gd name="connsiteX2717" fmla="*/ 312422 w 6386648"/>
                <a:gd name="connsiteY2717" fmla="*/ 46987 h 1849426"/>
                <a:gd name="connsiteX2718" fmla="*/ 294398 w 6386648"/>
                <a:gd name="connsiteY2718" fmla="*/ 28962 h 1849426"/>
                <a:gd name="connsiteX2719" fmla="*/ 312422 w 6386648"/>
                <a:gd name="connsiteY2719" fmla="*/ 10938 h 1849426"/>
                <a:gd name="connsiteX2720" fmla="*/ 3839198 w 6386648"/>
                <a:gd name="connsiteY2720" fmla="*/ 4930 h 1849426"/>
                <a:gd name="connsiteX2721" fmla="*/ 3857223 w 6386648"/>
                <a:gd name="connsiteY2721" fmla="*/ 22954 h 1849426"/>
                <a:gd name="connsiteX2722" fmla="*/ 3839198 w 6386648"/>
                <a:gd name="connsiteY2722" fmla="*/ 40979 h 1849426"/>
                <a:gd name="connsiteX2723" fmla="*/ 3821174 w 6386648"/>
                <a:gd name="connsiteY2723" fmla="*/ 22954 h 1849426"/>
                <a:gd name="connsiteX2724" fmla="*/ 3839198 w 6386648"/>
                <a:gd name="connsiteY2724" fmla="*/ 4930 h 1849426"/>
                <a:gd name="connsiteX2725" fmla="*/ 3388588 w 6386648"/>
                <a:gd name="connsiteY2725" fmla="*/ 4930 h 1849426"/>
                <a:gd name="connsiteX2726" fmla="*/ 3406613 w 6386648"/>
                <a:gd name="connsiteY2726" fmla="*/ 22954 h 1849426"/>
                <a:gd name="connsiteX2727" fmla="*/ 3388588 w 6386648"/>
                <a:gd name="connsiteY2727" fmla="*/ 40979 h 1849426"/>
                <a:gd name="connsiteX2728" fmla="*/ 3370564 w 6386648"/>
                <a:gd name="connsiteY2728" fmla="*/ 22954 h 1849426"/>
                <a:gd name="connsiteX2729" fmla="*/ 3388588 w 6386648"/>
                <a:gd name="connsiteY2729" fmla="*/ 4930 h 1849426"/>
                <a:gd name="connsiteX2730" fmla="*/ 5171526 w 6386648"/>
                <a:gd name="connsiteY2730" fmla="*/ 0 h 1849426"/>
                <a:gd name="connsiteX2731" fmla="*/ 5198514 w 6386648"/>
                <a:gd name="connsiteY2731" fmla="*/ 0 h 1849426"/>
                <a:gd name="connsiteX2732" fmla="*/ 5203045 w 6386648"/>
                <a:gd name="connsiteY2732" fmla="*/ 10937 h 1849426"/>
                <a:gd name="connsiteX2733" fmla="*/ 5185020 w 6386648"/>
                <a:gd name="connsiteY2733" fmla="*/ 28962 h 1849426"/>
                <a:gd name="connsiteX2734" fmla="*/ 5166996 w 6386648"/>
                <a:gd name="connsiteY2734" fmla="*/ 10937 h 1849426"/>
                <a:gd name="connsiteX2735" fmla="*/ 4908761 w 6386648"/>
                <a:gd name="connsiteY2735" fmla="*/ 0 h 1849426"/>
                <a:gd name="connsiteX2736" fmla="*/ 4932564 w 6386648"/>
                <a:gd name="connsiteY2736" fmla="*/ 0 h 1849426"/>
                <a:gd name="connsiteX2737" fmla="*/ 4920662 w 6386648"/>
                <a:gd name="connsiteY2737" fmla="*/ 4930 h 1849426"/>
                <a:gd name="connsiteX2738" fmla="*/ 3701458 w 6386648"/>
                <a:gd name="connsiteY2738" fmla="*/ 0 h 1849426"/>
                <a:gd name="connsiteX2739" fmla="*/ 3736613 w 6386648"/>
                <a:gd name="connsiteY2739" fmla="*/ 0 h 1849426"/>
                <a:gd name="connsiteX2740" fmla="*/ 3731781 w 6386648"/>
                <a:gd name="connsiteY2740" fmla="*/ 11667 h 1849426"/>
                <a:gd name="connsiteX2741" fmla="*/ 3719035 w 6386648"/>
                <a:gd name="connsiteY2741" fmla="*/ 16946 h 1849426"/>
                <a:gd name="connsiteX2742" fmla="*/ 3706290 w 6386648"/>
                <a:gd name="connsiteY2742" fmla="*/ 11667 h 1849426"/>
                <a:gd name="connsiteX2743" fmla="*/ 3058255 w 6386648"/>
                <a:gd name="connsiteY2743" fmla="*/ 0 h 1849426"/>
                <a:gd name="connsiteX2744" fmla="*/ 3082058 w 6386648"/>
                <a:gd name="connsiteY2744" fmla="*/ 0 h 1849426"/>
                <a:gd name="connsiteX2745" fmla="*/ 3070156 w 6386648"/>
                <a:gd name="connsiteY2745" fmla="*/ 4930 h 1849426"/>
                <a:gd name="connsiteX2746" fmla="*/ 2908383 w 6386648"/>
                <a:gd name="connsiteY2746" fmla="*/ 0 h 1849426"/>
                <a:gd name="connsiteX2747" fmla="*/ 2943539 w 6386648"/>
                <a:gd name="connsiteY2747" fmla="*/ 0 h 1849426"/>
                <a:gd name="connsiteX2748" fmla="*/ 2938707 w 6386648"/>
                <a:gd name="connsiteY2748" fmla="*/ 11667 h 1849426"/>
                <a:gd name="connsiteX2749" fmla="*/ 2925961 w 6386648"/>
                <a:gd name="connsiteY2749" fmla="*/ 16946 h 1849426"/>
                <a:gd name="connsiteX2750" fmla="*/ 2913216 w 6386648"/>
                <a:gd name="connsiteY2750" fmla="*/ 11667 h 1849426"/>
                <a:gd name="connsiteX2751" fmla="*/ 2794230 w 6386648"/>
                <a:gd name="connsiteY2751" fmla="*/ 0 h 1849426"/>
                <a:gd name="connsiteX2752" fmla="*/ 2829385 w 6386648"/>
                <a:gd name="connsiteY2752" fmla="*/ 0 h 1849426"/>
                <a:gd name="connsiteX2753" fmla="*/ 2824553 w 6386648"/>
                <a:gd name="connsiteY2753" fmla="*/ 11667 h 1849426"/>
                <a:gd name="connsiteX2754" fmla="*/ 2811807 w 6386648"/>
                <a:gd name="connsiteY2754" fmla="*/ 16946 h 1849426"/>
                <a:gd name="connsiteX2755" fmla="*/ 2799062 w 6386648"/>
                <a:gd name="connsiteY2755" fmla="*/ 11667 h 1849426"/>
                <a:gd name="connsiteX2756" fmla="*/ 2675662 w 6386648"/>
                <a:gd name="connsiteY2756" fmla="*/ 0 h 1849426"/>
                <a:gd name="connsiteX2757" fmla="*/ 2707627 w 6386648"/>
                <a:gd name="connsiteY2757" fmla="*/ 0 h 1849426"/>
                <a:gd name="connsiteX2758" fmla="*/ 2709669 w 6386648"/>
                <a:gd name="connsiteY2758" fmla="*/ 4930 h 1849426"/>
                <a:gd name="connsiteX2759" fmla="*/ 2691644 w 6386648"/>
                <a:gd name="connsiteY2759" fmla="*/ 22954 h 1849426"/>
                <a:gd name="connsiteX2760" fmla="*/ 2673620 w 6386648"/>
                <a:gd name="connsiteY2760" fmla="*/ 4930 h 1849426"/>
                <a:gd name="connsiteX2761" fmla="*/ 2543483 w 6386648"/>
                <a:gd name="connsiteY2761" fmla="*/ 0 h 1849426"/>
                <a:gd name="connsiteX2762" fmla="*/ 2575448 w 6386648"/>
                <a:gd name="connsiteY2762" fmla="*/ 0 h 1849426"/>
                <a:gd name="connsiteX2763" fmla="*/ 2577490 w 6386648"/>
                <a:gd name="connsiteY2763" fmla="*/ 4930 h 1849426"/>
                <a:gd name="connsiteX2764" fmla="*/ 2559465 w 6386648"/>
                <a:gd name="connsiteY2764" fmla="*/ 22954 h 1849426"/>
                <a:gd name="connsiteX2765" fmla="*/ 2541441 w 6386648"/>
                <a:gd name="connsiteY2765" fmla="*/ 4930 h 1849426"/>
                <a:gd name="connsiteX2766" fmla="*/ 2047297 w 6386648"/>
                <a:gd name="connsiteY2766" fmla="*/ 0 h 1849426"/>
                <a:gd name="connsiteX2767" fmla="*/ 2074285 w 6386648"/>
                <a:gd name="connsiteY2767" fmla="*/ 0 h 1849426"/>
                <a:gd name="connsiteX2768" fmla="*/ 2078815 w 6386648"/>
                <a:gd name="connsiteY2768" fmla="*/ 10937 h 1849426"/>
                <a:gd name="connsiteX2769" fmla="*/ 2060790 w 6386648"/>
                <a:gd name="connsiteY2769" fmla="*/ 28962 h 1849426"/>
                <a:gd name="connsiteX2770" fmla="*/ 2042766 w 6386648"/>
                <a:gd name="connsiteY2770" fmla="*/ 10937 h 1849426"/>
                <a:gd name="connsiteX2771" fmla="*/ 1932017 w 6386648"/>
                <a:gd name="connsiteY2771" fmla="*/ 0 h 1849426"/>
                <a:gd name="connsiteX2772" fmla="*/ 1937222 w 6386648"/>
                <a:gd name="connsiteY2772" fmla="*/ 0 h 1849426"/>
                <a:gd name="connsiteX2773" fmla="*/ 1947365 w 6386648"/>
                <a:gd name="connsiteY2773" fmla="*/ 4201 h 1849426"/>
                <a:gd name="connsiteX2774" fmla="*/ 1952644 w 6386648"/>
                <a:gd name="connsiteY2774" fmla="*/ 16946 h 1849426"/>
                <a:gd name="connsiteX2775" fmla="*/ 1934619 w 6386648"/>
                <a:gd name="connsiteY2775" fmla="*/ 34971 h 1849426"/>
                <a:gd name="connsiteX2776" fmla="*/ 1916595 w 6386648"/>
                <a:gd name="connsiteY2776" fmla="*/ 16946 h 1849426"/>
                <a:gd name="connsiteX2777" fmla="*/ 1921875 w 6386648"/>
                <a:gd name="connsiteY2777" fmla="*/ 4201 h 1849426"/>
                <a:gd name="connsiteX2778" fmla="*/ 1694741 w 6386648"/>
                <a:gd name="connsiteY2778" fmla="*/ 0 h 1849426"/>
                <a:gd name="connsiteX2779" fmla="*/ 1729896 w 6386648"/>
                <a:gd name="connsiteY2779" fmla="*/ 0 h 1849426"/>
                <a:gd name="connsiteX2780" fmla="*/ 1725064 w 6386648"/>
                <a:gd name="connsiteY2780" fmla="*/ 11667 h 1849426"/>
                <a:gd name="connsiteX2781" fmla="*/ 1712318 w 6386648"/>
                <a:gd name="connsiteY2781" fmla="*/ 16946 h 1849426"/>
                <a:gd name="connsiteX2782" fmla="*/ 1699574 w 6386648"/>
                <a:gd name="connsiteY2782" fmla="*/ 11667 h 1849426"/>
                <a:gd name="connsiteX2783" fmla="*/ 1586594 w 6386648"/>
                <a:gd name="connsiteY2783" fmla="*/ 0 h 1849426"/>
                <a:gd name="connsiteX2784" fmla="*/ 1621749 w 6386648"/>
                <a:gd name="connsiteY2784" fmla="*/ 0 h 1849426"/>
                <a:gd name="connsiteX2785" fmla="*/ 1616917 w 6386648"/>
                <a:gd name="connsiteY2785" fmla="*/ 11667 h 1849426"/>
                <a:gd name="connsiteX2786" fmla="*/ 1604171 w 6386648"/>
                <a:gd name="connsiteY2786" fmla="*/ 16946 h 1849426"/>
                <a:gd name="connsiteX2787" fmla="*/ 1591427 w 6386648"/>
                <a:gd name="connsiteY2787" fmla="*/ 11667 h 1849426"/>
                <a:gd name="connsiteX2788" fmla="*/ 1328245 w 6386648"/>
                <a:gd name="connsiteY2788" fmla="*/ 0 h 1849426"/>
                <a:gd name="connsiteX2789" fmla="*/ 1363400 w 6386648"/>
                <a:gd name="connsiteY2789" fmla="*/ 0 h 1849426"/>
                <a:gd name="connsiteX2790" fmla="*/ 1358568 w 6386648"/>
                <a:gd name="connsiteY2790" fmla="*/ 11667 h 1849426"/>
                <a:gd name="connsiteX2791" fmla="*/ 1345823 w 6386648"/>
                <a:gd name="connsiteY2791" fmla="*/ 16946 h 1849426"/>
                <a:gd name="connsiteX2792" fmla="*/ 1333078 w 6386648"/>
                <a:gd name="connsiteY2792" fmla="*/ 11667 h 1849426"/>
                <a:gd name="connsiteX2793" fmla="*/ 636977 w 6386648"/>
                <a:gd name="connsiteY2793" fmla="*/ 0 h 1849426"/>
                <a:gd name="connsiteX2794" fmla="*/ 660780 w 6386648"/>
                <a:gd name="connsiteY2794" fmla="*/ 0 h 1849426"/>
                <a:gd name="connsiteX2795" fmla="*/ 648878 w 6386648"/>
                <a:gd name="connsiteY2795" fmla="*/ 4930 h 184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Lst>
              <a:rect l="l" t="t" r="r" b="b"/>
              <a:pathLst>
                <a:path w="6386648" h="1849426">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4E5207BA-3175-4C8F-B3BE-E8A6CDD6C9A5}"/>
                </a:ext>
              </a:extLst>
            </p:cNvPr>
            <p:cNvSpPr/>
            <p:nvPr/>
          </p:nvSpPr>
          <p:spPr>
            <a:xfrm>
              <a:off x="0" y="2390523"/>
              <a:ext cx="611491" cy="1421482"/>
            </a:xfrm>
            <a:custGeom>
              <a:avLst/>
              <a:gdLst>
                <a:gd name="connsiteX0" fmla="*/ 0 w 611491"/>
                <a:gd name="connsiteY0" fmla="*/ 0 h 1429512"/>
                <a:gd name="connsiteX1" fmla="*/ 62526 w 611491"/>
                <a:gd name="connsiteY1" fmla="*/ 22473 h 1429512"/>
                <a:gd name="connsiteX2" fmla="*/ 241043 w 611491"/>
                <a:gd name="connsiteY2" fmla="*/ 176817 h 1429512"/>
                <a:gd name="connsiteX3" fmla="*/ 497720 w 611491"/>
                <a:gd name="connsiteY3" fmla="*/ 299929 h 1429512"/>
                <a:gd name="connsiteX4" fmla="*/ 610380 w 611491"/>
                <a:gd name="connsiteY4" fmla="*/ 577513 h 1429512"/>
                <a:gd name="connsiteX5" fmla="*/ 458232 w 611491"/>
                <a:gd name="connsiteY5" fmla="*/ 845805 h 1429512"/>
                <a:gd name="connsiteX6" fmla="*/ 455909 w 611491"/>
                <a:gd name="connsiteY6" fmla="*/ 848128 h 1429512"/>
                <a:gd name="connsiteX7" fmla="*/ 407128 w 611491"/>
                <a:gd name="connsiteY7" fmla="*/ 956142 h 1429512"/>
                <a:gd name="connsiteX8" fmla="*/ 396675 w 611491"/>
                <a:gd name="connsiteY8" fmla="*/ 993308 h 1429512"/>
                <a:gd name="connsiteX9" fmla="*/ 230590 w 611491"/>
                <a:gd name="connsiteY9" fmla="*/ 1283668 h 1429512"/>
                <a:gd name="connsiteX10" fmla="*/ 7730 w 611491"/>
                <a:gd name="connsiteY10" fmla="*/ 1427579 h 1429512"/>
                <a:gd name="connsiteX11" fmla="*/ 0 w 611491"/>
                <a:gd name="connsiteY11" fmla="*/ 1429512 h 142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1491" h="1429512">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54C26BB3-1ED9-45FE-91B3-0247A78096F9}"/>
                </a:ext>
              </a:extLst>
            </p:cNvPr>
            <p:cNvSpPr/>
            <p:nvPr/>
          </p:nvSpPr>
          <p:spPr>
            <a:xfrm>
              <a:off x="3792772" y="0"/>
              <a:ext cx="2423863" cy="1343767"/>
            </a:xfrm>
            <a:custGeom>
              <a:avLst/>
              <a:gdLst>
                <a:gd name="connsiteX0" fmla="*/ 37089 w 3015964"/>
                <a:gd name="connsiteY0" fmla="*/ 0 h 1681468"/>
                <a:gd name="connsiteX1" fmla="*/ 3014022 w 3015964"/>
                <a:gd name="connsiteY1" fmla="*/ 0 h 1681468"/>
                <a:gd name="connsiteX2" fmla="*/ 3015964 w 3015964"/>
                <a:gd name="connsiteY2" fmla="*/ 52718 h 1681468"/>
                <a:gd name="connsiteX3" fmla="*/ 2982682 w 3015964"/>
                <a:gd name="connsiteY3" fmla="*/ 249186 h 1681468"/>
                <a:gd name="connsiteX4" fmla="*/ 1789950 w 3015964"/>
                <a:gd name="connsiteY4" fmla="*/ 1181800 h 1681468"/>
                <a:gd name="connsiteX5" fmla="*/ 1536391 w 3015964"/>
                <a:gd name="connsiteY5" fmla="*/ 1275909 h 1681468"/>
                <a:gd name="connsiteX6" fmla="*/ 1257206 w 3015964"/>
                <a:gd name="connsiteY6" fmla="*/ 1431287 h 1681468"/>
                <a:gd name="connsiteX7" fmla="*/ 990871 w 3015964"/>
                <a:gd name="connsiteY7" fmla="*/ 1669291 h 1681468"/>
                <a:gd name="connsiteX8" fmla="*/ 584900 w 3015964"/>
                <a:gd name="connsiteY8" fmla="*/ 1589975 h 1681468"/>
                <a:gd name="connsiteX9" fmla="*/ 32440 w 3015964"/>
                <a:gd name="connsiteY9" fmla="*/ 985257 h 1681468"/>
                <a:gd name="connsiteX10" fmla="*/ 98094 w 3015964"/>
                <a:gd name="connsiteY10" fmla="*/ 314136 h 1681468"/>
                <a:gd name="connsiteX11" fmla="*/ 37491 w 3015964"/>
                <a:gd name="connsiteY11" fmla="*/ 8555 h 168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15964" h="1681468">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Freeform: Shape 18">
              <a:extLst>
                <a:ext uri="{FF2B5EF4-FFF2-40B4-BE49-F238E27FC236}">
                  <a16:creationId xmlns:a16="http://schemas.microsoft.com/office/drawing/2014/main" id="{4CC00E4A-13EC-4C76-8E97-1AE10AA01F5D}"/>
                </a:ext>
              </a:extLst>
            </p:cNvPr>
            <p:cNvSpPr/>
            <p:nvPr/>
          </p:nvSpPr>
          <p:spPr>
            <a:xfrm>
              <a:off x="10946850" y="0"/>
              <a:ext cx="1242102" cy="2620884"/>
            </a:xfrm>
            <a:custGeom>
              <a:avLst/>
              <a:gdLst>
                <a:gd name="connsiteX0" fmla="*/ 48089 w 1242102"/>
                <a:gd name="connsiteY0" fmla="*/ 0 h 2635689"/>
                <a:gd name="connsiteX1" fmla="*/ 1242102 w 1242102"/>
                <a:gd name="connsiteY1" fmla="*/ 0 h 2635689"/>
                <a:gd name="connsiteX2" fmla="*/ 1242102 w 1242102"/>
                <a:gd name="connsiteY2" fmla="*/ 2546285 h 2635689"/>
                <a:gd name="connsiteX3" fmla="*/ 1169982 w 1242102"/>
                <a:gd name="connsiteY3" fmla="*/ 2578052 h 2635689"/>
                <a:gd name="connsiteX4" fmla="*/ 289259 w 1242102"/>
                <a:gd name="connsiteY4" fmla="*/ 2399682 h 2635689"/>
                <a:gd name="connsiteX5" fmla="*/ 77957 w 1242102"/>
                <a:gd name="connsiteY5" fmla="*/ 900439 h 2635689"/>
                <a:gd name="connsiteX6" fmla="*/ 123236 w 1242102"/>
                <a:gd name="connsiteY6" fmla="*/ 633796 h 2635689"/>
                <a:gd name="connsiteX7" fmla="*/ 128267 w 1242102"/>
                <a:gd name="connsiteY7" fmla="*/ 314326 h 2635689"/>
                <a:gd name="connsiteX8" fmla="*/ 44729 w 1242102"/>
                <a:gd name="connsiteY8" fmla="*/ 16426 h 2635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2102" h="2635689">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Freeform: Shape 22">
              <a:extLst>
                <a:ext uri="{FF2B5EF4-FFF2-40B4-BE49-F238E27FC236}">
                  <a16:creationId xmlns:a16="http://schemas.microsoft.com/office/drawing/2014/main" id="{EDFBB4A8-42A4-46AA-A328-113250ABB1A4}"/>
                </a:ext>
              </a:extLst>
            </p:cNvPr>
            <p:cNvSpPr/>
            <p:nvPr/>
          </p:nvSpPr>
          <p:spPr>
            <a:xfrm>
              <a:off x="0" y="0"/>
              <a:ext cx="1577788" cy="980141"/>
            </a:xfrm>
            <a:custGeom>
              <a:avLst/>
              <a:gdLst>
                <a:gd name="connsiteX0" fmla="*/ 117137 w 1471018"/>
                <a:gd name="connsiteY0" fmla="*/ 759920 h 795676"/>
                <a:gd name="connsiteX1" fmla="*/ 130429 w 1471018"/>
                <a:gd name="connsiteY1" fmla="*/ 768654 h 795676"/>
                <a:gd name="connsiteX2" fmla="*/ 124353 w 1471018"/>
                <a:gd name="connsiteY2" fmla="*/ 792959 h 795676"/>
                <a:gd name="connsiteX3" fmla="*/ 100048 w 1471018"/>
                <a:gd name="connsiteY3" fmla="*/ 786883 h 795676"/>
                <a:gd name="connsiteX4" fmla="*/ 106124 w 1471018"/>
                <a:gd name="connsiteY4" fmla="*/ 762578 h 795676"/>
                <a:gd name="connsiteX5" fmla="*/ 117137 w 1471018"/>
                <a:gd name="connsiteY5" fmla="*/ 759920 h 795676"/>
                <a:gd name="connsiteX6" fmla="*/ 220419 w 1471018"/>
                <a:gd name="connsiteY6" fmla="*/ 753844 h 795676"/>
                <a:gd name="connsiteX7" fmla="*/ 233710 w 1471018"/>
                <a:gd name="connsiteY7" fmla="*/ 762578 h 795676"/>
                <a:gd name="connsiteX8" fmla="*/ 227634 w 1471018"/>
                <a:gd name="connsiteY8" fmla="*/ 786883 h 795676"/>
                <a:gd name="connsiteX9" fmla="*/ 203329 w 1471018"/>
                <a:gd name="connsiteY9" fmla="*/ 780807 h 795676"/>
                <a:gd name="connsiteX10" fmla="*/ 209405 w 1471018"/>
                <a:gd name="connsiteY10" fmla="*/ 756502 h 795676"/>
                <a:gd name="connsiteX11" fmla="*/ 220419 w 1471018"/>
                <a:gd name="connsiteY11" fmla="*/ 753844 h 795676"/>
                <a:gd name="connsiteX12" fmla="*/ 25999 w 1471018"/>
                <a:gd name="connsiteY12" fmla="*/ 741691 h 795676"/>
                <a:gd name="connsiteX13" fmla="*/ 39290 w 1471018"/>
                <a:gd name="connsiteY13" fmla="*/ 750425 h 795676"/>
                <a:gd name="connsiteX14" fmla="*/ 33214 w 1471018"/>
                <a:gd name="connsiteY14" fmla="*/ 774730 h 795676"/>
                <a:gd name="connsiteX15" fmla="*/ 8909 w 1471018"/>
                <a:gd name="connsiteY15" fmla="*/ 768654 h 795676"/>
                <a:gd name="connsiteX16" fmla="*/ 14985 w 1471018"/>
                <a:gd name="connsiteY16" fmla="*/ 744349 h 795676"/>
                <a:gd name="connsiteX17" fmla="*/ 25999 w 1471018"/>
                <a:gd name="connsiteY17" fmla="*/ 741691 h 795676"/>
                <a:gd name="connsiteX18" fmla="*/ 329796 w 1471018"/>
                <a:gd name="connsiteY18" fmla="*/ 735615 h 795676"/>
                <a:gd name="connsiteX19" fmla="*/ 343088 w 1471018"/>
                <a:gd name="connsiteY19" fmla="*/ 744349 h 795676"/>
                <a:gd name="connsiteX20" fmla="*/ 337012 w 1471018"/>
                <a:gd name="connsiteY20" fmla="*/ 768654 h 795676"/>
                <a:gd name="connsiteX21" fmla="*/ 312707 w 1471018"/>
                <a:gd name="connsiteY21" fmla="*/ 762578 h 795676"/>
                <a:gd name="connsiteX22" fmla="*/ 318783 w 1471018"/>
                <a:gd name="connsiteY22" fmla="*/ 738273 h 795676"/>
                <a:gd name="connsiteX23" fmla="*/ 329796 w 1471018"/>
                <a:gd name="connsiteY23" fmla="*/ 735615 h 795676"/>
                <a:gd name="connsiteX24" fmla="*/ 442198 w 1471018"/>
                <a:gd name="connsiteY24" fmla="*/ 702197 h 795676"/>
                <a:gd name="connsiteX25" fmla="*/ 455488 w 1471018"/>
                <a:gd name="connsiteY25" fmla="*/ 710931 h 795676"/>
                <a:gd name="connsiteX26" fmla="*/ 449413 w 1471018"/>
                <a:gd name="connsiteY26" fmla="*/ 735236 h 795676"/>
                <a:gd name="connsiteX27" fmla="*/ 425110 w 1471018"/>
                <a:gd name="connsiteY27" fmla="*/ 729160 h 795676"/>
                <a:gd name="connsiteX28" fmla="*/ 431186 w 1471018"/>
                <a:gd name="connsiteY28" fmla="*/ 704855 h 795676"/>
                <a:gd name="connsiteX29" fmla="*/ 442198 w 1471018"/>
                <a:gd name="connsiteY29" fmla="*/ 702197 h 795676"/>
                <a:gd name="connsiteX30" fmla="*/ 542453 w 1471018"/>
                <a:gd name="connsiteY30" fmla="*/ 668778 h 795676"/>
                <a:gd name="connsiteX31" fmla="*/ 555745 w 1471018"/>
                <a:gd name="connsiteY31" fmla="*/ 677512 h 795676"/>
                <a:gd name="connsiteX32" fmla="*/ 549669 w 1471018"/>
                <a:gd name="connsiteY32" fmla="*/ 701817 h 795676"/>
                <a:gd name="connsiteX33" fmla="*/ 525364 w 1471018"/>
                <a:gd name="connsiteY33" fmla="*/ 695741 h 795676"/>
                <a:gd name="connsiteX34" fmla="*/ 531440 w 1471018"/>
                <a:gd name="connsiteY34" fmla="*/ 671436 h 795676"/>
                <a:gd name="connsiteX35" fmla="*/ 542453 w 1471018"/>
                <a:gd name="connsiteY35" fmla="*/ 668778 h 795676"/>
                <a:gd name="connsiteX36" fmla="*/ 132328 w 1471018"/>
                <a:gd name="connsiteY36" fmla="*/ 650549 h 795676"/>
                <a:gd name="connsiteX37" fmla="*/ 145620 w 1471018"/>
                <a:gd name="connsiteY37" fmla="*/ 659283 h 795676"/>
                <a:gd name="connsiteX38" fmla="*/ 139544 w 1471018"/>
                <a:gd name="connsiteY38" fmla="*/ 683588 h 795676"/>
                <a:gd name="connsiteX39" fmla="*/ 115239 w 1471018"/>
                <a:gd name="connsiteY39" fmla="*/ 677512 h 795676"/>
                <a:gd name="connsiteX40" fmla="*/ 121315 w 1471018"/>
                <a:gd name="connsiteY40" fmla="*/ 653207 h 795676"/>
                <a:gd name="connsiteX41" fmla="*/ 132328 w 1471018"/>
                <a:gd name="connsiteY41" fmla="*/ 650549 h 795676"/>
                <a:gd name="connsiteX42" fmla="*/ 642709 w 1471018"/>
                <a:gd name="connsiteY42" fmla="*/ 641435 h 795676"/>
                <a:gd name="connsiteX43" fmla="*/ 656001 w 1471018"/>
                <a:gd name="connsiteY43" fmla="*/ 650169 h 795676"/>
                <a:gd name="connsiteX44" fmla="*/ 649925 w 1471018"/>
                <a:gd name="connsiteY44" fmla="*/ 674474 h 795676"/>
                <a:gd name="connsiteX45" fmla="*/ 625620 w 1471018"/>
                <a:gd name="connsiteY45" fmla="*/ 668398 h 795676"/>
                <a:gd name="connsiteX46" fmla="*/ 631696 w 1471018"/>
                <a:gd name="connsiteY46" fmla="*/ 644093 h 795676"/>
                <a:gd name="connsiteX47" fmla="*/ 642709 w 1471018"/>
                <a:gd name="connsiteY47" fmla="*/ 641435 h 795676"/>
                <a:gd name="connsiteX48" fmla="*/ 235618 w 1471018"/>
                <a:gd name="connsiteY48" fmla="*/ 641435 h 795676"/>
                <a:gd name="connsiteX49" fmla="*/ 248910 w 1471018"/>
                <a:gd name="connsiteY49" fmla="*/ 650169 h 795676"/>
                <a:gd name="connsiteX50" fmla="*/ 242833 w 1471018"/>
                <a:gd name="connsiteY50" fmla="*/ 674474 h 795676"/>
                <a:gd name="connsiteX51" fmla="*/ 218529 w 1471018"/>
                <a:gd name="connsiteY51" fmla="*/ 668398 h 795676"/>
                <a:gd name="connsiteX52" fmla="*/ 224605 w 1471018"/>
                <a:gd name="connsiteY52" fmla="*/ 644093 h 795676"/>
                <a:gd name="connsiteX53" fmla="*/ 235618 w 1471018"/>
                <a:gd name="connsiteY53" fmla="*/ 641435 h 795676"/>
                <a:gd name="connsiteX54" fmla="*/ 338904 w 1471018"/>
                <a:gd name="connsiteY54" fmla="*/ 629283 h 795676"/>
                <a:gd name="connsiteX55" fmla="*/ 352196 w 1471018"/>
                <a:gd name="connsiteY55" fmla="*/ 638017 h 795676"/>
                <a:gd name="connsiteX56" fmla="*/ 346120 w 1471018"/>
                <a:gd name="connsiteY56" fmla="*/ 662322 h 795676"/>
                <a:gd name="connsiteX57" fmla="*/ 321815 w 1471018"/>
                <a:gd name="connsiteY57" fmla="*/ 656246 h 795676"/>
                <a:gd name="connsiteX58" fmla="*/ 327891 w 1471018"/>
                <a:gd name="connsiteY58" fmla="*/ 631941 h 795676"/>
                <a:gd name="connsiteX59" fmla="*/ 338904 w 1471018"/>
                <a:gd name="connsiteY59" fmla="*/ 629283 h 795676"/>
                <a:gd name="connsiteX60" fmla="*/ 32070 w 1471018"/>
                <a:gd name="connsiteY60" fmla="*/ 601940 h 795676"/>
                <a:gd name="connsiteX61" fmla="*/ 45361 w 1471018"/>
                <a:gd name="connsiteY61" fmla="*/ 610674 h 795676"/>
                <a:gd name="connsiteX62" fmla="*/ 39285 w 1471018"/>
                <a:gd name="connsiteY62" fmla="*/ 634979 h 795676"/>
                <a:gd name="connsiteX63" fmla="*/ 14981 w 1471018"/>
                <a:gd name="connsiteY63" fmla="*/ 628903 h 795676"/>
                <a:gd name="connsiteX64" fmla="*/ 21056 w 1471018"/>
                <a:gd name="connsiteY64" fmla="*/ 604598 h 795676"/>
                <a:gd name="connsiteX65" fmla="*/ 32070 w 1471018"/>
                <a:gd name="connsiteY65" fmla="*/ 601940 h 795676"/>
                <a:gd name="connsiteX66" fmla="*/ 752079 w 1471018"/>
                <a:gd name="connsiteY66" fmla="*/ 586750 h 795676"/>
                <a:gd name="connsiteX67" fmla="*/ 765371 w 1471018"/>
                <a:gd name="connsiteY67" fmla="*/ 595484 h 795676"/>
                <a:gd name="connsiteX68" fmla="*/ 759295 w 1471018"/>
                <a:gd name="connsiteY68" fmla="*/ 619789 h 795676"/>
                <a:gd name="connsiteX69" fmla="*/ 734990 w 1471018"/>
                <a:gd name="connsiteY69" fmla="*/ 613713 h 795676"/>
                <a:gd name="connsiteX70" fmla="*/ 741066 w 1471018"/>
                <a:gd name="connsiteY70" fmla="*/ 589408 h 795676"/>
                <a:gd name="connsiteX71" fmla="*/ 752079 w 1471018"/>
                <a:gd name="connsiteY71" fmla="*/ 586750 h 795676"/>
                <a:gd name="connsiteX72" fmla="*/ 436123 w 1471018"/>
                <a:gd name="connsiteY72" fmla="*/ 583712 h 795676"/>
                <a:gd name="connsiteX73" fmla="*/ 449413 w 1471018"/>
                <a:gd name="connsiteY73" fmla="*/ 592446 h 795676"/>
                <a:gd name="connsiteX74" fmla="*/ 443339 w 1471018"/>
                <a:gd name="connsiteY74" fmla="*/ 616751 h 795676"/>
                <a:gd name="connsiteX75" fmla="*/ 419039 w 1471018"/>
                <a:gd name="connsiteY75" fmla="*/ 610675 h 795676"/>
                <a:gd name="connsiteX76" fmla="*/ 425114 w 1471018"/>
                <a:gd name="connsiteY76" fmla="*/ 586370 h 795676"/>
                <a:gd name="connsiteX77" fmla="*/ 436123 w 1471018"/>
                <a:gd name="connsiteY77" fmla="*/ 583712 h 795676"/>
                <a:gd name="connsiteX78" fmla="*/ 548529 w 1471018"/>
                <a:gd name="connsiteY78" fmla="*/ 556370 h 795676"/>
                <a:gd name="connsiteX79" fmla="*/ 561821 w 1471018"/>
                <a:gd name="connsiteY79" fmla="*/ 565104 h 795676"/>
                <a:gd name="connsiteX80" fmla="*/ 555745 w 1471018"/>
                <a:gd name="connsiteY80" fmla="*/ 589409 h 795676"/>
                <a:gd name="connsiteX81" fmla="*/ 531440 w 1471018"/>
                <a:gd name="connsiteY81" fmla="*/ 583333 h 795676"/>
                <a:gd name="connsiteX82" fmla="*/ 537516 w 1471018"/>
                <a:gd name="connsiteY82" fmla="*/ 559028 h 795676"/>
                <a:gd name="connsiteX83" fmla="*/ 548529 w 1471018"/>
                <a:gd name="connsiteY83" fmla="*/ 556370 h 795676"/>
                <a:gd name="connsiteX84" fmla="*/ 852335 w 1471018"/>
                <a:gd name="connsiteY84" fmla="*/ 550293 h 795676"/>
                <a:gd name="connsiteX85" fmla="*/ 865627 w 1471018"/>
                <a:gd name="connsiteY85" fmla="*/ 559027 h 795676"/>
                <a:gd name="connsiteX86" fmla="*/ 859551 w 1471018"/>
                <a:gd name="connsiteY86" fmla="*/ 583332 h 795676"/>
                <a:gd name="connsiteX87" fmla="*/ 835246 w 1471018"/>
                <a:gd name="connsiteY87" fmla="*/ 577256 h 795676"/>
                <a:gd name="connsiteX88" fmla="*/ 841322 w 1471018"/>
                <a:gd name="connsiteY88" fmla="*/ 552951 h 795676"/>
                <a:gd name="connsiteX89" fmla="*/ 852335 w 1471018"/>
                <a:gd name="connsiteY89" fmla="*/ 550293 h 795676"/>
                <a:gd name="connsiteX90" fmla="*/ 667013 w 1471018"/>
                <a:gd name="connsiteY90" fmla="*/ 532065 h 795676"/>
                <a:gd name="connsiteX91" fmla="*/ 680305 w 1471018"/>
                <a:gd name="connsiteY91" fmla="*/ 540799 h 795676"/>
                <a:gd name="connsiteX92" fmla="*/ 674229 w 1471018"/>
                <a:gd name="connsiteY92" fmla="*/ 565104 h 795676"/>
                <a:gd name="connsiteX93" fmla="*/ 649924 w 1471018"/>
                <a:gd name="connsiteY93" fmla="*/ 559028 h 795676"/>
                <a:gd name="connsiteX94" fmla="*/ 656000 w 1471018"/>
                <a:gd name="connsiteY94" fmla="*/ 534723 h 795676"/>
                <a:gd name="connsiteX95" fmla="*/ 667013 w 1471018"/>
                <a:gd name="connsiteY95" fmla="*/ 532065 h 795676"/>
                <a:gd name="connsiteX96" fmla="*/ 126251 w 1471018"/>
                <a:gd name="connsiteY96" fmla="*/ 532065 h 795676"/>
                <a:gd name="connsiteX97" fmla="*/ 139543 w 1471018"/>
                <a:gd name="connsiteY97" fmla="*/ 540799 h 795676"/>
                <a:gd name="connsiteX98" fmla="*/ 133467 w 1471018"/>
                <a:gd name="connsiteY98" fmla="*/ 565104 h 795676"/>
                <a:gd name="connsiteX99" fmla="*/ 109162 w 1471018"/>
                <a:gd name="connsiteY99" fmla="*/ 559028 h 795676"/>
                <a:gd name="connsiteX100" fmla="*/ 115238 w 1471018"/>
                <a:gd name="connsiteY100" fmla="*/ 534723 h 795676"/>
                <a:gd name="connsiteX101" fmla="*/ 126251 w 1471018"/>
                <a:gd name="connsiteY101" fmla="*/ 532065 h 795676"/>
                <a:gd name="connsiteX102" fmla="*/ 226503 w 1471018"/>
                <a:gd name="connsiteY102" fmla="*/ 529027 h 795676"/>
                <a:gd name="connsiteX103" fmla="*/ 239794 w 1471018"/>
                <a:gd name="connsiteY103" fmla="*/ 537761 h 795676"/>
                <a:gd name="connsiteX104" fmla="*/ 233718 w 1471018"/>
                <a:gd name="connsiteY104" fmla="*/ 562066 h 795676"/>
                <a:gd name="connsiteX105" fmla="*/ 209414 w 1471018"/>
                <a:gd name="connsiteY105" fmla="*/ 555990 h 795676"/>
                <a:gd name="connsiteX106" fmla="*/ 215490 w 1471018"/>
                <a:gd name="connsiteY106" fmla="*/ 531685 h 795676"/>
                <a:gd name="connsiteX107" fmla="*/ 226503 w 1471018"/>
                <a:gd name="connsiteY107" fmla="*/ 529027 h 795676"/>
                <a:gd name="connsiteX108" fmla="*/ 332836 w 1471018"/>
                <a:gd name="connsiteY108" fmla="*/ 519913 h 795676"/>
                <a:gd name="connsiteX109" fmla="*/ 346128 w 1471018"/>
                <a:gd name="connsiteY109" fmla="*/ 528647 h 795676"/>
                <a:gd name="connsiteX110" fmla="*/ 340052 w 1471018"/>
                <a:gd name="connsiteY110" fmla="*/ 552952 h 795676"/>
                <a:gd name="connsiteX111" fmla="*/ 315748 w 1471018"/>
                <a:gd name="connsiteY111" fmla="*/ 546876 h 795676"/>
                <a:gd name="connsiteX112" fmla="*/ 321823 w 1471018"/>
                <a:gd name="connsiteY112" fmla="*/ 522571 h 795676"/>
                <a:gd name="connsiteX113" fmla="*/ 332836 w 1471018"/>
                <a:gd name="connsiteY113" fmla="*/ 519913 h 795676"/>
                <a:gd name="connsiteX114" fmla="*/ 7768 w 1471018"/>
                <a:gd name="connsiteY114" fmla="*/ 507761 h 795676"/>
                <a:gd name="connsiteX115" fmla="*/ 21060 w 1471018"/>
                <a:gd name="connsiteY115" fmla="*/ 516495 h 795676"/>
                <a:gd name="connsiteX116" fmla="*/ 14984 w 1471018"/>
                <a:gd name="connsiteY116" fmla="*/ 540800 h 795676"/>
                <a:gd name="connsiteX117" fmla="*/ 2831 w 1471018"/>
                <a:gd name="connsiteY117" fmla="*/ 543458 h 795676"/>
                <a:gd name="connsiteX118" fmla="*/ 0 w 1471018"/>
                <a:gd name="connsiteY118" fmla="*/ 541423 h 795676"/>
                <a:gd name="connsiteX119" fmla="*/ 0 w 1471018"/>
                <a:gd name="connsiteY119" fmla="*/ 509636 h 795676"/>
                <a:gd name="connsiteX120" fmla="*/ 946515 w 1471018"/>
                <a:gd name="connsiteY120" fmla="*/ 486494 h 795676"/>
                <a:gd name="connsiteX121" fmla="*/ 959807 w 1471018"/>
                <a:gd name="connsiteY121" fmla="*/ 495228 h 795676"/>
                <a:gd name="connsiteX122" fmla="*/ 953731 w 1471018"/>
                <a:gd name="connsiteY122" fmla="*/ 519533 h 795676"/>
                <a:gd name="connsiteX123" fmla="*/ 929426 w 1471018"/>
                <a:gd name="connsiteY123" fmla="*/ 513457 h 795676"/>
                <a:gd name="connsiteX124" fmla="*/ 935502 w 1471018"/>
                <a:gd name="connsiteY124" fmla="*/ 489152 h 795676"/>
                <a:gd name="connsiteX125" fmla="*/ 946515 w 1471018"/>
                <a:gd name="connsiteY125" fmla="*/ 486494 h 795676"/>
                <a:gd name="connsiteX126" fmla="*/ 457386 w 1471018"/>
                <a:gd name="connsiteY126" fmla="*/ 483456 h 795676"/>
                <a:gd name="connsiteX127" fmla="*/ 470679 w 1471018"/>
                <a:gd name="connsiteY127" fmla="*/ 492190 h 795676"/>
                <a:gd name="connsiteX128" fmla="*/ 464601 w 1471018"/>
                <a:gd name="connsiteY128" fmla="*/ 516495 h 795676"/>
                <a:gd name="connsiteX129" fmla="*/ 440300 w 1471018"/>
                <a:gd name="connsiteY129" fmla="*/ 510419 h 795676"/>
                <a:gd name="connsiteX130" fmla="*/ 446374 w 1471018"/>
                <a:gd name="connsiteY130" fmla="*/ 486114 h 795676"/>
                <a:gd name="connsiteX131" fmla="*/ 457386 w 1471018"/>
                <a:gd name="connsiteY131" fmla="*/ 483456 h 795676"/>
                <a:gd name="connsiteX132" fmla="*/ 821954 w 1471018"/>
                <a:gd name="connsiteY132" fmla="*/ 456114 h 795676"/>
                <a:gd name="connsiteX133" fmla="*/ 835246 w 1471018"/>
                <a:gd name="connsiteY133" fmla="*/ 464848 h 795676"/>
                <a:gd name="connsiteX134" fmla="*/ 829170 w 1471018"/>
                <a:gd name="connsiteY134" fmla="*/ 489153 h 795676"/>
                <a:gd name="connsiteX135" fmla="*/ 804865 w 1471018"/>
                <a:gd name="connsiteY135" fmla="*/ 483077 h 795676"/>
                <a:gd name="connsiteX136" fmla="*/ 810941 w 1471018"/>
                <a:gd name="connsiteY136" fmla="*/ 458772 h 795676"/>
                <a:gd name="connsiteX137" fmla="*/ 821954 w 1471018"/>
                <a:gd name="connsiteY137" fmla="*/ 456114 h 795676"/>
                <a:gd name="connsiteX138" fmla="*/ 584986 w 1471018"/>
                <a:gd name="connsiteY138" fmla="*/ 456114 h 795676"/>
                <a:gd name="connsiteX139" fmla="*/ 598278 w 1471018"/>
                <a:gd name="connsiteY139" fmla="*/ 464848 h 795676"/>
                <a:gd name="connsiteX140" fmla="*/ 592202 w 1471018"/>
                <a:gd name="connsiteY140" fmla="*/ 489153 h 795676"/>
                <a:gd name="connsiteX141" fmla="*/ 567897 w 1471018"/>
                <a:gd name="connsiteY141" fmla="*/ 483077 h 795676"/>
                <a:gd name="connsiteX142" fmla="*/ 573973 w 1471018"/>
                <a:gd name="connsiteY142" fmla="*/ 458772 h 795676"/>
                <a:gd name="connsiteX143" fmla="*/ 584986 w 1471018"/>
                <a:gd name="connsiteY143" fmla="*/ 456114 h 795676"/>
                <a:gd name="connsiteX144" fmla="*/ 718660 w 1471018"/>
                <a:gd name="connsiteY144" fmla="*/ 443961 h 795676"/>
                <a:gd name="connsiteX145" fmla="*/ 731952 w 1471018"/>
                <a:gd name="connsiteY145" fmla="*/ 452695 h 795676"/>
                <a:gd name="connsiteX146" fmla="*/ 725876 w 1471018"/>
                <a:gd name="connsiteY146" fmla="*/ 477000 h 795676"/>
                <a:gd name="connsiteX147" fmla="*/ 701571 w 1471018"/>
                <a:gd name="connsiteY147" fmla="*/ 470924 h 795676"/>
                <a:gd name="connsiteX148" fmla="*/ 707647 w 1471018"/>
                <a:gd name="connsiteY148" fmla="*/ 446619 h 795676"/>
                <a:gd name="connsiteX149" fmla="*/ 718660 w 1471018"/>
                <a:gd name="connsiteY149" fmla="*/ 443961 h 795676"/>
                <a:gd name="connsiteX150" fmla="*/ 1016390 w 1471018"/>
                <a:gd name="connsiteY150" fmla="*/ 425733 h 795676"/>
                <a:gd name="connsiteX151" fmla="*/ 1029681 w 1471018"/>
                <a:gd name="connsiteY151" fmla="*/ 434467 h 795676"/>
                <a:gd name="connsiteX152" fmla="*/ 1023605 w 1471018"/>
                <a:gd name="connsiteY152" fmla="*/ 458772 h 795676"/>
                <a:gd name="connsiteX153" fmla="*/ 999301 w 1471018"/>
                <a:gd name="connsiteY153" fmla="*/ 452696 h 795676"/>
                <a:gd name="connsiteX154" fmla="*/ 1005377 w 1471018"/>
                <a:gd name="connsiteY154" fmla="*/ 428391 h 795676"/>
                <a:gd name="connsiteX155" fmla="*/ 1016390 w 1471018"/>
                <a:gd name="connsiteY155" fmla="*/ 425733 h 795676"/>
                <a:gd name="connsiteX156" fmla="*/ 250806 w 1471018"/>
                <a:gd name="connsiteY156" fmla="*/ 416619 h 795676"/>
                <a:gd name="connsiteX157" fmla="*/ 264098 w 1471018"/>
                <a:gd name="connsiteY157" fmla="*/ 425353 h 795676"/>
                <a:gd name="connsiteX158" fmla="*/ 258022 w 1471018"/>
                <a:gd name="connsiteY158" fmla="*/ 449658 h 795676"/>
                <a:gd name="connsiteX159" fmla="*/ 233717 w 1471018"/>
                <a:gd name="connsiteY159" fmla="*/ 443582 h 795676"/>
                <a:gd name="connsiteX160" fmla="*/ 239793 w 1471018"/>
                <a:gd name="connsiteY160" fmla="*/ 419277 h 795676"/>
                <a:gd name="connsiteX161" fmla="*/ 250806 w 1471018"/>
                <a:gd name="connsiteY161" fmla="*/ 416619 h 795676"/>
                <a:gd name="connsiteX162" fmla="*/ 144467 w 1471018"/>
                <a:gd name="connsiteY162" fmla="*/ 416619 h 795676"/>
                <a:gd name="connsiteX163" fmla="*/ 157759 w 1471018"/>
                <a:gd name="connsiteY163" fmla="*/ 425353 h 795676"/>
                <a:gd name="connsiteX164" fmla="*/ 151683 w 1471018"/>
                <a:gd name="connsiteY164" fmla="*/ 449658 h 795676"/>
                <a:gd name="connsiteX165" fmla="*/ 127378 w 1471018"/>
                <a:gd name="connsiteY165" fmla="*/ 443582 h 795676"/>
                <a:gd name="connsiteX166" fmla="*/ 133454 w 1471018"/>
                <a:gd name="connsiteY166" fmla="*/ 419277 h 795676"/>
                <a:gd name="connsiteX167" fmla="*/ 144467 w 1471018"/>
                <a:gd name="connsiteY167" fmla="*/ 416619 h 795676"/>
                <a:gd name="connsiteX168" fmla="*/ 29033 w 1471018"/>
                <a:gd name="connsiteY168" fmla="*/ 416619 h 795676"/>
                <a:gd name="connsiteX169" fmla="*/ 42324 w 1471018"/>
                <a:gd name="connsiteY169" fmla="*/ 425353 h 795676"/>
                <a:gd name="connsiteX170" fmla="*/ 36248 w 1471018"/>
                <a:gd name="connsiteY170" fmla="*/ 449658 h 795676"/>
                <a:gd name="connsiteX171" fmla="*/ 11944 w 1471018"/>
                <a:gd name="connsiteY171" fmla="*/ 443582 h 795676"/>
                <a:gd name="connsiteX172" fmla="*/ 18020 w 1471018"/>
                <a:gd name="connsiteY172" fmla="*/ 419277 h 795676"/>
                <a:gd name="connsiteX173" fmla="*/ 29033 w 1471018"/>
                <a:gd name="connsiteY173" fmla="*/ 416619 h 795676"/>
                <a:gd name="connsiteX174" fmla="*/ 360172 w 1471018"/>
                <a:gd name="connsiteY174" fmla="*/ 410543 h 795676"/>
                <a:gd name="connsiteX175" fmla="*/ 373464 w 1471018"/>
                <a:gd name="connsiteY175" fmla="*/ 419277 h 795676"/>
                <a:gd name="connsiteX176" fmla="*/ 367388 w 1471018"/>
                <a:gd name="connsiteY176" fmla="*/ 443582 h 795676"/>
                <a:gd name="connsiteX177" fmla="*/ 343083 w 1471018"/>
                <a:gd name="connsiteY177" fmla="*/ 437506 h 795676"/>
                <a:gd name="connsiteX178" fmla="*/ 349159 w 1471018"/>
                <a:gd name="connsiteY178" fmla="*/ 413201 h 795676"/>
                <a:gd name="connsiteX179" fmla="*/ 360172 w 1471018"/>
                <a:gd name="connsiteY179" fmla="*/ 410543 h 795676"/>
                <a:gd name="connsiteX180" fmla="*/ 1110570 w 1471018"/>
                <a:gd name="connsiteY180" fmla="*/ 389276 h 795676"/>
                <a:gd name="connsiteX181" fmla="*/ 1123862 w 1471018"/>
                <a:gd name="connsiteY181" fmla="*/ 398010 h 795676"/>
                <a:gd name="connsiteX182" fmla="*/ 1117786 w 1471018"/>
                <a:gd name="connsiteY182" fmla="*/ 422315 h 795676"/>
                <a:gd name="connsiteX183" fmla="*/ 1093481 w 1471018"/>
                <a:gd name="connsiteY183" fmla="*/ 416239 h 795676"/>
                <a:gd name="connsiteX184" fmla="*/ 1099557 w 1471018"/>
                <a:gd name="connsiteY184" fmla="*/ 391934 h 795676"/>
                <a:gd name="connsiteX185" fmla="*/ 1110570 w 1471018"/>
                <a:gd name="connsiteY185" fmla="*/ 389276 h 795676"/>
                <a:gd name="connsiteX186" fmla="*/ 490806 w 1471018"/>
                <a:gd name="connsiteY186" fmla="*/ 383200 h 795676"/>
                <a:gd name="connsiteX187" fmla="*/ 504098 w 1471018"/>
                <a:gd name="connsiteY187" fmla="*/ 391934 h 795676"/>
                <a:gd name="connsiteX188" fmla="*/ 498022 w 1471018"/>
                <a:gd name="connsiteY188" fmla="*/ 416239 h 795676"/>
                <a:gd name="connsiteX189" fmla="*/ 473717 w 1471018"/>
                <a:gd name="connsiteY189" fmla="*/ 410163 h 795676"/>
                <a:gd name="connsiteX190" fmla="*/ 479793 w 1471018"/>
                <a:gd name="connsiteY190" fmla="*/ 385858 h 795676"/>
                <a:gd name="connsiteX191" fmla="*/ 490806 w 1471018"/>
                <a:gd name="connsiteY191" fmla="*/ 383200 h 795676"/>
                <a:gd name="connsiteX192" fmla="*/ 900944 w 1471018"/>
                <a:gd name="connsiteY192" fmla="*/ 380162 h 795676"/>
                <a:gd name="connsiteX193" fmla="*/ 914236 w 1471018"/>
                <a:gd name="connsiteY193" fmla="*/ 388896 h 795676"/>
                <a:gd name="connsiteX194" fmla="*/ 908160 w 1471018"/>
                <a:gd name="connsiteY194" fmla="*/ 413201 h 795676"/>
                <a:gd name="connsiteX195" fmla="*/ 883855 w 1471018"/>
                <a:gd name="connsiteY195" fmla="*/ 407125 h 795676"/>
                <a:gd name="connsiteX196" fmla="*/ 889931 w 1471018"/>
                <a:gd name="connsiteY196" fmla="*/ 382820 h 795676"/>
                <a:gd name="connsiteX197" fmla="*/ 900944 w 1471018"/>
                <a:gd name="connsiteY197" fmla="*/ 380162 h 795676"/>
                <a:gd name="connsiteX198" fmla="*/ 618404 w 1471018"/>
                <a:gd name="connsiteY198" fmla="*/ 361934 h 795676"/>
                <a:gd name="connsiteX199" fmla="*/ 631696 w 1471018"/>
                <a:gd name="connsiteY199" fmla="*/ 370668 h 795676"/>
                <a:gd name="connsiteX200" fmla="*/ 625620 w 1471018"/>
                <a:gd name="connsiteY200" fmla="*/ 394973 h 795676"/>
                <a:gd name="connsiteX201" fmla="*/ 601315 w 1471018"/>
                <a:gd name="connsiteY201" fmla="*/ 388897 h 795676"/>
                <a:gd name="connsiteX202" fmla="*/ 607391 w 1471018"/>
                <a:gd name="connsiteY202" fmla="*/ 364592 h 795676"/>
                <a:gd name="connsiteX203" fmla="*/ 618404 w 1471018"/>
                <a:gd name="connsiteY203" fmla="*/ 361934 h 795676"/>
                <a:gd name="connsiteX204" fmla="*/ 749041 w 1471018"/>
                <a:gd name="connsiteY204" fmla="*/ 355858 h 795676"/>
                <a:gd name="connsiteX205" fmla="*/ 762333 w 1471018"/>
                <a:gd name="connsiteY205" fmla="*/ 364592 h 795676"/>
                <a:gd name="connsiteX206" fmla="*/ 756257 w 1471018"/>
                <a:gd name="connsiteY206" fmla="*/ 388897 h 795676"/>
                <a:gd name="connsiteX207" fmla="*/ 731952 w 1471018"/>
                <a:gd name="connsiteY207" fmla="*/ 382821 h 795676"/>
                <a:gd name="connsiteX208" fmla="*/ 738028 w 1471018"/>
                <a:gd name="connsiteY208" fmla="*/ 358516 h 795676"/>
                <a:gd name="connsiteX209" fmla="*/ 749041 w 1471018"/>
                <a:gd name="connsiteY209" fmla="*/ 355858 h 795676"/>
                <a:gd name="connsiteX210" fmla="*/ 10801 w 1471018"/>
                <a:gd name="connsiteY210" fmla="*/ 334591 h 795676"/>
                <a:gd name="connsiteX211" fmla="*/ 24093 w 1471018"/>
                <a:gd name="connsiteY211" fmla="*/ 343325 h 795676"/>
                <a:gd name="connsiteX212" fmla="*/ 18017 w 1471018"/>
                <a:gd name="connsiteY212" fmla="*/ 367630 h 795676"/>
                <a:gd name="connsiteX213" fmla="*/ 5865 w 1471018"/>
                <a:gd name="connsiteY213" fmla="*/ 370288 h 795676"/>
                <a:gd name="connsiteX214" fmla="*/ 0 w 1471018"/>
                <a:gd name="connsiteY214" fmla="*/ 366073 h 795676"/>
                <a:gd name="connsiteX215" fmla="*/ 0 w 1471018"/>
                <a:gd name="connsiteY215" fmla="*/ 337198 h 795676"/>
                <a:gd name="connsiteX216" fmla="*/ 1213864 w 1471018"/>
                <a:gd name="connsiteY216" fmla="*/ 313325 h 795676"/>
                <a:gd name="connsiteX217" fmla="*/ 1227156 w 1471018"/>
                <a:gd name="connsiteY217" fmla="*/ 322059 h 795676"/>
                <a:gd name="connsiteX218" fmla="*/ 1221080 w 1471018"/>
                <a:gd name="connsiteY218" fmla="*/ 346364 h 795676"/>
                <a:gd name="connsiteX219" fmla="*/ 1196775 w 1471018"/>
                <a:gd name="connsiteY219" fmla="*/ 340288 h 795676"/>
                <a:gd name="connsiteX220" fmla="*/ 1202851 w 1471018"/>
                <a:gd name="connsiteY220" fmla="*/ 315983 h 795676"/>
                <a:gd name="connsiteX221" fmla="*/ 1213864 w 1471018"/>
                <a:gd name="connsiteY221" fmla="*/ 313325 h 795676"/>
                <a:gd name="connsiteX222" fmla="*/ 211313 w 1471018"/>
                <a:gd name="connsiteY222" fmla="*/ 313325 h 795676"/>
                <a:gd name="connsiteX223" fmla="*/ 224605 w 1471018"/>
                <a:gd name="connsiteY223" fmla="*/ 322059 h 795676"/>
                <a:gd name="connsiteX224" fmla="*/ 218529 w 1471018"/>
                <a:gd name="connsiteY224" fmla="*/ 346364 h 795676"/>
                <a:gd name="connsiteX225" fmla="*/ 194224 w 1471018"/>
                <a:gd name="connsiteY225" fmla="*/ 340288 h 795676"/>
                <a:gd name="connsiteX226" fmla="*/ 200300 w 1471018"/>
                <a:gd name="connsiteY226" fmla="*/ 315983 h 795676"/>
                <a:gd name="connsiteX227" fmla="*/ 211313 w 1471018"/>
                <a:gd name="connsiteY227" fmla="*/ 313325 h 795676"/>
                <a:gd name="connsiteX228" fmla="*/ 314600 w 1471018"/>
                <a:gd name="connsiteY228" fmla="*/ 301172 h 795676"/>
                <a:gd name="connsiteX229" fmla="*/ 327892 w 1471018"/>
                <a:gd name="connsiteY229" fmla="*/ 309906 h 795676"/>
                <a:gd name="connsiteX230" fmla="*/ 321816 w 1471018"/>
                <a:gd name="connsiteY230" fmla="*/ 334211 h 795676"/>
                <a:gd name="connsiteX231" fmla="*/ 297511 w 1471018"/>
                <a:gd name="connsiteY231" fmla="*/ 328135 h 795676"/>
                <a:gd name="connsiteX232" fmla="*/ 303587 w 1471018"/>
                <a:gd name="connsiteY232" fmla="*/ 303830 h 795676"/>
                <a:gd name="connsiteX233" fmla="*/ 314600 w 1471018"/>
                <a:gd name="connsiteY233" fmla="*/ 301172 h 795676"/>
                <a:gd name="connsiteX234" fmla="*/ 982972 w 1471018"/>
                <a:gd name="connsiteY234" fmla="*/ 298134 h 795676"/>
                <a:gd name="connsiteX235" fmla="*/ 996264 w 1471018"/>
                <a:gd name="connsiteY235" fmla="*/ 306868 h 795676"/>
                <a:gd name="connsiteX236" fmla="*/ 990188 w 1471018"/>
                <a:gd name="connsiteY236" fmla="*/ 331173 h 795676"/>
                <a:gd name="connsiteX237" fmla="*/ 965883 w 1471018"/>
                <a:gd name="connsiteY237" fmla="*/ 325097 h 795676"/>
                <a:gd name="connsiteX238" fmla="*/ 971959 w 1471018"/>
                <a:gd name="connsiteY238" fmla="*/ 300792 h 795676"/>
                <a:gd name="connsiteX239" fmla="*/ 982972 w 1471018"/>
                <a:gd name="connsiteY239" fmla="*/ 298134 h 795676"/>
                <a:gd name="connsiteX240" fmla="*/ 417898 w 1471018"/>
                <a:gd name="connsiteY240" fmla="*/ 298134 h 795676"/>
                <a:gd name="connsiteX241" fmla="*/ 431187 w 1471018"/>
                <a:gd name="connsiteY241" fmla="*/ 306868 h 795676"/>
                <a:gd name="connsiteX242" fmla="*/ 425112 w 1471018"/>
                <a:gd name="connsiteY242" fmla="*/ 331173 h 795676"/>
                <a:gd name="connsiteX243" fmla="*/ 400806 w 1471018"/>
                <a:gd name="connsiteY243" fmla="*/ 325097 h 795676"/>
                <a:gd name="connsiteX244" fmla="*/ 406884 w 1471018"/>
                <a:gd name="connsiteY244" fmla="*/ 300792 h 795676"/>
                <a:gd name="connsiteX245" fmla="*/ 417898 w 1471018"/>
                <a:gd name="connsiteY245" fmla="*/ 298134 h 795676"/>
                <a:gd name="connsiteX246" fmla="*/ 858411 w 1471018"/>
                <a:gd name="connsiteY246" fmla="*/ 295096 h 795676"/>
                <a:gd name="connsiteX247" fmla="*/ 871703 w 1471018"/>
                <a:gd name="connsiteY247" fmla="*/ 303830 h 795676"/>
                <a:gd name="connsiteX248" fmla="*/ 865627 w 1471018"/>
                <a:gd name="connsiteY248" fmla="*/ 328135 h 795676"/>
                <a:gd name="connsiteX249" fmla="*/ 841322 w 1471018"/>
                <a:gd name="connsiteY249" fmla="*/ 322059 h 795676"/>
                <a:gd name="connsiteX250" fmla="*/ 847398 w 1471018"/>
                <a:gd name="connsiteY250" fmla="*/ 297754 h 795676"/>
                <a:gd name="connsiteX251" fmla="*/ 858411 w 1471018"/>
                <a:gd name="connsiteY251" fmla="*/ 295096 h 795676"/>
                <a:gd name="connsiteX252" fmla="*/ 1095380 w 1471018"/>
                <a:gd name="connsiteY252" fmla="*/ 292058 h 795676"/>
                <a:gd name="connsiteX253" fmla="*/ 1108672 w 1471018"/>
                <a:gd name="connsiteY253" fmla="*/ 300792 h 795676"/>
                <a:gd name="connsiteX254" fmla="*/ 1102596 w 1471018"/>
                <a:gd name="connsiteY254" fmla="*/ 325097 h 795676"/>
                <a:gd name="connsiteX255" fmla="*/ 1078291 w 1471018"/>
                <a:gd name="connsiteY255" fmla="*/ 319021 h 795676"/>
                <a:gd name="connsiteX256" fmla="*/ 1084367 w 1471018"/>
                <a:gd name="connsiteY256" fmla="*/ 294716 h 795676"/>
                <a:gd name="connsiteX257" fmla="*/ 1095380 w 1471018"/>
                <a:gd name="connsiteY257" fmla="*/ 292058 h 795676"/>
                <a:gd name="connsiteX258" fmla="*/ 108024 w 1471018"/>
                <a:gd name="connsiteY258" fmla="*/ 289020 h 795676"/>
                <a:gd name="connsiteX259" fmla="*/ 121316 w 1471018"/>
                <a:gd name="connsiteY259" fmla="*/ 297754 h 795676"/>
                <a:gd name="connsiteX260" fmla="*/ 115240 w 1471018"/>
                <a:gd name="connsiteY260" fmla="*/ 322059 h 795676"/>
                <a:gd name="connsiteX261" fmla="*/ 90935 w 1471018"/>
                <a:gd name="connsiteY261" fmla="*/ 315983 h 795676"/>
                <a:gd name="connsiteX262" fmla="*/ 97011 w 1471018"/>
                <a:gd name="connsiteY262" fmla="*/ 291678 h 795676"/>
                <a:gd name="connsiteX263" fmla="*/ 108024 w 1471018"/>
                <a:gd name="connsiteY263" fmla="*/ 289020 h 795676"/>
                <a:gd name="connsiteX264" fmla="*/ 533338 w 1471018"/>
                <a:gd name="connsiteY264" fmla="*/ 270792 h 795676"/>
                <a:gd name="connsiteX265" fmla="*/ 546630 w 1471018"/>
                <a:gd name="connsiteY265" fmla="*/ 279526 h 795676"/>
                <a:gd name="connsiteX266" fmla="*/ 540554 w 1471018"/>
                <a:gd name="connsiteY266" fmla="*/ 303831 h 795676"/>
                <a:gd name="connsiteX267" fmla="*/ 516251 w 1471018"/>
                <a:gd name="connsiteY267" fmla="*/ 297755 h 795676"/>
                <a:gd name="connsiteX268" fmla="*/ 522328 w 1471018"/>
                <a:gd name="connsiteY268" fmla="*/ 273450 h 795676"/>
                <a:gd name="connsiteX269" fmla="*/ 533338 w 1471018"/>
                <a:gd name="connsiteY269" fmla="*/ 270792 h 795676"/>
                <a:gd name="connsiteX270" fmla="*/ 633594 w 1471018"/>
                <a:gd name="connsiteY270" fmla="*/ 261678 h 795676"/>
                <a:gd name="connsiteX271" fmla="*/ 646886 w 1471018"/>
                <a:gd name="connsiteY271" fmla="*/ 270412 h 795676"/>
                <a:gd name="connsiteX272" fmla="*/ 640810 w 1471018"/>
                <a:gd name="connsiteY272" fmla="*/ 294717 h 795676"/>
                <a:gd name="connsiteX273" fmla="*/ 616505 w 1471018"/>
                <a:gd name="connsiteY273" fmla="*/ 288641 h 795676"/>
                <a:gd name="connsiteX274" fmla="*/ 622581 w 1471018"/>
                <a:gd name="connsiteY274" fmla="*/ 264336 h 795676"/>
                <a:gd name="connsiteX275" fmla="*/ 633594 w 1471018"/>
                <a:gd name="connsiteY275" fmla="*/ 261678 h 795676"/>
                <a:gd name="connsiteX276" fmla="*/ 746003 w 1471018"/>
                <a:gd name="connsiteY276" fmla="*/ 258640 h 795676"/>
                <a:gd name="connsiteX277" fmla="*/ 759295 w 1471018"/>
                <a:gd name="connsiteY277" fmla="*/ 267374 h 795676"/>
                <a:gd name="connsiteX278" fmla="*/ 753219 w 1471018"/>
                <a:gd name="connsiteY278" fmla="*/ 291679 h 795676"/>
                <a:gd name="connsiteX279" fmla="*/ 728914 w 1471018"/>
                <a:gd name="connsiteY279" fmla="*/ 285603 h 795676"/>
                <a:gd name="connsiteX280" fmla="*/ 734990 w 1471018"/>
                <a:gd name="connsiteY280" fmla="*/ 261298 h 795676"/>
                <a:gd name="connsiteX281" fmla="*/ 746003 w 1471018"/>
                <a:gd name="connsiteY281" fmla="*/ 258640 h 795676"/>
                <a:gd name="connsiteX282" fmla="*/ 1301968 w 1471018"/>
                <a:gd name="connsiteY282" fmla="*/ 225221 h 795676"/>
                <a:gd name="connsiteX283" fmla="*/ 1315260 w 1471018"/>
                <a:gd name="connsiteY283" fmla="*/ 233955 h 795676"/>
                <a:gd name="connsiteX284" fmla="*/ 1309184 w 1471018"/>
                <a:gd name="connsiteY284" fmla="*/ 258260 h 795676"/>
                <a:gd name="connsiteX285" fmla="*/ 1284879 w 1471018"/>
                <a:gd name="connsiteY285" fmla="*/ 252184 h 795676"/>
                <a:gd name="connsiteX286" fmla="*/ 1290955 w 1471018"/>
                <a:gd name="connsiteY286" fmla="*/ 227879 h 795676"/>
                <a:gd name="connsiteX287" fmla="*/ 1301968 w 1471018"/>
                <a:gd name="connsiteY287" fmla="*/ 225221 h 795676"/>
                <a:gd name="connsiteX288" fmla="*/ 7756 w 1471018"/>
                <a:gd name="connsiteY288" fmla="*/ 225221 h 795676"/>
                <a:gd name="connsiteX289" fmla="*/ 21048 w 1471018"/>
                <a:gd name="connsiteY289" fmla="*/ 233955 h 795676"/>
                <a:gd name="connsiteX290" fmla="*/ 14972 w 1471018"/>
                <a:gd name="connsiteY290" fmla="*/ 258260 h 795676"/>
                <a:gd name="connsiteX291" fmla="*/ 2819 w 1471018"/>
                <a:gd name="connsiteY291" fmla="*/ 260918 h 795676"/>
                <a:gd name="connsiteX292" fmla="*/ 0 w 1471018"/>
                <a:gd name="connsiteY292" fmla="*/ 258892 h 795676"/>
                <a:gd name="connsiteX293" fmla="*/ 0 w 1471018"/>
                <a:gd name="connsiteY293" fmla="*/ 227093 h 795676"/>
                <a:gd name="connsiteX294" fmla="*/ 180938 w 1471018"/>
                <a:gd name="connsiteY294" fmla="*/ 210031 h 795676"/>
                <a:gd name="connsiteX295" fmla="*/ 194229 w 1471018"/>
                <a:gd name="connsiteY295" fmla="*/ 218765 h 795676"/>
                <a:gd name="connsiteX296" fmla="*/ 188153 w 1471018"/>
                <a:gd name="connsiteY296" fmla="*/ 243070 h 795676"/>
                <a:gd name="connsiteX297" fmla="*/ 163849 w 1471018"/>
                <a:gd name="connsiteY297" fmla="*/ 236994 h 795676"/>
                <a:gd name="connsiteX298" fmla="*/ 169925 w 1471018"/>
                <a:gd name="connsiteY298" fmla="*/ 212689 h 795676"/>
                <a:gd name="connsiteX299" fmla="*/ 180938 w 1471018"/>
                <a:gd name="connsiteY299" fmla="*/ 210031 h 795676"/>
                <a:gd name="connsiteX300" fmla="*/ 1183484 w 1471018"/>
                <a:gd name="connsiteY300" fmla="*/ 203954 h 795676"/>
                <a:gd name="connsiteX301" fmla="*/ 1196776 w 1471018"/>
                <a:gd name="connsiteY301" fmla="*/ 212688 h 795676"/>
                <a:gd name="connsiteX302" fmla="*/ 1190700 w 1471018"/>
                <a:gd name="connsiteY302" fmla="*/ 236993 h 795676"/>
                <a:gd name="connsiteX303" fmla="*/ 1166395 w 1471018"/>
                <a:gd name="connsiteY303" fmla="*/ 230917 h 795676"/>
                <a:gd name="connsiteX304" fmla="*/ 1172471 w 1471018"/>
                <a:gd name="connsiteY304" fmla="*/ 206612 h 795676"/>
                <a:gd name="connsiteX305" fmla="*/ 1183484 w 1471018"/>
                <a:gd name="connsiteY305" fmla="*/ 203954 h 795676"/>
                <a:gd name="connsiteX306" fmla="*/ 946515 w 1471018"/>
                <a:gd name="connsiteY306" fmla="*/ 197878 h 795676"/>
                <a:gd name="connsiteX307" fmla="*/ 959807 w 1471018"/>
                <a:gd name="connsiteY307" fmla="*/ 206612 h 795676"/>
                <a:gd name="connsiteX308" fmla="*/ 953731 w 1471018"/>
                <a:gd name="connsiteY308" fmla="*/ 230917 h 795676"/>
                <a:gd name="connsiteX309" fmla="*/ 929426 w 1471018"/>
                <a:gd name="connsiteY309" fmla="*/ 224841 h 795676"/>
                <a:gd name="connsiteX310" fmla="*/ 935502 w 1471018"/>
                <a:gd name="connsiteY310" fmla="*/ 200536 h 795676"/>
                <a:gd name="connsiteX311" fmla="*/ 946515 w 1471018"/>
                <a:gd name="connsiteY311" fmla="*/ 197878 h 795676"/>
                <a:gd name="connsiteX312" fmla="*/ 466501 w 1471018"/>
                <a:gd name="connsiteY312" fmla="*/ 197878 h 795676"/>
                <a:gd name="connsiteX313" fmla="*/ 479793 w 1471018"/>
                <a:gd name="connsiteY313" fmla="*/ 206612 h 795676"/>
                <a:gd name="connsiteX314" fmla="*/ 473717 w 1471018"/>
                <a:gd name="connsiteY314" fmla="*/ 230917 h 795676"/>
                <a:gd name="connsiteX315" fmla="*/ 449412 w 1471018"/>
                <a:gd name="connsiteY315" fmla="*/ 224841 h 795676"/>
                <a:gd name="connsiteX316" fmla="*/ 455486 w 1471018"/>
                <a:gd name="connsiteY316" fmla="*/ 200536 h 795676"/>
                <a:gd name="connsiteX317" fmla="*/ 466501 w 1471018"/>
                <a:gd name="connsiteY317" fmla="*/ 197878 h 795676"/>
                <a:gd name="connsiteX318" fmla="*/ 323717 w 1471018"/>
                <a:gd name="connsiteY318" fmla="*/ 197878 h 795676"/>
                <a:gd name="connsiteX319" fmla="*/ 337009 w 1471018"/>
                <a:gd name="connsiteY319" fmla="*/ 206612 h 795676"/>
                <a:gd name="connsiteX320" fmla="*/ 330933 w 1471018"/>
                <a:gd name="connsiteY320" fmla="*/ 230917 h 795676"/>
                <a:gd name="connsiteX321" fmla="*/ 306628 w 1471018"/>
                <a:gd name="connsiteY321" fmla="*/ 224841 h 795676"/>
                <a:gd name="connsiteX322" fmla="*/ 312704 w 1471018"/>
                <a:gd name="connsiteY322" fmla="*/ 200536 h 795676"/>
                <a:gd name="connsiteX323" fmla="*/ 323717 w 1471018"/>
                <a:gd name="connsiteY323" fmla="*/ 197878 h 795676"/>
                <a:gd name="connsiteX324" fmla="*/ 1074113 w 1471018"/>
                <a:gd name="connsiteY324" fmla="*/ 188764 h 795676"/>
                <a:gd name="connsiteX325" fmla="*/ 1087405 w 1471018"/>
                <a:gd name="connsiteY325" fmla="*/ 197498 h 795676"/>
                <a:gd name="connsiteX326" fmla="*/ 1081329 w 1471018"/>
                <a:gd name="connsiteY326" fmla="*/ 221803 h 795676"/>
                <a:gd name="connsiteX327" fmla="*/ 1057024 w 1471018"/>
                <a:gd name="connsiteY327" fmla="*/ 215727 h 795676"/>
                <a:gd name="connsiteX328" fmla="*/ 1063100 w 1471018"/>
                <a:gd name="connsiteY328" fmla="*/ 191422 h 795676"/>
                <a:gd name="connsiteX329" fmla="*/ 1074113 w 1471018"/>
                <a:gd name="connsiteY329" fmla="*/ 188764 h 795676"/>
                <a:gd name="connsiteX330" fmla="*/ 846259 w 1471018"/>
                <a:gd name="connsiteY330" fmla="*/ 188764 h 795676"/>
                <a:gd name="connsiteX331" fmla="*/ 859551 w 1471018"/>
                <a:gd name="connsiteY331" fmla="*/ 197498 h 795676"/>
                <a:gd name="connsiteX332" fmla="*/ 853475 w 1471018"/>
                <a:gd name="connsiteY332" fmla="*/ 221803 h 795676"/>
                <a:gd name="connsiteX333" fmla="*/ 829170 w 1471018"/>
                <a:gd name="connsiteY333" fmla="*/ 215727 h 795676"/>
                <a:gd name="connsiteX334" fmla="*/ 835246 w 1471018"/>
                <a:gd name="connsiteY334" fmla="*/ 191422 h 795676"/>
                <a:gd name="connsiteX335" fmla="*/ 846259 w 1471018"/>
                <a:gd name="connsiteY335" fmla="*/ 188764 h 795676"/>
                <a:gd name="connsiteX336" fmla="*/ 694356 w 1471018"/>
                <a:gd name="connsiteY336" fmla="*/ 164460 h 795676"/>
                <a:gd name="connsiteX337" fmla="*/ 707648 w 1471018"/>
                <a:gd name="connsiteY337" fmla="*/ 173194 h 795676"/>
                <a:gd name="connsiteX338" fmla="*/ 701572 w 1471018"/>
                <a:gd name="connsiteY338" fmla="*/ 197499 h 795676"/>
                <a:gd name="connsiteX339" fmla="*/ 677267 w 1471018"/>
                <a:gd name="connsiteY339" fmla="*/ 191423 h 795676"/>
                <a:gd name="connsiteX340" fmla="*/ 683343 w 1471018"/>
                <a:gd name="connsiteY340" fmla="*/ 167118 h 795676"/>
                <a:gd name="connsiteX341" fmla="*/ 694356 w 1471018"/>
                <a:gd name="connsiteY341" fmla="*/ 164460 h 795676"/>
                <a:gd name="connsiteX342" fmla="*/ 77635 w 1471018"/>
                <a:gd name="connsiteY342" fmla="*/ 152307 h 795676"/>
                <a:gd name="connsiteX343" fmla="*/ 90926 w 1471018"/>
                <a:gd name="connsiteY343" fmla="*/ 161041 h 795676"/>
                <a:gd name="connsiteX344" fmla="*/ 84851 w 1471018"/>
                <a:gd name="connsiteY344" fmla="*/ 185346 h 795676"/>
                <a:gd name="connsiteX345" fmla="*/ 60546 w 1471018"/>
                <a:gd name="connsiteY345" fmla="*/ 179270 h 795676"/>
                <a:gd name="connsiteX346" fmla="*/ 66622 w 1471018"/>
                <a:gd name="connsiteY346" fmla="*/ 154965 h 795676"/>
                <a:gd name="connsiteX347" fmla="*/ 77635 w 1471018"/>
                <a:gd name="connsiteY347" fmla="*/ 152307 h 795676"/>
                <a:gd name="connsiteX348" fmla="*/ 1377919 w 1471018"/>
                <a:gd name="connsiteY348" fmla="*/ 146231 h 795676"/>
                <a:gd name="connsiteX349" fmla="*/ 1391211 w 1471018"/>
                <a:gd name="connsiteY349" fmla="*/ 154965 h 795676"/>
                <a:gd name="connsiteX350" fmla="*/ 1385135 w 1471018"/>
                <a:gd name="connsiteY350" fmla="*/ 179270 h 795676"/>
                <a:gd name="connsiteX351" fmla="*/ 1360830 w 1471018"/>
                <a:gd name="connsiteY351" fmla="*/ 173194 h 795676"/>
                <a:gd name="connsiteX352" fmla="*/ 1366906 w 1471018"/>
                <a:gd name="connsiteY352" fmla="*/ 148889 h 795676"/>
                <a:gd name="connsiteX353" fmla="*/ 1377919 w 1471018"/>
                <a:gd name="connsiteY353" fmla="*/ 146231 h 795676"/>
                <a:gd name="connsiteX354" fmla="*/ 588024 w 1471018"/>
                <a:gd name="connsiteY354" fmla="*/ 143193 h 795676"/>
                <a:gd name="connsiteX355" fmla="*/ 601316 w 1471018"/>
                <a:gd name="connsiteY355" fmla="*/ 151927 h 795676"/>
                <a:gd name="connsiteX356" fmla="*/ 595240 w 1471018"/>
                <a:gd name="connsiteY356" fmla="*/ 176232 h 795676"/>
                <a:gd name="connsiteX357" fmla="*/ 570935 w 1471018"/>
                <a:gd name="connsiteY357" fmla="*/ 170156 h 795676"/>
                <a:gd name="connsiteX358" fmla="*/ 577011 w 1471018"/>
                <a:gd name="connsiteY358" fmla="*/ 145851 h 795676"/>
                <a:gd name="connsiteX359" fmla="*/ 588024 w 1471018"/>
                <a:gd name="connsiteY359" fmla="*/ 143193 h 795676"/>
                <a:gd name="connsiteX360" fmla="*/ 241687 w 1471018"/>
                <a:gd name="connsiteY360" fmla="*/ 128003 h 795676"/>
                <a:gd name="connsiteX361" fmla="*/ 254979 w 1471018"/>
                <a:gd name="connsiteY361" fmla="*/ 136737 h 795676"/>
                <a:gd name="connsiteX362" fmla="*/ 248903 w 1471018"/>
                <a:gd name="connsiteY362" fmla="*/ 161042 h 795676"/>
                <a:gd name="connsiteX363" fmla="*/ 224598 w 1471018"/>
                <a:gd name="connsiteY363" fmla="*/ 154966 h 795676"/>
                <a:gd name="connsiteX364" fmla="*/ 230674 w 1471018"/>
                <a:gd name="connsiteY364" fmla="*/ 130661 h 795676"/>
                <a:gd name="connsiteX365" fmla="*/ 241687 w 1471018"/>
                <a:gd name="connsiteY365" fmla="*/ 128003 h 795676"/>
                <a:gd name="connsiteX366" fmla="*/ 1259435 w 1471018"/>
                <a:gd name="connsiteY366" fmla="*/ 124965 h 795676"/>
                <a:gd name="connsiteX367" fmla="*/ 1272727 w 1471018"/>
                <a:gd name="connsiteY367" fmla="*/ 133699 h 795676"/>
                <a:gd name="connsiteX368" fmla="*/ 1266651 w 1471018"/>
                <a:gd name="connsiteY368" fmla="*/ 158004 h 795676"/>
                <a:gd name="connsiteX369" fmla="*/ 1242346 w 1471018"/>
                <a:gd name="connsiteY369" fmla="*/ 151928 h 795676"/>
                <a:gd name="connsiteX370" fmla="*/ 1248422 w 1471018"/>
                <a:gd name="connsiteY370" fmla="*/ 127623 h 795676"/>
                <a:gd name="connsiteX371" fmla="*/ 1259435 w 1471018"/>
                <a:gd name="connsiteY371" fmla="*/ 124965 h 795676"/>
                <a:gd name="connsiteX372" fmla="*/ 399672 w 1471018"/>
                <a:gd name="connsiteY372" fmla="*/ 118889 h 795676"/>
                <a:gd name="connsiteX373" fmla="*/ 412966 w 1471018"/>
                <a:gd name="connsiteY373" fmla="*/ 127623 h 795676"/>
                <a:gd name="connsiteX374" fmla="*/ 406890 w 1471018"/>
                <a:gd name="connsiteY374" fmla="*/ 151928 h 795676"/>
                <a:gd name="connsiteX375" fmla="*/ 382584 w 1471018"/>
                <a:gd name="connsiteY375" fmla="*/ 145852 h 795676"/>
                <a:gd name="connsiteX376" fmla="*/ 388658 w 1471018"/>
                <a:gd name="connsiteY376" fmla="*/ 121547 h 795676"/>
                <a:gd name="connsiteX377" fmla="*/ 399672 w 1471018"/>
                <a:gd name="connsiteY377" fmla="*/ 118889 h 795676"/>
                <a:gd name="connsiteX378" fmla="*/ 1004238 w 1471018"/>
                <a:gd name="connsiteY378" fmla="*/ 112813 h 795676"/>
                <a:gd name="connsiteX379" fmla="*/ 1017530 w 1471018"/>
                <a:gd name="connsiteY379" fmla="*/ 121547 h 795676"/>
                <a:gd name="connsiteX380" fmla="*/ 1011454 w 1471018"/>
                <a:gd name="connsiteY380" fmla="*/ 145852 h 795676"/>
                <a:gd name="connsiteX381" fmla="*/ 987149 w 1471018"/>
                <a:gd name="connsiteY381" fmla="*/ 139776 h 795676"/>
                <a:gd name="connsiteX382" fmla="*/ 993225 w 1471018"/>
                <a:gd name="connsiteY382" fmla="*/ 115471 h 795676"/>
                <a:gd name="connsiteX383" fmla="*/ 1004238 w 1471018"/>
                <a:gd name="connsiteY383" fmla="*/ 112813 h 795676"/>
                <a:gd name="connsiteX384" fmla="*/ 800688 w 1471018"/>
                <a:gd name="connsiteY384" fmla="*/ 97622 h 795676"/>
                <a:gd name="connsiteX385" fmla="*/ 813980 w 1471018"/>
                <a:gd name="connsiteY385" fmla="*/ 106356 h 795676"/>
                <a:gd name="connsiteX386" fmla="*/ 807904 w 1471018"/>
                <a:gd name="connsiteY386" fmla="*/ 130661 h 795676"/>
                <a:gd name="connsiteX387" fmla="*/ 783599 w 1471018"/>
                <a:gd name="connsiteY387" fmla="*/ 124585 h 795676"/>
                <a:gd name="connsiteX388" fmla="*/ 789675 w 1471018"/>
                <a:gd name="connsiteY388" fmla="*/ 100280 h 795676"/>
                <a:gd name="connsiteX389" fmla="*/ 800688 w 1471018"/>
                <a:gd name="connsiteY389" fmla="*/ 97622 h 795676"/>
                <a:gd name="connsiteX390" fmla="*/ 1128799 w 1471018"/>
                <a:gd name="connsiteY390" fmla="*/ 85470 h 795676"/>
                <a:gd name="connsiteX391" fmla="*/ 1142090 w 1471018"/>
                <a:gd name="connsiteY391" fmla="*/ 94204 h 795676"/>
                <a:gd name="connsiteX392" fmla="*/ 1136014 w 1471018"/>
                <a:gd name="connsiteY392" fmla="*/ 118509 h 795676"/>
                <a:gd name="connsiteX393" fmla="*/ 1111709 w 1471018"/>
                <a:gd name="connsiteY393" fmla="*/ 112433 h 795676"/>
                <a:gd name="connsiteX394" fmla="*/ 1117785 w 1471018"/>
                <a:gd name="connsiteY394" fmla="*/ 88128 h 795676"/>
                <a:gd name="connsiteX395" fmla="*/ 1128799 w 1471018"/>
                <a:gd name="connsiteY395" fmla="*/ 85470 h 795676"/>
                <a:gd name="connsiteX396" fmla="*/ 515112 w 1471018"/>
                <a:gd name="connsiteY396" fmla="*/ 85470 h 795676"/>
                <a:gd name="connsiteX397" fmla="*/ 528402 w 1471018"/>
                <a:gd name="connsiteY397" fmla="*/ 94204 h 795676"/>
                <a:gd name="connsiteX398" fmla="*/ 522328 w 1471018"/>
                <a:gd name="connsiteY398" fmla="*/ 118509 h 795676"/>
                <a:gd name="connsiteX399" fmla="*/ 498023 w 1471018"/>
                <a:gd name="connsiteY399" fmla="*/ 112433 h 795676"/>
                <a:gd name="connsiteX400" fmla="*/ 504099 w 1471018"/>
                <a:gd name="connsiteY400" fmla="*/ 88128 h 795676"/>
                <a:gd name="connsiteX401" fmla="*/ 515112 w 1471018"/>
                <a:gd name="connsiteY401" fmla="*/ 85470 h 795676"/>
                <a:gd name="connsiteX402" fmla="*/ 682203 w 1471018"/>
                <a:gd name="connsiteY402" fmla="*/ 73318 h 795676"/>
                <a:gd name="connsiteX403" fmla="*/ 695495 w 1471018"/>
                <a:gd name="connsiteY403" fmla="*/ 82052 h 795676"/>
                <a:gd name="connsiteX404" fmla="*/ 689419 w 1471018"/>
                <a:gd name="connsiteY404" fmla="*/ 106357 h 795676"/>
                <a:gd name="connsiteX405" fmla="*/ 665114 w 1471018"/>
                <a:gd name="connsiteY405" fmla="*/ 100281 h 795676"/>
                <a:gd name="connsiteX406" fmla="*/ 671190 w 1471018"/>
                <a:gd name="connsiteY406" fmla="*/ 75976 h 795676"/>
                <a:gd name="connsiteX407" fmla="*/ 682203 w 1471018"/>
                <a:gd name="connsiteY407" fmla="*/ 73318 h 795676"/>
                <a:gd name="connsiteX408" fmla="*/ 159669 w 1471018"/>
                <a:gd name="connsiteY408" fmla="*/ 67242 h 795676"/>
                <a:gd name="connsiteX409" fmla="*/ 172960 w 1471018"/>
                <a:gd name="connsiteY409" fmla="*/ 75976 h 795676"/>
                <a:gd name="connsiteX410" fmla="*/ 166884 w 1471018"/>
                <a:gd name="connsiteY410" fmla="*/ 100281 h 795676"/>
                <a:gd name="connsiteX411" fmla="*/ 142579 w 1471018"/>
                <a:gd name="connsiteY411" fmla="*/ 94205 h 795676"/>
                <a:gd name="connsiteX412" fmla="*/ 148655 w 1471018"/>
                <a:gd name="connsiteY412" fmla="*/ 69900 h 795676"/>
                <a:gd name="connsiteX413" fmla="*/ 159669 w 1471018"/>
                <a:gd name="connsiteY413" fmla="*/ 67242 h 795676"/>
                <a:gd name="connsiteX414" fmla="*/ 1453871 w 1471018"/>
                <a:gd name="connsiteY414" fmla="*/ 58127 h 795676"/>
                <a:gd name="connsiteX415" fmla="*/ 1467163 w 1471018"/>
                <a:gd name="connsiteY415" fmla="*/ 66861 h 795676"/>
                <a:gd name="connsiteX416" fmla="*/ 1461087 w 1471018"/>
                <a:gd name="connsiteY416" fmla="*/ 91166 h 795676"/>
                <a:gd name="connsiteX417" fmla="*/ 1436782 w 1471018"/>
                <a:gd name="connsiteY417" fmla="*/ 85090 h 795676"/>
                <a:gd name="connsiteX418" fmla="*/ 1442858 w 1471018"/>
                <a:gd name="connsiteY418" fmla="*/ 60785 h 795676"/>
                <a:gd name="connsiteX419" fmla="*/ 1453871 w 1471018"/>
                <a:gd name="connsiteY419" fmla="*/ 58127 h 795676"/>
                <a:gd name="connsiteX420" fmla="*/ 47254 w 1471018"/>
                <a:gd name="connsiteY420" fmla="*/ 58127 h 795676"/>
                <a:gd name="connsiteX421" fmla="*/ 60546 w 1471018"/>
                <a:gd name="connsiteY421" fmla="*/ 66861 h 795676"/>
                <a:gd name="connsiteX422" fmla="*/ 54470 w 1471018"/>
                <a:gd name="connsiteY422" fmla="*/ 91166 h 795676"/>
                <a:gd name="connsiteX423" fmla="*/ 30165 w 1471018"/>
                <a:gd name="connsiteY423" fmla="*/ 85090 h 795676"/>
                <a:gd name="connsiteX424" fmla="*/ 36241 w 1471018"/>
                <a:gd name="connsiteY424" fmla="*/ 60785 h 795676"/>
                <a:gd name="connsiteX425" fmla="*/ 47254 w 1471018"/>
                <a:gd name="connsiteY425" fmla="*/ 58127 h 795676"/>
                <a:gd name="connsiteX426" fmla="*/ 314611 w 1471018"/>
                <a:gd name="connsiteY426" fmla="*/ 55089 h 795676"/>
                <a:gd name="connsiteX427" fmla="*/ 327903 w 1471018"/>
                <a:gd name="connsiteY427" fmla="*/ 63823 h 795676"/>
                <a:gd name="connsiteX428" fmla="*/ 321827 w 1471018"/>
                <a:gd name="connsiteY428" fmla="*/ 88128 h 795676"/>
                <a:gd name="connsiteX429" fmla="*/ 297522 w 1471018"/>
                <a:gd name="connsiteY429" fmla="*/ 82052 h 795676"/>
                <a:gd name="connsiteX430" fmla="*/ 303598 w 1471018"/>
                <a:gd name="connsiteY430" fmla="*/ 57747 h 795676"/>
                <a:gd name="connsiteX431" fmla="*/ 314611 w 1471018"/>
                <a:gd name="connsiteY431" fmla="*/ 55089 h 795676"/>
                <a:gd name="connsiteX432" fmla="*/ 885754 w 1471018"/>
                <a:gd name="connsiteY432" fmla="*/ 52051 h 795676"/>
                <a:gd name="connsiteX433" fmla="*/ 899046 w 1471018"/>
                <a:gd name="connsiteY433" fmla="*/ 60785 h 795676"/>
                <a:gd name="connsiteX434" fmla="*/ 892970 w 1471018"/>
                <a:gd name="connsiteY434" fmla="*/ 85090 h 795676"/>
                <a:gd name="connsiteX435" fmla="*/ 868665 w 1471018"/>
                <a:gd name="connsiteY435" fmla="*/ 79014 h 795676"/>
                <a:gd name="connsiteX436" fmla="*/ 874741 w 1471018"/>
                <a:gd name="connsiteY436" fmla="*/ 54709 h 795676"/>
                <a:gd name="connsiteX437" fmla="*/ 885754 w 1471018"/>
                <a:gd name="connsiteY437" fmla="*/ 52051 h 795676"/>
                <a:gd name="connsiteX438" fmla="*/ 1341464 w 1471018"/>
                <a:gd name="connsiteY438" fmla="*/ 39899 h 795676"/>
                <a:gd name="connsiteX439" fmla="*/ 1354755 w 1471018"/>
                <a:gd name="connsiteY439" fmla="*/ 48633 h 795676"/>
                <a:gd name="connsiteX440" fmla="*/ 1348679 w 1471018"/>
                <a:gd name="connsiteY440" fmla="*/ 72938 h 795676"/>
                <a:gd name="connsiteX441" fmla="*/ 1324374 w 1471018"/>
                <a:gd name="connsiteY441" fmla="*/ 66862 h 795676"/>
                <a:gd name="connsiteX442" fmla="*/ 1330450 w 1471018"/>
                <a:gd name="connsiteY442" fmla="*/ 42557 h 795676"/>
                <a:gd name="connsiteX443" fmla="*/ 1341464 w 1471018"/>
                <a:gd name="connsiteY443" fmla="*/ 39899 h 795676"/>
                <a:gd name="connsiteX444" fmla="*/ 1204751 w 1471018"/>
                <a:gd name="connsiteY444" fmla="*/ 27747 h 795676"/>
                <a:gd name="connsiteX445" fmla="*/ 1218042 w 1471018"/>
                <a:gd name="connsiteY445" fmla="*/ 36481 h 795676"/>
                <a:gd name="connsiteX446" fmla="*/ 1211966 w 1471018"/>
                <a:gd name="connsiteY446" fmla="*/ 60786 h 795676"/>
                <a:gd name="connsiteX447" fmla="*/ 1187661 w 1471018"/>
                <a:gd name="connsiteY447" fmla="*/ 54710 h 795676"/>
                <a:gd name="connsiteX448" fmla="*/ 1193737 w 1471018"/>
                <a:gd name="connsiteY448" fmla="*/ 30405 h 795676"/>
                <a:gd name="connsiteX449" fmla="*/ 1204751 w 1471018"/>
                <a:gd name="connsiteY449" fmla="*/ 27747 h 795676"/>
                <a:gd name="connsiteX450" fmla="*/ 979933 w 1471018"/>
                <a:gd name="connsiteY450" fmla="*/ 21671 h 795676"/>
                <a:gd name="connsiteX451" fmla="*/ 993225 w 1471018"/>
                <a:gd name="connsiteY451" fmla="*/ 30405 h 795676"/>
                <a:gd name="connsiteX452" fmla="*/ 987149 w 1471018"/>
                <a:gd name="connsiteY452" fmla="*/ 54710 h 795676"/>
                <a:gd name="connsiteX453" fmla="*/ 962844 w 1471018"/>
                <a:gd name="connsiteY453" fmla="*/ 48634 h 795676"/>
                <a:gd name="connsiteX454" fmla="*/ 968920 w 1471018"/>
                <a:gd name="connsiteY454" fmla="*/ 24329 h 795676"/>
                <a:gd name="connsiteX455" fmla="*/ 979933 w 1471018"/>
                <a:gd name="connsiteY455" fmla="*/ 21671 h 795676"/>
                <a:gd name="connsiteX456" fmla="*/ 451312 w 1471018"/>
                <a:gd name="connsiteY456" fmla="*/ 8759 h 795676"/>
                <a:gd name="connsiteX457" fmla="*/ 464603 w 1471018"/>
                <a:gd name="connsiteY457" fmla="*/ 21291 h 795676"/>
                <a:gd name="connsiteX458" fmla="*/ 458526 w 1471018"/>
                <a:gd name="connsiteY458" fmla="*/ 45596 h 795676"/>
                <a:gd name="connsiteX459" fmla="*/ 434225 w 1471018"/>
                <a:gd name="connsiteY459" fmla="*/ 39520 h 795676"/>
                <a:gd name="connsiteX460" fmla="*/ 440301 w 1471018"/>
                <a:gd name="connsiteY460" fmla="*/ 12177 h 795676"/>
                <a:gd name="connsiteX461" fmla="*/ 451312 w 1471018"/>
                <a:gd name="connsiteY461" fmla="*/ 8759 h 795676"/>
                <a:gd name="connsiteX462" fmla="*/ 1049824 w 1471018"/>
                <a:gd name="connsiteY462" fmla="*/ 0 h 795676"/>
                <a:gd name="connsiteX463" fmla="*/ 1083563 w 1471018"/>
                <a:gd name="connsiteY463" fmla="*/ 0 h 795676"/>
                <a:gd name="connsiteX464" fmla="*/ 1083987 w 1471018"/>
                <a:gd name="connsiteY464" fmla="*/ 2304 h 795676"/>
                <a:gd name="connsiteX465" fmla="*/ 1075253 w 1471018"/>
                <a:gd name="connsiteY465" fmla="*/ 12178 h 795676"/>
                <a:gd name="connsiteX466" fmla="*/ 1050948 w 1471018"/>
                <a:gd name="connsiteY466" fmla="*/ 6102 h 795676"/>
                <a:gd name="connsiteX467" fmla="*/ 773962 w 1471018"/>
                <a:gd name="connsiteY467" fmla="*/ 0 h 795676"/>
                <a:gd name="connsiteX468" fmla="*/ 806875 w 1471018"/>
                <a:gd name="connsiteY468" fmla="*/ 0 h 795676"/>
                <a:gd name="connsiteX469" fmla="*/ 798790 w 1471018"/>
                <a:gd name="connsiteY469" fmla="*/ 9140 h 795676"/>
                <a:gd name="connsiteX470" fmla="*/ 774485 w 1471018"/>
                <a:gd name="connsiteY470" fmla="*/ 3064 h 795676"/>
                <a:gd name="connsiteX471" fmla="*/ 659033 w 1471018"/>
                <a:gd name="connsiteY471" fmla="*/ 0 h 795676"/>
                <a:gd name="connsiteX472" fmla="*/ 688741 w 1471018"/>
                <a:gd name="connsiteY472" fmla="*/ 0 h 795676"/>
                <a:gd name="connsiteX473" fmla="*/ 683343 w 1471018"/>
                <a:gd name="connsiteY473" fmla="*/ 6102 h 795676"/>
                <a:gd name="connsiteX474" fmla="*/ 659038 w 1471018"/>
                <a:gd name="connsiteY474" fmla="*/ 26 h 795676"/>
                <a:gd name="connsiteX475" fmla="*/ 558807 w 1471018"/>
                <a:gd name="connsiteY475" fmla="*/ 0 h 795676"/>
                <a:gd name="connsiteX476" fmla="*/ 589125 w 1471018"/>
                <a:gd name="connsiteY476" fmla="*/ 0 h 795676"/>
                <a:gd name="connsiteX477" fmla="*/ 589163 w 1471018"/>
                <a:gd name="connsiteY477" fmla="*/ 25 h 795676"/>
                <a:gd name="connsiteX478" fmla="*/ 583087 w 1471018"/>
                <a:gd name="connsiteY478" fmla="*/ 24330 h 795676"/>
                <a:gd name="connsiteX479" fmla="*/ 558782 w 1471018"/>
                <a:gd name="connsiteY479" fmla="*/ 18254 h 795676"/>
                <a:gd name="connsiteX480" fmla="*/ 556124 w 1471018"/>
                <a:gd name="connsiteY480" fmla="*/ 2683 h 795676"/>
                <a:gd name="connsiteX481" fmla="*/ 189731 w 1471018"/>
                <a:gd name="connsiteY481" fmla="*/ 0 h 795676"/>
                <a:gd name="connsiteX482" fmla="*/ 223240 w 1471018"/>
                <a:gd name="connsiteY482" fmla="*/ 0 h 795676"/>
                <a:gd name="connsiteX483" fmla="*/ 224224 w 1471018"/>
                <a:gd name="connsiteY483" fmla="*/ 5342 h 795676"/>
                <a:gd name="connsiteX484" fmla="*/ 215490 w 1471018"/>
                <a:gd name="connsiteY484" fmla="*/ 15216 h 795676"/>
                <a:gd name="connsiteX485" fmla="*/ 191185 w 1471018"/>
                <a:gd name="connsiteY485" fmla="*/ 9140 h 79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Lst>
              <a:rect l="l" t="t" r="r" b="b"/>
              <a:pathLst>
                <a:path w="1471018" h="795676">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 name="Date Placeholder 1">
            <a:extLst>
              <a:ext uri="{FF2B5EF4-FFF2-40B4-BE49-F238E27FC236}">
                <a16:creationId xmlns:a16="http://schemas.microsoft.com/office/drawing/2014/main" id="{9614F41F-5B3C-49A0-AB0A-0847FD82993B}"/>
              </a:ext>
            </a:extLst>
          </p:cNvPr>
          <p:cNvSpPr>
            <a:spLocks noGrp="1"/>
          </p:cNvSpPr>
          <p:nvPr>
            <p:ph type="dt" sz="half" idx="15"/>
          </p:nvPr>
        </p:nvSpPr>
        <p:spPr/>
        <p:txBody>
          <a:bodyPr/>
          <a:lstStyle/>
          <a:p>
            <a:r>
              <a:rPr lang="en-US" dirty="0"/>
              <a:t>20XX</a:t>
            </a:r>
          </a:p>
        </p:txBody>
      </p:sp>
      <p:sp>
        <p:nvSpPr>
          <p:cNvPr id="3" name="Footer Placeholder 2">
            <a:extLst>
              <a:ext uri="{FF2B5EF4-FFF2-40B4-BE49-F238E27FC236}">
                <a16:creationId xmlns:a16="http://schemas.microsoft.com/office/drawing/2014/main" id="{EE2C3475-A1B3-4DB2-8A1A-90BACC8785B7}"/>
              </a:ext>
            </a:extLst>
          </p:cNvPr>
          <p:cNvSpPr>
            <a:spLocks noGrp="1"/>
          </p:cNvSpPr>
          <p:nvPr>
            <p:ph type="ftr" sz="quarter" idx="16"/>
          </p:nvPr>
        </p:nvSpPr>
        <p:spPr/>
        <p:txBody>
          <a:bodyPr/>
          <a:lstStyle/>
          <a:p>
            <a:pPr algn="ctr"/>
            <a:r>
              <a:rPr lang="en-US" dirty="0"/>
              <a:t>Sample Footer Text</a:t>
            </a:r>
          </a:p>
        </p:txBody>
      </p:sp>
      <p:sp>
        <p:nvSpPr>
          <p:cNvPr id="4" name="Slide Number Placeholder 3">
            <a:extLst>
              <a:ext uri="{FF2B5EF4-FFF2-40B4-BE49-F238E27FC236}">
                <a16:creationId xmlns:a16="http://schemas.microsoft.com/office/drawing/2014/main" id="{D150AF43-45FF-4510-8F17-34EF745E5A5A}"/>
              </a:ext>
            </a:extLst>
          </p:cNvPr>
          <p:cNvSpPr>
            <a:spLocks noGrp="1"/>
          </p:cNvSpPr>
          <p:nvPr>
            <p:ph type="sldNum" sz="quarter" idx="17"/>
          </p:nvPr>
        </p:nvSpPr>
        <p:spPr/>
        <p:txBody>
          <a:bodyPr/>
          <a:lstStyle/>
          <a:p>
            <a:fld id="{DFDF98CC-160E-494C-8C3C-8CDC5FA257DE}" type="slidenum">
              <a:rPr lang="en-US" smtClean="0"/>
              <a:pPr/>
              <a:t>‹#›</a:t>
            </a:fld>
            <a:endParaRPr lang="en-US" dirty="0"/>
          </a:p>
        </p:txBody>
      </p:sp>
    </p:spTree>
    <p:extLst>
      <p:ext uri="{BB962C8B-B14F-4D97-AF65-F5344CB8AC3E}">
        <p14:creationId xmlns:p14="http://schemas.microsoft.com/office/powerpoint/2010/main" val="10564236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troduction">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DA17595-3FA3-4F52-9929-58AC156DAD79}"/>
              </a:ext>
              <a:ext uri="{C183D7F6-B498-43B3-948B-1728B52AA6E4}">
                <adec:decorative xmlns:adec="http://schemas.microsoft.com/office/drawing/2017/decorative" val="1"/>
              </a:ext>
            </a:extLst>
          </p:cNvPr>
          <p:cNvSpPr/>
          <p:nvPr userDrawn="1"/>
        </p:nvSpPr>
        <p:spPr>
          <a:xfrm>
            <a:off x="1524" y="0"/>
            <a:ext cx="12188952"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17">
            <a:extLst>
              <a:ext uri="{FF2B5EF4-FFF2-40B4-BE49-F238E27FC236}">
                <a16:creationId xmlns:a16="http://schemas.microsoft.com/office/drawing/2014/main" id="{48BE247D-003A-4BB4-9184-C8EC481D315A}"/>
              </a:ext>
            </a:extLst>
          </p:cNvPr>
          <p:cNvSpPr>
            <a:spLocks noGrp="1"/>
          </p:cNvSpPr>
          <p:nvPr>
            <p:ph type="title"/>
          </p:nvPr>
        </p:nvSpPr>
        <p:spPr>
          <a:xfrm>
            <a:off x="786384" y="3496576"/>
            <a:ext cx="5430250" cy="2924286"/>
          </a:xfrm>
        </p:spPr>
        <p:txBody>
          <a:bodyPr anchor="ctr">
            <a:normAutofit/>
          </a:bodyPr>
          <a:lstStyle/>
          <a:p>
            <a:pPr algn="l">
              <a:lnSpc>
                <a:spcPct val="100000"/>
              </a:lnSpc>
            </a:pPr>
            <a:r>
              <a:rPr lang="en-US" sz="5200">
                <a:solidFill>
                  <a:schemeClr val="bg1"/>
                </a:solidFill>
                <a:latin typeface="+mj-lt"/>
                <a:cs typeface="Sakkal Majalla" panose="020B0604020202020204" pitchFamily="2" charset="-78"/>
              </a:rPr>
              <a:t>Click to edit Master title style</a:t>
            </a:r>
            <a:endParaRPr lang="en-US" sz="5200" dirty="0">
              <a:solidFill>
                <a:schemeClr val="bg1"/>
              </a:solidFill>
              <a:latin typeface="+mj-lt"/>
              <a:cs typeface="Sakkal Majalla" panose="020B0604020202020204" pitchFamily="2" charset="-78"/>
            </a:endParaRPr>
          </a:p>
        </p:txBody>
      </p:sp>
      <p:sp>
        <p:nvSpPr>
          <p:cNvPr id="9" name="Picture Placeholder 8">
            <a:extLst>
              <a:ext uri="{FF2B5EF4-FFF2-40B4-BE49-F238E27FC236}">
                <a16:creationId xmlns:a16="http://schemas.microsoft.com/office/drawing/2014/main" id="{CFDDC72A-6DE8-4100-AD07-72B73714EB11}"/>
              </a:ext>
            </a:extLst>
          </p:cNvPr>
          <p:cNvSpPr>
            <a:spLocks noGrp="1"/>
          </p:cNvSpPr>
          <p:nvPr>
            <p:ph type="pic" sz="quarter" idx="13"/>
          </p:nvPr>
        </p:nvSpPr>
        <p:spPr>
          <a:xfrm>
            <a:off x="650748" y="0"/>
            <a:ext cx="10890504" cy="3319272"/>
          </a:xfrm>
          <a:solidFill>
            <a:schemeClr val="accent4"/>
          </a:solidFill>
        </p:spPr>
        <p:txBody>
          <a:bodyPr/>
          <a:lstStyle/>
          <a:p>
            <a:r>
              <a:rPr lang="en-US"/>
              <a:t>Click icon to add picture</a:t>
            </a:r>
            <a:endParaRPr lang="en-US" dirty="0"/>
          </a:p>
        </p:txBody>
      </p:sp>
      <p:sp>
        <p:nvSpPr>
          <p:cNvPr id="7" name="Content Placeholder 2">
            <a:extLst>
              <a:ext uri="{FF2B5EF4-FFF2-40B4-BE49-F238E27FC236}">
                <a16:creationId xmlns:a16="http://schemas.microsoft.com/office/drawing/2014/main" id="{6D65076A-FDD4-4229-B28E-F534870AA81A}"/>
              </a:ext>
            </a:extLst>
          </p:cNvPr>
          <p:cNvSpPr>
            <a:spLocks noGrp="1"/>
          </p:cNvSpPr>
          <p:nvPr>
            <p:ph idx="1"/>
          </p:nvPr>
        </p:nvSpPr>
        <p:spPr>
          <a:xfrm>
            <a:off x="6464409" y="3494916"/>
            <a:ext cx="4699459" cy="2952428"/>
          </a:xfrm>
        </p:spPr>
        <p:txBody>
          <a:bodyPr anchor="ctr">
            <a:normAutofit/>
          </a:bodyPr>
          <a:lstStyle>
            <a:lvl1pPr marL="0" indent="0">
              <a:buNone/>
              <a:defRPr/>
            </a:lvl1pPr>
          </a:lstStyle>
          <a:p>
            <a:pPr marL="228600" lvl="0" indent="-228600" algn="l">
              <a:lnSpc>
                <a:spcPct val="110000"/>
              </a:lnSpc>
            </a:pPr>
            <a:r>
              <a:rPr lang="en-US" sz="2000" spc="110">
                <a:solidFill>
                  <a:schemeClr val="bg1"/>
                </a:solidFill>
                <a:cs typeface="Sakkal Majalla" panose="020B0604020202020204" pitchFamily="2" charset="-78"/>
              </a:rPr>
              <a:t>Click to edit Master text styles</a:t>
            </a:r>
          </a:p>
        </p:txBody>
      </p:sp>
      <p:sp>
        <p:nvSpPr>
          <p:cNvPr id="2" name="Date Placeholder 1"/>
          <p:cNvSpPr>
            <a:spLocks noGrp="1"/>
          </p:cNvSpPr>
          <p:nvPr>
            <p:ph type="dt" sz="half" idx="10"/>
          </p:nvPr>
        </p:nvSpPr>
        <p:spPr/>
        <p:txBody>
          <a:bodyPr/>
          <a:lstStyle/>
          <a:p>
            <a:r>
              <a:rPr lang="en-US" dirty="0"/>
              <a:t>20XX</a:t>
            </a:r>
          </a:p>
        </p:txBody>
      </p:sp>
      <p:sp>
        <p:nvSpPr>
          <p:cNvPr id="3" name="Footer Placeholder 2"/>
          <p:cNvSpPr>
            <a:spLocks noGrp="1"/>
          </p:cNvSpPr>
          <p:nvPr>
            <p:ph type="ftr" sz="quarter" idx="11"/>
          </p:nvPr>
        </p:nvSpPr>
        <p:spPr/>
        <p:txBody>
          <a:bodyPr/>
          <a:lstStyle/>
          <a:p>
            <a:r>
              <a:rPr lang="en-US" dirty="0"/>
              <a:t>Sample Footer Text</a:t>
            </a:r>
          </a:p>
        </p:txBody>
      </p:sp>
      <p:sp>
        <p:nvSpPr>
          <p:cNvPr id="4" name="Slide Number Placeholder 3"/>
          <p:cNvSpPr>
            <a:spLocks noGrp="1"/>
          </p:cNvSpPr>
          <p:nvPr>
            <p:ph type="sldNum" sz="quarter" idx="12"/>
          </p:nvPr>
        </p:nvSpPr>
        <p:spPr/>
        <p:txBody>
          <a:bodyPr/>
          <a:lstStyle/>
          <a:p>
            <a:fld id="{DFDF98CC-160E-494C-8C3C-8CDC5FA257DE}" type="slidenum">
              <a:rPr lang="en-US" smtClean="0"/>
              <a:t>‹#›</a:t>
            </a:fld>
            <a:endParaRPr lang="en-US" dirty="0"/>
          </a:p>
        </p:txBody>
      </p:sp>
      <p:sp>
        <p:nvSpPr>
          <p:cNvPr id="10" name="Freeform: Shape 9">
            <a:extLst>
              <a:ext uri="{FF2B5EF4-FFF2-40B4-BE49-F238E27FC236}">
                <a16:creationId xmlns:a16="http://schemas.microsoft.com/office/drawing/2014/main" id="{9ECEC839-8E02-46A7-8DA2-CEF2D89B0E56}"/>
              </a:ext>
              <a:ext uri="{C183D7F6-B498-43B3-948B-1728B52AA6E4}">
                <adec:decorative xmlns:adec="http://schemas.microsoft.com/office/drawing/2017/decorative" val="1"/>
              </a:ext>
            </a:extLst>
          </p:cNvPr>
          <p:cNvSpPr/>
          <p:nvPr userDrawn="1"/>
        </p:nvSpPr>
        <p:spPr>
          <a:xfrm>
            <a:off x="1524" y="2390523"/>
            <a:ext cx="611491" cy="1421482"/>
          </a:xfrm>
          <a:custGeom>
            <a:avLst/>
            <a:gdLst>
              <a:gd name="connsiteX0" fmla="*/ 0 w 611491"/>
              <a:gd name="connsiteY0" fmla="*/ 0 h 1429512"/>
              <a:gd name="connsiteX1" fmla="*/ 62526 w 611491"/>
              <a:gd name="connsiteY1" fmla="*/ 22473 h 1429512"/>
              <a:gd name="connsiteX2" fmla="*/ 241043 w 611491"/>
              <a:gd name="connsiteY2" fmla="*/ 176817 h 1429512"/>
              <a:gd name="connsiteX3" fmla="*/ 497720 w 611491"/>
              <a:gd name="connsiteY3" fmla="*/ 299929 h 1429512"/>
              <a:gd name="connsiteX4" fmla="*/ 610380 w 611491"/>
              <a:gd name="connsiteY4" fmla="*/ 577513 h 1429512"/>
              <a:gd name="connsiteX5" fmla="*/ 458232 w 611491"/>
              <a:gd name="connsiteY5" fmla="*/ 845805 h 1429512"/>
              <a:gd name="connsiteX6" fmla="*/ 455909 w 611491"/>
              <a:gd name="connsiteY6" fmla="*/ 848128 h 1429512"/>
              <a:gd name="connsiteX7" fmla="*/ 407128 w 611491"/>
              <a:gd name="connsiteY7" fmla="*/ 956142 h 1429512"/>
              <a:gd name="connsiteX8" fmla="*/ 396675 w 611491"/>
              <a:gd name="connsiteY8" fmla="*/ 993308 h 1429512"/>
              <a:gd name="connsiteX9" fmla="*/ 230590 w 611491"/>
              <a:gd name="connsiteY9" fmla="*/ 1283668 h 1429512"/>
              <a:gd name="connsiteX10" fmla="*/ 7730 w 611491"/>
              <a:gd name="connsiteY10" fmla="*/ 1427579 h 1429512"/>
              <a:gd name="connsiteX11" fmla="*/ 0 w 611491"/>
              <a:gd name="connsiteY11" fmla="*/ 1429512 h 142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1491" h="1429512">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Freeform: Shape 10">
            <a:extLst>
              <a:ext uri="{FF2B5EF4-FFF2-40B4-BE49-F238E27FC236}">
                <a16:creationId xmlns:a16="http://schemas.microsoft.com/office/drawing/2014/main" id="{0AC14B27-FD6A-48B0-AAE7-3D775138D376}"/>
              </a:ext>
              <a:ext uri="{C183D7F6-B498-43B3-948B-1728B52AA6E4}">
                <adec:decorative xmlns:adec="http://schemas.microsoft.com/office/drawing/2017/decorative" val="1"/>
              </a:ext>
            </a:extLst>
          </p:cNvPr>
          <p:cNvSpPr/>
          <p:nvPr userDrawn="1"/>
        </p:nvSpPr>
        <p:spPr>
          <a:xfrm>
            <a:off x="27646" y="6015669"/>
            <a:ext cx="2605762" cy="842331"/>
          </a:xfrm>
          <a:custGeom>
            <a:avLst/>
            <a:gdLst>
              <a:gd name="connsiteX0" fmla="*/ 1151220 w 3180577"/>
              <a:gd name="connsiteY0" fmla="*/ 1105 h 1033951"/>
              <a:gd name="connsiteX1" fmla="*/ 1735251 w 3180577"/>
              <a:gd name="connsiteY1" fmla="*/ 77956 h 1033951"/>
              <a:gd name="connsiteX2" fmla="*/ 2001894 w 3180577"/>
              <a:gd name="connsiteY2" fmla="*/ 123235 h 1033951"/>
              <a:gd name="connsiteX3" fmla="*/ 2321364 w 3180577"/>
              <a:gd name="connsiteY3" fmla="*/ 128266 h 1033951"/>
              <a:gd name="connsiteX4" fmla="*/ 2671019 w 3180577"/>
              <a:gd name="connsiteY4" fmla="*/ 55316 h 1033951"/>
              <a:gd name="connsiteX5" fmla="*/ 2982942 w 3180577"/>
              <a:gd name="connsiteY5" fmla="*/ 326991 h 1033951"/>
              <a:gd name="connsiteX6" fmla="*/ 3176430 w 3180577"/>
              <a:gd name="connsiteY6" fmla="*/ 1024557 h 1033951"/>
              <a:gd name="connsiteX7" fmla="*/ 3174833 w 3180577"/>
              <a:gd name="connsiteY7" fmla="*/ 1033951 h 1033951"/>
              <a:gd name="connsiteX8" fmla="*/ 23630 w 3180577"/>
              <a:gd name="connsiteY8" fmla="*/ 1033951 h 1033951"/>
              <a:gd name="connsiteX9" fmla="*/ 11184 w 3180577"/>
              <a:gd name="connsiteY9" fmla="*/ 984167 h 1033951"/>
              <a:gd name="connsiteX10" fmla="*/ 236008 w 3180577"/>
              <a:gd name="connsiteY10" fmla="*/ 289258 h 1033951"/>
              <a:gd name="connsiteX11" fmla="*/ 1151220 w 3180577"/>
              <a:gd name="connsiteY11" fmla="*/ 1105 h 1033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0577" h="1033951">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Freeform: Shape 11">
            <a:extLst>
              <a:ext uri="{FF2B5EF4-FFF2-40B4-BE49-F238E27FC236}">
                <a16:creationId xmlns:a16="http://schemas.microsoft.com/office/drawing/2014/main" id="{67279082-48A1-4AB6-95E8-1EF877190381}"/>
              </a:ext>
              <a:ext uri="{C183D7F6-B498-43B3-948B-1728B52AA6E4}">
                <adec:decorative xmlns:adec="http://schemas.microsoft.com/office/drawing/2017/decorative" val="1"/>
              </a:ext>
            </a:extLst>
          </p:cNvPr>
          <p:cNvSpPr/>
          <p:nvPr userDrawn="1"/>
        </p:nvSpPr>
        <p:spPr>
          <a:xfrm>
            <a:off x="656708" y="5798001"/>
            <a:ext cx="2485581" cy="1059999"/>
          </a:xfrm>
          <a:custGeom>
            <a:avLst/>
            <a:gdLst>
              <a:gd name="connsiteX0" fmla="*/ 1553968 w 2449768"/>
              <a:gd name="connsiteY0" fmla="*/ 1045598 h 1050628"/>
              <a:gd name="connsiteX1" fmla="*/ 1561623 w 2449768"/>
              <a:gd name="connsiteY1" fmla="*/ 1050628 h 1050628"/>
              <a:gd name="connsiteX2" fmla="*/ 1540857 w 2449768"/>
              <a:gd name="connsiteY2" fmla="*/ 1050628 h 1050628"/>
              <a:gd name="connsiteX3" fmla="*/ 1542955 w 2449768"/>
              <a:gd name="connsiteY3" fmla="*/ 1048256 h 1050628"/>
              <a:gd name="connsiteX4" fmla="*/ 1553968 w 2449768"/>
              <a:gd name="connsiteY4" fmla="*/ 1045598 h 1050628"/>
              <a:gd name="connsiteX5" fmla="*/ 490647 w 2449768"/>
              <a:gd name="connsiteY5" fmla="*/ 1036483 h 1050628"/>
              <a:gd name="connsiteX6" fmla="*/ 503939 w 2449768"/>
              <a:gd name="connsiteY6" fmla="*/ 1045217 h 1050628"/>
              <a:gd name="connsiteX7" fmla="*/ 505485 w 2449768"/>
              <a:gd name="connsiteY7" fmla="*/ 1050628 h 1050628"/>
              <a:gd name="connsiteX8" fmla="*/ 470645 w 2449768"/>
              <a:gd name="connsiteY8" fmla="*/ 1050628 h 1050628"/>
              <a:gd name="connsiteX9" fmla="*/ 469761 w 2449768"/>
              <a:gd name="connsiteY9" fmla="*/ 1046736 h 1050628"/>
              <a:gd name="connsiteX10" fmla="*/ 479634 w 2449768"/>
              <a:gd name="connsiteY10" fmla="*/ 1039141 h 1050628"/>
              <a:gd name="connsiteX11" fmla="*/ 490647 w 2449768"/>
              <a:gd name="connsiteY11" fmla="*/ 1036483 h 1050628"/>
              <a:gd name="connsiteX12" fmla="*/ 326591 w 2449768"/>
              <a:gd name="connsiteY12" fmla="*/ 1030407 h 1050628"/>
              <a:gd name="connsiteX13" fmla="*/ 339883 w 2449768"/>
              <a:gd name="connsiteY13" fmla="*/ 1039141 h 1050628"/>
              <a:gd name="connsiteX14" fmla="*/ 341999 w 2449768"/>
              <a:gd name="connsiteY14" fmla="*/ 1050628 h 1050628"/>
              <a:gd name="connsiteX15" fmla="*/ 308260 w 2449768"/>
              <a:gd name="connsiteY15" fmla="*/ 1050628 h 1050628"/>
              <a:gd name="connsiteX16" fmla="*/ 306844 w 2449768"/>
              <a:gd name="connsiteY16" fmla="*/ 1042939 h 1050628"/>
              <a:gd name="connsiteX17" fmla="*/ 315578 w 2449768"/>
              <a:gd name="connsiteY17" fmla="*/ 1033065 h 1050628"/>
              <a:gd name="connsiteX18" fmla="*/ 326591 w 2449768"/>
              <a:gd name="connsiteY18" fmla="*/ 1030407 h 1050628"/>
              <a:gd name="connsiteX19" fmla="*/ 20886 w 2449768"/>
              <a:gd name="connsiteY19" fmla="*/ 1026229 h 1050628"/>
              <a:gd name="connsiteX20" fmla="*/ 33039 w 2449768"/>
              <a:gd name="connsiteY20" fmla="*/ 1036103 h 1050628"/>
              <a:gd name="connsiteX21" fmla="*/ 36837 w 2449768"/>
              <a:gd name="connsiteY21" fmla="*/ 1049395 h 1050628"/>
              <a:gd name="connsiteX22" fmla="*/ 35731 w 2449768"/>
              <a:gd name="connsiteY22" fmla="*/ 1050628 h 1050628"/>
              <a:gd name="connsiteX23" fmla="*/ 1976 w 2449768"/>
              <a:gd name="connsiteY23" fmla="*/ 1050628 h 1050628"/>
              <a:gd name="connsiteX24" fmla="*/ 0 w 2449768"/>
              <a:gd name="connsiteY24" fmla="*/ 1039901 h 1050628"/>
              <a:gd name="connsiteX25" fmla="*/ 8734 w 2449768"/>
              <a:gd name="connsiteY25" fmla="*/ 1030027 h 1050628"/>
              <a:gd name="connsiteX26" fmla="*/ 20886 w 2449768"/>
              <a:gd name="connsiteY26" fmla="*/ 1026229 h 1050628"/>
              <a:gd name="connsiteX27" fmla="*/ 2100819 w 2449768"/>
              <a:gd name="connsiteY27" fmla="*/ 1024331 h 1050628"/>
              <a:gd name="connsiteX28" fmla="*/ 2114111 w 2449768"/>
              <a:gd name="connsiteY28" fmla="*/ 1033065 h 1050628"/>
              <a:gd name="connsiteX29" fmla="*/ 2117909 w 2449768"/>
              <a:gd name="connsiteY29" fmla="*/ 1046357 h 1050628"/>
              <a:gd name="connsiteX30" fmla="*/ 2114079 w 2449768"/>
              <a:gd name="connsiteY30" fmla="*/ 1050628 h 1050628"/>
              <a:gd name="connsiteX31" fmla="*/ 2083616 w 2449768"/>
              <a:gd name="connsiteY31" fmla="*/ 1050628 h 1050628"/>
              <a:gd name="connsiteX32" fmla="*/ 2081072 w 2449768"/>
              <a:gd name="connsiteY32" fmla="*/ 1035724 h 1050628"/>
              <a:gd name="connsiteX33" fmla="*/ 2089806 w 2449768"/>
              <a:gd name="connsiteY33" fmla="*/ 1026989 h 1050628"/>
              <a:gd name="connsiteX34" fmla="*/ 2100819 w 2449768"/>
              <a:gd name="connsiteY34" fmla="*/ 1024331 h 1050628"/>
              <a:gd name="connsiteX35" fmla="*/ 1192439 w 2449768"/>
              <a:gd name="connsiteY35" fmla="*/ 1024331 h 1050628"/>
              <a:gd name="connsiteX36" fmla="*/ 1205731 w 2449768"/>
              <a:gd name="connsiteY36" fmla="*/ 1033065 h 1050628"/>
              <a:gd name="connsiteX37" fmla="*/ 1209529 w 2449768"/>
              <a:gd name="connsiteY37" fmla="*/ 1046357 h 1050628"/>
              <a:gd name="connsiteX38" fmla="*/ 1205699 w 2449768"/>
              <a:gd name="connsiteY38" fmla="*/ 1050628 h 1050628"/>
              <a:gd name="connsiteX39" fmla="*/ 1175227 w 2449768"/>
              <a:gd name="connsiteY39" fmla="*/ 1050628 h 1050628"/>
              <a:gd name="connsiteX40" fmla="*/ 1172692 w 2449768"/>
              <a:gd name="connsiteY40" fmla="*/ 1036863 h 1050628"/>
              <a:gd name="connsiteX41" fmla="*/ 1181426 w 2449768"/>
              <a:gd name="connsiteY41" fmla="*/ 1026989 h 1050628"/>
              <a:gd name="connsiteX42" fmla="*/ 1192439 w 2449768"/>
              <a:gd name="connsiteY42" fmla="*/ 1024331 h 1050628"/>
              <a:gd name="connsiteX43" fmla="*/ 788376 w 2449768"/>
              <a:gd name="connsiteY43" fmla="*/ 1024331 h 1050628"/>
              <a:gd name="connsiteX44" fmla="*/ 801668 w 2449768"/>
              <a:gd name="connsiteY44" fmla="*/ 1033065 h 1050628"/>
              <a:gd name="connsiteX45" fmla="*/ 805466 w 2449768"/>
              <a:gd name="connsiteY45" fmla="*/ 1046357 h 1050628"/>
              <a:gd name="connsiteX46" fmla="*/ 801636 w 2449768"/>
              <a:gd name="connsiteY46" fmla="*/ 1050628 h 1050628"/>
              <a:gd name="connsiteX47" fmla="*/ 771181 w 2449768"/>
              <a:gd name="connsiteY47" fmla="*/ 1050628 h 1050628"/>
              <a:gd name="connsiteX48" fmla="*/ 768629 w 2449768"/>
              <a:gd name="connsiteY48" fmla="*/ 1034584 h 1050628"/>
              <a:gd name="connsiteX49" fmla="*/ 777363 w 2449768"/>
              <a:gd name="connsiteY49" fmla="*/ 1026989 h 1050628"/>
              <a:gd name="connsiteX50" fmla="*/ 788376 w 2449768"/>
              <a:gd name="connsiteY50" fmla="*/ 1024331 h 1050628"/>
              <a:gd name="connsiteX51" fmla="*/ 138231 w 2449768"/>
              <a:gd name="connsiteY51" fmla="*/ 1024331 h 1050628"/>
              <a:gd name="connsiteX52" fmla="*/ 151523 w 2449768"/>
              <a:gd name="connsiteY52" fmla="*/ 1033065 h 1050628"/>
              <a:gd name="connsiteX53" fmla="*/ 154181 w 2449768"/>
              <a:gd name="connsiteY53" fmla="*/ 1047496 h 1050628"/>
              <a:gd name="connsiteX54" fmla="*/ 151411 w 2449768"/>
              <a:gd name="connsiteY54" fmla="*/ 1050628 h 1050628"/>
              <a:gd name="connsiteX55" fmla="*/ 121019 w 2449768"/>
              <a:gd name="connsiteY55" fmla="*/ 1050628 h 1050628"/>
              <a:gd name="connsiteX56" fmla="*/ 118484 w 2449768"/>
              <a:gd name="connsiteY56" fmla="*/ 1036863 h 1050628"/>
              <a:gd name="connsiteX57" fmla="*/ 127218 w 2449768"/>
              <a:gd name="connsiteY57" fmla="*/ 1026989 h 1050628"/>
              <a:gd name="connsiteX58" fmla="*/ 138231 w 2449768"/>
              <a:gd name="connsiteY58" fmla="*/ 1024331 h 1050628"/>
              <a:gd name="connsiteX59" fmla="*/ 894709 w 2449768"/>
              <a:gd name="connsiteY59" fmla="*/ 1021293 h 1050628"/>
              <a:gd name="connsiteX60" fmla="*/ 908001 w 2449768"/>
              <a:gd name="connsiteY60" fmla="*/ 1030027 h 1050628"/>
              <a:gd name="connsiteX61" fmla="*/ 911799 w 2449768"/>
              <a:gd name="connsiteY61" fmla="*/ 1043319 h 1050628"/>
              <a:gd name="connsiteX62" fmla="*/ 905246 w 2449768"/>
              <a:gd name="connsiteY62" fmla="*/ 1050628 h 1050628"/>
              <a:gd name="connsiteX63" fmla="*/ 880920 w 2449768"/>
              <a:gd name="connsiteY63" fmla="*/ 1050628 h 1050628"/>
              <a:gd name="connsiteX64" fmla="*/ 877620 w 2449768"/>
              <a:gd name="connsiteY64" fmla="*/ 1048256 h 1050628"/>
              <a:gd name="connsiteX65" fmla="*/ 883696 w 2449768"/>
              <a:gd name="connsiteY65" fmla="*/ 1023951 h 1050628"/>
              <a:gd name="connsiteX66" fmla="*/ 894709 w 2449768"/>
              <a:gd name="connsiteY66" fmla="*/ 1021293 h 1050628"/>
              <a:gd name="connsiteX67" fmla="*/ 694197 w 2449768"/>
              <a:gd name="connsiteY67" fmla="*/ 1021293 h 1050628"/>
              <a:gd name="connsiteX68" fmla="*/ 707488 w 2449768"/>
              <a:gd name="connsiteY68" fmla="*/ 1030027 h 1050628"/>
              <a:gd name="connsiteX69" fmla="*/ 711286 w 2449768"/>
              <a:gd name="connsiteY69" fmla="*/ 1043319 h 1050628"/>
              <a:gd name="connsiteX70" fmla="*/ 704733 w 2449768"/>
              <a:gd name="connsiteY70" fmla="*/ 1050628 h 1050628"/>
              <a:gd name="connsiteX71" fmla="*/ 680408 w 2449768"/>
              <a:gd name="connsiteY71" fmla="*/ 1050628 h 1050628"/>
              <a:gd name="connsiteX72" fmla="*/ 677108 w 2449768"/>
              <a:gd name="connsiteY72" fmla="*/ 1048256 h 1050628"/>
              <a:gd name="connsiteX73" fmla="*/ 683184 w 2449768"/>
              <a:gd name="connsiteY73" fmla="*/ 1023951 h 1050628"/>
              <a:gd name="connsiteX74" fmla="*/ 694197 w 2449768"/>
              <a:gd name="connsiteY74" fmla="*/ 1021293 h 1050628"/>
              <a:gd name="connsiteX75" fmla="*/ 596979 w 2449768"/>
              <a:gd name="connsiteY75" fmla="*/ 1021293 h 1050628"/>
              <a:gd name="connsiteX76" fmla="*/ 610271 w 2449768"/>
              <a:gd name="connsiteY76" fmla="*/ 1030027 h 1050628"/>
              <a:gd name="connsiteX77" fmla="*/ 614069 w 2449768"/>
              <a:gd name="connsiteY77" fmla="*/ 1043319 h 1050628"/>
              <a:gd name="connsiteX78" fmla="*/ 607516 w 2449768"/>
              <a:gd name="connsiteY78" fmla="*/ 1050628 h 1050628"/>
              <a:gd name="connsiteX79" fmla="*/ 583190 w 2449768"/>
              <a:gd name="connsiteY79" fmla="*/ 1050628 h 1050628"/>
              <a:gd name="connsiteX80" fmla="*/ 579890 w 2449768"/>
              <a:gd name="connsiteY80" fmla="*/ 1048256 h 1050628"/>
              <a:gd name="connsiteX81" fmla="*/ 585966 w 2449768"/>
              <a:gd name="connsiteY81" fmla="*/ 1023951 h 1050628"/>
              <a:gd name="connsiteX82" fmla="*/ 596979 w 2449768"/>
              <a:gd name="connsiteY82" fmla="*/ 1021293 h 1050628"/>
              <a:gd name="connsiteX83" fmla="*/ 1086106 w 2449768"/>
              <a:gd name="connsiteY83" fmla="*/ 1015217 h 1050628"/>
              <a:gd name="connsiteX84" fmla="*/ 1099398 w 2449768"/>
              <a:gd name="connsiteY84" fmla="*/ 1023951 h 1050628"/>
              <a:gd name="connsiteX85" fmla="*/ 1093322 w 2449768"/>
              <a:gd name="connsiteY85" fmla="*/ 1048256 h 1050628"/>
              <a:gd name="connsiteX86" fmla="*/ 1082478 w 2449768"/>
              <a:gd name="connsiteY86" fmla="*/ 1050628 h 1050628"/>
              <a:gd name="connsiteX87" fmla="*/ 1080771 w 2449768"/>
              <a:gd name="connsiteY87" fmla="*/ 1050628 h 1050628"/>
              <a:gd name="connsiteX88" fmla="*/ 1069017 w 2449768"/>
              <a:gd name="connsiteY88" fmla="*/ 1042180 h 1050628"/>
              <a:gd name="connsiteX89" fmla="*/ 1075093 w 2449768"/>
              <a:gd name="connsiteY89" fmla="*/ 1017875 h 1050628"/>
              <a:gd name="connsiteX90" fmla="*/ 1086106 w 2449768"/>
              <a:gd name="connsiteY90" fmla="*/ 1015217 h 1050628"/>
              <a:gd name="connsiteX91" fmla="*/ 1313961 w 2449768"/>
              <a:gd name="connsiteY91" fmla="*/ 1009141 h 1050628"/>
              <a:gd name="connsiteX92" fmla="*/ 1327253 w 2449768"/>
              <a:gd name="connsiteY92" fmla="*/ 1017875 h 1050628"/>
              <a:gd name="connsiteX93" fmla="*/ 1321177 w 2449768"/>
              <a:gd name="connsiteY93" fmla="*/ 1042180 h 1050628"/>
              <a:gd name="connsiteX94" fmla="*/ 1296872 w 2449768"/>
              <a:gd name="connsiteY94" fmla="*/ 1036104 h 1050628"/>
              <a:gd name="connsiteX95" fmla="*/ 1302948 w 2449768"/>
              <a:gd name="connsiteY95" fmla="*/ 1011799 h 1050628"/>
              <a:gd name="connsiteX96" fmla="*/ 1313961 w 2449768"/>
              <a:gd name="connsiteY96" fmla="*/ 1009141 h 1050628"/>
              <a:gd name="connsiteX97" fmla="*/ 2337788 w 2449768"/>
              <a:gd name="connsiteY97" fmla="*/ 996989 h 1050628"/>
              <a:gd name="connsiteX98" fmla="*/ 2351080 w 2449768"/>
              <a:gd name="connsiteY98" fmla="*/ 1005723 h 1050628"/>
              <a:gd name="connsiteX99" fmla="*/ 2345004 w 2449768"/>
              <a:gd name="connsiteY99" fmla="*/ 1030028 h 1050628"/>
              <a:gd name="connsiteX100" fmla="*/ 2320699 w 2449768"/>
              <a:gd name="connsiteY100" fmla="*/ 1023952 h 1050628"/>
              <a:gd name="connsiteX101" fmla="*/ 2326775 w 2449768"/>
              <a:gd name="connsiteY101" fmla="*/ 999647 h 1050628"/>
              <a:gd name="connsiteX102" fmla="*/ 2337788 w 2449768"/>
              <a:gd name="connsiteY102" fmla="*/ 996989 h 1050628"/>
              <a:gd name="connsiteX103" fmla="*/ 1429407 w 2449768"/>
              <a:gd name="connsiteY103" fmla="*/ 990912 h 1050628"/>
              <a:gd name="connsiteX104" fmla="*/ 1442699 w 2449768"/>
              <a:gd name="connsiteY104" fmla="*/ 999646 h 1050628"/>
              <a:gd name="connsiteX105" fmla="*/ 1436623 w 2449768"/>
              <a:gd name="connsiteY105" fmla="*/ 1023951 h 1050628"/>
              <a:gd name="connsiteX106" fmla="*/ 1412318 w 2449768"/>
              <a:gd name="connsiteY106" fmla="*/ 1017875 h 1050628"/>
              <a:gd name="connsiteX107" fmla="*/ 1418394 w 2449768"/>
              <a:gd name="connsiteY107" fmla="*/ 993570 h 1050628"/>
              <a:gd name="connsiteX108" fmla="*/ 1429407 w 2449768"/>
              <a:gd name="connsiteY108" fmla="*/ 990912 h 1050628"/>
              <a:gd name="connsiteX109" fmla="*/ 1672452 w 2449768"/>
              <a:gd name="connsiteY109" fmla="*/ 987874 h 1050628"/>
              <a:gd name="connsiteX110" fmla="*/ 1685744 w 2449768"/>
              <a:gd name="connsiteY110" fmla="*/ 996608 h 1050628"/>
              <a:gd name="connsiteX111" fmla="*/ 1679668 w 2449768"/>
              <a:gd name="connsiteY111" fmla="*/ 1020913 h 1050628"/>
              <a:gd name="connsiteX112" fmla="*/ 1655363 w 2449768"/>
              <a:gd name="connsiteY112" fmla="*/ 1014837 h 1050628"/>
              <a:gd name="connsiteX113" fmla="*/ 1661439 w 2449768"/>
              <a:gd name="connsiteY113" fmla="*/ 990532 h 1050628"/>
              <a:gd name="connsiteX114" fmla="*/ 1672452 w 2449768"/>
              <a:gd name="connsiteY114" fmla="*/ 987874 h 1050628"/>
              <a:gd name="connsiteX115" fmla="*/ 1803089 w 2449768"/>
              <a:gd name="connsiteY115" fmla="*/ 975722 h 1050628"/>
              <a:gd name="connsiteX116" fmla="*/ 1816381 w 2449768"/>
              <a:gd name="connsiteY116" fmla="*/ 984456 h 1050628"/>
              <a:gd name="connsiteX117" fmla="*/ 1810305 w 2449768"/>
              <a:gd name="connsiteY117" fmla="*/ 1008761 h 1050628"/>
              <a:gd name="connsiteX118" fmla="*/ 1786000 w 2449768"/>
              <a:gd name="connsiteY118" fmla="*/ 1002685 h 1050628"/>
              <a:gd name="connsiteX119" fmla="*/ 1792076 w 2449768"/>
              <a:gd name="connsiteY119" fmla="*/ 978380 h 1050628"/>
              <a:gd name="connsiteX120" fmla="*/ 1803089 w 2449768"/>
              <a:gd name="connsiteY120" fmla="*/ 975722 h 1050628"/>
              <a:gd name="connsiteX121" fmla="*/ 2030944 w 2449768"/>
              <a:gd name="connsiteY121" fmla="*/ 969646 h 1050628"/>
              <a:gd name="connsiteX122" fmla="*/ 2044236 w 2449768"/>
              <a:gd name="connsiteY122" fmla="*/ 978380 h 1050628"/>
              <a:gd name="connsiteX123" fmla="*/ 2038160 w 2449768"/>
              <a:gd name="connsiteY123" fmla="*/ 1002685 h 1050628"/>
              <a:gd name="connsiteX124" fmla="*/ 2013855 w 2449768"/>
              <a:gd name="connsiteY124" fmla="*/ 996609 h 1050628"/>
              <a:gd name="connsiteX125" fmla="*/ 2019931 w 2449768"/>
              <a:gd name="connsiteY125" fmla="*/ 972304 h 1050628"/>
              <a:gd name="connsiteX126" fmla="*/ 2030944 w 2449768"/>
              <a:gd name="connsiteY126" fmla="*/ 969646 h 1050628"/>
              <a:gd name="connsiteX127" fmla="*/ 405581 w 2449768"/>
              <a:gd name="connsiteY127" fmla="*/ 966608 h 1050628"/>
              <a:gd name="connsiteX128" fmla="*/ 418873 w 2449768"/>
              <a:gd name="connsiteY128" fmla="*/ 975342 h 1050628"/>
              <a:gd name="connsiteX129" fmla="*/ 412797 w 2449768"/>
              <a:gd name="connsiteY129" fmla="*/ 999647 h 1050628"/>
              <a:gd name="connsiteX130" fmla="*/ 388492 w 2449768"/>
              <a:gd name="connsiteY130" fmla="*/ 993571 h 1050628"/>
              <a:gd name="connsiteX131" fmla="*/ 394568 w 2449768"/>
              <a:gd name="connsiteY131" fmla="*/ 969266 h 1050628"/>
              <a:gd name="connsiteX132" fmla="*/ 405581 w 2449768"/>
              <a:gd name="connsiteY132" fmla="*/ 966608 h 1050628"/>
              <a:gd name="connsiteX133" fmla="*/ 2225380 w 2449768"/>
              <a:gd name="connsiteY133" fmla="*/ 957494 h 1050628"/>
              <a:gd name="connsiteX134" fmla="*/ 2238671 w 2449768"/>
              <a:gd name="connsiteY134" fmla="*/ 966228 h 1050628"/>
              <a:gd name="connsiteX135" fmla="*/ 2232595 w 2449768"/>
              <a:gd name="connsiteY135" fmla="*/ 990533 h 1050628"/>
              <a:gd name="connsiteX136" fmla="*/ 2208290 w 2449768"/>
              <a:gd name="connsiteY136" fmla="*/ 984457 h 1050628"/>
              <a:gd name="connsiteX137" fmla="*/ 2214366 w 2449768"/>
              <a:gd name="connsiteY137" fmla="*/ 960152 h 1050628"/>
              <a:gd name="connsiteX138" fmla="*/ 2225380 w 2449768"/>
              <a:gd name="connsiteY138" fmla="*/ 957494 h 1050628"/>
              <a:gd name="connsiteX139" fmla="*/ 1927649 w 2449768"/>
              <a:gd name="connsiteY139" fmla="*/ 954456 h 1050628"/>
              <a:gd name="connsiteX140" fmla="*/ 1940941 w 2449768"/>
              <a:gd name="connsiteY140" fmla="*/ 963190 h 1050628"/>
              <a:gd name="connsiteX141" fmla="*/ 1934865 w 2449768"/>
              <a:gd name="connsiteY141" fmla="*/ 987495 h 1050628"/>
              <a:gd name="connsiteX142" fmla="*/ 1910560 w 2449768"/>
              <a:gd name="connsiteY142" fmla="*/ 981419 h 1050628"/>
              <a:gd name="connsiteX143" fmla="*/ 1916636 w 2449768"/>
              <a:gd name="connsiteY143" fmla="*/ 957114 h 1050628"/>
              <a:gd name="connsiteX144" fmla="*/ 1927649 w 2449768"/>
              <a:gd name="connsiteY144" fmla="*/ 954456 h 1050628"/>
              <a:gd name="connsiteX145" fmla="*/ 244564 w 2449768"/>
              <a:gd name="connsiteY145" fmla="*/ 954456 h 1050628"/>
              <a:gd name="connsiteX146" fmla="*/ 257856 w 2449768"/>
              <a:gd name="connsiteY146" fmla="*/ 963190 h 1050628"/>
              <a:gd name="connsiteX147" fmla="*/ 251780 w 2449768"/>
              <a:gd name="connsiteY147" fmla="*/ 987495 h 1050628"/>
              <a:gd name="connsiteX148" fmla="*/ 227475 w 2449768"/>
              <a:gd name="connsiteY148" fmla="*/ 981419 h 1050628"/>
              <a:gd name="connsiteX149" fmla="*/ 233551 w 2449768"/>
              <a:gd name="connsiteY149" fmla="*/ 957114 h 1050628"/>
              <a:gd name="connsiteX150" fmla="*/ 244564 w 2449768"/>
              <a:gd name="connsiteY150" fmla="*/ 954456 h 1050628"/>
              <a:gd name="connsiteX151" fmla="*/ 2431968 w 2449768"/>
              <a:gd name="connsiteY151" fmla="*/ 951418 h 1050628"/>
              <a:gd name="connsiteX152" fmla="*/ 2445260 w 2449768"/>
              <a:gd name="connsiteY152" fmla="*/ 960152 h 1050628"/>
              <a:gd name="connsiteX153" fmla="*/ 2439184 w 2449768"/>
              <a:gd name="connsiteY153" fmla="*/ 984457 h 1050628"/>
              <a:gd name="connsiteX154" fmla="*/ 2414879 w 2449768"/>
              <a:gd name="connsiteY154" fmla="*/ 978381 h 1050628"/>
              <a:gd name="connsiteX155" fmla="*/ 2420955 w 2449768"/>
              <a:gd name="connsiteY155" fmla="*/ 954076 h 1050628"/>
              <a:gd name="connsiteX156" fmla="*/ 2431968 w 2449768"/>
              <a:gd name="connsiteY156" fmla="*/ 951418 h 1050628"/>
              <a:gd name="connsiteX157" fmla="*/ 1553968 w 2449768"/>
              <a:gd name="connsiteY157" fmla="*/ 948380 h 1050628"/>
              <a:gd name="connsiteX158" fmla="*/ 1567259 w 2449768"/>
              <a:gd name="connsiteY158" fmla="*/ 957114 h 1050628"/>
              <a:gd name="connsiteX159" fmla="*/ 1561183 w 2449768"/>
              <a:gd name="connsiteY159" fmla="*/ 981419 h 1050628"/>
              <a:gd name="connsiteX160" fmla="*/ 1536879 w 2449768"/>
              <a:gd name="connsiteY160" fmla="*/ 975343 h 1050628"/>
              <a:gd name="connsiteX161" fmla="*/ 1542955 w 2449768"/>
              <a:gd name="connsiteY161" fmla="*/ 951038 h 1050628"/>
              <a:gd name="connsiteX162" fmla="*/ 1553968 w 2449768"/>
              <a:gd name="connsiteY162" fmla="*/ 948380 h 1050628"/>
              <a:gd name="connsiteX163" fmla="*/ 1222819 w 2449768"/>
              <a:gd name="connsiteY163" fmla="*/ 933189 h 1050628"/>
              <a:gd name="connsiteX164" fmla="*/ 1236111 w 2449768"/>
              <a:gd name="connsiteY164" fmla="*/ 941923 h 1050628"/>
              <a:gd name="connsiteX165" fmla="*/ 1230035 w 2449768"/>
              <a:gd name="connsiteY165" fmla="*/ 966228 h 1050628"/>
              <a:gd name="connsiteX166" fmla="*/ 1205730 w 2449768"/>
              <a:gd name="connsiteY166" fmla="*/ 960152 h 1050628"/>
              <a:gd name="connsiteX167" fmla="*/ 1211806 w 2449768"/>
              <a:gd name="connsiteY167" fmla="*/ 935847 h 1050628"/>
              <a:gd name="connsiteX168" fmla="*/ 1222819 w 2449768"/>
              <a:gd name="connsiteY168" fmla="*/ 933189 h 1050628"/>
              <a:gd name="connsiteX169" fmla="*/ 1031421 w 2449768"/>
              <a:gd name="connsiteY169" fmla="*/ 930151 h 1050628"/>
              <a:gd name="connsiteX170" fmla="*/ 1044713 w 2449768"/>
              <a:gd name="connsiteY170" fmla="*/ 938885 h 1050628"/>
              <a:gd name="connsiteX171" fmla="*/ 1038637 w 2449768"/>
              <a:gd name="connsiteY171" fmla="*/ 963190 h 1050628"/>
              <a:gd name="connsiteX172" fmla="*/ 1014332 w 2449768"/>
              <a:gd name="connsiteY172" fmla="*/ 957114 h 1050628"/>
              <a:gd name="connsiteX173" fmla="*/ 1020408 w 2449768"/>
              <a:gd name="connsiteY173" fmla="*/ 932809 h 1050628"/>
              <a:gd name="connsiteX174" fmla="*/ 1031421 w 2449768"/>
              <a:gd name="connsiteY174" fmla="*/ 930151 h 1050628"/>
              <a:gd name="connsiteX175" fmla="*/ 931165 w 2449768"/>
              <a:gd name="connsiteY175" fmla="*/ 930151 h 1050628"/>
              <a:gd name="connsiteX176" fmla="*/ 944457 w 2449768"/>
              <a:gd name="connsiteY176" fmla="*/ 938885 h 1050628"/>
              <a:gd name="connsiteX177" fmla="*/ 938381 w 2449768"/>
              <a:gd name="connsiteY177" fmla="*/ 963190 h 1050628"/>
              <a:gd name="connsiteX178" fmla="*/ 914076 w 2449768"/>
              <a:gd name="connsiteY178" fmla="*/ 957114 h 1050628"/>
              <a:gd name="connsiteX179" fmla="*/ 920152 w 2449768"/>
              <a:gd name="connsiteY179" fmla="*/ 932809 h 1050628"/>
              <a:gd name="connsiteX180" fmla="*/ 931165 w 2449768"/>
              <a:gd name="connsiteY180" fmla="*/ 930151 h 1050628"/>
              <a:gd name="connsiteX181" fmla="*/ 123041 w 2449768"/>
              <a:gd name="connsiteY181" fmla="*/ 930151 h 1050628"/>
              <a:gd name="connsiteX182" fmla="*/ 136333 w 2449768"/>
              <a:gd name="connsiteY182" fmla="*/ 938885 h 1050628"/>
              <a:gd name="connsiteX183" fmla="*/ 130257 w 2449768"/>
              <a:gd name="connsiteY183" fmla="*/ 963190 h 1050628"/>
              <a:gd name="connsiteX184" fmla="*/ 105952 w 2449768"/>
              <a:gd name="connsiteY184" fmla="*/ 957114 h 1050628"/>
              <a:gd name="connsiteX185" fmla="*/ 112028 w 2449768"/>
              <a:gd name="connsiteY185" fmla="*/ 932809 h 1050628"/>
              <a:gd name="connsiteX186" fmla="*/ 123041 w 2449768"/>
              <a:gd name="connsiteY186" fmla="*/ 930151 h 1050628"/>
              <a:gd name="connsiteX187" fmla="*/ 524065 w 2449768"/>
              <a:gd name="connsiteY187" fmla="*/ 917999 h 1050628"/>
              <a:gd name="connsiteX188" fmla="*/ 537357 w 2449768"/>
              <a:gd name="connsiteY188" fmla="*/ 926733 h 1050628"/>
              <a:gd name="connsiteX189" fmla="*/ 531281 w 2449768"/>
              <a:gd name="connsiteY189" fmla="*/ 951038 h 1050628"/>
              <a:gd name="connsiteX190" fmla="*/ 506976 w 2449768"/>
              <a:gd name="connsiteY190" fmla="*/ 944962 h 1050628"/>
              <a:gd name="connsiteX191" fmla="*/ 513052 w 2449768"/>
              <a:gd name="connsiteY191" fmla="*/ 920657 h 1050628"/>
              <a:gd name="connsiteX192" fmla="*/ 524065 w 2449768"/>
              <a:gd name="connsiteY192" fmla="*/ 917999 h 1050628"/>
              <a:gd name="connsiteX193" fmla="*/ 824833 w 2449768"/>
              <a:gd name="connsiteY193" fmla="*/ 911923 h 1050628"/>
              <a:gd name="connsiteX194" fmla="*/ 838125 w 2449768"/>
              <a:gd name="connsiteY194" fmla="*/ 920657 h 1050628"/>
              <a:gd name="connsiteX195" fmla="*/ 832049 w 2449768"/>
              <a:gd name="connsiteY195" fmla="*/ 944962 h 1050628"/>
              <a:gd name="connsiteX196" fmla="*/ 807744 w 2449768"/>
              <a:gd name="connsiteY196" fmla="*/ 938886 h 1050628"/>
              <a:gd name="connsiteX197" fmla="*/ 813820 w 2449768"/>
              <a:gd name="connsiteY197" fmla="*/ 914581 h 1050628"/>
              <a:gd name="connsiteX198" fmla="*/ 824833 w 2449768"/>
              <a:gd name="connsiteY198" fmla="*/ 911923 h 1050628"/>
              <a:gd name="connsiteX199" fmla="*/ 2137276 w 2449768"/>
              <a:gd name="connsiteY199" fmla="*/ 905847 h 1050628"/>
              <a:gd name="connsiteX200" fmla="*/ 2150567 w 2449768"/>
              <a:gd name="connsiteY200" fmla="*/ 914581 h 1050628"/>
              <a:gd name="connsiteX201" fmla="*/ 2144491 w 2449768"/>
              <a:gd name="connsiteY201" fmla="*/ 938886 h 1050628"/>
              <a:gd name="connsiteX202" fmla="*/ 2120187 w 2449768"/>
              <a:gd name="connsiteY202" fmla="*/ 932810 h 1050628"/>
              <a:gd name="connsiteX203" fmla="*/ 2126263 w 2449768"/>
              <a:gd name="connsiteY203" fmla="*/ 908505 h 1050628"/>
              <a:gd name="connsiteX204" fmla="*/ 2137276 w 2449768"/>
              <a:gd name="connsiteY204" fmla="*/ 905847 h 1050628"/>
              <a:gd name="connsiteX205" fmla="*/ 630397 w 2449768"/>
              <a:gd name="connsiteY205" fmla="*/ 905847 h 1050628"/>
              <a:gd name="connsiteX206" fmla="*/ 643689 w 2449768"/>
              <a:gd name="connsiteY206" fmla="*/ 914581 h 1050628"/>
              <a:gd name="connsiteX207" fmla="*/ 637613 w 2449768"/>
              <a:gd name="connsiteY207" fmla="*/ 938886 h 1050628"/>
              <a:gd name="connsiteX208" fmla="*/ 613308 w 2449768"/>
              <a:gd name="connsiteY208" fmla="*/ 932810 h 1050628"/>
              <a:gd name="connsiteX209" fmla="*/ 619384 w 2449768"/>
              <a:gd name="connsiteY209" fmla="*/ 908505 h 1050628"/>
              <a:gd name="connsiteX210" fmla="*/ 630397 w 2449768"/>
              <a:gd name="connsiteY210" fmla="*/ 905847 h 1050628"/>
              <a:gd name="connsiteX211" fmla="*/ 1332189 w 2449768"/>
              <a:gd name="connsiteY211" fmla="*/ 896733 h 1050628"/>
              <a:gd name="connsiteX212" fmla="*/ 1345481 w 2449768"/>
              <a:gd name="connsiteY212" fmla="*/ 905467 h 1050628"/>
              <a:gd name="connsiteX213" fmla="*/ 1339405 w 2449768"/>
              <a:gd name="connsiteY213" fmla="*/ 929772 h 1050628"/>
              <a:gd name="connsiteX214" fmla="*/ 1315100 w 2449768"/>
              <a:gd name="connsiteY214" fmla="*/ 923696 h 1050628"/>
              <a:gd name="connsiteX215" fmla="*/ 1321176 w 2449768"/>
              <a:gd name="connsiteY215" fmla="*/ 899391 h 1050628"/>
              <a:gd name="connsiteX216" fmla="*/ 1332189 w 2449768"/>
              <a:gd name="connsiteY216" fmla="*/ 896733 h 1050628"/>
              <a:gd name="connsiteX217" fmla="*/ 724577 w 2449768"/>
              <a:gd name="connsiteY217" fmla="*/ 890656 h 1050628"/>
              <a:gd name="connsiteX218" fmla="*/ 737869 w 2449768"/>
              <a:gd name="connsiteY218" fmla="*/ 899390 h 1050628"/>
              <a:gd name="connsiteX219" fmla="*/ 731793 w 2449768"/>
              <a:gd name="connsiteY219" fmla="*/ 923695 h 1050628"/>
              <a:gd name="connsiteX220" fmla="*/ 707488 w 2449768"/>
              <a:gd name="connsiteY220" fmla="*/ 917619 h 1050628"/>
              <a:gd name="connsiteX221" fmla="*/ 713564 w 2449768"/>
              <a:gd name="connsiteY221" fmla="*/ 893314 h 1050628"/>
              <a:gd name="connsiteX222" fmla="*/ 724577 w 2449768"/>
              <a:gd name="connsiteY222" fmla="*/ 890656 h 1050628"/>
              <a:gd name="connsiteX223" fmla="*/ 1435484 w 2449768"/>
              <a:gd name="connsiteY223" fmla="*/ 884580 h 1050628"/>
              <a:gd name="connsiteX224" fmla="*/ 1448776 w 2449768"/>
              <a:gd name="connsiteY224" fmla="*/ 893314 h 1050628"/>
              <a:gd name="connsiteX225" fmla="*/ 1442700 w 2449768"/>
              <a:gd name="connsiteY225" fmla="*/ 917619 h 1050628"/>
              <a:gd name="connsiteX226" fmla="*/ 1418395 w 2449768"/>
              <a:gd name="connsiteY226" fmla="*/ 911543 h 1050628"/>
              <a:gd name="connsiteX227" fmla="*/ 1424471 w 2449768"/>
              <a:gd name="connsiteY227" fmla="*/ 887238 h 1050628"/>
              <a:gd name="connsiteX228" fmla="*/ 1435484 w 2449768"/>
              <a:gd name="connsiteY228" fmla="*/ 884580 h 1050628"/>
              <a:gd name="connsiteX229" fmla="*/ 1131677 w 2449768"/>
              <a:gd name="connsiteY229" fmla="*/ 884580 h 1050628"/>
              <a:gd name="connsiteX230" fmla="*/ 1144969 w 2449768"/>
              <a:gd name="connsiteY230" fmla="*/ 893314 h 1050628"/>
              <a:gd name="connsiteX231" fmla="*/ 1138893 w 2449768"/>
              <a:gd name="connsiteY231" fmla="*/ 917619 h 1050628"/>
              <a:gd name="connsiteX232" fmla="*/ 1114588 w 2449768"/>
              <a:gd name="connsiteY232" fmla="*/ 911543 h 1050628"/>
              <a:gd name="connsiteX233" fmla="*/ 1120664 w 2449768"/>
              <a:gd name="connsiteY233" fmla="*/ 887238 h 1050628"/>
              <a:gd name="connsiteX234" fmla="*/ 1131677 w 2449768"/>
              <a:gd name="connsiteY234" fmla="*/ 884580 h 1050628"/>
              <a:gd name="connsiteX235" fmla="*/ 1757518 w 2449768"/>
              <a:gd name="connsiteY235" fmla="*/ 881542 h 1050628"/>
              <a:gd name="connsiteX236" fmla="*/ 1770810 w 2449768"/>
              <a:gd name="connsiteY236" fmla="*/ 890276 h 1050628"/>
              <a:gd name="connsiteX237" fmla="*/ 1764734 w 2449768"/>
              <a:gd name="connsiteY237" fmla="*/ 914581 h 1050628"/>
              <a:gd name="connsiteX238" fmla="*/ 1740429 w 2449768"/>
              <a:gd name="connsiteY238" fmla="*/ 908505 h 1050628"/>
              <a:gd name="connsiteX239" fmla="*/ 1746505 w 2449768"/>
              <a:gd name="connsiteY239" fmla="*/ 884200 h 1050628"/>
              <a:gd name="connsiteX240" fmla="*/ 1757518 w 2449768"/>
              <a:gd name="connsiteY240" fmla="*/ 881542 h 1050628"/>
              <a:gd name="connsiteX241" fmla="*/ 1654224 w 2449768"/>
              <a:gd name="connsiteY241" fmla="*/ 881542 h 1050628"/>
              <a:gd name="connsiteX242" fmla="*/ 1667516 w 2449768"/>
              <a:gd name="connsiteY242" fmla="*/ 890276 h 1050628"/>
              <a:gd name="connsiteX243" fmla="*/ 1661440 w 2449768"/>
              <a:gd name="connsiteY243" fmla="*/ 914581 h 1050628"/>
              <a:gd name="connsiteX244" fmla="*/ 1637135 w 2449768"/>
              <a:gd name="connsiteY244" fmla="*/ 908505 h 1050628"/>
              <a:gd name="connsiteX245" fmla="*/ 1643211 w 2449768"/>
              <a:gd name="connsiteY245" fmla="*/ 884200 h 1050628"/>
              <a:gd name="connsiteX246" fmla="*/ 1654224 w 2449768"/>
              <a:gd name="connsiteY246" fmla="*/ 881542 h 1050628"/>
              <a:gd name="connsiteX247" fmla="*/ 2346903 w 2449768"/>
              <a:gd name="connsiteY247" fmla="*/ 878504 h 1050628"/>
              <a:gd name="connsiteX248" fmla="*/ 2360194 w 2449768"/>
              <a:gd name="connsiteY248" fmla="*/ 887238 h 1050628"/>
              <a:gd name="connsiteX249" fmla="*/ 2354118 w 2449768"/>
              <a:gd name="connsiteY249" fmla="*/ 911543 h 1050628"/>
              <a:gd name="connsiteX250" fmla="*/ 2329813 w 2449768"/>
              <a:gd name="connsiteY250" fmla="*/ 905467 h 1050628"/>
              <a:gd name="connsiteX251" fmla="*/ 2335889 w 2449768"/>
              <a:gd name="connsiteY251" fmla="*/ 881162 h 1050628"/>
              <a:gd name="connsiteX252" fmla="*/ 2346903 w 2449768"/>
              <a:gd name="connsiteY252" fmla="*/ 878504 h 1050628"/>
              <a:gd name="connsiteX253" fmla="*/ 320515 w 2449768"/>
              <a:gd name="connsiteY253" fmla="*/ 872428 h 1050628"/>
              <a:gd name="connsiteX254" fmla="*/ 333807 w 2449768"/>
              <a:gd name="connsiteY254" fmla="*/ 881162 h 1050628"/>
              <a:gd name="connsiteX255" fmla="*/ 327731 w 2449768"/>
              <a:gd name="connsiteY255" fmla="*/ 905467 h 1050628"/>
              <a:gd name="connsiteX256" fmla="*/ 303426 w 2449768"/>
              <a:gd name="connsiteY256" fmla="*/ 899391 h 1050628"/>
              <a:gd name="connsiteX257" fmla="*/ 309502 w 2449768"/>
              <a:gd name="connsiteY257" fmla="*/ 875086 h 1050628"/>
              <a:gd name="connsiteX258" fmla="*/ 320515 w 2449768"/>
              <a:gd name="connsiteY258" fmla="*/ 872428 h 1050628"/>
              <a:gd name="connsiteX259" fmla="*/ 1876003 w 2449768"/>
              <a:gd name="connsiteY259" fmla="*/ 866352 h 1050628"/>
              <a:gd name="connsiteX260" fmla="*/ 1889294 w 2449768"/>
              <a:gd name="connsiteY260" fmla="*/ 875086 h 1050628"/>
              <a:gd name="connsiteX261" fmla="*/ 1883218 w 2449768"/>
              <a:gd name="connsiteY261" fmla="*/ 899391 h 1050628"/>
              <a:gd name="connsiteX262" fmla="*/ 1858913 w 2449768"/>
              <a:gd name="connsiteY262" fmla="*/ 893315 h 1050628"/>
              <a:gd name="connsiteX263" fmla="*/ 1864989 w 2449768"/>
              <a:gd name="connsiteY263" fmla="*/ 869010 h 1050628"/>
              <a:gd name="connsiteX264" fmla="*/ 1876003 w 2449768"/>
              <a:gd name="connsiteY264" fmla="*/ 866352 h 1050628"/>
              <a:gd name="connsiteX265" fmla="*/ 2000563 w 2449768"/>
              <a:gd name="connsiteY265" fmla="*/ 857238 h 1050628"/>
              <a:gd name="connsiteX266" fmla="*/ 2013855 w 2449768"/>
              <a:gd name="connsiteY266" fmla="*/ 865972 h 1050628"/>
              <a:gd name="connsiteX267" fmla="*/ 2007779 w 2449768"/>
              <a:gd name="connsiteY267" fmla="*/ 890277 h 1050628"/>
              <a:gd name="connsiteX268" fmla="*/ 1983474 w 2449768"/>
              <a:gd name="connsiteY268" fmla="*/ 884201 h 1050628"/>
              <a:gd name="connsiteX269" fmla="*/ 1989550 w 2449768"/>
              <a:gd name="connsiteY269" fmla="*/ 859896 h 1050628"/>
              <a:gd name="connsiteX270" fmla="*/ 2000563 w 2449768"/>
              <a:gd name="connsiteY270" fmla="*/ 857238 h 1050628"/>
              <a:gd name="connsiteX271" fmla="*/ 420771 w 2449768"/>
              <a:gd name="connsiteY271" fmla="*/ 857238 h 1050628"/>
              <a:gd name="connsiteX272" fmla="*/ 434062 w 2449768"/>
              <a:gd name="connsiteY272" fmla="*/ 865972 h 1050628"/>
              <a:gd name="connsiteX273" fmla="*/ 427986 w 2449768"/>
              <a:gd name="connsiteY273" fmla="*/ 890277 h 1050628"/>
              <a:gd name="connsiteX274" fmla="*/ 403682 w 2449768"/>
              <a:gd name="connsiteY274" fmla="*/ 884201 h 1050628"/>
              <a:gd name="connsiteX275" fmla="*/ 409758 w 2449768"/>
              <a:gd name="connsiteY275" fmla="*/ 859896 h 1050628"/>
              <a:gd name="connsiteX276" fmla="*/ 420771 w 2449768"/>
              <a:gd name="connsiteY276" fmla="*/ 857238 h 1050628"/>
              <a:gd name="connsiteX277" fmla="*/ 2237532 w 2449768"/>
              <a:gd name="connsiteY277" fmla="*/ 848124 h 1050628"/>
              <a:gd name="connsiteX278" fmla="*/ 2250824 w 2449768"/>
              <a:gd name="connsiteY278" fmla="*/ 856858 h 1050628"/>
              <a:gd name="connsiteX279" fmla="*/ 2244748 w 2449768"/>
              <a:gd name="connsiteY279" fmla="*/ 881163 h 1050628"/>
              <a:gd name="connsiteX280" fmla="*/ 2220443 w 2449768"/>
              <a:gd name="connsiteY280" fmla="*/ 875087 h 1050628"/>
              <a:gd name="connsiteX281" fmla="*/ 2226519 w 2449768"/>
              <a:gd name="connsiteY281" fmla="*/ 850782 h 1050628"/>
              <a:gd name="connsiteX282" fmla="*/ 2237532 w 2449768"/>
              <a:gd name="connsiteY282" fmla="*/ 848124 h 1050628"/>
              <a:gd name="connsiteX283" fmla="*/ 211145 w 2449768"/>
              <a:gd name="connsiteY283" fmla="*/ 848124 h 1050628"/>
              <a:gd name="connsiteX284" fmla="*/ 224436 w 2449768"/>
              <a:gd name="connsiteY284" fmla="*/ 856858 h 1050628"/>
              <a:gd name="connsiteX285" fmla="*/ 218360 w 2449768"/>
              <a:gd name="connsiteY285" fmla="*/ 881163 h 1050628"/>
              <a:gd name="connsiteX286" fmla="*/ 194056 w 2449768"/>
              <a:gd name="connsiteY286" fmla="*/ 875087 h 1050628"/>
              <a:gd name="connsiteX287" fmla="*/ 200132 w 2449768"/>
              <a:gd name="connsiteY287" fmla="*/ 850782 h 1050628"/>
              <a:gd name="connsiteX288" fmla="*/ 211145 w 2449768"/>
              <a:gd name="connsiteY288" fmla="*/ 848124 h 1050628"/>
              <a:gd name="connsiteX289" fmla="*/ 1511435 w 2449768"/>
              <a:gd name="connsiteY289" fmla="*/ 839009 h 1050628"/>
              <a:gd name="connsiteX290" fmla="*/ 1524727 w 2449768"/>
              <a:gd name="connsiteY290" fmla="*/ 847743 h 1050628"/>
              <a:gd name="connsiteX291" fmla="*/ 1518651 w 2449768"/>
              <a:gd name="connsiteY291" fmla="*/ 872048 h 1050628"/>
              <a:gd name="connsiteX292" fmla="*/ 1494346 w 2449768"/>
              <a:gd name="connsiteY292" fmla="*/ 865972 h 1050628"/>
              <a:gd name="connsiteX293" fmla="*/ 1500422 w 2449768"/>
              <a:gd name="connsiteY293" fmla="*/ 841667 h 1050628"/>
              <a:gd name="connsiteX294" fmla="*/ 1511435 w 2449768"/>
              <a:gd name="connsiteY294" fmla="*/ 839009 h 1050628"/>
              <a:gd name="connsiteX295" fmla="*/ 1253200 w 2449768"/>
              <a:gd name="connsiteY295" fmla="*/ 826857 h 1050628"/>
              <a:gd name="connsiteX296" fmla="*/ 1266492 w 2449768"/>
              <a:gd name="connsiteY296" fmla="*/ 835591 h 1050628"/>
              <a:gd name="connsiteX297" fmla="*/ 1260416 w 2449768"/>
              <a:gd name="connsiteY297" fmla="*/ 859896 h 1050628"/>
              <a:gd name="connsiteX298" fmla="*/ 1236111 w 2449768"/>
              <a:gd name="connsiteY298" fmla="*/ 853820 h 1050628"/>
              <a:gd name="connsiteX299" fmla="*/ 1242187 w 2449768"/>
              <a:gd name="connsiteY299" fmla="*/ 829515 h 1050628"/>
              <a:gd name="connsiteX300" fmla="*/ 1253200 w 2449768"/>
              <a:gd name="connsiteY300" fmla="*/ 826857 h 1050628"/>
              <a:gd name="connsiteX301" fmla="*/ 2428930 w 2449768"/>
              <a:gd name="connsiteY301" fmla="*/ 814705 h 1050628"/>
              <a:gd name="connsiteX302" fmla="*/ 2442221 w 2449768"/>
              <a:gd name="connsiteY302" fmla="*/ 823439 h 1050628"/>
              <a:gd name="connsiteX303" fmla="*/ 2436145 w 2449768"/>
              <a:gd name="connsiteY303" fmla="*/ 847744 h 1050628"/>
              <a:gd name="connsiteX304" fmla="*/ 2411841 w 2449768"/>
              <a:gd name="connsiteY304" fmla="*/ 841668 h 1050628"/>
              <a:gd name="connsiteX305" fmla="*/ 2417917 w 2449768"/>
              <a:gd name="connsiteY305" fmla="*/ 817363 h 1050628"/>
              <a:gd name="connsiteX306" fmla="*/ 2428930 w 2449768"/>
              <a:gd name="connsiteY306" fmla="*/ 814705 h 1050628"/>
              <a:gd name="connsiteX307" fmla="*/ 991927 w 2449768"/>
              <a:gd name="connsiteY307" fmla="*/ 814705 h 1050628"/>
              <a:gd name="connsiteX308" fmla="*/ 1005218 w 2449768"/>
              <a:gd name="connsiteY308" fmla="*/ 823439 h 1050628"/>
              <a:gd name="connsiteX309" fmla="*/ 999142 w 2449768"/>
              <a:gd name="connsiteY309" fmla="*/ 847744 h 1050628"/>
              <a:gd name="connsiteX310" fmla="*/ 974838 w 2449768"/>
              <a:gd name="connsiteY310" fmla="*/ 841668 h 1050628"/>
              <a:gd name="connsiteX311" fmla="*/ 980914 w 2449768"/>
              <a:gd name="connsiteY311" fmla="*/ 817363 h 1050628"/>
              <a:gd name="connsiteX312" fmla="*/ 991927 w 2449768"/>
              <a:gd name="connsiteY312" fmla="*/ 814705 h 1050628"/>
              <a:gd name="connsiteX313" fmla="*/ 894709 w 2449768"/>
              <a:gd name="connsiteY313" fmla="*/ 814705 h 1050628"/>
              <a:gd name="connsiteX314" fmla="*/ 908001 w 2449768"/>
              <a:gd name="connsiteY314" fmla="*/ 823439 h 1050628"/>
              <a:gd name="connsiteX315" fmla="*/ 901925 w 2449768"/>
              <a:gd name="connsiteY315" fmla="*/ 847744 h 1050628"/>
              <a:gd name="connsiteX316" fmla="*/ 877620 w 2449768"/>
              <a:gd name="connsiteY316" fmla="*/ 841668 h 1050628"/>
              <a:gd name="connsiteX317" fmla="*/ 883696 w 2449768"/>
              <a:gd name="connsiteY317" fmla="*/ 817363 h 1050628"/>
              <a:gd name="connsiteX318" fmla="*/ 894709 w 2449768"/>
              <a:gd name="connsiteY318" fmla="*/ 814705 h 1050628"/>
              <a:gd name="connsiteX319" fmla="*/ 2088668 w 2449768"/>
              <a:gd name="connsiteY319" fmla="*/ 805591 h 1050628"/>
              <a:gd name="connsiteX320" fmla="*/ 2101959 w 2449768"/>
              <a:gd name="connsiteY320" fmla="*/ 814325 h 1050628"/>
              <a:gd name="connsiteX321" fmla="*/ 2095883 w 2449768"/>
              <a:gd name="connsiteY321" fmla="*/ 838630 h 1050628"/>
              <a:gd name="connsiteX322" fmla="*/ 2071578 w 2449768"/>
              <a:gd name="connsiteY322" fmla="*/ 832554 h 1050628"/>
              <a:gd name="connsiteX323" fmla="*/ 2077654 w 2449768"/>
              <a:gd name="connsiteY323" fmla="*/ 808249 h 1050628"/>
              <a:gd name="connsiteX324" fmla="*/ 2088668 w 2449768"/>
              <a:gd name="connsiteY324" fmla="*/ 805591 h 1050628"/>
              <a:gd name="connsiteX325" fmla="*/ 575712 w 2449768"/>
              <a:gd name="connsiteY325" fmla="*/ 802553 h 1050628"/>
              <a:gd name="connsiteX326" fmla="*/ 589004 w 2449768"/>
              <a:gd name="connsiteY326" fmla="*/ 811287 h 1050628"/>
              <a:gd name="connsiteX327" fmla="*/ 582928 w 2449768"/>
              <a:gd name="connsiteY327" fmla="*/ 835592 h 1050628"/>
              <a:gd name="connsiteX328" fmla="*/ 558623 w 2449768"/>
              <a:gd name="connsiteY328" fmla="*/ 829516 h 1050628"/>
              <a:gd name="connsiteX329" fmla="*/ 564699 w 2449768"/>
              <a:gd name="connsiteY329" fmla="*/ 805211 h 1050628"/>
              <a:gd name="connsiteX330" fmla="*/ 575712 w 2449768"/>
              <a:gd name="connsiteY330" fmla="*/ 802553 h 1050628"/>
              <a:gd name="connsiteX331" fmla="*/ 1602577 w 2449768"/>
              <a:gd name="connsiteY331" fmla="*/ 796477 h 1050628"/>
              <a:gd name="connsiteX332" fmla="*/ 1615869 w 2449768"/>
              <a:gd name="connsiteY332" fmla="*/ 805211 h 1050628"/>
              <a:gd name="connsiteX333" fmla="*/ 1609793 w 2449768"/>
              <a:gd name="connsiteY333" fmla="*/ 829516 h 1050628"/>
              <a:gd name="connsiteX334" fmla="*/ 1585488 w 2449768"/>
              <a:gd name="connsiteY334" fmla="*/ 823440 h 1050628"/>
              <a:gd name="connsiteX335" fmla="*/ 1591564 w 2449768"/>
              <a:gd name="connsiteY335" fmla="*/ 799135 h 1050628"/>
              <a:gd name="connsiteX336" fmla="*/ 1602577 w 2449768"/>
              <a:gd name="connsiteY336" fmla="*/ 796477 h 1050628"/>
              <a:gd name="connsiteX337" fmla="*/ 1104335 w 2449768"/>
              <a:gd name="connsiteY337" fmla="*/ 793438 h 1050628"/>
              <a:gd name="connsiteX338" fmla="*/ 1117627 w 2449768"/>
              <a:gd name="connsiteY338" fmla="*/ 802172 h 1050628"/>
              <a:gd name="connsiteX339" fmla="*/ 1111551 w 2449768"/>
              <a:gd name="connsiteY339" fmla="*/ 826477 h 1050628"/>
              <a:gd name="connsiteX340" fmla="*/ 1087246 w 2449768"/>
              <a:gd name="connsiteY340" fmla="*/ 820401 h 1050628"/>
              <a:gd name="connsiteX341" fmla="*/ 1093322 w 2449768"/>
              <a:gd name="connsiteY341" fmla="*/ 796096 h 1050628"/>
              <a:gd name="connsiteX342" fmla="*/ 1104335 w 2449768"/>
              <a:gd name="connsiteY342" fmla="*/ 793438 h 1050628"/>
              <a:gd name="connsiteX343" fmla="*/ 791415 w 2449768"/>
              <a:gd name="connsiteY343" fmla="*/ 793438 h 1050628"/>
              <a:gd name="connsiteX344" fmla="*/ 804707 w 2449768"/>
              <a:gd name="connsiteY344" fmla="*/ 802172 h 1050628"/>
              <a:gd name="connsiteX345" fmla="*/ 798631 w 2449768"/>
              <a:gd name="connsiteY345" fmla="*/ 826477 h 1050628"/>
              <a:gd name="connsiteX346" fmla="*/ 774326 w 2449768"/>
              <a:gd name="connsiteY346" fmla="*/ 820401 h 1050628"/>
              <a:gd name="connsiteX347" fmla="*/ 780402 w 2449768"/>
              <a:gd name="connsiteY347" fmla="*/ 796096 h 1050628"/>
              <a:gd name="connsiteX348" fmla="*/ 791415 w 2449768"/>
              <a:gd name="connsiteY348" fmla="*/ 793438 h 1050628"/>
              <a:gd name="connsiteX349" fmla="*/ 1371684 w 2449768"/>
              <a:gd name="connsiteY349" fmla="*/ 784324 h 1050628"/>
              <a:gd name="connsiteX350" fmla="*/ 1384976 w 2449768"/>
              <a:gd name="connsiteY350" fmla="*/ 793058 h 1050628"/>
              <a:gd name="connsiteX351" fmla="*/ 1378900 w 2449768"/>
              <a:gd name="connsiteY351" fmla="*/ 817363 h 1050628"/>
              <a:gd name="connsiteX352" fmla="*/ 1354595 w 2449768"/>
              <a:gd name="connsiteY352" fmla="*/ 811287 h 1050628"/>
              <a:gd name="connsiteX353" fmla="*/ 1360671 w 2449768"/>
              <a:gd name="connsiteY353" fmla="*/ 786982 h 1050628"/>
              <a:gd name="connsiteX354" fmla="*/ 1371684 w 2449768"/>
              <a:gd name="connsiteY354" fmla="*/ 784324 h 1050628"/>
              <a:gd name="connsiteX355" fmla="*/ 472418 w 2449768"/>
              <a:gd name="connsiteY355" fmla="*/ 781286 h 1050628"/>
              <a:gd name="connsiteX356" fmla="*/ 485710 w 2449768"/>
              <a:gd name="connsiteY356" fmla="*/ 790020 h 1050628"/>
              <a:gd name="connsiteX357" fmla="*/ 479634 w 2449768"/>
              <a:gd name="connsiteY357" fmla="*/ 814325 h 1050628"/>
              <a:gd name="connsiteX358" fmla="*/ 455329 w 2449768"/>
              <a:gd name="connsiteY358" fmla="*/ 808249 h 1050628"/>
              <a:gd name="connsiteX359" fmla="*/ 461405 w 2449768"/>
              <a:gd name="connsiteY359" fmla="*/ 783944 h 1050628"/>
              <a:gd name="connsiteX360" fmla="*/ 472418 w 2449768"/>
              <a:gd name="connsiteY360" fmla="*/ 781286 h 1050628"/>
              <a:gd name="connsiteX361" fmla="*/ 1803089 w 2449768"/>
              <a:gd name="connsiteY361" fmla="*/ 778248 h 1050628"/>
              <a:gd name="connsiteX362" fmla="*/ 1816381 w 2449768"/>
              <a:gd name="connsiteY362" fmla="*/ 786982 h 1050628"/>
              <a:gd name="connsiteX363" fmla="*/ 1810305 w 2449768"/>
              <a:gd name="connsiteY363" fmla="*/ 811287 h 1050628"/>
              <a:gd name="connsiteX364" fmla="*/ 1786000 w 2449768"/>
              <a:gd name="connsiteY364" fmla="*/ 805211 h 1050628"/>
              <a:gd name="connsiteX365" fmla="*/ 1792076 w 2449768"/>
              <a:gd name="connsiteY365" fmla="*/ 780906 h 1050628"/>
              <a:gd name="connsiteX366" fmla="*/ 1803089 w 2449768"/>
              <a:gd name="connsiteY366" fmla="*/ 778248 h 1050628"/>
              <a:gd name="connsiteX367" fmla="*/ 675968 w 2449768"/>
              <a:gd name="connsiteY367" fmla="*/ 772172 h 1050628"/>
              <a:gd name="connsiteX368" fmla="*/ 689260 w 2449768"/>
              <a:gd name="connsiteY368" fmla="*/ 780906 h 1050628"/>
              <a:gd name="connsiteX369" fmla="*/ 683184 w 2449768"/>
              <a:gd name="connsiteY369" fmla="*/ 805211 h 1050628"/>
              <a:gd name="connsiteX370" fmla="*/ 658879 w 2449768"/>
              <a:gd name="connsiteY370" fmla="*/ 799135 h 1050628"/>
              <a:gd name="connsiteX371" fmla="*/ 664955 w 2449768"/>
              <a:gd name="connsiteY371" fmla="*/ 774830 h 1050628"/>
              <a:gd name="connsiteX372" fmla="*/ 675968 w 2449768"/>
              <a:gd name="connsiteY372" fmla="*/ 772172 h 1050628"/>
              <a:gd name="connsiteX373" fmla="*/ 302287 w 2449768"/>
              <a:gd name="connsiteY373" fmla="*/ 769134 h 1050628"/>
              <a:gd name="connsiteX374" fmla="*/ 315579 w 2449768"/>
              <a:gd name="connsiteY374" fmla="*/ 777868 h 1050628"/>
              <a:gd name="connsiteX375" fmla="*/ 309503 w 2449768"/>
              <a:gd name="connsiteY375" fmla="*/ 802173 h 1050628"/>
              <a:gd name="connsiteX376" fmla="*/ 285198 w 2449768"/>
              <a:gd name="connsiteY376" fmla="*/ 796097 h 1050628"/>
              <a:gd name="connsiteX377" fmla="*/ 291274 w 2449768"/>
              <a:gd name="connsiteY377" fmla="*/ 771792 h 1050628"/>
              <a:gd name="connsiteX378" fmla="*/ 302287 w 2449768"/>
              <a:gd name="connsiteY378" fmla="*/ 769134 h 1050628"/>
              <a:gd name="connsiteX379" fmla="*/ 2313484 w 2449768"/>
              <a:gd name="connsiteY379" fmla="*/ 766096 h 1050628"/>
              <a:gd name="connsiteX380" fmla="*/ 2326775 w 2449768"/>
              <a:gd name="connsiteY380" fmla="*/ 774830 h 1050628"/>
              <a:gd name="connsiteX381" fmla="*/ 2320699 w 2449768"/>
              <a:gd name="connsiteY381" fmla="*/ 799135 h 1050628"/>
              <a:gd name="connsiteX382" fmla="*/ 2296395 w 2449768"/>
              <a:gd name="connsiteY382" fmla="*/ 793059 h 1050628"/>
              <a:gd name="connsiteX383" fmla="*/ 2302471 w 2449768"/>
              <a:gd name="connsiteY383" fmla="*/ 768754 h 1050628"/>
              <a:gd name="connsiteX384" fmla="*/ 2313484 w 2449768"/>
              <a:gd name="connsiteY384" fmla="*/ 766096 h 1050628"/>
              <a:gd name="connsiteX385" fmla="*/ 1921574 w 2449768"/>
              <a:gd name="connsiteY385" fmla="*/ 766096 h 1050628"/>
              <a:gd name="connsiteX386" fmla="*/ 1934865 w 2449768"/>
              <a:gd name="connsiteY386" fmla="*/ 774830 h 1050628"/>
              <a:gd name="connsiteX387" fmla="*/ 1928789 w 2449768"/>
              <a:gd name="connsiteY387" fmla="*/ 799135 h 1050628"/>
              <a:gd name="connsiteX388" fmla="*/ 1904485 w 2449768"/>
              <a:gd name="connsiteY388" fmla="*/ 793059 h 1050628"/>
              <a:gd name="connsiteX389" fmla="*/ 1910561 w 2449768"/>
              <a:gd name="connsiteY389" fmla="*/ 768754 h 1050628"/>
              <a:gd name="connsiteX390" fmla="*/ 1921574 w 2449768"/>
              <a:gd name="connsiteY390" fmla="*/ 766096 h 1050628"/>
              <a:gd name="connsiteX391" fmla="*/ 2176771 w 2449768"/>
              <a:gd name="connsiteY391" fmla="*/ 756982 h 1050628"/>
              <a:gd name="connsiteX392" fmla="*/ 2190062 w 2449768"/>
              <a:gd name="connsiteY392" fmla="*/ 765716 h 1050628"/>
              <a:gd name="connsiteX393" fmla="*/ 2183986 w 2449768"/>
              <a:gd name="connsiteY393" fmla="*/ 790021 h 1050628"/>
              <a:gd name="connsiteX394" fmla="*/ 2159682 w 2449768"/>
              <a:gd name="connsiteY394" fmla="*/ 783945 h 1050628"/>
              <a:gd name="connsiteX395" fmla="*/ 2165758 w 2449768"/>
              <a:gd name="connsiteY395" fmla="*/ 759640 h 1050628"/>
              <a:gd name="connsiteX396" fmla="*/ 2176771 w 2449768"/>
              <a:gd name="connsiteY396" fmla="*/ 756982 h 1050628"/>
              <a:gd name="connsiteX397" fmla="*/ 1702833 w 2449768"/>
              <a:gd name="connsiteY397" fmla="*/ 750906 h 1050628"/>
              <a:gd name="connsiteX398" fmla="*/ 1716125 w 2449768"/>
              <a:gd name="connsiteY398" fmla="*/ 759640 h 1050628"/>
              <a:gd name="connsiteX399" fmla="*/ 1710049 w 2449768"/>
              <a:gd name="connsiteY399" fmla="*/ 783945 h 1050628"/>
              <a:gd name="connsiteX400" fmla="*/ 1685744 w 2449768"/>
              <a:gd name="connsiteY400" fmla="*/ 777869 h 1050628"/>
              <a:gd name="connsiteX401" fmla="*/ 1691820 w 2449768"/>
              <a:gd name="connsiteY401" fmla="*/ 753564 h 1050628"/>
              <a:gd name="connsiteX402" fmla="*/ 1702833 w 2449768"/>
              <a:gd name="connsiteY402" fmla="*/ 750906 h 1050628"/>
              <a:gd name="connsiteX403" fmla="*/ 1210667 w 2449768"/>
              <a:gd name="connsiteY403" fmla="*/ 741791 h 1050628"/>
              <a:gd name="connsiteX404" fmla="*/ 1223959 w 2449768"/>
              <a:gd name="connsiteY404" fmla="*/ 750525 h 1050628"/>
              <a:gd name="connsiteX405" fmla="*/ 1217883 w 2449768"/>
              <a:gd name="connsiteY405" fmla="*/ 774830 h 1050628"/>
              <a:gd name="connsiteX406" fmla="*/ 1193578 w 2449768"/>
              <a:gd name="connsiteY406" fmla="*/ 768754 h 1050628"/>
              <a:gd name="connsiteX407" fmla="*/ 1199654 w 2449768"/>
              <a:gd name="connsiteY407" fmla="*/ 744449 h 1050628"/>
              <a:gd name="connsiteX408" fmla="*/ 1210667 w 2449768"/>
              <a:gd name="connsiteY408" fmla="*/ 741791 h 1050628"/>
              <a:gd name="connsiteX409" fmla="*/ 1450674 w 2449768"/>
              <a:gd name="connsiteY409" fmla="*/ 723563 h 1050628"/>
              <a:gd name="connsiteX410" fmla="*/ 1463966 w 2449768"/>
              <a:gd name="connsiteY410" fmla="*/ 732297 h 1050628"/>
              <a:gd name="connsiteX411" fmla="*/ 1457890 w 2449768"/>
              <a:gd name="connsiteY411" fmla="*/ 756602 h 1050628"/>
              <a:gd name="connsiteX412" fmla="*/ 1433585 w 2449768"/>
              <a:gd name="connsiteY412" fmla="*/ 750526 h 1050628"/>
              <a:gd name="connsiteX413" fmla="*/ 1439661 w 2449768"/>
              <a:gd name="connsiteY413" fmla="*/ 726221 h 1050628"/>
              <a:gd name="connsiteX414" fmla="*/ 1450674 w 2449768"/>
              <a:gd name="connsiteY414" fmla="*/ 723563 h 1050628"/>
              <a:gd name="connsiteX415" fmla="*/ 2021829 w 2449768"/>
              <a:gd name="connsiteY415" fmla="*/ 720525 h 1050628"/>
              <a:gd name="connsiteX416" fmla="*/ 2035121 w 2449768"/>
              <a:gd name="connsiteY416" fmla="*/ 729259 h 1050628"/>
              <a:gd name="connsiteX417" fmla="*/ 2029045 w 2449768"/>
              <a:gd name="connsiteY417" fmla="*/ 753564 h 1050628"/>
              <a:gd name="connsiteX418" fmla="*/ 2004740 w 2449768"/>
              <a:gd name="connsiteY418" fmla="*/ 747488 h 1050628"/>
              <a:gd name="connsiteX419" fmla="*/ 2010816 w 2449768"/>
              <a:gd name="connsiteY419" fmla="*/ 723183 h 1050628"/>
              <a:gd name="connsiteX420" fmla="*/ 2021829 w 2449768"/>
              <a:gd name="connsiteY420" fmla="*/ 720525 h 1050628"/>
              <a:gd name="connsiteX421" fmla="*/ 387352 w 2449768"/>
              <a:gd name="connsiteY421" fmla="*/ 720525 h 1050628"/>
              <a:gd name="connsiteX422" fmla="*/ 400644 w 2449768"/>
              <a:gd name="connsiteY422" fmla="*/ 729259 h 1050628"/>
              <a:gd name="connsiteX423" fmla="*/ 394568 w 2449768"/>
              <a:gd name="connsiteY423" fmla="*/ 753564 h 1050628"/>
              <a:gd name="connsiteX424" fmla="*/ 370263 w 2449768"/>
              <a:gd name="connsiteY424" fmla="*/ 747488 h 1050628"/>
              <a:gd name="connsiteX425" fmla="*/ 376339 w 2449768"/>
              <a:gd name="connsiteY425" fmla="*/ 723183 h 1050628"/>
              <a:gd name="connsiteX426" fmla="*/ 387352 w 2449768"/>
              <a:gd name="connsiteY426" fmla="*/ 720525 h 1050628"/>
              <a:gd name="connsiteX427" fmla="*/ 1049650 w 2449768"/>
              <a:gd name="connsiteY427" fmla="*/ 702297 h 1050628"/>
              <a:gd name="connsiteX428" fmla="*/ 1062942 w 2449768"/>
              <a:gd name="connsiteY428" fmla="*/ 711031 h 1050628"/>
              <a:gd name="connsiteX429" fmla="*/ 1056866 w 2449768"/>
              <a:gd name="connsiteY429" fmla="*/ 735336 h 1050628"/>
              <a:gd name="connsiteX430" fmla="*/ 1032561 w 2449768"/>
              <a:gd name="connsiteY430" fmla="*/ 729260 h 1050628"/>
              <a:gd name="connsiteX431" fmla="*/ 1038637 w 2449768"/>
              <a:gd name="connsiteY431" fmla="*/ 704955 h 1050628"/>
              <a:gd name="connsiteX432" fmla="*/ 1049650 w 2449768"/>
              <a:gd name="connsiteY432" fmla="*/ 702297 h 1050628"/>
              <a:gd name="connsiteX433" fmla="*/ 931165 w 2449768"/>
              <a:gd name="connsiteY433" fmla="*/ 702297 h 1050628"/>
              <a:gd name="connsiteX434" fmla="*/ 944457 w 2449768"/>
              <a:gd name="connsiteY434" fmla="*/ 711031 h 1050628"/>
              <a:gd name="connsiteX435" fmla="*/ 938381 w 2449768"/>
              <a:gd name="connsiteY435" fmla="*/ 735336 h 1050628"/>
              <a:gd name="connsiteX436" fmla="*/ 914076 w 2449768"/>
              <a:gd name="connsiteY436" fmla="*/ 729260 h 1050628"/>
              <a:gd name="connsiteX437" fmla="*/ 920152 w 2449768"/>
              <a:gd name="connsiteY437" fmla="*/ 704955 h 1050628"/>
              <a:gd name="connsiteX438" fmla="*/ 931165 w 2449768"/>
              <a:gd name="connsiteY438" fmla="*/ 702297 h 1050628"/>
              <a:gd name="connsiteX439" fmla="*/ 1547892 w 2449768"/>
              <a:gd name="connsiteY439" fmla="*/ 699259 h 1050628"/>
              <a:gd name="connsiteX440" fmla="*/ 1561184 w 2449768"/>
              <a:gd name="connsiteY440" fmla="*/ 707993 h 1050628"/>
              <a:gd name="connsiteX441" fmla="*/ 1555108 w 2449768"/>
              <a:gd name="connsiteY441" fmla="*/ 732298 h 1050628"/>
              <a:gd name="connsiteX442" fmla="*/ 1530803 w 2449768"/>
              <a:gd name="connsiteY442" fmla="*/ 726222 h 1050628"/>
              <a:gd name="connsiteX443" fmla="*/ 1536879 w 2449768"/>
              <a:gd name="connsiteY443" fmla="*/ 701917 h 1050628"/>
              <a:gd name="connsiteX444" fmla="*/ 1547892 w 2449768"/>
              <a:gd name="connsiteY444" fmla="*/ 699259 h 1050628"/>
              <a:gd name="connsiteX445" fmla="*/ 1313961 w 2449768"/>
              <a:gd name="connsiteY445" fmla="*/ 699259 h 1050628"/>
              <a:gd name="connsiteX446" fmla="*/ 1327253 w 2449768"/>
              <a:gd name="connsiteY446" fmla="*/ 707993 h 1050628"/>
              <a:gd name="connsiteX447" fmla="*/ 1321177 w 2449768"/>
              <a:gd name="connsiteY447" fmla="*/ 732298 h 1050628"/>
              <a:gd name="connsiteX448" fmla="*/ 1296872 w 2449768"/>
              <a:gd name="connsiteY448" fmla="*/ 726222 h 1050628"/>
              <a:gd name="connsiteX449" fmla="*/ 1302948 w 2449768"/>
              <a:gd name="connsiteY449" fmla="*/ 701917 h 1050628"/>
              <a:gd name="connsiteX450" fmla="*/ 1313961 w 2449768"/>
              <a:gd name="connsiteY450" fmla="*/ 699259 h 1050628"/>
              <a:gd name="connsiteX451" fmla="*/ 2413739 w 2449768"/>
              <a:gd name="connsiteY451" fmla="*/ 696220 h 1050628"/>
              <a:gd name="connsiteX452" fmla="*/ 2427031 w 2449768"/>
              <a:gd name="connsiteY452" fmla="*/ 704954 h 1050628"/>
              <a:gd name="connsiteX453" fmla="*/ 2420955 w 2449768"/>
              <a:gd name="connsiteY453" fmla="*/ 729259 h 1050628"/>
              <a:gd name="connsiteX454" fmla="*/ 2396650 w 2449768"/>
              <a:gd name="connsiteY454" fmla="*/ 723183 h 1050628"/>
              <a:gd name="connsiteX455" fmla="*/ 2402726 w 2449768"/>
              <a:gd name="connsiteY455" fmla="*/ 698878 h 1050628"/>
              <a:gd name="connsiteX456" fmla="*/ 2413739 w 2449768"/>
              <a:gd name="connsiteY456" fmla="*/ 696220 h 1050628"/>
              <a:gd name="connsiteX457" fmla="*/ 551408 w 2449768"/>
              <a:gd name="connsiteY457" fmla="*/ 690144 h 1050628"/>
              <a:gd name="connsiteX458" fmla="*/ 564699 w 2449768"/>
              <a:gd name="connsiteY458" fmla="*/ 698878 h 1050628"/>
              <a:gd name="connsiteX459" fmla="*/ 558623 w 2449768"/>
              <a:gd name="connsiteY459" fmla="*/ 723183 h 1050628"/>
              <a:gd name="connsiteX460" fmla="*/ 534319 w 2449768"/>
              <a:gd name="connsiteY460" fmla="*/ 717107 h 1050628"/>
              <a:gd name="connsiteX461" fmla="*/ 540395 w 2449768"/>
              <a:gd name="connsiteY461" fmla="*/ 692802 h 1050628"/>
              <a:gd name="connsiteX462" fmla="*/ 551408 w 2449768"/>
              <a:gd name="connsiteY462" fmla="*/ 690144 h 1050628"/>
              <a:gd name="connsiteX463" fmla="*/ 830909 w 2449768"/>
              <a:gd name="connsiteY463" fmla="*/ 684068 h 1050628"/>
              <a:gd name="connsiteX464" fmla="*/ 844201 w 2449768"/>
              <a:gd name="connsiteY464" fmla="*/ 692802 h 1050628"/>
              <a:gd name="connsiteX465" fmla="*/ 838125 w 2449768"/>
              <a:gd name="connsiteY465" fmla="*/ 717107 h 1050628"/>
              <a:gd name="connsiteX466" fmla="*/ 813820 w 2449768"/>
              <a:gd name="connsiteY466" fmla="*/ 711031 h 1050628"/>
              <a:gd name="connsiteX467" fmla="*/ 819896 w 2449768"/>
              <a:gd name="connsiteY467" fmla="*/ 686726 h 1050628"/>
              <a:gd name="connsiteX468" fmla="*/ 830909 w 2449768"/>
              <a:gd name="connsiteY468" fmla="*/ 684068 h 1050628"/>
              <a:gd name="connsiteX469" fmla="*/ 730653 w 2449768"/>
              <a:gd name="connsiteY469" fmla="*/ 677992 h 1050628"/>
              <a:gd name="connsiteX470" fmla="*/ 743945 w 2449768"/>
              <a:gd name="connsiteY470" fmla="*/ 686726 h 1050628"/>
              <a:gd name="connsiteX471" fmla="*/ 737869 w 2449768"/>
              <a:gd name="connsiteY471" fmla="*/ 711031 h 1050628"/>
              <a:gd name="connsiteX472" fmla="*/ 713564 w 2449768"/>
              <a:gd name="connsiteY472" fmla="*/ 704955 h 1050628"/>
              <a:gd name="connsiteX473" fmla="*/ 719640 w 2449768"/>
              <a:gd name="connsiteY473" fmla="*/ 680650 h 1050628"/>
              <a:gd name="connsiteX474" fmla="*/ 730653 w 2449768"/>
              <a:gd name="connsiteY474" fmla="*/ 677992 h 1050628"/>
              <a:gd name="connsiteX475" fmla="*/ 2228418 w 2449768"/>
              <a:gd name="connsiteY475" fmla="*/ 671916 h 1050628"/>
              <a:gd name="connsiteX476" fmla="*/ 2241710 w 2449768"/>
              <a:gd name="connsiteY476" fmla="*/ 680650 h 1050628"/>
              <a:gd name="connsiteX477" fmla="*/ 2235634 w 2449768"/>
              <a:gd name="connsiteY477" fmla="*/ 704955 h 1050628"/>
              <a:gd name="connsiteX478" fmla="*/ 2211329 w 2449768"/>
              <a:gd name="connsiteY478" fmla="*/ 698879 h 1050628"/>
              <a:gd name="connsiteX479" fmla="*/ 2217405 w 2449768"/>
              <a:gd name="connsiteY479" fmla="*/ 674574 h 1050628"/>
              <a:gd name="connsiteX480" fmla="*/ 2228418 w 2449768"/>
              <a:gd name="connsiteY480" fmla="*/ 671916 h 1050628"/>
              <a:gd name="connsiteX481" fmla="*/ 1839546 w 2449768"/>
              <a:gd name="connsiteY481" fmla="*/ 671916 h 1050628"/>
              <a:gd name="connsiteX482" fmla="*/ 1852838 w 2449768"/>
              <a:gd name="connsiteY482" fmla="*/ 680650 h 1050628"/>
              <a:gd name="connsiteX483" fmla="*/ 1846762 w 2449768"/>
              <a:gd name="connsiteY483" fmla="*/ 704955 h 1050628"/>
              <a:gd name="connsiteX484" fmla="*/ 1822457 w 2449768"/>
              <a:gd name="connsiteY484" fmla="*/ 698879 h 1050628"/>
              <a:gd name="connsiteX485" fmla="*/ 1828533 w 2449768"/>
              <a:gd name="connsiteY485" fmla="*/ 674574 h 1050628"/>
              <a:gd name="connsiteX486" fmla="*/ 1839546 w 2449768"/>
              <a:gd name="connsiteY486" fmla="*/ 671916 h 1050628"/>
              <a:gd name="connsiteX487" fmla="*/ 2109933 w 2449768"/>
              <a:gd name="connsiteY487" fmla="*/ 656726 h 1050628"/>
              <a:gd name="connsiteX488" fmla="*/ 2123225 w 2449768"/>
              <a:gd name="connsiteY488" fmla="*/ 665460 h 1050628"/>
              <a:gd name="connsiteX489" fmla="*/ 2117149 w 2449768"/>
              <a:gd name="connsiteY489" fmla="*/ 689765 h 1050628"/>
              <a:gd name="connsiteX490" fmla="*/ 2092844 w 2449768"/>
              <a:gd name="connsiteY490" fmla="*/ 683689 h 1050628"/>
              <a:gd name="connsiteX491" fmla="*/ 2098920 w 2449768"/>
              <a:gd name="connsiteY491" fmla="*/ 659384 h 1050628"/>
              <a:gd name="connsiteX492" fmla="*/ 2109933 w 2449768"/>
              <a:gd name="connsiteY492" fmla="*/ 656726 h 1050628"/>
              <a:gd name="connsiteX493" fmla="*/ 1632957 w 2449768"/>
              <a:gd name="connsiteY493" fmla="*/ 656726 h 1050628"/>
              <a:gd name="connsiteX494" fmla="*/ 1646249 w 2449768"/>
              <a:gd name="connsiteY494" fmla="*/ 665460 h 1050628"/>
              <a:gd name="connsiteX495" fmla="*/ 1640173 w 2449768"/>
              <a:gd name="connsiteY495" fmla="*/ 689765 h 1050628"/>
              <a:gd name="connsiteX496" fmla="*/ 1615868 w 2449768"/>
              <a:gd name="connsiteY496" fmla="*/ 683689 h 1050628"/>
              <a:gd name="connsiteX497" fmla="*/ 1621944 w 2449768"/>
              <a:gd name="connsiteY497" fmla="*/ 659384 h 1050628"/>
              <a:gd name="connsiteX498" fmla="*/ 1632957 w 2449768"/>
              <a:gd name="connsiteY498" fmla="*/ 656726 h 1050628"/>
              <a:gd name="connsiteX499" fmla="*/ 1165096 w 2449768"/>
              <a:gd name="connsiteY499" fmla="*/ 656726 h 1050628"/>
              <a:gd name="connsiteX500" fmla="*/ 1178387 w 2449768"/>
              <a:gd name="connsiteY500" fmla="*/ 665460 h 1050628"/>
              <a:gd name="connsiteX501" fmla="*/ 1172311 w 2449768"/>
              <a:gd name="connsiteY501" fmla="*/ 689765 h 1050628"/>
              <a:gd name="connsiteX502" fmla="*/ 1148007 w 2449768"/>
              <a:gd name="connsiteY502" fmla="*/ 683689 h 1050628"/>
              <a:gd name="connsiteX503" fmla="*/ 1154083 w 2449768"/>
              <a:gd name="connsiteY503" fmla="*/ 659384 h 1050628"/>
              <a:gd name="connsiteX504" fmla="*/ 1165096 w 2449768"/>
              <a:gd name="connsiteY504" fmla="*/ 656726 h 1050628"/>
              <a:gd name="connsiteX505" fmla="*/ 1948916 w 2449768"/>
              <a:gd name="connsiteY505" fmla="*/ 653688 h 1050628"/>
              <a:gd name="connsiteX506" fmla="*/ 1962208 w 2449768"/>
              <a:gd name="connsiteY506" fmla="*/ 662422 h 1050628"/>
              <a:gd name="connsiteX507" fmla="*/ 1956132 w 2449768"/>
              <a:gd name="connsiteY507" fmla="*/ 686727 h 1050628"/>
              <a:gd name="connsiteX508" fmla="*/ 1931827 w 2449768"/>
              <a:gd name="connsiteY508" fmla="*/ 680651 h 1050628"/>
              <a:gd name="connsiteX509" fmla="*/ 1937903 w 2449768"/>
              <a:gd name="connsiteY509" fmla="*/ 656346 h 1050628"/>
              <a:gd name="connsiteX510" fmla="*/ 1948916 w 2449768"/>
              <a:gd name="connsiteY510" fmla="*/ 653688 h 1050628"/>
              <a:gd name="connsiteX511" fmla="*/ 2328673 w 2449768"/>
              <a:gd name="connsiteY511" fmla="*/ 647611 h 1050628"/>
              <a:gd name="connsiteX512" fmla="*/ 2341965 w 2449768"/>
              <a:gd name="connsiteY512" fmla="*/ 656345 h 1050628"/>
              <a:gd name="connsiteX513" fmla="*/ 2335889 w 2449768"/>
              <a:gd name="connsiteY513" fmla="*/ 680650 h 1050628"/>
              <a:gd name="connsiteX514" fmla="*/ 2311584 w 2449768"/>
              <a:gd name="connsiteY514" fmla="*/ 674574 h 1050628"/>
              <a:gd name="connsiteX515" fmla="*/ 2317660 w 2449768"/>
              <a:gd name="connsiteY515" fmla="*/ 650269 h 1050628"/>
              <a:gd name="connsiteX516" fmla="*/ 2328673 w 2449768"/>
              <a:gd name="connsiteY516" fmla="*/ 647611 h 1050628"/>
              <a:gd name="connsiteX517" fmla="*/ 639512 w 2449768"/>
              <a:gd name="connsiteY517" fmla="*/ 641535 h 1050628"/>
              <a:gd name="connsiteX518" fmla="*/ 652804 w 2449768"/>
              <a:gd name="connsiteY518" fmla="*/ 650269 h 1050628"/>
              <a:gd name="connsiteX519" fmla="*/ 646728 w 2449768"/>
              <a:gd name="connsiteY519" fmla="*/ 674574 h 1050628"/>
              <a:gd name="connsiteX520" fmla="*/ 622423 w 2449768"/>
              <a:gd name="connsiteY520" fmla="*/ 668498 h 1050628"/>
              <a:gd name="connsiteX521" fmla="*/ 628499 w 2449768"/>
              <a:gd name="connsiteY521" fmla="*/ 644193 h 1050628"/>
              <a:gd name="connsiteX522" fmla="*/ 639512 w 2449768"/>
              <a:gd name="connsiteY522" fmla="*/ 641535 h 1050628"/>
              <a:gd name="connsiteX523" fmla="*/ 451152 w 2449768"/>
              <a:gd name="connsiteY523" fmla="*/ 641535 h 1050628"/>
              <a:gd name="connsiteX524" fmla="*/ 464444 w 2449768"/>
              <a:gd name="connsiteY524" fmla="*/ 650269 h 1050628"/>
              <a:gd name="connsiteX525" fmla="*/ 458368 w 2449768"/>
              <a:gd name="connsiteY525" fmla="*/ 674574 h 1050628"/>
              <a:gd name="connsiteX526" fmla="*/ 434063 w 2449768"/>
              <a:gd name="connsiteY526" fmla="*/ 668498 h 1050628"/>
              <a:gd name="connsiteX527" fmla="*/ 440139 w 2449768"/>
              <a:gd name="connsiteY527" fmla="*/ 644193 h 1050628"/>
              <a:gd name="connsiteX528" fmla="*/ 451152 w 2449768"/>
              <a:gd name="connsiteY528" fmla="*/ 641535 h 1050628"/>
              <a:gd name="connsiteX529" fmla="*/ 1739291 w 2449768"/>
              <a:gd name="connsiteY529" fmla="*/ 638497 h 1050628"/>
              <a:gd name="connsiteX530" fmla="*/ 1752582 w 2449768"/>
              <a:gd name="connsiteY530" fmla="*/ 647231 h 1050628"/>
              <a:gd name="connsiteX531" fmla="*/ 1746506 w 2449768"/>
              <a:gd name="connsiteY531" fmla="*/ 671536 h 1050628"/>
              <a:gd name="connsiteX532" fmla="*/ 1722201 w 2449768"/>
              <a:gd name="connsiteY532" fmla="*/ 665460 h 1050628"/>
              <a:gd name="connsiteX533" fmla="*/ 1728277 w 2449768"/>
              <a:gd name="connsiteY533" fmla="*/ 641155 h 1050628"/>
              <a:gd name="connsiteX534" fmla="*/ 1739291 w 2449768"/>
              <a:gd name="connsiteY534" fmla="*/ 638497 h 1050628"/>
              <a:gd name="connsiteX535" fmla="*/ 1429407 w 2449768"/>
              <a:gd name="connsiteY535" fmla="*/ 623307 h 1050628"/>
              <a:gd name="connsiteX536" fmla="*/ 1442699 w 2449768"/>
              <a:gd name="connsiteY536" fmla="*/ 632041 h 1050628"/>
              <a:gd name="connsiteX537" fmla="*/ 1436623 w 2449768"/>
              <a:gd name="connsiteY537" fmla="*/ 656346 h 1050628"/>
              <a:gd name="connsiteX538" fmla="*/ 1412318 w 2449768"/>
              <a:gd name="connsiteY538" fmla="*/ 650270 h 1050628"/>
              <a:gd name="connsiteX539" fmla="*/ 1418394 w 2449768"/>
              <a:gd name="connsiteY539" fmla="*/ 625965 h 1050628"/>
              <a:gd name="connsiteX540" fmla="*/ 1429407 w 2449768"/>
              <a:gd name="connsiteY540" fmla="*/ 623307 h 1050628"/>
              <a:gd name="connsiteX541" fmla="*/ 991927 w 2449768"/>
              <a:gd name="connsiteY541" fmla="*/ 614193 h 1050628"/>
              <a:gd name="connsiteX542" fmla="*/ 1005219 w 2449768"/>
              <a:gd name="connsiteY542" fmla="*/ 622927 h 1050628"/>
              <a:gd name="connsiteX543" fmla="*/ 999143 w 2449768"/>
              <a:gd name="connsiteY543" fmla="*/ 647232 h 1050628"/>
              <a:gd name="connsiteX544" fmla="*/ 974838 w 2449768"/>
              <a:gd name="connsiteY544" fmla="*/ 641156 h 1050628"/>
              <a:gd name="connsiteX545" fmla="*/ 980914 w 2449768"/>
              <a:gd name="connsiteY545" fmla="*/ 616851 h 1050628"/>
              <a:gd name="connsiteX546" fmla="*/ 991927 w 2449768"/>
              <a:gd name="connsiteY546" fmla="*/ 614193 h 1050628"/>
              <a:gd name="connsiteX547" fmla="*/ 1244086 w 2449768"/>
              <a:gd name="connsiteY547" fmla="*/ 589888 h 1050628"/>
              <a:gd name="connsiteX548" fmla="*/ 1257378 w 2449768"/>
              <a:gd name="connsiteY548" fmla="*/ 598622 h 1050628"/>
              <a:gd name="connsiteX549" fmla="*/ 1251302 w 2449768"/>
              <a:gd name="connsiteY549" fmla="*/ 622927 h 1050628"/>
              <a:gd name="connsiteX550" fmla="*/ 1226997 w 2449768"/>
              <a:gd name="connsiteY550" fmla="*/ 616851 h 1050628"/>
              <a:gd name="connsiteX551" fmla="*/ 1233073 w 2449768"/>
              <a:gd name="connsiteY551" fmla="*/ 592546 h 1050628"/>
              <a:gd name="connsiteX552" fmla="*/ 1244086 w 2449768"/>
              <a:gd name="connsiteY552" fmla="*/ 589888 h 1050628"/>
              <a:gd name="connsiteX553" fmla="*/ 1332189 w 2449768"/>
              <a:gd name="connsiteY553" fmla="*/ 586850 h 1050628"/>
              <a:gd name="connsiteX554" fmla="*/ 1345481 w 2449768"/>
              <a:gd name="connsiteY554" fmla="*/ 595584 h 1050628"/>
              <a:gd name="connsiteX555" fmla="*/ 1339405 w 2449768"/>
              <a:gd name="connsiteY555" fmla="*/ 619889 h 1050628"/>
              <a:gd name="connsiteX556" fmla="*/ 1315100 w 2449768"/>
              <a:gd name="connsiteY556" fmla="*/ 613813 h 1050628"/>
              <a:gd name="connsiteX557" fmla="*/ 1321176 w 2449768"/>
              <a:gd name="connsiteY557" fmla="*/ 589508 h 1050628"/>
              <a:gd name="connsiteX558" fmla="*/ 1332189 w 2449768"/>
              <a:gd name="connsiteY558" fmla="*/ 586850 h 1050628"/>
              <a:gd name="connsiteX559" fmla="*/ 867366 w 2449768"/>
              <a:gd name="connsiteY559" fmla="*/ 583812 h 1050628"/>
              <a:gd name="connsiteX560" fmla="*/ 880658 w 2449768"/>
              <a:gd name="connsiteY560" fmla="*/ 592546 h 1050628"/>
              <a:gd name="connsiteX561" fmla="*/ 874582 w 2449768"/>
              <a:gd name="connsiteY561" fmla="*/ 616851 h 1050628"/>
              <a:gd name="connsiteX562" fmla="*/ 850277 w 2449768"/>
              <a:gd name="connsiteY562" fmla="*/ 610775 h 1050628"/>
              <a:gd name="connsiteX563" fmla="*/ 856353 w 2449768"/>
              <a:gd name="connsiteY563" fmla="*/ 586470 h 1050628"/>
              <a:gd name="connsiteX564" fmla="*/ 867366 w 2449768"/>
              <a:gd name="connsiteY564" fmla="*/ 583812 h 1050628"/>
              <a:gd name="connsiteX565" fmla="*/ 2222342 w 2449768"/>
              <a:gd name="connsiteY565" fmla="*/ 576217 h 1050628"/>
              <a:gd name="connsiteX566" fmla="*/ 2235633 w 2449768"/>
              <a:gd name="connsiteY566" fmla="*/ 586470 h 1050628"/>
              <a:gd name="connsiteX567" fmla="*/ 2229557 w 2449768"/>
              <a:gd name="connsiteY567" fmla="*/ 610775 h 1050628"/>
              <a:gd name="connsiteX568" fmla="*/ 2205253 w 2449768"/>
              <a:gd name="connsiteY568" fmla="*/ 604698 h 1050628"/>
              <a:gd name="connsiteX569" fmla="*/ 2211329 w 2449768"/>
              <a:gd name="connsiteY569" fmla="*/ 577356 h 1050628"/>
              <a:gd name="connsiteX570" fmla="*/ 2222342 w 2449768"/>
              <a:gd name="connsiteY570" fmla="*/ 576217 h 1050628"/>
              <a:gd name="connsiteX571" fmla="*/ 1092183 w 2449768"/>
              <a:gd name="connsiteY571" fmla="*/ 571660 h 1050628"/>
              <a:gd name="connsiteX572" fmla="*/ 1105475 w 2449768"/>
              <a:gd name="connsiteY572" fmla="*/ 580394 h 1050628"/>
              <a:gd name="connsiteX573" fmla="*/ 1099399 w 2449768"/>
              <a:gd name="connsiteY573" fmla="*/ 604699 h 1050628"/>
              <a:gd name="connsiteX574" fmla="*/ 1075094 w 2449768"/>
              <a:gd name="connsiteY574" fmla="*/ 598623 h 1050628"/>
              <a:gd name="connsiteX575" fmla="*/ 1081170 w 2449768"/>
              <a:gd name="connsiteY575" fmla="*/ 574318 h 1050628"/>
              <a:gd name="connsiteX576" fmla="*/ 1092183 w 2449768"/>
              <a:gd name="connsiteY576" fmla="*/ 571660 h 1050628"/>
              <a:gd name="connsiteX577" fmla="*/ 2000563 w 2449768"/>
              <a:gd name="connsiteY577" fmla="*/ 568622 h 1050628"/>
              <a:gd name="connsiteX578" fmla="*/ 2013855 w 2449768"/>
              <a:gd name="connsiteY578" fmla="*/ 577356 h 1050628"/>
              <a:gd name="connsiteX579" fmla="*/ 2007779 w 2449768"/>
              <a:gd name="connsiteY579" fmla="*/ 601661 h 1050628"/>
              <a:gd name="connsiteX580" fmla="*/ 1983474 w 2449768"/>
              <a:gd name="connsiteY580" fmla="*/ 595585 h 1050628"/>
              <a:gd name="connsiteX581" fmla="*/ 1989550 w 2449768"/>
              <a:gd name="connsiteY581" fmla="*/ 571280 h 1050628"/>
              <a:gd name="connsiteX582" fmla="*/ 2000563 w 2449768"/>
              <a:gd name="connsiteY582" fmla="*/ 568622 h 1050628"/>
              <a:gd name="connsiteX583" fmla="*/ 745844 w 2449768"/>
              <a:gd name="connsiteY583" fmla="*/ 568622 h 1050628"/>
              <a:gd name="connsiteX584" fmla="*/ 759136 w 2449768"/>
              <a:gd name="connsiteY584" fmla="*/ 577356 h 1050628"/>
              <a:gd name="connsiteX585" fmla="*/ 753060 w 2449768"/>
              <a:gd name="connsiteY585" fmla="*/ 601661 h 1050628"/>
              <a:gd name="connsiteX586" fmla="*/ 728755 w 2449768"/>
              <a:gd name="connsiteY586" fmla="*/ 595585 h 1050628"/>
              <a:gd name="connsiteX587" fmla="*/ 734831 w 2449768"/>
              <a:gd name="connsiteY587" fmla="*/ 571280 h 1050628"/>
              <a:gd name="connsiteX588" fmla="*/ 745844 w 2449768"/>
              <a:gd name="connsiteY588" fmla="*/ 568622 h 1050628"/>
              <a:gd name="connsiteX589" fmla="*/ 533179 w 2449768"/>
              <a:gd name="connsiteY589" fmla="*/ 568622 h 1050628"/>
              <a:gd name="connsiteX590" fmla="*/ 546471 w 2449768"/>
              <a:gd name="connsiteY590" fmla="*/ 577356 h 1050628"/>
              <a:gd name="connsiteX591" fmla="*/ 540395 w 2449768"/>
              <a:gd name="connsiteY591" fmla="*/ 601661 h 1050628"/>
              <a:gd name="connsiteX592" fmla="*/ 516090 w 2449768"/>
              <a:gd name="connsiteY592" fmla="*/ 595585 h 1050628"/>
              <a:gd name="connsiteX593" fmla="*/ 522166 w 2449768"/>
              <a:gd name="connsiteY593" fmla="*/ 571280 h 1050628"/>
              <a:gd name="connsiteX594" fmla="*/ 533179 w 2449768"/>
              <a:gd name="connsiteY594" fmla="*/ 568622 h 1050628"/>
              <a:gd name="connsiteX595" fmla="*/ 1866889 w 2449768"/>
              <a:gd name="connsiteY595" fmla="*/ 565584 h 1050628"/>
              <a:gd name="connsiteX596" fmla="*/ 1880180 w 2449768"/>
              <a:gd name="connsiteY596" fmla="*/ 574318 h 1050628"/>
              <a:gd name="connsiteX597" fmla="*/ 1874104 w 2449768"/>
              <a:gd name="connsiteY597" fmla="*/ 598623 h 1050628"/>
              <a:gd name="connsiteX598" fmla="*/ 1849800 w 2449768"/>
              <a:gd name="connsiteY598" fmla="*/ 592547 h 1050628"/>
              <a:gd name="connsiteX599" fmla="*/ 1855876 w 2449768"/>
              <a:gd name="connsiteY599" fmla="*/ 568242 h 1050628"/>
              <a:gd name="connsiteX600" fmla="*/ 1866889 w 2449768"/>
              <a:gd name="connsiteY600" fmla="*/ 565584 h 1050628"/>
              <a:gd name="connsiteX601" fmla="*/ 1508397 w 2449768"/>
              <a:gd name="connsiteY601" fmla="*/ 565584 h 1050628"/>
              <a:gd name="connsiteX602" fmla="*/ 1521689 w 2449768"/>
              <a:gd name="connsiteY602" fmla="*/ 574318 h 1050628"/>
              <a:gd name="connsiteX603" fmla="*/ 1515613 w 2449768"/>
              <a:gd name="connsiteY603" fmla="*/ 598623 h 1050628"/>
              <a:gd name="connsiteX604" fmla="*/ 1491308 w 2449768"/>
              <a:gd name="connsiteY604" fmla="*/ 592547 h 1050628"/>
              <a:gd name="connsiteX605" fmla="*/ 1497384 w 2449768"/>
              <a:gd name="connsiteY605" fmla="*/ 568242 h 1050628"/>
              <a:gd name="connsiteX606" fmla="*/ 1508397 w 2449768"/>
              <a:gd name="connsiteY606" fmla="*/ 565584 h 1050628"/>
              <a:gd name="connsiteX607" fmla="*/ 2365130 w 2449768"/>
              <a:gd name="connsiteY607" fmla="*/ 556470 h 1050628"/>
              <a:gd name="connsiteX608" fmla="*/ 2378422 w 2449768"/>
              <a:gd name="connsiteY608" fmla="*/ 565204 h 1050628"/>
              <a:gd name="connsiteX609" fmla="*/ 2372346 w 2449768"/>
              <a:gd name="connsiteY609" fmla="*/ 589509 h 1050628"/>
              <a:gd name="connsiteX610" fmla="*/ 2348041 w 2449768"/>
              <a:gd name="connsiteY610" fmla="*/ 583433 h 1050628"/>
              <a:gd name="connsiteX611" fmla="*/ 2354117 w 2449768"/>
              <a:gd name="connsiteY611" fmla="*/ 559128 h 1050628"/>
              <a:gd name="connsiteX612" fmla="*/ 2365130 w 2449768"/>
              <a:gd name="connsiteY612" fmla="*/ 556470 h 1050628"/>
              <a:gd name="connsiteX613" fmla="*/ 1620805 w 2449768"/>
              <a:gd name="connsiteY613" fmla="*/ 550394 h 1050628"/>
              <a:gd name="connsiteX614" fmla="*/ 1634097 w 2449768"/>
              <a:gd name="connsiteY614" fmla="*/ 559128 h 1050628"/>
              <a:gd name="connsiteX615" fmla="*/ 1628021 w 2449768"/>
              <a:gd name="connsiteY615" fmla="*/ 583433 h 1050628"/>
              <a:gd name="connsiteX616" fmla="*/ 1603716 w 2449768"/>
              <a:gd name="connsiteY616" fmla="*/ 577357 h 1050628"/>
              <a:gd name="connsiteX617" fmla="*/ 1609792 w 2449768"/>
              <a:gd name="connsiteY617" fmla="*/ 553052 h 1050628"/>
              <a:gd name="connsiteX618" fmla="*/ 1620805 w 2449768"/>
              <a:gd name="connsiteY618" fmla="*/ 550394 h 1050628"/>
              <a:gd name="connsiteX619" fmla="*/ 2097781 w 2449768"/>
              <a:gd name="connsiteY619" fmla="*/ 544317 h 1050628"/>
              <a:gd name="connsiteX620" fmla="*/ 2111073 w 2449768"/>
              <a:gd name="connsiteY620" fmla="*/ 553051 h 1050628"/>
              <a:gd name="connsiteX621" fmla="*/ 2104997 w 2449768"/>
              <a:gd name="connsiteY621" fmla="*/ 577356 h 1050628"/>
              <a:gd name="connsiteX622" fmla="*/ 2080692 w 2449768"/>
              <a:gd name="connsiteY622" fmla="*/ 571280 h 1050628"/>
              <a:gd name="connsiteX623" fmla="*/ 2086768 w 2449768"/>
              <a:gd name="connsiteY623" fmla="*/ 546975 h 1050628"/>
              <a:gd name="connsiteX624" fmla="*/ 2097781 w 2449768"/>
              <a:gd name="connsiteY624" fmla="*/ 544317 h 1050628"/>
              <a:gd name="connsiteX625" fmla="*/ 1745366 w 2449768"/>
              <a:gd name="connsiteY625" fmla="*/ 538241 h 1050628"/>
              <a:gd name="connsiteX626" fmla="*/ 1758658 w 2449768"/>
              <a:gd name="connsiteY626" fmla="*/ 546975 h 1050628"/>
              <a:gd name="connsiteX627" fmla="*/ 1752582 w 2449768"/>
              <a:gd name="connsiteY627" fmla="*/ 571280 h 1050628"/>
              <a:gd name="connsiteX628" fmla="*/ 1728277 w 2449768"/>
              <a:gd name="connsiteY628" fmla="*/ 565204 h 1050628"/>
              <a:gd name="connsiteX629" fmla="*/ 1734353 w 2449768"/>
              <a:gd name="connsiteY629" fmla="*/ 540899 h 1050628"/>
              <a:gd name="connsiteX630" fmla="*/ 1745366 w 2449768"/>
              <a:gd name="connsiteY630" fmla="*/ 538241 h 1050628"/>
              <a:gd name="connsiteX631" fmla="*/ 624322 w 2449768"/>
              <a:gd name="connsiteY631" fmla="*/ 529127 h 1050628"/>
              <a:gd name="connsiteX632" fmla="*/ 637613 w 2449768"/>
              <a:gd name="connsiteY632" fmla="*/ 537861 h 1050628"/>
              <a:gd name="connsiteX633" fmla="*/ 631537 w 2449768"/>
              <a:gd name="connsiteY633" fmla="*/ 562166 h 1050628"/>
              <a:gd name="connsiteX634" fmla="*/ 607233 w 2449768"/>
              <a:gd name="connsiteY634" fmla="*/ 556090 h 1050628"/>
              <a:gd name="connsiteX635" fmla="*/ 613309 w 2449768"/>
              <a:gd name="connsiteY635" fmla="*/ 531785 h 1050628"/>
              <a:gd name="connsiteX636" fmla="*/ 624322 w 2449768"/>
              <a:gd name="connsiteY636" fmla="*/ 529127 h 1050628"/>
              <a:gd name="connsiteX637" fmla="*/ 958508 w 2449768"/>
              <a:gd name="connsiteY637" fmla="*/ 523051 h 1050628"/>
              <a:gd name="connsiteX638" fmla="*/ 971800 w 2449768"/>
              <a:gd name="connsiteY638" fmla="*/ 531785 h 1050628"/>
              <a:gd name="connsiteX639" fmla="*/ 965724 w 2449768"/>
              <a:gd name="connsiteY639" fmla="*/ 556090 h 1050628"/>
              <a:gd name="connsiteX640" fmla="*/ 941419 w 2449768"/>
              <a:gd name="connsiteY640" fmla="*/ 550014 h 1050628"/>
              <a:gd name="connsiteX641" fmla="*/ 947495 w 2449768"/>
              <a:gd name="connsiteY641" fmla="*/ 525709 h 1050628"/>
              <a:gd name="connsiteX642" fmla="*/ 958508 w 2449768"/>
              <a:gd name="connsiteY642" fmla="*/ 523051 h 1050628"/>
              <a:gd name="connsiteX643" fmla="*/ 1177248 w 2449768"/>
              <a:gd name="connsiteY643" fmla="*/ 507861 h 1050628"/>
              <a:gd name="connsiteX644" fmla="*/ 1190540 w 2449768"/>
              <a:gd name="connsiteY644" fmla="*/ 516595 h 1050628"/>
              <a:gd name="connsiteX645" fmla="*/ 1184464 w 2449768"/>
              <a:gd name="connsiteY645" fmla="*/ 540900 h 1050628"/>
              <a:gd name="connsiteX646" fmla="*/ 1160159 w 2449768"/>
              <a:gd name="connsiteY646" fmla="*/ 534824 h 1050628"/>
              <a:gd name="connsiteX647" fmla="*/ 1166235 w 2449768"/>
              <a:gd name="connsiteY647" fmla="*/ 510519 h 1050628"/>
              <a:gd name="connsiteX648" fmla="*/ 1177248 w 2449768"/>
              <a:gd name="connsiteY648" fmla="*/ 507861 h 1050628"/>
              <a:gd name="connsiteX649" fmla="*/ 1399027 w 2449768"/>
              <a:gd name="connsiteY649" fmla="*/ 504823 h 1050628"/>
              <a:gd name="connsiteX650" fmla="*/ 1412319 w 2449768"/>
              <a:gd name="connsiteY650" fmla="*/ 513557 h 1050628"/>
              <a:gd name="connsiteX651" fmla="*/ 1406243 w 2449768"/>
              <a:gd name="connsiteY651" fmla="*/ 537862 h 1050628"/>
              <a:gd name="connsiteX652" fmla="*/ 1381938 w 2449768"/>
              <a:gd name="connsiteY652" fmla="*/ 531786 h 1050628"/>
              <a:gd name="connsiteX653" fmla="*/ 1388014 w 2449768"/>
              <a:gd name="connsiteY653" fmla="*/ 507481 h 1050628"/>
              <a:gd name="connsiteX654" fmla="*/ 1399027 w 2449768"/>
              <a:gd name="connsiteY654" fmla="*/ 504823 h 1050628"/>
              <a:gd name="connsiteX655" fmla="*/ 2194999 w 2449768"/>
              <a:gd name="connsiteY655" fmla="*/ 492670 h 1050628"/>
              <a:gd name="connsiteX656" fmla="*/ 2208291 w 2449768"/>
              <a:gd name="connsiteY656" fmla="*/ 501404 h 1050628"/>
              <a:gd name="connsiteX657" fmla="*/ 2202214 w 2449768"/>
              <a:gd name="connsiteY657" fmla="*/ 525709 h 1050628"/>
              <a:gd name="connsiteX658" fmla="*/ 2177910 w 2449768"/>
              <a:gd name="connsiteY658" fmla="*/ 519633 h 1050628"/>
              <a:gd name="connsiteX659" fmla="*/ 2183986 w 2449768"/>
              <a:gd name="connsiteY659" fmla="*/ 495328 h 1050628"/>
              <a:gd name="connsiteX660" fmla="*/ 2194999 w 2449768"/>
              <a:gd name="connsiteY660" fmla="*/ 492670 h 1050628"/>
              <a:gd name="connsiteX661" fmla="*/ 1912459 w 2449768"/>
              <a:gd name="connsiteY661" fmla="*/ 480518 h 1050628"/>
              <a:gd name="connsiteX662" fmla="*/ 1925751 w 2449768"/>
              <a:gd name="connsiteY662" fmla="*/ 489252 h 1050628"/>
              <a:gd name="connsiteX663" fmla="*/ 1919675 w 2449768"/>
              <a:gd name="connsiteY663" fmla="*/ 513557 h 1050628"/>
              <a:gd name="connsiteX664" fmla="*/ 1895370 w 2449768"/>
              <a:gd name="connsiteY664" fmla="*/ 507481 h 1050628"/>
              <a:gd name="connsiteX665" fmla="*/ 1901446 w 2449768"/>
              <a:gd name="connsiteY665" fmla="*/ 483176 h 1050628"/>
              <a:gd name="connsiteX666" fmla="*/ 1912459 w 2449768"/>
              <a:gd name="connsiteY666" fmla="*/ 480518 h 1050628"/>
              <a:gd name="connsiteX667" fmla="*/ 803567 w 2449768"/>
              <a:gd name="connsiteY667" fmla="*/ 480518 h 1050628"/>
              <a:gd name="connsiteX668" fmla="*/ 816859 w 2449768"/>
              <a:gd name="connsiteY668" fmla="*/ 489252 h 1050628"/>
              <a:gd name="connsiteX669" fmla="*/ 810783 w 2449768"/>
              <a:gd name="connsiteY669" fmla="*/ 513557 h 1050628"/>
              <a:gd name="connsiteX670" fmla="*/ 786478 w 2449768"/>
              <a:gd name="connsiteY670" fmla="*/ 507481 h 1050628"/>
              <a:gd name="connsiteX671" fmla="*/ 792554 w 2449768"/>
              <a:gd name="connsiteY671" fmla="*/ 483176 h 1050628"/>
              <a:gd name="connsiteX672" fmla="*/ 803567 w 2449768"/>
              <a:gd name="connsiteY672" fmla="*/ 480518 h 1050628"/>
              <a:gd name="connsiteX673" fmla="*/ 1550930 w 2449768"/>
              <a:gd name="connsiteY673" fmla="*/ 471404 h 1050628"/>
              <a:gd name="connsiteX674" fmla="*/ 1564222 w 2449768"/>
              <a:gd name="connsiteY674" fmla="*/ 480138 h 1050628"/>
              <a:gd name="connsiteX675" fmla="*/ 1558146 w 2449768"/>
              <a:gd name="connsiteY675" fmla="*/ 504443 h 1050628"/>
              <a:gd name="connsiteX676" fmla="*/ 1533841 w 2449768"/>
              <a:gd name="connsiteY676" fmla="*/ 498367 h 1050628"/>
              <a:gd name="connsiteX677" fmla="*/ 1539917 w 2449768"/>
              <a:gd name="connsiteY677" fmla="*/ 474062 h 1050628"/>
              <a:gd name="connsiteX678" fmla="*/ 1550930 w 2449768"/>
              <a:gd name="connsiteY678" fmla="*/ 471404 h 1050628"/>
              <a:gd name="connsiteX679" fmla="*/ 2307407 w 2449768"/>
              <a:gd name="connsiteY679" fmla="*/ 465328 h 1050628"/>
              <a:gd name="connsiteX680" fmla="*/ 2320698 w 2449768"/>
              <a:gd name="connsiteY680" fmla="*/ 474062 h 1050628"/>
              <a:gd name="connsiteX681" fmla="*/ 2314622 w 2449768"/>
              <a:gd name="connsiteY681" fmla="*/ 498367 h 1050628"/>
              <a:gd name="connsiteX682" fmla="*/ 2290318 w 2449768"/>
              <a:gd name="connsiteY682" fmla="*/ 492291 h 1050628"/>
              <a:gd name="connsiteX683" fmla="*/ 2296394 w 2449768"/>
              <a:gd name="connsiteY683" fmla="*/ 467986 h 1050628"/>
              <a:gd name="connsiteX684" fmla="*/ 2307407 w 2449768"/>
              <a:gd name="connsiteY684" fmla="*/ 465328 h 1050628"/>
              <a:gd name="connsiteX685" fmla="*/ 1076992 w 2449768"/>
              <a:gd name="connsiteY685" fmla="*/ 462290 h 1050628"/>
              <a:gd name="connsiteX686" fmla="*/ 1090284 w 2449768"/>
              <a:gd name="connsiteY686" fmla="*/ 471024 h 1050628"/>
              <a:gd name="connsiteX687" fmla="*/ 1084208 w 2449768"/>
              <a:gd name="connsiteY687" fmla="*/ 495329 h 1050628"/>
              <a:gd name="connsiteX688" fmla="*/ 1059903 w 2449768"/>
              <a:gd name="connsiteY688" fmla="*/ 489253 h 1050628"/>
              <a:gd name="connsiteX689" fmla="*/ 1065979 w 2449768"/>
              <a:gd name="connsiteY689" fmla="*/ 464948 h 1050628"/>
              <a:gd name="connsiteX690" fmla="*/ 1076992 w 2449768"/>
              <a:gd name="connsiteY690" fmla="*/ 462290 h 1050628"/>
              <a:gd name="connsiteX691" fmla="*/ 2030944 w 2449768"/>
              <a:gd name="connsiteY691" fmla="*/ 456214 h 1050628"/>
              <a:gd name="connsiteX692" fmla="*/ 2044236 w 2449768"/>
              <a:gd name="connsiteY692" fmla="*/ 464948 h 1050628"/>
              <a:gd name="connsiteX693" fmla="*/ 2038160 w 2449768"/>
              <a:gd name="connsiteY693" fmla="*/ 489253 h 1050628"/>
              <a:gd name="connsiteX694" fmla="*/ 2013855 w 2449768"/>
              <a:gd name="connsiteY694" fmla="*/ 483177 h 1050628"/>
              <a:gd name="connsiteX695" fmla="*/ 2019931 w 2449768"/>
              <a:gd name="connsiteY695" fmla="*/ 458872 h 1050628"/>
              <a:gd name="connsiteX696" fmla="*/ 2030944 w 2449768"/>
              <a:gd name="connsiteY696" fmla="*/ 456214 h 1050628"/>
              <a:gd name="connsiteX697" fmla="*/ 1280542 w 2449768"/>
              <a:gd name="connsiteY697" fmla="*/ 453176 h 1050628"/>
              <a:gd name="connsiteX698" fmla="*/ 1293834 w 2449768"/>
              <a:gd name="connsiteY698" fmla="*/ 461910 h 1050628"/>
              <a:gd name="connsiteX699" fmla="*/ 1287758 w 2449768"/>
              <a:gd name="connsiteY699" fmla="*/ 486215 h 1050628"/>
              <a:gd name="connsiteX700" fmla="*/ 1263453 w 2449768"/>
              <a:gd name="connsiteY700" fmla="*/ 480139 h 1050628"/>
              <a:gd name="connsiteX701" fmla="*/ 1269529 w 2449768"/>
              <a:gd name="connsiteY701" fmla="*/ 455834 h 1050628"/>
              <a:gd name="connsiteX702" fmla="*/ 1280542 w 2449768"/>
              <a:gd name="connsiteY702" fmla="*/ 453176 h 1050628"/>
              <a:gd name="connsiteX703" fmla="*/ 679006 w 2449768"/>
              <a:gd name="connsiteY703" fmla="*/ 450138 h 1050628"/>
              <a:gd name="connsiteX704" fmla="*/ 692298 w 2449768"/>
              <a:gd name="connsiteY704" fmla="*/ 458872 h 1050628"/>
              <a:gd name="connsiteX705" fmla="*/ 686222 w 2449768"/>
              <a:gd name="connsiteY705" fmla="*/ 483177 h 1050628"/>
              <a:gd name="connsiteX706" fmla="*/ 661917 w 2449768"/>
              <a:gd name="connsiteY706" fmla="*/ 477101 h 1050628"/>
              <a:gd name="connsiteX707" fmla="*/ 667993 w 2449768"/>
              <a:gd name="connsiteY707" fmla="*/ 452796 h 1050628"/>
              <a:gd name="connsiteX708" fmla="*/ 679006 w 2449768"/>
              <a:gd name="connsiteY708" fmla="*/ 450138 h 1050628"/>
              <a:gd name="connsiteX709" fmla="*/ 1815242 w 2449768"/>
              <a:gd name="connsiteY709" fmla="*/ 447099 h 1050628"/>
              <a:gd name="connsiteX710" fmla="*/ 1828533 w 2449768"/>
              <a:gd name="connsiteY710" fmla="*/ 455833 h 1050628"/>
              <a:gd name="connsiteX711" fmla="*/ 1822457 w 2449768"/>
              <a:gd name="connsiteY711" fmla="*/ 480138 h 1050628"/>
              <a:gd name="connsiteX712" fmla="*/ 1798152 w 2449768"/>
              <a:gd name="connsiteY712" fmla="*/ 474062 h 1050628"/>
              <a:gd name="connsiteX713" fmla="*/ 1804228 w 2449768"/>
              <a:gd name="connsiteY713" fmla="*/ 449757 h 1050628"/>
              <a:gd name="connsiteX714" fmla="*/ 1815242 w 2449768"/>
              <a:gd name="connsiteY714" fmla="*/ 447099 h 1050628"/>
              <a:gd name="connsiteX715" fmla="*/ 1699795 w 2449768"/>
              <a:gd name="connsiteY715" fmla="*/ 444061 h 1050628"/>
              <a:gd name="connsiteX716" fmla="*/ 1713087 w 2449768"/>
              <a:gd name="connsiteY716" fmla="*/ 452795 h 1050628"/>
              <a:gd name="connsiteX717" fmla="*/ 1707011 w 2449768"/>
              <a:gd name="connsiteY717" fmla="*/ 477100 h 1050628"/>
              <a:gd name="connsiteX718" fmla="*/ 1682706 w 2449768"/>
              <a:gd name="connsiteY718" fmla="*/ 471024 h 1050628"/>
              <a:gd name="connsiteX719" fmla="*/ 1688782 w 2449768"/>
              <a:gd name="connsiteY719" fmla="*/ 446719 h 1050628"/>
              <a:gd name="connsiteX720" fmla="*/ 1699795 w 2449768"/>
              <a:gd name="connsiteY720" fmla="*/ 444061 h 1050628"/>
              <a:gd name="connsiteX721" fmla="*/ 888633 w 2449768"/>
              <a:gd name="connsiteY721" fmla="*/ 434947 h 1050628"/>
              <a:gd name="connsiteX722" fmla="*/ 901925 w 2449768"/>
              <a:gd name="connsiteY722" fmla="*/ 443681 h 1050628"/>
              <a:gd name="connsiteX723" fmla="*/ 895849 w 2449768"/>
              <a:gd name="connsiteY723" fmla="*/ 467986 h 1050628"/>
              <a:gd name="connsiteX724" fmla="*/ 871544 w 2449768"/>
              <a:gd name="connsiteY724" fmla="*/ 461910 h 1050628"/>
              <a:gd name="connsiteX725" fmla="*/ 877620 w 2449768"/>
              <a:gd name="connsiteY725" fmla="*/ 437605 h 1050628"/>
              <a:gd name="connsiteX726" fmla="*/ 888633 w 2449768"/>
              <a:gd name="connsiteY726" fmla="*/ 434947 h 1050628"/>
              <a:gd name="connsiteX727" fmla="*/ 2158542 w 2449768"/>
              <a:gd name="connsiteY727" fmla="*/ 407605 h 1050628"/>
              <a:gd name="connsiteX728" fmla="*/ 2171833 w 2449768"/>
              <a:gd name="connsiteY728" fmla="*/ 416339 h 1050628"/>
              <a:gd name="connsiteX729" fmla="*/ 2165757 w 2449768"/>
              <a:gd name="connsiteY729" fmla="*/ 440644 h 1050628"/>
              <a:gd name="connsiteX730" fmla="*/ 2141453 w 2449768"/>
              <a:gd name="connsiteY730" fmla="*/ 434568 h 1050628"/>
              <a:gd name="connsiteX731" fmla="*/ 2147529 w 2449768"/>
              <a:gd name="connsiteY731" fmla="*/ 410263 h 1050628"/>
              <a:gd name="connsiteX732" fmla="*/ 2158542 w 2449768"/>
              <a:gd name="connsiteY732" fmla="*/ 407605 h 1050628"/>
              <a:gd name="connsiteX733" fmla="*/ 1484092 w 2449768"/>
              <a:gd name="connsiteY733" fmla="*/ 407605 h 1050628"/>
              <a:gd name="connsiteX734" fmla="*/ 1497384 w 2449768"/>
              <a:gd name="connsiteY734" fmla="*/ 416339 h 1050628"/>
              <a:gd name="connsiteX735" fmla="*/ 1491308 w 2449768"/>
              <a:gd name="connsiteY735" fmla="*/ 440644 h 1050628"/>
              <a:gd name="connsiteX736" fmla="*/ 1467003 w 2449768"/>
              <a:gd name="connsiteY736" fmla="*/ 434568 h 1050628"/>
              <a:gd name="connsiteX737" fmla="*/ 1473079 w 2449768"/>
              <a:gd name="connsiteY737" fmla="*/ 410263 h 1050628"/>
              <a:gd name="connsiteX738" fmla="*/ 1484092 w 2449768"/>
              <a:gd name="connsiteY738" fmla="*/ 407605 h 1050628"/>
              <a:gd name="connsiteX739" fmla="*/ 1365608 w 2449768"/>
              <a:gd name="connsiteY739" fmla="*/ 404567 h 1050628"/>
              <a:gd name="connsiteX740" fmla="*/ 1378900 w 2449768"/>
              <a:gd name="connsiteY740" fmla="*/ 413301 h 1050628"/>
              <a:gd name="connsiteX741" fmla="*/ 1372824 w 2449768"/>
              <a:gd name="connsiteY741" fmla="*/ 437606 h 1050628"/>
              <a:gd name="connsiteX742" fmla="*/ 1348519 w 2449768"/>
              <a:gd name="connsiteY742" fmla="*/ 431530 h 1050628"/>
              <a:gd name="connsiteX743" fmla="*/ 1354595 w 2449768"/>
              <a:gd name="connsiteY743" fmla="*/ 407225 h 1050628"/>
              <a:gd name="connsiteX744" fmla="*/ 1365608 w 2449768"/>
              <a:gd name="connsiteY744" fmla="*/ 404567 h 1050628"/>
              <a:gd name="connsiteX745" fmla="*/ 988889 w 2449768"/>
              <a:gd name="connsiteY745" fmla="*/ 404567 h 1050628"/>
              <a:gd name="connsiteX746" fmla="*/ 1002180 w 2449768"/>
              <a:gd name="connsiteY746" fmla="*/ 413301 h 1050628"/>
              <a:gd name="connsiteX747" fmla="*/ 996104 w 2449768"/>
              <a:gd name="connsiteY747" fmla="*/ 437606 h 1050628"/>
              <a:gd name="connsiteX748" fmla="*/ 971800 w 2449768"/>
              <a:gd name="connsiteY748" fmla="*/ 431530 h 1050628"/>
              <a:gd name="connsiteX749" fmla="*/ 977876 w 2449768"/>
              <a:gd name="connsiteY749" fmla="*/ 407225 h 1050628"/>
              <a:gd name="connsiteX750" fmla="*/ 988889 w 2449768"/>
              <a:gd name="connsiteY750" fmla="*/ 404567 h 1050628"/>
              <a:gd name="connsiteX751" fmla="*/ 1182565 w 2449768"/>
              <a:gd name="connsiteY751" fmla="*/ 394312 h 1050628"/>
              <a:gd name="connsiteX752" fmla="*/ 1193578 w 2449768"/>
              <a:gd name="connsiteY752" fmla="*/ 404186 h 1050628"/>
              <a:gd name="connsiteX753" fmla="*/ 1187502 w 2449768"/>
              <a:gd name="connsiteY753" fmla="*/ 428491 h 1050628"/>
              <a:gd name="connsiteX754" fmla="*/ 1163197 w 2449768"/>
              <a:gd name="connsiteY754" fmla="*/ 422415 h 1050628"/>
              <a:gd name="connsiteX755" fmla="*/ 1169273 w 2449768"/>
              <a:gd name="connsiteY755" fmla="*/ 398110 h 1050628"/>
              <a:gd name="connsiteX756" fmla="*/ 1182565 w 2449768"/>
              <a:gd name="connsiteY756" fmla="*/ 394312 h 1050628"/>
              <a:gd name="connsiteX757" fmla="*/ 1620805 w 2449768"/>
              <a:gd name="connsiteY757" fmla="*/ 389376 h 1050628"/>
              <a:gd name="connsiteX758" fmla="*/ 1634097 w 2449768"/>
              <a:gd name="connsiteY758" fmla="*/ 398110 h 1050628"/>
              <a:gd name="connsiteX759" fmla="*/ 1628021 w 2449768"/>
              <a:gd name="connsiteY759" fmla="*/ 422415 h 1050628"/>
              <a:gd name="connsiteX760" fmla="*/ 1603716 w 2449768"/>
              <a:gd name="connsiteY760" fmla="*/ 416339 h 1050628"/>
              <a:gd name="connsiteX761" fmla="*/ 1609792 w 2449768"/>
              <a:gd name="connsiteY761" fmla="*/ 392034 h 1050628"/>
              <a:gd name="connsiteX762" fmla="*/ 1620805 w 2449768"/>
              <a:gd name="connsiteY762" fmla="*/ 389376 h 1050628"/>
              <a:gd name="connsiteX763" fmla="*/ 1961068 w 2449768"/>
              <a:gd name="connsiteY763" fmla="*/ 380262 h 1050628"/>
              <a:gd name="connsiteX764" fmla="*/ 1974360 w 2449768"/>
              <a:gd name="connsiteY764" fmla="*/ 388996 h 1050628"/>
              <a:gd name="connsiteX765" fmla="*/ 1968284 w 2449768"/>
              <a:gd name="connsiteY765" fmla="*/ 413301 h 1050628"/>
              <a:gd name="connsiteX766" fmla="*/ 1943979 w 2449768"/>
              <a:gd name="connsiteY766" fmla="*/ 407225 h 1050628"/>
              <a:gd name="connsiteX767" fmla="*/ 1950055 w 2449768"/>
              <a:gd name="connsiteY767" fmla="*/ 382920 h 1050628"/>
              <a:gd name="connsiteX768" fmla="*/ 1961068 w 2449768"/>
              <a:gd name="connsiteY768" fmla="*/ 380262 h 1050628"/>
              <a:gd name="connsiteX769" fmla="*/ 770148 w 2449768"/>
              <a:gd name="connsiteY769" fmla="*/ 380262 h 1050628"/>
              <a:gd name="connsiteX770" fmla="*/ 783440 w 2449768"/>
              <a:gd name="connsiteY770" fmla="*/ 388996 h 1050628"/>
              <a:gd name="connsiteX771" fmla="*/ 777364 w 2449768"/>
              <a:gd name="connsiteY771" fmla="*/ 413301 h 1050628"/>
              <a:gd name="connsiteX772" fmla="*/ 753059 w 2449768"/>
              <a:gd name="connsiteY772" fmla="*/ 407225 h 1050628"/>
              <a:gd name="connsiteX773" fmla="*/ 759135 w 2449768"/>
              <a:gd name="connsiteY773" fmla="*/ 382920 h 1050628"/>
              <a:gd name="connsiteX774" fmla="*/ 770148 w 2449768"/>
              <a:gd name="connsiteY774" fmla="*/ 380262 h 1050628"/>
              <a:gd name="connsiteX775" fmla="*/ 2240571 w 2449768"/>
              <a:gd name="connsiteY775" fmla="*/ 352920 h 1050628"/>
              <a:gd name="connsiteX776" fmla="*/ 2253862 w 2449768"/>
              <a:gd name="connsiteY776" fmla="*/ 361654 h 1050628"/>
              <a:gd name="connsiteX777" fmla="*/ 2247786 w 2449768"/>
              <a:gd name="connsiteY777" fmla="*/ 385959 h 1050628"/>
              <a:gd name="connsiteX778" fmla="*/ 2223481 w 2449768"/>
              <a:gd name="connsiteY778" fmla="*/ 379883 h 1050628"/>
              <a:gd name="connsiteX779" fmla="*/ 2229557 w 2449768"/>
              <a:gd name="connsiteY779" fmla="*/ 355578 h 1050628"/>
              <a:gd name="connsiteX780" fmla="*/ 2240571 w 2449768"/>
              <a:gd name="connsiteY780" fmla="*/ 352920 h 1050628"/>
              <a:gd name="connsiteX781" fmla="*/ 2082590 w 2449768"/>
              <a:gd name="connsiteY781" fmla="*/ 352920 h 1050628"/>
              <a:gd name="connsiteX782" fmla="*/ 2095882 w 2449768"/>
              <a:gd name="connsiteY782" fmla="*/ 361654 h 1050628"/>
              <a:gd name="connsiteX783" fmla="*/ 2089806 w 2449768"/>
              <a:gd name="connsiteY783" fmla="*/ 385959 h 1050628"/>
              <a:gd name="connsiteX784" fmla="*/ 2065501 w 2449768"/>
              <a:gd name="connsiteY784" fmla="*/ 379883 h 1050628"/>
              <a:gd name="connsiteX785" fmla="*/ 2071577 w 2449768"/>
              <a:gd name="connsiteY785" fmla="*/ 355578 h 1050628"/>
              <a:gd name="connsiteX786" fmla="*/ 2082590 w 2449768"/>
              <a:gd name="connsiteY786" fmla="*/ 352920 h 1050628"/>
              <a:gd name="connsiteX787" fmla="*/ 1080030 w 2449768"/>
              <a:gd name="connsiteY787" fmla="*/ 337729 h 1050628"/>
              <a:gd name="connsiteX788" fmla="*/ 1093322 w 2449768"/>
              <a:gd name="connsiteY788" fmla="*/ 346463 h 1050628"/>
              <a:gd name="connsiteX789" fmla="*/ 1087246 w 2449768"/>
              <a:gd name="connsiteY789" fmla="*/ 370768 h 1050628"/>
              <a:gd name="connsiteX790" fmla="*/ 1062941 w 2449768"/>
              <a:gd name="connsiteY790" fmla="*/ 364692 h 1050628"/>
              <a:gd name="connsiteX791" fmla="*/ 1069017 w 2449768"/>
              <a:gd name="connsiteY791" fmla="*/ 340387 h 1050628"/>
              <a:gd name="connsiteX792" fmla="*/ 1080030 w 2449768"/>
              <a:gd name="connsiteY792" fmla="*/ 337729 h 1050628"/>
              <a:gd name="connsiteX793" fmla="*/ 1787899 w 2449768"/>
              <a:gd name="connsiteY793" fmla="*/ 331653 h 1050628"/>
              <a:gd name="connsiteX794" fmla="*/ 1801191 w 2449768"/>
              <a:gd name="connsiteY794" fmla="*/ 340387 h 1050628"/>
              <a:gd name="connsiteX795" fmla="*/ 1795115 w 2449768"/>
              <a:gd name="connsiteY795" fmla="*/ 364692 h 1050628"/>
              <a:gd name="connsiteX796" fmla="*/ 1770810 w 2449768"/>
              <a:gd name="connsiteY796" fmla="*/ 358616 h 1050628"/>
              <a:gd name="connsiteX797" fmla="*/ 1776886 w 2449768"/>
              <a:gd name="connsiteY797" fmla="*/ 334311 h 1050628"/>
              <a:gd name="connsiteX798" fmla="*/ 1787899 w 2449768"/>
              <a:gd name="connsiteY798" fmla="*/ 331653 h 1050628"/>
              <a:gd name="connsiteX799" fmla="*/ 1879040 w 2449768"/>
              <a:gd name="connsiteY799" fmla="*/ 328615 h 1050628"/>
              <a:gd name="connsiteX800" fmla="*/ 1892332 w 2449768"/>
              <a:gd name="connsiteY800" fmla="*/ 337349 h 1050628"/>
              <a:gd name="connsiteX801" fmla="*/ 1886256 w 2449768"/>
              <a:gd name="connsiteY801" fmla="*/ 361654 h 1050628"/>
              <a:gd name="connsiteX802" fmla="*/ 1861951 w 2449768"/>
              <a:gd name="connsiteY802" fmla="*/ 355578 h 1050628"/>
              <a:gd name="connsiteX803" fmla="*/ 1868027 w 2449768"/>
              <a:gd name="connsiteY803" fmla="*/ 331273 h 1050628"/>
              <a:gd name="connsiteX804" fmla="*/ 1879040 w 2449768"/>
              <a:gd name="connsiteY804" fmla="*/ 328615 h 1050628"/>
              <a:gd name="connsiteX805" fmla="*/ 1265352 w 2449768"/>
              <a:gd name="connsiteY805" fmla="*/ 325577 h 1050628"/>
              <a:gd name="connsiteX806" fmla="*/ 1278644 w 2449768"/>
              <a:gd name="connsiteY806" fmla="*/ 334311 h 1050628"/>
              <a:gd name="connsiteX807" fmla="*/ 1272568 w 2449768"/>
              <a:gd name="connsiteY807" fmla="*/ 358616 h 1050628"/>
              <a:gd name="connsiteX808" fmla="*/ 1248263 w 2449768"/>
              <a:gd name="connsiteY808" fmla="*/ 352540 h 1050628"/>
              <a:gd name="connsiteX809" fmla="*/ 1254339 w 2449768"/>
              <a:gd name="connsiteY809" fmla="*/ 328235 h 1050628"/>
              <a:gd name="connsiteX810" fmla="*/ 1265352 w 2449768"/>
              <a:gd name="connsiteY810" fmla="*/ 325577 h 1050628"/>
              <a:gd name="connsiteX811" fmla="*/ 864328 w 2449768"/>
              <a:gd name="connsiteY811" fmla="*/ 319501 h 1050628"/>
              <a:gd name="connsiteX812" fmla="*/ 877620 w 2449768"/>
              <a:gd name="connsiteY812" fmla="*/ 328235 h 1050628"/>
              <a:gd name="connsiteX813" fmla="*/ 871544 w 2449768"/>
              <a:gd name="connsiteY813" fmla="*/ 352540 h 1050628"/>
              <a:gd name="connsiteX814" fmla="*/ 847239 w 2449768"/>
              <a:gd name="connsiteY814" fmla="*/ 346464 h 1050628"/>
              <a:gd name="connsiteX815" fmla="*/ 853315 w 2449768"/>
              <a:gd name="connsiteY815" fmla="*/ 322159 h 1050628"/>
              <a:gd name="connsiteX816" fmla="*/ 864328 w 2449768"/>
              <a:gd name="connsiteY816" fmla="*/ 319501 h 1050628"/>
              <a:gd name="connsiteX817" fmla="*/ 1459788 w 2449768"/>
              <a:gd name="connsiteY817" fmla="*/ 316463 h 1050628"/>
              <a:gd name="connsiteX818" fmla="*/ 1473080 w 2449768"/>
              <a:gd name="connsiteY818" fmla="*/ 325197 h 1050628"/>
              <a:gd name="connsiteX819" fmla="*/ 1467004 w 2449768"/>
              <a:gd name="connsiteY819" fmla="*/ 349502 h 1050628"/>
              <a:gd name="connsiteX820" fmla="*/ 1442699 w 2449768"/>
              <a:gd name="connsiteY820" fmla="*/ 343426 h 1050628"/>
              <a:gd name="connsiteX821" fmla="*/ 1448775 w 2449768"/>
              <a:gd name="connsiteY821" fmla="*/ 319121 h 1050628"/>
              <a:gd name="connsiteX822" fmla="*/ 1459788 w 2449768"/>
              <a:gd name="connsiteY822" fmla="*/ 316463 h 1050628"/>
              <a:gd name="connsiteX823" fmla="*/ 1702833 w 2449768"/>
              <a:gd name="connsiteY823" fmla="*/ 310387 h 1050628"/>
              <a:gd name="connsiteX824" fmla="*/ 1716125 w 2449768"/>
              <a:gd name="connsiteY824" fmla="*/ 319121 h 1050628"/>
              <a:gd name="connsiteX825" fmla="*/ 1710049 w 2449768"/>
              <a:gd name="connsiteY825" fmla="*/ 343426 h 1050628"/>
              <a:gd name="connsiteX826" fmla="*/ 1685744 w 2449768"/>
              <a:gd name="connsiteY826" fmla="*/ 337350 h 1050628"/>
              <a:gd name="connsiteX827" fmla="*/ 1691820 w 2449768"/>
              <a:gd name="connsiteY827" fmla="*/ 313045 h 1050628"/>
              <a:gd name="connsiteX828" fmla="*/ 1702833 w 2449768"/>
              <a:gd name="connsiteY828" fmla="*/ 310387 h 1050628"/>
              <a:gd name="connsiteX829" fmla="*/ 1577893 w 2449768"/>
              <a:gd name="connsiteY829" fmla="*/ 297095 h 1050628"/>
              <a:gd name="connsiteX830" fmla="*/ 1591565 w 2449768"/>
              <a:gd name="connsiteY830" fmla="*/ 306969 h 1050628"/>
              <a:gd name="connsiteX831" fmla="*/ 1585489 w 2449768"/>
              <a:gd name="connsiteY831" fmla="*/ 331274 h 1050628"/>
              <a:gd name="connsiteX832" fmla="*/ 1561184 w 2449768"/>
              <a:gd name="connsiteY832" fmla="*/ 325198 h 1050628"/>
              <a:gd name="connsiteX833" fmla="*/ 1564222 w 2449768"/>
              <a:gd name="connsiteY833" fmla="*/ 300893 h 1050628"/>
              <a:gd name="connsiteX834" fmla="*/ 1577893 w 2449768"/>
              <a:gd name="connsiteY834" fmla="*/ 297095 h 1050628"/>
              <a:gd name="connsiteX835" fmla="*/ 955470 w 2449768"/>
              <a:gd name="connsiteY835" fmla="*/ 295196 h 1050628"/>
              <a:gd name="connsiteX836" fmla="*/ 968762 w 2449768"/>
              <a:gd name="connsiteY836" fmla="*/ 303930 h 1050628"/>
              <a:gd name="connsiteX837" fmla="*/ 962686 w 2449768"/>
              <a:gd name="connsiteY837" fmla="*/ 328235 h 1050628"/>
              <a:gd name="connsiteX838" fmla="*/ 938381 w 2449768"/>
              <a:gd name="connsiteY838" fmla="*/ 322159 h 1050628"/>
              <a:gd name="connsiteX839" fmla="*/ 944457 w 2449768"/>
              <a:gd name="connsiteY839" fmla="*/ 297854 h 1050628"/>
              <a:gd name="connsiteX840" fmla="*/ 955470 w 2449768"/>
              <a:gd name="connsiteY840" fmla="*/ 295196 h 1050628"/>
              <a:gd name="connsiteX841" fmla="*/ 1365608 w 2449768"/>
              <a:gd name="connsiteY841" fmla="*/ 283044 h 1050628"/>
              <a:gd name="connsiteX842" fmla="*/ 1378900 w 2449768"/>
              <a:gd name="connsiteY842" fmla="*/ 291778 h 1050628"/>
              <a:gd name="connsiteX843" fmla="*/ 1372824 w 2449768"/>
              <a:gd name="connsiteY843" fmla="*/ 316083 h 1050628"/>
              <a:gd name="connsiteX844" fmla="*/ 1348519 w 2449768"/>
              <a:gd name="connsiteY844" fmla="*/ 310007 h 1050628"/>
              <a:gd name="connsiteX845" fmla="*/ 1354595 w 2449768"/>
              <a:gd name="connsiteY845" fmla="*/ 285702 h 1050628"/>
              <a:gd name="connsiteX846" fmla="*/ 1365608 w 2449768"/>
              <a:gd name="connsiteY846" fmla="*/ 283044 h 1050628"/>
              <a:gd name="connsiteX847" fmla="*/ 1979296 w 2449768"/>
              <a:gd name="connsiteY847" fmla="*/ 267854 h 1050628"/>
              <a:gd name="connsiteX848" fmla="*/ 1992588 w 2449768"/>
              <a:gd name="connsiteY848" fmla="*/ 276588 h 1050628"/>
              <a:gd name="connsiteX849" fmla="*/ 1986512 w 2449768"/>
              <a:gd name="connsiteY849" fmla="*/ 300893 h 1050628"/>
              <a:gd name="connsiteX850" fmla="*/ 1962207 w 2449768"/>
              <a:gd name="connsiteY850" fmla="*/ 294817 h 1050628"/>
              <a:gd name="connsiteX851" fmla="*/ 1968283 w 2449768"/>
              <a:gd name="connsiteY851" fmla="*/ 270512 h 1050628"/>
              <a:gd name="connsiteX852" fmla="*/ 1979296 w 2449768"/>
              <a:gd name="connsiteY852" fmla="*/ 267854 h 1050628"/>
              <a:gd name="connsiteX853" fmla="*/ 1173830 w 2449768"/>
              <a:gd name="connsiteY853" fmla="*/ 266714 h 1050628"/>
              <a:gd name="connsiteX854" fmla="*/ 1187502 w 2449768"/>
              <a:gd name="connsiteY854" fmla="*/ 276588 h 1050628"/>
              <a:gd name="connsiteX855" fmla="*/ 1181425 w 2449768"/>
              <a:gd name="connsiteY855" fmla="*/ 300893 h 1050628"/>
              <a:gd name="connsiteX856" fmla="*/ 1157121 w 2449768"/>
              <a:gd name="connsiteY856" fmla="*/ 294817 h 1050628"/>
              <a:gd name="connsiteX857" fmla="*/ 1160159 w 2449768"/>
              <a:gd name="connsiteY857" fmla="*/ 270512 h 1050628"/>
              <a:gd name="connsiteX858" fmla="*/ 1173830 w 2449768"/>
              <a:gd name="connsiteY858" fmla="*/ 266714 h 1050628"/>
              <a:gd name="connsiteX859" fmla="*/ 2167656 w 2449768"/>
              <a:gd name="connsiteY859" fmla="*/ 246587 h 1050628"/>
              <a:gd name="connsiteX860" fmla="*/ 2180948 w 2449768"/>
              <a:gd name="connsiteY860" fmla="*/ 255321 h 1050628"/>
              <a:gd name="connsiteX861" fmla="*/ 2174872 w 2449768"/>
              <a:gd name="connsiteY861" fmla="*/ 279626 h 1050628"/>
              <a:gd name="connsiteX862" fmla="*/ 2150567 w 2449768"/>
              <a:gd name="connsiteY862" fmla="*/ 273550 h 1050628"/>
              <a:gd name="connsiteX863" fmla="*/ 2156643 w 2449768"/>
              <a:gd name="connsiteY863" fmla="*/ 249245 h 1050628"/>
              <a:gd name="connsiteX864" fmla="*/ 2167656 w 2449768"/>
              <a:gd name="connsiteY864" fmla="*/ 246587 h 1050628"/>
              <a:gd name="connsiteX865" fmla="*/ 2073477 w 2449768"/>
              <a:gd name="connsiteY865" fmla="*/ 240511 h 1050628"/>
              <a:gd name="connsiteX866" fmla="*/ 2086768 w 2449768"/>
              <a:gd name="connsiteY866" fmla="*/ 249245 h 1050628"/>
              <a:gd name="connsiteX867" fmla="*/ 2080692 w 2449768"/>
              <a:gd name="connsiteY867" fmla="*/ 273550 h 1050628"/>
              <a:gd name="connsiteX868" fmla="*/ 2056387 w 2449768"/>
              <a:gd name="connsiteY868" fmla="*/ 267474 h 1050628"/>
              <a:gd name="connsiteX869" fmla="*/ 2062463 w 2449768"/>
              <a:gd name="connsiteY869" fmla="*/ 243169 h 1050628"/>
              <a:gd name="connsiteX870" fmla="*/ 2073477 w 2449768"/>
              <a:gd name="connsiteY870" fmla="*/ 240511 h 1050628"/>
              <a:gd name="connsiteX871" fmla="*/ 1505359 w 2449768"/>
              <a:gd name="connsiteY871" fmla="*/ 222283 h 1050628"/>
              <a:gd name="connsiteX872" fmla="*/ 1518651 w 2449768"/>
              <a:gd name="connsiteY872" fmla="*/ 231017 h 1050628"/>
              <a:gd name="connsiteX873" fmla="*/ 1512575 w 2449768"/>
              <a:gd name="connsiteY873" fmla="*/ 255322 h 1050628"/>
              <a:gd name="connsiteX874" fmla="*/ 1488270 w 2449768"/>
              <a:gd name="connsiteY874" fmla="*/ 249246 h 1050628"/>
              <a:gd name="connsiteX875" fmla="*/ 1494346 w 2449768"/>
              <a:gd name="connsiteY875" fmla="*/ 224941 h 1050628"/>
              <a:gd name="connsiteX876" fmla="*/ 1505359 w 2449768"/>
              <a:gd name="connsiteY876" fmla="*/ 222283 h 1050628"/>
              <a:gd name="connsiteX877" fmla="*/ 1007117 w 2449768"/>
              <a:gd name="connsiteY877" fmla="*/ 222283 h 1050628"/>
              <a:gd name="connsiteX878" fmla="*/ 1020409 w 2449768"/>
              <a:gd name="connsiteY878" fmla="*/ 231017 h 1050628"/>
              <a:gd name="connsiteX879" fmla="*/ 1014333 w 2449768"/>
              <a:gd name="connsiteY879" fmla="*/ 255322 h 1050628"/>
              <a:gd name="connsiteX880" fmla="*/ 990028 w 2449768"/>
              <a:gd name="connsiteY880" fmla="*/ 249246 h 1050628"/>
              <a:gd name="connsiteX881" fmla="*/ 996104 w 2449768"/>
              <a:gd name="connsiteY881" fmla="*/ 224941 h 1050628"/>
              <a:gd name="connsiteX882" fmla="*/ 1007117 w 2449768"/>
              <a:gd name="connsiteY882" fmla="*/ 222283 h 1050628"/>
              <a:gd name="connsiteX883" fmla="*/ 1298771 w 2449768"/>
              <a:gd name="connsiteY883" fmla="*/ 210131 h 1050628"/>
              <a:gd name="connsiteX884" fmla="*/ 1312063 w 2449768"/>
              <a:gd name="connsiteY884" fmla="*/ 218865 h 1050628"/>
              <a:gd name="connsiteX885" fmla="*/ 1305987 w 2449768"/>
              <a:gd name="connsiteY885" fmla="*/ 243170 h 1050628"/>
              <a:gd name="connsiteX886" fmla="*/ 1281682 w 2449768"/>
              <a:gd name="connsiteY886" fmla="*/ 237094 h 1050628"/>
              <a:gd name="connsiteX887" fmla="*/ 1287758 w 2449768"/>
              <a:gd name="connsiteY887" fmla="*/ 212789 h 1050628"/>
              <a:gd name="connsiteX888" fmla="*/ 1298771 w 2449768"/>
              <a:gd name="connsiteY888" fmla="*/ 210131 h 1050628"/>
              <a:gd name="connsiteX889" fmla="*/ 1881700 w 2449768"/>
              <a:gd name="connsiteY889" fmla="*/ 207472 h 1050628"/>
              <a:gd name="connsiteX890" fmla="*/ 1895371 w 2449768"/>
              <a:gd name="connsiteY890" fmla="*/ 218865 h 1050628"/>
              <a:gd name="connsiteX891" fmla="*/ 1889295 w 2449768"/>
              <a:gd name="connsiteY891" fmla="*/ 243170 h 1050628"/>
              <a:gd name="connsiteX892" fmla="*/ 1864990 w 2449768"/>
              <a:gd name="connsiteY892" fmla="*/ 237094 h 1050628"/>
              <a:gd name="connsiteX893" fmla="*/ 1868028 w 2449768"/>
              <a:gd name="connsiteY893" fmla="*/ 209751 h 1050628"/>
              <a:gd name="connsiteX894" fmla="*/ 1881700 w 2449768"/>
              <a:gd name="connsiteY894" fmla="*/ 207472 h 1050628"/>
              <a:gd name="connsiteX895" fmla="*/ 1657262 w 2449768"/>
              <a:gd name="connsiteY895" fmla="*/ 207093 h 1050628"/>
              <a:gd name="connsiteX896" fmla="*/ 1670554 w 2449768"/>
              <a:gd name="connsiteY896" fmla="*/ 215827 h 1050628"/>
              <a:gd name="connsiteX897" fmla="*/ 1664478 w 2449768"/>
              <a:gd name="connsiteY897" fmla="*/ 240132 h 1050628"/>
              <a:gd name="connsiteX898" fmla="*/ 1637135 w 2449768"/>
              <a:gd name="connsiteY898" fmla="*/ 234056 h 1050628"/>
              <a:gd name="connsiteX899" fmla="*/ 1646249 w 2449768"/>
              <a:gd name="connsiteY899" fmla="*/ 209751 h 1050628"/>
              <a:gd name="connsiteX900" fmla="*/ 1657262 w 2449768"/>
              <a:gd name="connsiteY900" fmla="*/ 207093 h 1050628"/>
              <a:gd name="connsiteX901" fmla="*/ 1769671 w 2449768"/>
              <a:gd name="connsiteY901" fmla="*/ 201017 h 1050628"/>
              <a:gd name="connsiteX902" fmla="*/ 1782962 w 2449768"/>
              <a:gd name="connsiteY902" fmla="*/ 209751 h 1050628"/>
              <a:gd name="connsiteX903" fmla="*/ 1776886 w 2449768"/>
              <a:gd name="connsiteY903" fmla="*/ 234056 h 1050628"/>
              <a:gd name="connsiteX904" fmla="*/ 1752581 w 2449768"/>
              <a:gd name="connsiteY904" fmla="*/ 227980 h 1050628"/>
              <a:gd name="connsiteX905" fmla="*/ 1758657 w 2449768"/>
              <a:gd name="connsiteY905" fmla="*/ 203675 h 1050628"/>
              <a:gd name="connsiteX906" fmla="*/ 1769671 w 2449768"/>
              <a:gd name="connsiteY906" fmla="*/ 201017 h 1050628"/>
              <a:gd name="connsiteX907" fmla="*/ 1089145 w 2449768"/>
              <a:gd name="connsiteY907" fmla="*/ 197978 h 1050628"/>
              <a:gd name="connsiteX908" fmla="*/ 1102437 w 2449768"/>
              <a:gd name="connsiteY908" fmla="*/ 206712 h 1050628"/>
              <a:gd name="connsiteX909" fmla="*/ 1096361 w 2449768"/>
              <a:gd name="connsiteY909" fmla="*/ 231017 h 1050628"/>
              <a:gd name="connsiteX910" fmla="*/ 1072056 w 2449768"/>
              <a:gd name="connsiteY910" fmla="*/ 224941 h 1050628"/>
              <a:gd name="connsiteX911" fmla="*/ 1078132 w 2449768"/>
              <a:gd name="connsiteY911" fmla="*/ 200636 h 1050628"/>
              <a:gd name="connsiteX912" fmla="*/ 1089145 w 2449768"/>
              <a:gd name="connsiteY912" fmla="*/ 197978 h 1050628"/>
              <a:gd name="connsiteX913" fmla="*/ 1395989 w 2449768"/>
              <a:gd name="connsiteY913" fmla="*/ 161522 h 1050628"/>
              <a:gd name="connsiteX914" fmla="*/ 1409281 w 2449768"/>
              <a:gd name="connsiteY914" fmla="*/ 170256 h 1050628"/>
              <a:gd name="connsiteX915" fmla="*/ 1403205 w 2449768"/>
              <a:gd name="connsiteY915" fmla="*/ 194561 h 1050628"/>
              <a:gd name="connsiteX916" fmla="*/ 1378900 w 2449768"/>
              <a:gd name="connsiteY916" fmla="*/ 188485 h 1050628"/>
              <a:gd name="connsiteX917" fmla="*/ 1384976 w 2449768"/>
              <a:gd name="connsiteY917" fmla="*/ 164180 h 1050628"/>
              <a:gd name="connsiteX918" fmla="*/ 1395989 w 2449768"/>
              <a:gd name="connsiteY918" fmla="*/ 161522 h 1050628"/>
              <a:gd name="connsiteX919" fmla="*/ 1967145 w 2449768"/>
              <a:gd name="connsiteY919" fmla="*/ 140255 h 1050628"/>
              <a:gd name="connsiteX920" fmla="*/ 1980436 w 2449768"/>
              <a:gd name="connsiteY920" fmla="*/ 148989 h 1050628"/>
              <a:gd name="connsiteX921" fmla="*/ 1974360 w 2449768"/>
              <a:gd name="connsiteY921" fmla="*/ 173294 h 1050628"/>
              <a:gd name="connsiteX922" fmla="*/ 1950055 w 2449768"/>
              <a:gd name="connsiteY922" fmla="*/ 170256 h 1050628"/>
              <a:gd name="connsiteX923" fmla="*/ 1956131 w 2449768"/>
              <a:gd name="connsiteY923" fmla="*/ 142913 h 1050628"/>
              <a:gd name="connsiteX924" fmla="*/ 1967145 w 2449768"/>
              <a:gd name="connsiteY924" fmla="*/ 140255 h 1050628"/>
              <a:gd name="connsiteX925" fmla="*/ 1234971 w 2449768"/>
              <a:gd name="connsiteY925" fmla="*/ 131141 h 1050628"/>
              <a:gd name="connsiteX926" fmla="*/ 1248263 w 2449768"/>
              <a:gd name="connsiteY926" fmla="*/ 139875 h 1050628"/>
              <a:gd name="connsiteX927" fmla="*/ 1242187 w 2449768"/>
              <a:gd name="connsiteY927" fmla="*/ 164180 h 1050628"/>
              <a:gd name="connsiteX928" fmla="*/ 1217882 w 2449768"/>
              <a:gd name="connsiteY928" fmla="*/ 158104 h 1050628"/>
              <a:gd name="connsiteX929" fmla="*/ 1223958 w 2449768"/>
              <a:gd name="connsiteY929" fmla="*/ 133799 h 1050628"/>
              <a:gd name="connsiteX930" fmla="*/ 1234971 w 2449768"/>
              <a:gd name="connsiteY930" fmla="*/ 131141 h 1050628"/>
              <a:gd name="connsiteX931" fmla="*/ 1149906 w 2449768"/>
              <a:gd name="connsiteY931" fmla="*/ 131141 h 1050628"/>
              <a:gd name="connsiteX932" fmla="*/ 1163198 w 2449768"/>
              <a:gd name="connsiteY932" fmla="*/ 139875 h 1050628"/>
              <a:gd name="connsiteX933" fmla="*/ 1157122 w 2449768"/>
              <a:gd name="connsiteY933" fmla="*/ 164180 h 1050628"/>
              <a:gd name="connsiteX934" fmla="*/ 1132817 w 2449768"/>
              <a:gd name="connsiteY934" fmla="*/ 158104 h 1050628"/>
              <a:gd name="connsiteX935" fmla="*/ 1138893 w 2449768"/>
              <a:gd name="connsiteY935" fmla="*/ 133799 h 1050628"/>
              <a:gd name="connsiteX936" fmla="*/ 1149906 w 2449768"/>
              <a:gd name="connsiteY936" fmla="*/ 131141 h 1050628"/>
              <a:gd name="connsiteX937" fmla="*/ 2064362 w 2449768"/>
              <a:gd name="connsiteY937" fmla="*/ 128103 h 1050628"/>
              <a:gd name="connsiteX938" fmla="*/ 2077654 w 2449768"/>
              <a:gd name="connsiteY938" fmla="*/ 136837 h 1050628"/>
              <a:gd name="connsiteX939" fmla="*/ 2071578 w 2449768"/>
              <a:gd name="connsiteY939" fmla="*/ 161142 h 1050628"/>
              <a:gd name="connsiteX940" fmla="*/ 2047273 w 2449768"/>
              <a:gd name="connsiteY940" fmla="*/ 155066 h 1050628"/>
              <a:gd name="connsiteX941" fmla="*/ 2053349 w 2449768"/>
              <a:gd name="connsiteY941" fmla="*/ 130761 h 1050628"/>
              <a:gd name="connsiteX942" fmla="*/ 2064362 w 2449768"/>
              <a:gd name="connsiteY942" fmla="*/ 128103 h 1050628"/>
              <a:gd name="connsiteX943" fmla="*/ 1496245 w 2449768"/>
              <a:gd name="connsiteY943" fmla="*/ 120887 h 1050628"/>
              <a:gd name="connsiteX944" fmla="*/ 1509537 w 2449768"/>
              <a:gd name="connsiteY944" fmla="*/ 130761 h 1050628"/>
              <a:gd name="connsiteX945" fmla="*/ 1503461 w 2449768"/>
              <a:gd name="connsiteY945" fmla="*/ 155066 h 1050628"/>
              <a:gd name="connsiteX946" fmla="*/ 1479156 w 2449768"/>
              <a:gd name="connsiteY946" fmla="*/ 148990 h 1050628"/>
              <a:gd name="connsiteX947" fmla="*/ 1485232 w 2449768"/>
              <a:gd name="connsiteY947" fmla="*/ 124685 h 1050628"/>
              <a:gd name="connsiteX948" fmla="*/ 1496245 w 2449768"/>
              <a:gd name="connsiteY948" fmla="*/ 120887 h 1050628"/>
              <a:gd name="connsiteX949" fmla="*/ 1599539 w 2449768"/>
              <a:gd name="connsiteY949" fmla="*/ 112913 h 1050628"/>
              <a:gd name="connsiteX950" fmla="*/ 1612831 w 2449768"/>
              <a:gd name="connsiteY950" fmla="*/ 121647 h 1050628"/>
              <a:gd name="connsiteX951" fmla="*/ 1606754 w 2449768"/>
              <a:gd name="connsiteY951" fmla="*/ 145952 h 1050628"/>
              <a:gd name="connsiteX952" fmla="*/ 1582450 w 2449768"/>
              <a:gd name="connsiteY952" fmla="*/ 139876 h 1050628"/>
              <a:gd name="connsiteX953" fmla="*/ 1588526 w 2449768"/>
              <a:gd name="connsiteY953" fmla="*/ 115571 h 1050628"/>
              <a:gd name="connsiteX954" fmla="*/ 1599539 w 2449768"/>
              <a:gd name="connsiteY954" fmla="*/ 112913 h 1050628"/>
              <a:gd name="connsiteX955" fmla="*/ 1836508 w 2449768"/>
              <a:gd name="connsiteY955" fmla="*/ 109875 h 1050628"/>
              <a:gd name="connsiteX956" fmla="*/ 1849800 w 2449768"/>
              <a:gd name="connsiteY956" fmla="*/ 118609 h 1050628"/>
              <a:gd name="connsiteX957" fmla="*/ 1843724 w 2449768"/>
              <a:gd name="connsiteY957" fmla="*/ 142914 h 1050628"/>
              <a:gd name="connsiteX958" fmla="*/ 1819419 w 2449768"/>
              <a:gd name="connsiteY958" fmla="*/ 136838 h 1050628"/>
              <a:gd name="connsiteX959" fmla="*/ 1825495 w 2449768"/>
              <a:gd name="connsiteY959" fmla="*/ 112533 h 1050628"/>
              <a:gd name="connsiteX960" fmla="*/ 1836508 w 2449768"/>
              <a:gd name="connsiteY960" fmla="*/ 109875 h 1050628"/>
              <a:gd name="connsiteX961" fmla="*/ 1708529 w 2449768"/>
              <a:gd name="connsiteY961" fmla="*/ 106837 h 1050628"/>
              <a:gd name="connsiteX962" fmla="*/ 1722201 w 2449768"/>
              <a:gd name="connsiteY962" fmla="*/ 115571 h 1050628"/>
              <a:gd name="connsiteX963" fmla="*/ 1716124 w 2449768"/>
              <a:gd name="connsiteY963" fmla="*/ 139876 h 1050628"/>
              <a:gd name="connsiteX964" fmla="*/ 1691820 w 2449768"/>
              <a:gd name="connsiteY964" fmla="*/ 133800 h 1050628"/>
              <a:gd name="connsiteX965" fmla="*/ 1694858 w 2449768"/>
              <a:gd name="connsiteY965" fmla="*/ 109495 h 1050628"/>
              <a:gd name="connsiteX966" fmla="*/ 1708529 w 2449768"/>
              <a:gd name="connsiteY966" fmla="*/ 106837 h 1050628"/>
              <a:gd name="connsiteX967" fmla="*/ 1301429 w 2449768"/>
              <a:gd name="connsiteY967" fmla="*/ 60126 h 1050628"/>
              <a:gd name="connsiteX968" fmla="*/ 1315101 w 2449768"/>
              <a:gd name="connsiteY968" fmla="*/ 70000 h 1050628"/>
              <a:gd name="connsiteX969" fmla="*/ 1309024 w 2449768"/>
              <a:gd name="connsiteY969" fmla="*/ 94305 h 1050628"/>
              <a:gd name="connsiteX970" fmla="*/ 1284720 w 2449768"/>
              <a:gd name="connsiteY970" fmla="*/ 88229 h 1050628"/>
              <a:gd name="connsiteX971" fmla="*/ 1287758 w 2449768"/>
              <a:gd name="connsiteY971" fmla="*/ 63924 h 1050628"/>
              <a:gd name="connsiteX972" fmla="*/ 1301429 w 2449768"/>
              <a:gd name="connsiteY972" fmla="*/ 60126 h 1050628"/>
              <a:gd name="connsiteX973" fmla="*/ 1930687 w 2449768"/>
              <a:gd name="connsiteY973" fmla="*/ 49113 h 1050628"/>
              <a:gd name="connsiteX974" fmla="*/ 1943979 w 2449768"/>
              <a:gd name="connsiteY974" fmla="*/ 57847 h 1050628"/>
              <a:gd name="connsiteX975" fmla="*/ 1937903 w 2449768"/>
              <a:gd name="connsiteY975" fmla="*/ 82152 h 1050628"/>
              <a:gd name="connsiteX976" fmla="*/ 1913598 w 2449768"/>
              <a:gd name="connsiteY976" fmla="*/ 76076 h 1050628"/>
              <a:gd name="connsiteX977" fmla="*/ 1919674 w 2449768"/>
              <a:gd name="connsiteY977" fmla="*/ 51771 h 1050628"/>
              <a:gd name="connsiteX978" fmla="*/ 1930687 w 2449768"/>
              <a:gd name="connsiteY978" fmla="*/ 49113 h 1050628"/>
              <a:gd name="connsiteX979" fmla="*/ 1402065 w 2449768"/>
              <a:gd name="connsiteY979" fmla="*/ 43037 h 1050628"/>
              <a:gd name="connsiteX980" fmla="*/ 1415357 w 2449768"/>
              <a:gd name="connsiteY980" fmla="*/ 51771 h 1050628"/>
              <a:gd name="connsiteX981" fmla="*/ 1409281 w 2449768"/>
              <a:gd name="connsiteY981" fmla="*/ 76076 h 1050628"/>
              <a:gd name="connsiteX982" fmla="*/ 1384976 w 2449768"/>
              <a:gd name="connsiteY982" fmla="*/ 70000 h 1050628"/>
              <a:gd name="connsiteX983" fmla="*/ 1391052 w 2449768"/>
              <a:gd name="connsiteY983" fmla="*/ 45695 h 1050628"/>
              <a:gd name="connsiteX984" fmla="*/ 1402065 w 2449768"/>
              <a:gd name="connsiteY984" fmla="*/ 43037 h 1050628"/>
              <a:gd name="connsiteX985" fmla="*/ 1806127 w 2449768"/>
              <a:gd name="connsiteY985" fmla="*/ 15695 h 1050628"/>
              <a:gd name="connsiteX986" fmla="*/ 1819419 w 2449768"/>
              <a:gd name="connsiteY986" fmla="*/ 24429 h 1050628"/>
              <a:gd name="connsiteX987" fmla="*/ 1813343 w 2449768"/>
              <a:gd name="connsiteY987" fmla="*/ 48734 h 1050628"/>
              <a:gd name="connsiteX988" fmla="*/ 1789038 w 2449768"/>
              <a:gd name="connsiteY988" fmla="*/ 42658 h 1050628"/>
              <a:gd name="connsiteX989" fmla="*/ 1795114 w 2449768"/>
              <a:gd name="connsiteY989" fmla="*/ 18353 h 1050628"/>
              <a:gd name="connsiteX990" fmla="*/ 1806127 w 2449768"/>
              <a:gd name="connsiteY990" fmla="*/ 15695 h 1050628"/>
              <a:gd name="connsiteX991" fmla="*/ 1499283 w 2449768"/>
              <a:gd name="connsiteY991" fmla="*/ 9619 h 1050628"/>
              <a:gd name="connsiteX992" fmla="*/ 1512575 w 2449768"/>
              <a:gd name="connsiteY992" fmla="*/ 18353 h 1050628"/>
              <a:gd name="connsiteX993" fmla="*/ 1506499 w 2449768"/>
              <a:gd name="connsiteY993" fmla="*/ 45696 h 1050628"/>
              <a:gd name="connsiteX994" fmla="*/ 1482194 w 2449768"/>
              <a:gd name="connsiteY994" fmla="*/ 39620 h 1050628"/>
              <a:gd name="connsiteX995" fmla="*/ 1488270 w 2449768"/>
              <a:gd name="connsiteY995" fmla="*/ 12277 h 1050628"/>
              <a:gd name="connsiteX996" fmla="*/ 1499283 w 2449768"/>
              <a:gd name="connsiteY996" fmla="*/ 9619 h 1050628"/>
              <a:gd name="connsiteX997" fmla="*/ 1699795 w 2449768"/>
              <a:gd name="connsiteY997" fmla="*/ 3543 h 1050628"/>
              <a:gd name="connsiteX998" fmla="*/ 1713087 w 2449768"/>
              <a:gd name="connsiteY998" fmla="*/ 12277 h 1050628"/>
              <a:gd name="connsiteX999" fmla="*/ 1707011 w 2449768"/>
              <a:gd name="connsiteY999" fmla="*/ 36582 h 1050628"/>
              <a:gd name="connsiteX1000" fmla="*/ 1682706 w 2449768"/>
              <a:gd name="connsiteY1000" fmla="*/ 30506 h 1050628"/>
              <a:gd name="connsiteX1001" fmla="*/ 1688782 w 2449768"/>
              <a:gd name="connsiteY1001" fmla="*/ 6201 h 1050628"/>
              <a:gd name="connsiteX1002" fmla="*/ 1699795 w 2449768"/>
              <a:gd name="connsiteY1002" fmla="*/ 3543 h 1050628"/>
              <a:gd name="connsiteX1003" fmla="*/ 1599539 w 2449768"/>
              <a:gd name="connsiteY1003" fmla="*/ 504 h 1050628"/>
              <a:gd name="connsiteX1004" fmla="*/ 1612831 w 2449768"/>
              <a:gd name="connsiteY1004" fmla="*/ 9238 h 1050628"/>
              <a:gd name="connsiteX1005" fmla="*/ 1606754 w 2449768"/>
              <a:gd name="connsiteY1005" fmla="*/ 33543 h 1050628"/>
              <a:gd name="connsiteX1006" fmla="*/ 1582450 w 2449768"/>
              <a:gd name="connsiteY1006" fmla="*/ 27467 h 1050628"/>
              <a:gd name="connsiteX1007" fmla="*/ 1588526 w 2449768"/>
              <a:gd name="connsiteY1007" fmla="*/ 3162 h 1050628"/>
              <a:gd name="connsiteX1008" fmla="*/ 1599539 w 2449768"/>
              <a:gd name="connsiteY1008" fmla="*/ 504 h 105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Lst>
            <a:rect l="l" t="t" r="r" b="b"/>
            <a:pathLst>
              <a:path w="2449768" h="1050628">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7258332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break">
    <p:spTree>
      <p:nvGrpSpPr>
        <p:cNvPr id="1" name=""/>
        <p:cNvGrpSpPr/>
        <p:nvPr/>
      </p:nvGrpSpPr>
      <p:grpSpPr>
        <a:xfrm>
          <a:off x="0" y="0"/>
          <a:ext cx="0" cy="0"/>
          <a:chOff x="0" y="0"/>
          <a:chExt cx="0" cy="0"/>
        </a:xfrm>
      </p:grpSpPr>
      <p:sp>
        <p:nvSpPr>
          <p:cNvPr id="12" name="Color">
            <a:extLst>
              <a:ext uri="{FF2B5EF4-FFF2-40B4-BE49-F238E27FC236}">
                <a16:creationId xmlns:a16="http://schemas.microsoft.com/office/drawing/2014/main" id="{02EF2A19-9DCB-4C2F-A653-DDFE03EC3B9A}"/>
              </a:ext>
              <a:ext uri="{C183D7F6-B498-43B3-948B-1728B52AA6E4}">
                <adec:decorative xmlns:adec="http://schemas.microsoft.com/office/drawing/2017/decorative" val="1"/>
              </a:ext>
            </a:extLst>
          </p:cNvPr>
          <p:cNvSpPr/>
          <p:nvPr userDrawn="1"/>
        </p:nvSpPr>
        <p:spPr>
          <a:xfrm>
            <a:off x="1524" y="0"/>
            <a:ext cx="12188952"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Picture Placeholder 9">
            <a:extLst>
              <a:ext uri="{FF2B5EF4-FFF2-40B4-BE49-F238E27FC236}">
                <a16:creationId xmlns:a16="http://schemas.microsoft.com/office/drawing/2014/main" id="{A00A663D-57EE-4A46-9F1B-85AF2599B6C0}"/>
              </a:ext>
            </a:extLst>
          </p:cNvPr>
          <p:cNvSpPr>
            <a:spLocks noGrp="1"/>
          </p:cNvSpPr>
          <p:nvPr>
            <p:ph type="pic" sz="quarter" idx="13"/>
          </p:nvPr>
        </p:nvSpPr>
        <p:spPr>
          <a:xfrm>
            <a:off x="0" y="589788"/>
            <a:ext cx="11539728" cy="5678424"/>
          </a:xfrm>
          <a:solidFill>
            <a:schemeClr val="accent4"/>
          </a:solidFill>
        </p:spPr>
        <p:txBody>
          <a:bodyPr/>
          <a:lstStyle/>
          <a:p>
            <a:r>
              <a:rPr lang="en-US"/>
              <a:t>Click icon to add picture</a:t>
            </a:r>
            <a:endParaRPr lang="en-US" dirty="0"/>
          </a:p>
        </p:txBody>
      </p:sp>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dirty="0"/>
              <a:t>20XX</a:t>
            </a:r>
          </a:p>
        </p:txBody>
      </p:sp>
      <p:sp>
        <p:nvSpPr>
          <p:cNvPr id="5" name="Footer Placeholder 4"/>
          <p:cNvSpPr>
            <a:spLocks noGrp="1"/>
          </p:cNvSpPr>
          <p:nvPr>
            <p:ph type="ftr" sz="quarter" idx="11"/>
          </p:nvPr>
        </p:nvSpPr>
        <p:spPr/>
        <p:txBody>
          <a:bodyPr/>
          <a:lstStyle/>
          <a:p>
            <a:r>
              <a:rPr lang="en-US" dirty="0"/>
              <a:t>Sample Footer Text</a:t>
            </a:r>
          </a:p>
        </p:txBody>
      </p:sp>
      <p:sp>
        <p:nvSpPr>
          <p:cNvPr id="6" name="Slide Number Placeholder 5"/>
          <p:cNvSpPr>
            <a:spLocks noGrp="1"/>
          </p:cNvSpPr>
          <p:nvPr>
            <p:ph type="sldNum" sz="quarter" idx="12"/>
          </p:nvPr>
        </p:nvSpPr>
        <p:spPr/>
        <p:txBody>
          <a:bodyPr/>
          <a:lstStyle/>
          <a:p>
            <a:fld id="{DFDF98CC-160E-494C-8C3C-8CDC5FA257DE}" type="slidenum">
              <a:rPr lang="en-US" smtClean="0"/>
              <a:t>‹#›</a:t>
            </a:fld>
            <a:endParaRPr lang="en-US" dirty="0"/>
          </a:p>
        </p:txBody>
      </p:sp>
    </p:spTree>
    <p:extLst>
      <p:ext uri="{BB962C8B-B14F-4D97-AF65-F5344CB8AC3E}">
        <p14:creationId xmlns:p14="http://schemas.microsoft.com/office/powerpoint/2010/main" val="2358334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4698"/>
            <a:ext cx="10515600" cy="1325563"/>
          </a:xfrm>
        </p:spPr>
        <p:txBody>
          <a:bodyPr/>
          <a:lstStyle/>
          <a:p>
            <a:r>
              <a:rPr lang="en-US"/>
              <a:t>Click to edit Master title style</a:t>
            </a:r>
            <a:endParaRPr lang="en-US" dirty="0"/>
          </a:p>
        </p:txBody>
      </p:sp>
      <p:sp>
        <p:nvSpPr>
          <p:cNvPr id="3" name="Content Placeholder 2"/>
          <p:cNvSpPr>
            <a:spLocks noGrp="1"/>
          </p:cNvSpPr>
          <p:nvPr>
            <p:ph idx="1"/>
          </p:nvPr>
        </p:nvSpPr>
        <p:spPr>
          <a:xfrm>
            <a:off x="838200" y="2223800"/>
            <a:ext cx="10515600" cy="3657601"/>
          </a:xfrm>
        </p:spPr>
        <p:txBody>
          <a:bodyPr/>
          <a:lstStyle>
            <a:lvl1pPr marL="457200" indent="-457200">
              <a:buFont typeface="Arial" panose="020B0604020202020204" pitchFamily="34" charset="0"/>
              <a:buChar char="•"/>
              <a:defRPr/>
            </a:lvl1pPr>
            <a:lvl2pPr marL="800100" indent="-342900">
              <a:buFont typeface="Arial" panose="020B0604020202020204" pitchFamily="34" charset="0"/>
              <a:buChar char="•"/>
              <a:defRPr/>
            </a:lvl2pPr>
            <a:lvl3pPr marL="1257300" indent="-342900">
              <a:buFont typeface="Arial" panose="020B0604020202020204" pitchFamily="34" charset="0"/>
              <a:buChar char="•"/>
              <a:defRPr/>
            </a:lvl3pPr>
            <a:lvl4pPr marL="1657350" indent="-285750">
              <a:buFont typeface="Arial" panose="020B0604020202020204" pitchFamily="34" charset="0"/>
              <a:buChar char="•"/>
              <a:defRPr/>
            </a:lvl4pPr>
            <a:lvl5pPr marL="2114550" indent="-285750">
              <a:buFont typeface="Arial" panose="020B0604020202020204"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dirty="0"/>
              <a:t>20XX</a:t>
            </a:r>
          </a:p>
        </p:txBody>
      </p:sp>
      <p:sp>
        <p:nvSpPr>
          <p:cNvPr id="5" name="Footer Placeholder 4"/>
          <p:cNvSpPr>
            <a:spLocks noGrp="1"/>
          </p:cNvSpPr>
          <p:nvPr>
            <p:ph type="ftr" sz="quarter" idx="11"/>
          </p:nvPr>
        </p:nvSpPr>
        <p:spPr/>
        <p:txBody>
          <a:bodyPr/>
          <a:lstStyle/>
          <a:p>
            <a:r>
              <a:rPr lang="en-US" dirty="0"/>
              <a:t>Sample Footer Text</a:t>
            </a:r>
          </a:p>
        </p:txBody>
      </p:sp>
      <p:sp>
        <p:nvSpPr>
          <p:cNvPr id="6" name="Slide Number Placeholder 5"/>
          <p:cNvSpPr>
            <a:spLocks noGrp="1"/>
          </p:cNvSpPr>
          <p:nvPr>
            <p:ph type="sldNum" sz="quarter" idx="12"/>
          </p:nvPr>
        </p:nvSpPr>
        <p:spPr/>
        <p:txBody>
          <a:bodyPr/>
          <a:lstStyle/>
          <a:p>
            <a:fld id="{DFDF98CC-160E-494C-8C3C-8CDC5FA257DE}" type="slidenum">
              <a:rPr lang="en-US" smtClean="0"/>
              <a:t>‹#›</a:t>
            </a:fld>
            <a:endParaRPr lang="en-US" dirty="0"/>
          </a:p>
        </p:txBody>
      </p:sp>
    </p:spTree>
    <p:extLst>
      <p:ext uri="{BB962C8B-B14F-4D97-AF65-F5344CB8AC3E}">
        <p14:creationId xmlns:p14="http://schemas.microsoft.com/office/powerpoint/2010/main" val="2599514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eam">
    <p:spTree>
      <p:nvGrpSpPr>
        <p:cNvPr id="1" name=""/>
        <p:cNvGrpSpPr/>
        <p:nvPr/>
      </p:nvGrpSpPr>
      <p:grpSpPr>
        <a:xfrm>
          <a:off x="0" y="0"/>
          <a:ext cx="0" cy="0"/>
          <a:chOff x="0" y="0"/>
          <a:chExt cx="0" cy="0"/>
        </a:xfrm>
      </p:grpSpPr>
      <p:sp>
        <p:nvSpPr>
          <p:cNvPr id="2" name="Title 1"/>
          <p:cNvSpPr>
            <a:spLocks noGrp="1"/>
          </p:cNvSpPr>
          <p:nvPr>
            <p:ph type="title"/>
          </p:nvPr>
        </p:nvSpPr>
        <p:spPr>
          <a:xfrm>
            <a:off x="838200" y="364698"/>
            <a:ext cx="10515600" cy="1325563"/>
          </a:xfrm>
        </p:spPr>
        <p:txBody>
          <a:bodyPr/>
          <a:lstStyle/>
          <a:p>
            <a:r>
              <a:rPr lang="en-US"/>
              <a:t>Click to edit Master title style</a:t>
            </a:r>
            <a:endParaRPr lang="en-US" dirty="0"/>
          </a:p>
        </p:txBody>
      </p:sp>
      <p:sp>
        <p:nvSpPr>
          <p:cNvPr id="3" name="Content Placeholder 2"/>
          <p:cNvSpPr>
            <a:spLocks noGrp="1"/>
          </p:cNvSpPr>
          <p:nvPr>
            <p:ph idx="1"/>
          </p:nvPr>
        </p:nvSpPr>
        <p:spPr>
          <a:xfrm>
            <a:off x="838200" y="1919004"/>
            <a:ext cx="10515600" cy="3657601"/>
          </a:xfrm>
        </p:spPr>
        <p:txBody>
          <a:bodyPr/>
          <a:lstStyle>
            <a:lvl1pPr marL="0" indent="0">
              <a:buFont typeface="Arial" panose="020B0604020202020204" pitchFamily="34" charset="0"/>
              <a:buNone/>
              <a:defRPr/>
            </a:lvl1pPr>
            <a:lvl2pPr marL="457200" indent="0">
              <a:buFont typeface="Arial" panose="020B0604020202020204" pitchFamily="34" charset="0"/>
              <a:buNone/>
              <a:defRPr/>
            </a:lvl2pPr>
            <a:lvl3pPr marL="914400" indent="0">
              <a:buFont typeface="Arial" panose="020B0604020202020204" pitchFamily="34" charset="0"/>
              <a:buNone/>
              <a:defRPr/>
            </a:lvl3pPr>
            <a:lvl4pPr marL="1371600" indent="0">
              <a:buFont typeface="Arial" panose="020B0604020202020204" pitchFamily="34" charset="0"/>
              <a:buNone/>
              <a:defRPr/>
            </a:lvl4pPr>
            <a:lvl5pPr marL="1828800" indent="0">
              <a:buFont typeface="Arial" panose="020B0604020202020204" pitchFamily="34" charse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dirty="0"/>
              <a:t>20XX</a:t>
            </a:r>
          </a:p>
        </p:txBody>
      </p:sp>
      <p:sp>
        <p:nvSpPr>
          <p:cNvPr id="5" name="Footer Placeholder 4"/>
          <p:cNvSpPr>
            <a:spLocks noGrp="1"/>
          </p:cNvSpPr>
          <p:nvPr>
            <p:ph type="ftr" sz="quarter" idx="11"/>
          </p:nvPr>
        </p:nvSpPr>
        <p:spPr/>
        <p:txBody>
          <a:bodyPr/>
          <a:lstStyle/>
          <a:p>
            <a:r>
              <a:rPr lang="en-US" dirty="0"/>
              <a:t>Sample Footer Text</a:t>
            </a:r>
          </a:p>
        </p:txBody>
      </p:sp>
      <p:sp>
        <p:nvSpPr>
          <p:cNvPr id="6" name="Slide Number Placeholder 5"/>
          <p:cNvSpPr>
            <a:spLocks noGrp="1"/>
          </p:cNvSpPr>
          <p:nvPr>
            <p:ph type="sldNum" sz="quarter" idx="12"/>
          </p:nvPr>
        </p:nvSpPr>
        <p:spPr/>
        <p:txBody>
          <a:bodyPr/>
          <a:lstStyle/>
          <a:p>
            <a:fld id="{DFDF98CC-160E-494C-8C3C-8CDC5FA257DE}" type="slidenum">
              <a:rPr lang="en-US" smtClean="0"/>
              <a:t>‹#›</a:t>
            </a:fld>
            <a:endParaRPr lang="en-US" dirty="0"/>
          </a:p>
        </p:txBody>
      </p:sp>
    </p:spTree>
    <p:extLst>
      <p:ext uri="{BB962C8B-B14F-4D97-AF65-F5344CB8AC3E}">
        <p14:creationId xmlns:p14="http://schemas.microsoft.com/office/powerpoint/2010/main" val="29404494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AC22A9B6-472C-4EBE-A7F5-1E03DC8D04FD}"/>
              </a:ext>
              <a:ext uri="{C183D7F6-B498-43B3-948B-1728B52AA6E4}">
                <adec:decorative xmlns:adec="http://schemas.microsoft.com/office/drawing/2017/decorative" val="1"/>
              </a:ext>
            </a:extLst>
          </p:cNvPr>
          <p:cNvSpPr/>
          <p:nvPr userDrawn="1"/>
        </p:nvSpPr>
        <p:spPr>
          <a:xfrm>
            <a:off x="0" y="0"/>
            <a:ext cx="12192000" cy="6858000"/>
          </a:xfrm>
          <a:prstGeom prst="rect">
            <a:avLst/>
          </a:prstGeom>
          <a:solidFill>
            <a:srgbClr val="A5A5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5" name="Group 4">
            <a:extLst>
              <a:ext uri="{FF2B5EF4-FFF2-40B4-BE49-F238E27FC236}">
                <a16:creationId xmlns:a16="http://schemas.microsoft.com/office/drawing/2014/main" id="{3AB9AD60-1C65-4D0F-94F7-A78CFFF6BECA}"/>
              </a:ext>
              <a:ext uri="{C183D7F6-B498-43B3-948B-1728B52AA6E4}">
                <adec:decorative xmlns:adec="http://schemas.microsoft.com/office/drawing/2017/decorative" val="1"/>
              </a:ext>
            </a:extLst>
          </p:cNvPr>
          <p:cNvGrpSpPr/>
          <p:nvPr userDrawn="1"/>
        </p:nvGrpSpPr>
        <p:grpSpPr>
          <a:xfrm>
            <a:off x="1524" y="0"/>
            <a:ext cx="12188952" cy="6858000"/>
            <a:chOff x="1524" y="0"/>
            <a:chExt cx="12188952" cy="6858000"/>
          </a:xfrm>
        </p:grpSpPr>
        <p:sp>
          <p:nvSpPr>
            <p:cNvPr id="10" name="Freeform: Shape 9">
              <a:extLst>
                <a:ext uri="{FF2B5EF4-FFF2-40B4-BE49-F238E27FC236}">
                  <a16:creationId xmlns:a16="http://schemas.microsoft.com/office/drawing/2014/main" id="{440007DB-F215-4A5D-8619-BC3C915A7B82}"/>
                </a:ext>
              </a:extLst>
            </p:cNvPr>
            <p:cNvSpPr/>
            <p:nvPr userDrawn="1"/>
          </p:nvSpPr>
          <p:spPr>
            <a:xfrm>
              <a:off x="27646" y="6015669"/>
              <a:ext cx="2605762" cy="842331"/>
            </a:xfrm>
            <a:custGeom>
              <a:avLst/>
              <a:gdLst>
                <a:gd name="connsiteX0" fmla="*/ 1151220 w 3180577"/>
                <a:gd name="connsiteY0" fmla="*/ 1105 h 1033951"/>
                <a:gd name="connsiteX1" fmla="*/ 1735251 w 3180577"/>
                <a:gd name="connsiteY1" fmla="*/ 77956 h 1033951"/>
                <a:gd name="connsiteX2" fmla="*/ 2001894 w 3180577"/>
                <a:gd name="connsiteY2" fmla="*/ 123235 h 1033951"/>
                <a:gd name="connsiteX3" fmla="*/ 2321364 w 3180577"/>
                <a:gd name="connsiteY3" fmla="*/ 128266 h 1033951"/>
                <a:gd name="connsiteX4" fmla="*/ 2671019 w 3180577"/>
                <a:gd name="connsiteY4" fmla="*/ 55316 h 1033951"/>
                <a:gd name="connsiteX5" fmla="*/ 2982942 w 3180577"/>
                <a:gd name="connsiteY5" fmla="*/ 326991 h 1033951"/>
                <a:gd name="connsiteX6" fmla="*/ 3176430 w 3180577"/>
                <a:gd name="connsiteY6" fmla="*/ 1024557 h 1033951"/>
                <a:gd name="connsiteX7" fmla="*/ 3174833 w 3180577"/>
                <a:gd name="connsiteY7" fmla="*/ 1033951 h 1033951"/>
                <a:gd name="connsiteX8" fmla="*/ 23630 w 3180577"/>
                <a:gd name="connsiteY8" fmla="*/ 1033951 h 1033951"/>
                <a:gd name="connsiteX9" fmla="*/ 11184 w 3180577"/>
                <a:gd name="connsiteY9" fmla="*/ 984167 h 1033951"/>
                <a:gd name="connsiteX10" fmla="*/ 236008 w 3180577"/>
                <a:gd name="connsiteY10" fmla="*/ 289258 h 1033951"/>
                <a:gd name="connsiteX11" fmla="*/ 1151220 w 3180577"/>
                <a:gd name="connsiteY11" fmla="*/ 1105 h 1033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0577" h="1033951">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dirty="0"/>
            </a:p>
          </p:txBody>
        </p:sp>
        <p:sp>
          <p:nvSpPr>
            <p:cNvPr id="11" name="Freeform: Shape 10">
              <a:extLst>
                <a:ext uri="{FF2B5EF4-FFF2-40B4-BE49-F238E27FC236}">
                  <a16:creationId xmlns:a16="http://schemas.microsoft.com/office/drawing/2014/main" id="{B76DA8FB-8DAC-4630-9994-614FAF62DF23}"/>
                </a:ext>
              </a:extLst>
            </p:cNvPr>
            <p:cNvSpPr/>
            <p:nvPr userDrawn="1"/>
          </p:nvSpPr>
          <p:spPr>
            <a:xfrm>
              <a:off x="656708" y="5798001"/>
              <a:ext cx="2485581" cy="1059999"/>
            </a:xfrm>
            <a:custGeom>
              <a:avLst/>
              <a:gdLst>
                <a:gd name="connsiteX0" fmla="*/ 1553968 w 2449768"/>
                <a:gd name="connsiteY0" fmla="*/ 1045598 h 1050628"/>
                <a:gd name="connsiteX1" fmla="*/ 1561623 w 2449768"/>
                <a:gd name="connsiteY1" fmla="*/ 1050628 h 1050628"/>
                <a:gd name="connsiteX2" fmla="*/ 1540857 w 2449768"/>
                <a:gd name="connsiteY2" fmla="*/ 1050628 h 1050628"/>
                <a:gd name="connsiteX3" fmla="*/ 1542955 w 2449768"/>
                <a:gd name="connsiteY3" fmla="*/ 1048256 h 1050628"/>
                <a:gd name="connsiteX4" fmla="*/ 1553968 w 2449768"/>
                <a:gd name="connsiteY4" fmla="*/ 1045598 h 1050628"/>
                <a:gd name="connsiteX5" fmla="*/ 490647 w 2449768"/>
                <a:gd name="connsiteY5" fmla="*/ 1036483 h 1050628"/>
                <a:gd name="connsiteX6" fmla="*/ 503939 w 2449768"/>
                <a:gd name="connsiteY6" fmla="*/ 1045217 h 1050628"/>
                <a:gd name="connsiteX7" fmla="*/ 505485 w 2449768"/>
                <a:gd name="connsiteY7" fmla="*/ 1050628 h 1050628"/>
                <a:gd name="connsiteX8" fmla="*/ 470645 w 2449768"/>
                <a:gd name="connsiteY8" fmla="*/ 1050628 h 1050628"/>
                <a:gd name="connsiteX9" fmla="*/ 469761 w 2449768"/>
                <a:gd name="connsiteY9" fmla="*/ 1046736 h 1050628"/>
                <a:gd name="connsiteX10" fmla="*/ 479634 w 2449768"/>
                <a:gd name="connsiteY10" fmla="*/ 1039141 h 1050628"/>
                <a:gd name="connsiteX11" fmla="*/ 490647 w 2449768"/>
                <a:gd name="connsiteY11" fmla="*/ 1036483 h 1050628"/>
                <a:gd name="connsiteX12" fmla="*/ 326591 w 2449768"/>
                <a:gd name="connsiteY12" fmla="*/ 1030407 h 1050628"/>
                <a:gd name="connsiteX13" fmla="*/ 339883 w 2449768"/>
                <a:gd name="connsiteY13" fmla="*/ 1039141 h 1050628"/>
                <a:gd name="connsiteX14" fmla="*/ 341999 w 2449768"/>
                <a:gd name="connsiteY14" fmla="*/ 1050628 h 1050628"/>
                <a:gd name="connsiteX15" fmla="*/ 308260 w 2449768"/>
                <a:gd name="connsiteY15" fmla="*/ 1050628 h 1050628"/>
                <a:gd name="connsiteX16" fmla="*/ 306844 w 2449768"/>
                <a:gd name="connsiteY16" fmla="*/ 1042939 h 1050628"/>
                <a:gd name="connsiteX17" fmla="*/ 315578 w 2449768"/>
                <a:gd name="connsiteY17" fmla="*/ 1033065 h 1050628"/>
                <a:gd name="connsiteX18" fmla="*/ 326591 w 2449768"/>
                <a:gd name="connsiteY18" fmla="*/ 1030407 h 1050628"/>
                <a:gd name="connsiteX19" fmla="*/ 20886 w 2449768"/>
                <a:gd name="connsiteY19" fmla="*/ 1026229 h 1050628"/>
                <a:gd name="connsiteX20" fmla="*/ 33039 w 2449768"/>
                <a:gd name="connsiteY20" fmla="*/ 1036103 h 1050628"/>
                <a:gd name="connsiteX21" fmla="*/ 36837 w 2449768"/>
                <a:gd name="connsiteY21" fmla="*/ 1049395 h 1050628"/>
                <a:gd name="connsiteX22" fmla="*/ 35731 w 2449768"/>
                <a:gd name="connsiteY22" fmla="*/ 1050628 h 1050628"/>
                <a:gd name="connsiteX23" fmla="*/ 1976 w 2449768"/>
                <a:gd name="connsiteY23" fmla="*/ 1050628 h 1050628"/>
                <a:gd name="connsiteX24" fmla="*/ 0 w 2449768"/>
                <a:gd name="connsiteY24" fmla="*/ 1039901 h 1050628"/>
                <a:gd name="connsiteX25" fmla="*/ 8734 w 2449768"/>
                <a:gd name="connsiteY25" fmla="*/ 1030027 h 1050628"/>
                <a:gd name="connsiteX26" fmla="*/ 20886 w 2449768"/>
                <a:gd name="connsiteY26" fmla="*/ 1026229 h 1050628"/>
                <a:gd name="connsiteX27" fmla="*/ 2100819 w 2449768"/>
                <a:gd name="connsiteY27" fmla="*/ 1024331 h 1050628"/>
                <a:gd name="connsiteX28" fmla="*/ 2114111 w 2449768"/>
                <a:gd name="connsiteY28" fmla="*/ 1033065 h 1050628"/>
                <a:gd name="connsiteX29" fmla="*/ 2117909 w 2449768"/>
                <a:gd name="connsiteY29" fmla="*/ 1046357 h 1050628"/>
                <a:gd name="connsiteX30" fmla="*/ 2114079 w 2449768"/>
                <a:gd name="connsiteY30" fmla="*/ 1050628 h 1050628"/>
                <a:gd name="connsiteX31" fmla="*/ 2083616 w 2449768"/>
                <a:gd name="connsiteY31" fmla="*/ 1050628 h 1050628"/>
                <a:gd name="connsiteX32" fmla="*/ 2081072 w 2449768"/>
                <a:gd name="connsiteY32" fmla="*/ 1035724 h 1050628"/>
                <a:gd name="connsiteX33" fmla="*/ 2089806 w 2449768"/>
                <a:gd name="connsiteY33" fmla="*/ 1026989 h 1050628"/>
                <a:gd name="connsiteX34" fmla="*/ 2100819 w 2449768"/>
                <a:gd name="connsiteY34" fmla="*/ 1024331 h 1050628"/>
                <a:gd name="connsiteX35" fmla="*/ 1192439 w 2449768"/>
                <a:gd name="connsiteY35" fmla="*/ 1024331 h 1050628"/>
                <a:gd name="connsiteX36" fmla="*/ 1205731 w 2449768"/>
                <a:gd name="connsiteY36" fmla="*/ 1033065 h 1050628"/>
                <a:gd name="connsiteX37" fmla="*/ 1209529 w 2449768"/>
                <a:gd name="connsiteY37" fmla="*/ 1046357 h 1050628"/>
                <a:gd name="connsiteX38" fmla="*/ 1205699 w 2449768"/>
                <a:gd name="connsiteY38" fmla="*/ 1050628 h 1050628"/>
                <a:gd name="connsiteX39" fmla="*/ 1175227 w 2449768"/>
                <a:gd name="connsiteY39" fmla="*/ 1050628 h 1050628"/>
                <a:gd name="connsiteX40" fmla="*/ 1172692 w 2449768"/>
                <a:gd name="connsiteY40" fmla="*/ 1036863 h 1050628"/>
                <a:gd name="connsiteX41" fmla="*/ 1181426 w 2449768"/>
                <a:gd name="connsiteY41" fmla="*/ 1026989 h 1050628"/>
                <a:gd name="connsiteX42" fmla="*/ 1192439 w 2449768"/>
                <a:gd name="connsiteY42" fmla="*/ 1024331 h 1050628"/>
                <a:gd name="connsiteX43" fmla="*/ 788376 w 2449768"/>
                <a:gd name="connsiteY43" fmla="*/ 1024331 h 1050628"/>
                <a:gd name="connsiteX44" fmla="*/ 801668 w 2449768"/>
                <a:gd name="connsiteY44" fmla="*/ 1033065 h 1050628"/>
                <a:gd name="connsiteX45" fmla="*/ 805466 w 2449768"/>
                <a:gd name="connsiteY45" fmla="*/ 1046357 h 1050628"/>
                <a:gd name="connsiteX46" fmla="*/ 801636 w 2449768"/>
                <a:gd name="connsiteY46" fmla="*/ 1050628 h 1050628"/>
                <a:gd name="connsiteX47" fmla="*/ 771181 w 2449768"/>
                <a:gd name="connsiteY47" fmla="*/ 1050628 h 1050628"/>
                <a:gd name="connsiteX48" fmla="*/ 768629 w 2449768"/>
                <a:gd name="connsiteY48" fmla="*/ 1034584 h 1050628"/>
                <a:gd name="connsiteX49" fmla="*/ 777363 w 2449768"/>
                <a:gd name="connsiteY49" fmla="*/ 1026989 h 1050628"/>
                <a:gd name="connsiteX50" fmla="*/ 788376 w 2449768"/>
                <a:gd name="connsiteY50" fmla="*/ 1024331 h 1050628"/>
                <a:gd name="connsiteX51" fmla="*/ 138231 w 2449768"/>
                <a:gd name="connsiteY51" fmla="*/ 1024331 h 1050628"/>
                <a:gd name="connsiteX52" fmla="*/ 151523 w 2449768"/>
                <a:gd name="connsiteY52" fmla="*/ 1033065 h 1050628"/>
                <a:gd name="connsiteX53" fmla="*/ 154181 w 2449768"/>
                <a:gd name="connsiteY53" fmla="*/ 1047496 h 1050628"/>
                <a:gd name="connsiteX54" fmla="*/ 151411 w 2449768"/>
                <a:gd name="connsiteY54" fmla="*/ 1050628 h 1050628"/>
                <a:gd name="connsiteX55" fmla="*/ 121019 w 2449768"/>
                <a:gd name="connsiteY55" fmla="*/ 1050628 h 1050628"/>
                <a:gd name="connsiteX56" fmla="*/ 118484 w 2449768"/>
                <a:gd name="connsiteY56" fmla="*/ 1036863 h 1050628"/>
                <a:gd name="connsiteX57" fmla="*/ 127218 w 2449768"/>
                <a:gd name="connsiteY57" fmla="*/ 1026989 h 1050628"/>
                <a:gd name="connsiteX58" fmla="*/ 138231 w 2449768"/>
                <a:gd name="connsiteY58" fmla="*/ 1024331 h 1050628"/>
                <a:gd name="connsiteX59" fmla="*/ 894709 w 2449768"/>
                <a:gd name="connsiteY59" fmla="*/ 1021293 h 1050628"/>
                <a:gd name="connsiteX60" fmla="*/ 908001 w 2449768"/>
                <a:gd name="connsiteY60" fmla="*/ 1030027 h 1050628"/>
                <a:gd name="connsiteX61" fmla="*/ 911799 w 2449768"/>
                <a:gd name="connsiteY61" fmla="*/ 1043319 h 1050628"/>
                <a:gd name="connsiteX62" fmla="*/ 905246 w 2449768"/>
                <a:gd name="connsiteY62" fmla="*/ 1050628 h 1050628"/>
                <a:gd name="connsiteX63" fmla="*/ 880920 w 2449768"/>
                <a:gd name="connsiteY63" fmla="*/ 1050628 h 1050628"/>
                <a:gd name="connsiteX64" fmla="*/ 877620 w 2449768"/>
                <a:gd name="connsiteY64" fmla="*/ 1048256 h 1050628"/>
                <a:gd name="connsiteX65" fmla="*/ 883696 w 2449768"/>
                <a:gd name="connsiteY65" fmla="*/ 1023951 h 1050628"/>
                <a:gd name="connsiteX66" fmla="*/ 894709 w 2449768"/>
                <a:gd name="connsiteY66" fmla="*/ 1021293 h 1050628"/>
                <a:gd name="connsiteX67" fmla="*/ 694197 w 2449768"/>
                <a:gd name="connsiteY67" fmla="*/ 1021293 h 1050628"/>
                <a:gd name="connsiteX68" fmla="*/ 707488 w 2449768"/>
                <a:gd name="connsiteY68" fmla="*/ 1030027 h 1050628"/>
                <a:gd name="connsiteX69" fmla="*/ 711286 w 2449768"/>
                <a:gd name="connsiteY69" fmla="*/ 1043319 h 1050628"/>
                <a:gd name="connsiteX70" fmla="*/ 704733 w 2449768"/>
                <a:gd name="connsiteY70" fmla="*/ 1050628 h 1050628"/>
                <a:gd name="connsiteX71" fmla="*/ 680408 w 2449768"/>
                <a:gd name="connsiteY71" fmla="*/ 1050628 h 1050628"/>
                <a:gd name="connsiteX72" fmla="*/ 677108 w 2449768"/>
                <a:gd name="connsiteY72" fmla="*/ 1048256 h 1050628"/>
                <a:gd name="connsiteX73" fmla="*/ 683184 w 2449768"/>
                <a:gd name="connsiteY73" fmla="*/ 1023951 h 1050628"/>
                <a:gd name="connsiteX74" fmla="*/ 694197 w 2449768"/>
                <a:gd name="connsiteY74" fmla="*/ 1021293 h 1050628"/>
                <a:gd name="connsiteX75" fmla="*/ 596979 w 2449768"/>
                <a:gd name="connsiteY75" fmla="*/ 1021293 h 1050628"/>
                <a:gd name="connsiteX76" fmla="*/ 610271 w 2449768"/>
                <a:gd name="connsiteY76" fmla="*/ 1030027 h 1050628"/>
                <a:gd name="connsiteX77" fmla="*/ 614069 w 2449768"/>
                <a:gd name="connsiteY77" fmla="*/ 1043319 h 1050628"/>
                <a:gd name="connsiteX78" fmla="*/ 607516 w 2449768"/>
                <a:gd name="connsiteY78" fmla="*/ 1050628 h 1050628"/>
                <a:gd name="connsiteX79" fmla="*/ 583190 w 2449768"/>
                <a:gd name="connsiteY79" fmla="*/ 1050628 h 1050628"/>
                <a:gd name="connsiteX80" fmla="*/ 579890 w 2449768"/>
                <a:gd name="connsiteY80" fmla="*/ 1048256 h 1050628"/>
                <a:gd name="connsiteX81" fmla="*/ 585966 w 2449768"/>
                <a:gd name="connsiteY81" fmla="*/ 1023951 h 1050628"/>
                <a:gd name="connsiteX82" fmla="*/ 596979 w 2449768"/>
                <a:gd name="connsiteY82" fmla="*/ 1021293 h 1050628"/>
                <a:gd name="connsiteX83" fmla="*/ 1086106 w 2449768"/>
                <a:gd name="connsiteY83" fmla="*/ 1015217 h 1050628"/>
                <a:gd name="connsiteX84" fmla="*/ 1099398 w 2449768"/>
                <a:gd name="connsiteY84" fmla="*/ 1023951 h 1050628"/>
                <a:gd name="connsiteX85" fmla="*/ 1093322 w 2449768"/>
                <a:gd name="connsiteY85" fmla="*/ 1048256 h 1050628"/>
                <a:gd name="connsiteX86" fmla="*/ 1082478 w 2449768"/>
                <a:gd name="connsiteY86" fmla="*/ 1050628 h 1050628"/>
                <a:gd name="connsiteX87" fmla="*/ 1080771 w 2449768"/>
                <a:gd name="connsiteY87" fmla="*/ 1050628 h 1050628"/>
                <a:gd name="connsiteX88" fmla="*/ 1069017 w 2449768"/>
                <a:gd name="connsiteY88" fmla="*/ 1042180 h 1050628"/>
                <a:gd name="connsiteX89" fmla="*/ 1075093 w 2449768"/>
                <a:gd name="connsiteY89" fmla="*/ 1017875 h 1050628"/>
                <a:gd name="connsiteX90" fmla="*/ 1086106 w 2449768"/>
                <a:gd name="connsiteY90" fmla="*/ 1015217 h 1050628"/>
                <a:gd name="connsiteX91" fmla="*/ 1313961 w 2449768"/>
                <a:gd name="connsiteY91" fmla="*/ 1009141 h 1050628"/>
                <a:gd name="connsiteX92" fmla="*/ 1327253 w 2449768"/>
                <a:gd name="connsiteY92" fmla="*/ 1017875 h 1050628"/>
                <a:gd name="connsiteX93" fmla="*/ 1321177 w 2449768"/>
                <a:gd name="connsiteY93" fmla="*/ 1042180 h 1050628"/>
                <a:gd name="connsiteX94" fmla="*/ 1296872 w 2449768"/>
                <a:gd name="connsiteY94" fmla="*/ 1036104 h 1050628"/>
                <a:gd name="connsiteX95" fmla="*/ 1302948 w 2449768"/>
                <a:gd name="connsiteY95" fmla="*/ 1011799 h 1050628"/>
                <a:gd name="connsiteX96" fmla="*/ 1313961 w 2449768"/>
                <a:gd name="connsiteY96" fmla="*/ 1009141 h 1050628"/>
                <a:gd name="connsiteX97" fmla="*/ 2337788 w 2449768"/>
                <a:gd name="connsiteY97" fmla="*/ 996989 h 1050628"/>
                <a:gd name="connsiteX98" fmla="*/ 2351080 w 2449768"/>
                <a:gd name="connsiteY98" fmla="*/ 1005723 h 1050628"/>
                <a:gd name="connsiteX99" fmla="*/ 2345004 w 2449768"/>
                <a:gd name="connsiteY99" fmla="*/ 1030028 h 1050628"/>
                <a:gd name="connsiteX100" fmla="*/ 2320699 w 2449768"/>
                <a:gd name="connsiteY100" fmla="*/ 1023952 h 1050628"/>
                <a:gd name="connsiteX101" fmla="*/ 2326775 w 2449768"/>
                <a:gd name="connsiteY101" fmla="*/ 999647 h 1050628"/>
                <a:gd name="connsiteX102" fmla="*/ 2337788 w 2449768"/>
                <a:gd name="connsiteY102" fmla="*/ 996989 h 1050628"/>
                <a:gd name="connsiteX103" fmla="*/ 1429407 w 2449768"/>
                <a:gd name="connsiteY103" fmla="*/ 990912 h 1050628"/>
                <a:gd name="connsiteX104" fmla="*/ 1442699 w 2449768"/>
                <a:gd name="connsiteY104" fmla="*/ 999646 h 1050628"/>
                <a:gd name="connsiteX105" fmla="*/ 1436623 w 2449768"/>
                <a:gd name="connsiteY105" fmla="*/ 1023951 h 1050628"/>
                <a:gd name="connsiteX106" fmla="*/ 1412318 w 2449768"/>
                <a:gd name="connsiteY106" fmla="*/ 1017875 h 1050628"/>
                <a:gd name="connsiteX107" fmla="*/ 1418394 w 2449768"/>
                <a:gd name="connsiteY107" fmla="*/ 993570 h 1050628"/>
                <a:gd name="connsiteX108" fmla="*/ 1429407 w 2449768"/>
                <a:gd name="connsiteY108" fmla="*/ 990912 h 1050628"/>
                <a:gd name="connsiteX109" fmla="*/ 1672452 w 2449768"/>
                <a:gd name="connsiteY109" fmla="*/ 987874 h 1050628"/>
                <a:gd name="connsiteX110" fmla="*/ 1685744 w 2449768"/>
                <a:gd name="connsiteY110" fmla="*/ 996608 h 1050628"/>
                <a:gd name="connsiteX111" fmla="*/ 1679668 w 2449768"/>
                <a:gd name="connsiteY111" fmla="*/ 1020913 h 1050628"/>
                <a:gd name="connsiteX112" fmla="*/ 1655363 w 2449768"/>
                <a:gd name="connsiteY112" fmla="*/ 1014837 h 1050628"/>
                <a:gd name="connsiteX113" fmla="*/ 1661439 w 2449768"/>
                <a:gd name="connsiteY113" fmla="*/ 990532 h 1050628"/>
                <a:gd name="connsiteX114" fmla="*/ 1672452 w 2449768"/>
                <a:gd name="connsiteY114" fmla="*/ 987874 h 1050628"/>
                <a:gd name="connsiteX115" fmla="*/ 1803089 w 2449768"/>
                <a:gd name="connsiteY115" fmla="*/ 975722 h 1050628"/>
                <a:gd name="connsiteX116" fmla="*/ 1816381 w 2449768"/>
                <a:gd name="connsiteY116" fmla="*/ 984456 h 1050628"/>
                <a:gd name="connsiteX117" fmla="*/ 1810305 w 2449768"/>
                <a:gd name="connsiteY117" fmla="*/ 1008761 h 1050628"/>
                <a:gd name="connsiteX118" fmla="*/ 1786000 w 2449768"/>
                <a:gd name="connsiteY118" fmla="*/ 1002685 h 1050628"/>
                <a:gd name="connsiteX119" fmla="*/ 1792076 w 2449768"/>
                <a:gd name="connsiteY119" fmla="*/ 978380 h 1050628"/>
                <a:gd name="connsiteX120" fmla="*/ 1803089 w 2449768"/>
                <a:gd name="connsiteY120" fmla="*/ 975722 h 1050628"/>
                <a:gd name="connsiteX121" fmla="*/ 2030944 w 2449768"/>
                <a:gd name="connsiteY121" fmla="*/ 969646 h 1050628"/>
                <a:gd name="connsiteX122" fmla="*/ 2044236 w 2449768"/>
                <a:gd name="connsiteY122" fmla="*/ 978380 h 1050628"/>
                <a:gd name="connsiteX123" fmla="*/ 2038160 w 2449768"/>
                <a:gd name="connsiteY123" fmla="*/ 1002685 h 1050628"/>
                <a:gd name="connsiteX124" fmla="*/ 2013855 w 2449768"/>
                <a:gd name="connsiteY124" fmla="*/ 996609 h 1050628"/>
                <a:gd name="connsiteX125" fmla="*/ 2019931 w 2449768"/>
                <a:gd name="connsiteY125" fmla="*/ 972304 h 1050628"/>
                <a:gd name="connsiteX126" fmla="*/ 2030944 w 2449768"/>
                <a:gd name="connsiteY126" fmla="*/ 969646 h 1050628"/>
                <a:gd name="connsiteX127" fmla="*/ 405581 w 2449768"/>
                <a:gd name="connsiteY127" fmla="*/ 966608 h 1050628"/>
                <a:gd name="connsiteX128" fmla="*/ 418873 w 2449768"/>
                <a:gd name="connsiteY128" fmla="*/ 975342 h 1050628"/>
                <a:gd name="connsiteX129" fmla="*/ 412797 w 2449768"/>
                <a:gd name="connsiteY129" fmla="*/ 999647 h 1050628"/>
                <a:gd name="connsiteX130" fmla="*/ 388492 w 2449768"/>
                <a:gd name="connsiteY130" fmla="*/ 993571 h 1050628"/>
                <a:gd name="connsiteX131" fmla="*/ 394568 w 2449768"/>
                <a:gd name="connsiteY131" fmla="*/ 969266 h 1050628"/>
                <a:gd name="connsiteX132" fmla="*/ 405581 w 2449768"/>
                <a:gd name="connsiteY132" fmla="*/ 966608 h 1050628"/>
                <a:gd name="connsiteX133" fmla="*/ 2225380 w 2449768"/>
                <a:gd name="connsiteY133" fmla="*/ 957494 h 1050628"/>
                <a:gd name="connsiteX134" fmla="*/ 2238671 w 2449768"/>
                <a:gd name="connsiteY134" fmla="*/ 966228 h 1050628"/>
                <a:gd name="connsiteX135" fmla="*/ 2232595 w 2449768"/>
                <a:gd name="connsiteY135" fmla="*/ 990533 h 1050628"/>
                <a:gd name="connsiteX136" fmla="*/ 2208290 w 2449768"/>
                <a:gd name="connsiteY136" fmla="*/ 984457 h 1050628"/>
                <a:gd name="connsiteX137" fmla="*/ 2214366 w 2449768"/>
                <a:gd name="connsiteY137" fmla="*/ 960152 h 1050628"/>
                <a:gd name="connsiteX138" fmla="*/ 2225380 w 2449768"/>
                <a:gd name="connsiteY138" fmla="*/ 957494 h 1050628"/>
                <a:gd name="connsiteX139" fmla="*/ 1927649 w 2449768"/>
                <a:gd name="connsiteY139" fmla="*/ 954456 h 1050628"/>
                <a:gd name="connsiteX140" fmla="*/ 1940941 w 2449768"/>
                <a:gd name="connsiteY140" fmla="*/ 963190 h 1050628"/>
                <a:gd name="connsiteX141" fmla="*/ 1934865 w 2449768"/>
                <a:gd name="connsiteY141" fmla="*/ 987495 h 1050628"/>
                <a:gd name="connsiteX142" fmla="*/ 1910560 w 2449768"/>
                <a:gd name="connsiteY142" fmla="*/ 981419 h 1050628"/>
                <a:gd name="connsiteX143" fmla="*/ 1916636 w 2449768"/>
                <a:gd name="connsiteY143" fmla="*/ 957114 h 1050628"/>
                <a:gd name="connsiteX144" fmla="*/ 1927649 w 2449768"/>
                <a:gd name="connsiteY144" fmla="*/ 954456 h 1050628"/>
                <a:gd name="connsiteX145" fmla="*/ 244564 w 2449768"/>
                <a:gd name="connsiteY145" fmla="*/ 954456 h 1050628"/>
                <a:gd name="connsiteX146" fmla="*/ 257856 w 2449768"/>
                <a:gd name="connsiteY146" fmla="*/ 963190 h 1050628"/>
                <a:gd name="connsiteX147" fmla="*/ 251780 w 2449768"/>
                <a:gd name="connsiteY147" fmla="*/ 987495 h 1050628"/>
                <a:gd name="connsiteX148" fmla="*/ 227475 w 2449768"/>
                <a:gd name="connsiteY148" fmla="*/ 981419 h 1050628"/>
                <a:gd name="connsiteX149" fmla="*/ 233551 w 2449768"/>
                <a:gd name="connsiteY149" fmla="*/ 957114 h 1050628"/>
                <a:gd name="connsiteX150" fmla="*/ 244564 w 2449768"/>
                <a:gd name="connsiteY150" fmla="*/ 954456 h 1050628"/>
                <a:gd name="connsiteX151" fmla="*/ 2431968 w 2449768"/>
                <a:gd name="connsiteY151" fmla="*/ 951418 h 1050628"/>
                <a:gd name="connsiteX152" fmla="*/ 2445260 w 2449768"/>
                <a:gd name="connsiteY152" fmla="*/ 960152 h 1050628"/>
                <a:gd name="connsiteX153" fmla="*/ 2439184 w 2449768"/>
                <a:gd name="connsiteY153" fmla="*/ 984457 h 1050628"/>
                <a:gd name="connsiteX154" fmla="*/ 2414879 w 2449768"/>
                <a:gd name="connsiteY154" fmla="*/ 978381 h 1050628"/>
                <a:gd name="connsiteX155" fmla="*/ 2420955 w 2449768"/>
                <a:gd name="connsiteY155" fmla="*/ 954076 h 1050628"/>
                <a:gd name="connsiteX156" fmla="*/ 2431968 w 2449768"/>
                <a:gd name="connsiteY156" fmla="*/ 951418 h 1050628"/>
                <a:gd name="connsiteX157" fmla="*/ 1553968 w 2449768"/>
                <a:gd name="connsiteY157" fmla="*/ 948380 h 1050628"/>
                <a:gd name="connsiteX158" fmla="*/ 1567259 w 2449768"/>
                <a:gd name="connsiteY158" fmla="*/ 957114 h 1050628"/>
                <a:gd name="connsiteX159" fmla="*/ 1561183 w 2449768"/>
                <a:gd name="connsiteY159" fmla="*/ 981419 h 1050628"/>
                <a:gd name="connsiteX160" fmla="*/ 1536879 w 2449768"/>
                <a:gd name="connsiteY160" fmla="*/ 975343 h 1050628"/>
                <a:gd name="connsiteX161" fmla="*/ 1542955 w 2449768"/>
                <a:gd name="connsiteY161" fmla="*/ 951038 h 1050628"/>
                <a:gd name="connsiteX162" fmla="*/ 1553968 w 2449768"/>
                <a:gd name="connsiteY162" fmla="*/ 948380 h 1050628"/>
                <a:gd name="connsiteX163" fmla="*/ 1222819 w 2449768"/>
                <a:gd name="connsiteY163" fmla="*/ 933189 h 1050628"/>
                <a:gd name="connsiteX164" fmla="*/ 1236111 w 2449768"/>
                <a:gd name="connsiteY164" fmla="*/ 941923 h 1050628"/>
                <a:gd name="connsiteX165" fmla="*/ 1230035 w 2449768"/>
                <a:gd name="connsiteY165" fmla="*/ 966228 h 1050628"/>
                <a:gd name="connsiteX166" fmla="*/ 1205730 w 2449768"/>
                <a:gd name="connsiteY166" fmla="*/ 960152 h 1050628"/>
                <a:gd name="connsiteX167" fmla="*/ 1211806 w 2449768"/>
                <a:gd name="connsiteY167" fmla="*/ 935847 h 1050628"/>
                <a:gd name="connsiteX168" fmla="*/ 1222819 w 2449768"/>
                <a:gd name="connsiteY168" fmla="*/ 933189 h 1050628"/>
                <a:gd name="connsiteX169" fmla="*/ 1031421 w 2449768"/>
                <a:gd name="connsiteY169" fmla="*/ 930151 h 1050628"/>
                <a:gd name="connsiteX170" fmla="*/ 1044713 w 2449768"/>
                <a:gd name="connsiteY170" fmla="*/ 938885 h 1050628"/>
                <a:gd name="connsiteX171" fmla="*/ 1038637 w 2449768"/>
                <a:gd name="connsiteY171" fmla="*/ 963190 h 1050628"/>
                <a:gd name="connsiteX172" fmla="*/ 1014332 w 2449768"/>
                <a:gd name="connsiteY172" fmla="*/ 957114 h 1050628"/>
                <a:gd name="connsiteX173" fmla="*/ 1020408 w 2449768"/>
                <a:gd name="connsiteY173" fmla="*/ 932809 h 1050628"/>
                <a:gd name="connsiteX174" fmla="*/ 1031421 w 2449768"/>
                <a:gd name="connsiteY174" fmla="*/ 930151 h 1050628"/>
                <a:gd name="connsiteX175" fmla="*/ 931165 w 2449768"/>
                <a:gd name="connsiteY175" fmla="*/ 930151 h 1050628"/>
                <a:gd name="connsiteX176" fmla="*/ 944457 w 2449768"/>
                <a:gd name="connsiteY176" fmla="*/ 938885 h 1050628"/>
                <a:gd name="connsiteX177" fmla="*/ 938381 w 2449768"/>
                <a:gd name="connsiteY177" fmla="*/ 963190 h 1050628"/>
                <a:gd name="connsiteX178" fmla="*/ 914076 w 2449768"/>
                <a:gd name="connsiteY178" fmla="*/ 957114 h 1050628"/>
                <a:gd name="connsiteX179" fmla="*/ 920152 w 2449768"/>
                <a:gd name="connsiteY179" fmla="*/ 932809 h 1050628"/>
                <a:gd name="connsiteX180" fmla="*/ 931165 w 2449768"/>
                <a:gd name="connsiteY180" fmla="*/ 930151 h 1050628"/>
                <a:gd name="connsiteX181" fmla="*/ 123041 w 2449768"/>
                <a:gd name="connsiteY181" fmla="*/ 930151 h 1050628"/>
                <a:gd name="connsiteX182" fmla="*/ 136333 w 2449768"/>
                <a:gd name="connsiteY182" fmla="*/ 938885 h 1050628"/>
                <a:gd name="connsiteX183" fmla="*/ 130257 w 2449768"/>
                <a:gd name="connsiteY183" fmla="*/ 963190 h 1050628"/>
                <a:gd name="connsiteX184" fmla="*/ 105952 w 2449768"/>
                <a:gd name="connsiteY184" fmla="*/ 957114 h 1050628"/>
                <a:gd name="connsiteX185" fmla="*/ 112028 w 2449768"/>
                <a:gd name="connsiteY185" fmla="*/ 932809 h 1050628"/>
                <a:gd name="connsiteX186" fmla="*/ 123041 w 2449768"/>
                <a:gd name="connsiteY186" fmla="*/ 930151 h 1050628"/>
                <a:gd name="connsiteX187" fmla="*/ 524065 w 2449768"/>
                <a:gd name="connsiteY187" fmla="*/ 917999 h 1050628"/>
                <a:gd name="connsiteX188" fmla="*/ 537357 w 2449768"/>
                <a:gd name="connsiteY188" fmla="*/ 926733 h 1050628"/>
                <a:gd name="connsiteX189" fmla="*/ 531281 w 2449768"/>
                <a:gd name="connsiteY189" fmla="*/ 951038 h 1050628"/>
                <a:gd name="connsiteX190" fmla="*/ 506976 w 2449768"/>
                <a:gd name="connsiteY190" fmla="*/ 944962 h 1050628"/>
                <a:gd name="connsiteX191" fmla="*/ 513052 w 2449768"/>
                <a:gd name="connsiteY191" fmla="*/ 920657 h 1050628"/>
                <a:gd name="connsiteX192" fmla="*/ 524065 w 2449768"/>
                <a:gd name="connsiteY192" fmla="*/ 917999 h 1050628"/>
                <a:gd name="connsiteX193" fmla="*/ 824833 w 2449768"/>
                <a:gd name="connsiteY193" fmla="*/ 911923 h 1050628"/>
                <a:gd name="connsiteX194" fmla="*/ 838125 w 2449768"/>
                <a:gd name="connsiteY194" fmla="*/ 920657 h 1050628"/>
                <a:gd name="connsiteX195" fmla="*/ 832049 w 2449768"/>
                <a:gd name="connsiteY195" fmla="*/ 944962 h 1050628"/>
                <a:gd name="connsiteX196" fmla="*/ 807744 w 2449768"/>
                <a:gd name="connsiteY196" fmla="*/ 938886 h 1050628"/>
                <a:gd name="connsiteX197" fmla="*/ 813820 w 2449768"/>
                <a:gd name="connsiteY197" fmla="*/ 914581 h 1050628"/>
                <a:gd name="connsiteX198" fmla="*/ 824833 w 2449768"/>
                <a:gd name="connsiteY198" fmla="*/ 911923 h 1050628"/>
                <a:gd name="connsiteX199" fmla="*/ 2137276 w 2449768"/>
                <a:gd name="connsiteY199" fmla="*/ 905847 h 1050628"/>
                <a:gd name="connsiteX200" fmla="*/ 2150567 w 2449768"/>
                <a:gd name="connsiteY200" fmla="*/ 914581 h 1050628"/>
                <a:gd name="connsiteX201" fmla="*/ 2144491 w 2449768"/>
                <a:gd name="connsiteY201" fmla="*/ 938886 h 1050628"/>
                <a:gd name="connsiteX202" fmla="*/ 2120187 w 2449768"/>
                <a:gd name="connsiteY202" fmla="*/ 932810 h 1050628"/>
                <a:gd name="connsiteX203" fmla="*/ 2126263 w 2449768"/>
                <a:gd name="connsiteY203" fmla="*/ 908505 h 1050628"/>
                <a:gd name="connsiteX204" fmla="*/ 2137276 w 2449768"/>
                <a:gd name="connsiteY204" fmla="*/ 905847 h 1050628"/>
                <a:gd name="connsiteX205" fmla="*/ 630397 w 2449768"/>
                <a:gd name="connsiteY205" fmla="*/ 905847 h 1050628"/>
                <a:gd name="connsiteX206" fmla="*/ 643689 w 2449768"/>
                <a:gd name="connsiteY206" fmla="*/ 914581 h 1050628"/>
                <a:gd name="connsiteX207" fmla="*/ 637613 w 2449768"/>
                <a:gd name="connsiteY207" fmla="*/ 938886 h 1050628"/>
                <a:gd name="connsiteX208" fmla="*/ 613308 w 2449768"/>
                <a:gd name="connsiteY208" fmla="*/ 932810 h 1050628"/>
                <a:gd name="connsiteX209" fmla="*/ 619384 w 2449768"/>
                <a:gd name="connsiteY209" fmla="*/ 908505 h 1050628"/>
                <a:gd name="connsiteX210" fmla="*/ 630397 w 2449768"/>
                <a:gd name="connsiteY210" fmla="*/ 905847 h 1050628"/>
                <a:gd name="connsiteX211" fmla="*/ 1332189 w 2449768"/>
                <a:gd name="connsiteY211" fmla="*/ 896733 h 1050628"/>
                <a:gd name="connsiteX212" fmla="*/ 1345481 w 2449768"/>
                <a:gd name="connsiteY212" fmla="*/ 905467 h 1050628"/>
                <a:gd name="connsiteX213" fmla="*/ 1339405 w 2449768"/>
                <a:gd name="connsiteY213" fmla="*/ 929772 h 1050628"/>
                <a:gd name="connsiteX214" fmla="*/ 1315100 w 2449768"/>
                <a:gd name="connsiteY214" fmla="*/ 923696 h 1050628"/>
                <a:gd name="connsiteX215" fmla="*/ 1321176 w 2449768"/>
                <a:gd name="connsiteY215" fmla="*/ 899391 h 1050628"/>
                <a:gd name="connsiteX216" fmla="*/ 1332189 w 2449768"/>
                <a:gd name="connsiteY216" fmla="*/ 896733 h 1050628"/>
                <a:gd name="connsiteX217" fmla="*/ 724577 w 2449768"/>
                <a:gd name="connsiteY217" fmla="*/ 890656 h 1050628"/>
                <a:gd name="connsiteX218" fmla="*/ 737869 w 2449768"/>
                <a:gd name="connsiteY218" fmla="*/ 899390 h 1050628"/>
                <a:gd name="connsiteX219" fmla="*/ 731793 w 2449768"/>
                <a:gd name="connsiteY219" fmla="*/ 923695 h 1050628"/>
                <a:gd name="connsiteX220" fmla="*/ 707488 w 2449768"/>
                <a:gd name="connsiteY220" fmla="*/ 917619 h 1050628"/>
                <a:gd name="connsiteX221" fmla="*/ 713564 w 2449768"/>
                <a:gd name="connsiteY221" fmla="*/ 893314 h 1050628"/>
                <a:gd name="connsiteX222" fmla="*/ 724577 w 2449768"/>
                <a:gd name="connsiteY222" fmla="*/ 890656 h 1050628"/>
                <a:gd name="connsiteX223" fmla="*/ 1435484 w 2449768"/>
                <a:gd name="connsiteY223" fmla="*/ 884580 h 1050628"/>
                <a:gd name="connsiteX224" fmla="*/ 1448776 w 2449768"/>
                <a:gd name="connsiteY224" fmla="*/ 893314 h 1050628"/>
                <a:gd name="connsiteX225" fmla="*/ 1442700 w 2449768"/>
                <a:gd name="connsiteY225" fmla="*/ 917619 h 1050628"/>
                <a:gd name="connsiteX226" fmla="*/ 1418395 w 2449768"/>
                <a:gd name="connsiteY226" fmla="*/ 911543 h 1050628"/>
                <a:gd name="connsiteX227" fmla="*/ 1424471 w 2449768"/>
                <a:gd name="connsiteY227" fmla="*/ 887238 h 1050628"/>
                <a:gd name="connsiteX228" fmla="*/ 1435484 w 2449768"/>
                <a:gd name="connsiteY228" fmla="*/ 884580 h 1050628"/>
                <a:gd name="connsiteX229" fmla="*/ 1131677 w 2449768"/>
                <a:gd name="connsiteY229" fmla="*/ 884580 h 1050628"/>
                <a:gd name="connsiteX230" fmla="*/ 1144969 w 2449768"/>
                <a:gd name="connsiteY230" fmla="*/ 893314 h 1050628"/>
                <a:gd name="connsiteX231" fmla="*/ 1138893 w 2449768"/>
                <a:gd name="connsiteY231" fmla="*/ 917619 h 1050628"/>
                <a:gd name="connsiteX232" fmla="*/ 1114588 w 2449768"/>
                <a:gd name="connsiteY232" fmla="*/ 911543 h 1050628"/>
                <a:gd name="connsiteX233" fmla="*/ 1120664 w 2449768"/>
                <a:gd name="connsiteY233" fmla="*/ 887238 h 1050628"/>
                <a:gd name="connsiteX234" fmla="*/ 1131677 w 2449768"/>
                <a:gd name="connsiteY234" fmla="*/ 884580 h 1050628"/>
                <a:gd name="connsiteX235" fmla="*/ 1757518 w 2449768"/>
                <a:gd name="connsiteY235" fmla="*/ 881542 h 1050628"/>
                <a:gd name="connsiteX236" fmla="*/ 1770810 w 2449768"/>
                <a:gd name="connsiteY236" fmla="*/ 890276 h 1050628"/>
                <a:gd name="connsiteX237" fmla="*/ 1764734 w 2449768"/>
                <a:gd name="connsiteY237" fmla="*/ 914581 h 1050628"/>
                <a:gd name="connsiteX238" fmla="*/ 1740429 w 2449768"/>
                <a:gd name="connsiteY238" fmla="*/ 908505 h 1050628"/>
                <a:gd name="connsiteX239" fmla="*/ 1746505 w 2449768"/>
                <a:gd name="connsiteY239" fmla="*/ 884200 h 1050628"/>
                <a:gd name="connsiteX240" fmla="*/ 1757518 w 2449768"/>
                <a:gd name="connsiteY240" fmla="*/ 881542 h 1050628"/>
                <a:gd name="connsiteX241" fmla="*/ 1654224 w 2449768"/>
                <a:gd name="connsiteY241" fmla="*/ 881542 h 1050628"/>
                <a:gd name="connsiteX242" fmla="*/ 1667516 w 2449768"/>
                <a:gd name="connsiteY242" fmla="*/ 890276 h 1050628"/>
                <a:gd name="connsiteX243" fmla="*/ 1661440 w 2449768"/>
                <a:gd name="connsiteY243" fmla="*/ 914581 h 1050628"/>
                <a:gd name="connsiteX244" fmla="*/ 1637135 w 2449768"/>
                <a:gd name="connsiteY244" fmla="*/ 908505 h 1050628"/>
                <a:gd name="connsiteX245" fmla="*/ 1643211 w 2449768"/>
                <a:gd name="connsiteY245" fmla="*/ 884200 h 1050628"/>
                <a:gd name="connsiteX246" fmla="*/ 1654224 w 2449768"/>
                <a:gd name="connsiteY246" fmla="*/ 881542 h 1050628"/>
                <a:gd name="connsiteX247" fmla="*/ 2346903 w 2449768"/>
                <a:gd name="connsiteY247" fmla="*/ 878504 h 1050628"/>
                <a:gd name="connsiteX248" fmla="*/ 2360194 w 2449768"/>
                <a:gd name="connsiteY248" fmla="*/ 887238 h 1050628"/>
                <a:gd name="connsiteX249" fmla="*/ 2354118 w 2449768"/>
                <a:gd name="connsiteY249" fmla="*/ 911543 h 1050628"/>
                <a:gd name="connsiteX250" fmla="*/ 2329813 w 2449768"/>
                <a:gd name="connsiteY250" fmla="*/ 905467 h 1050628"/>
                <a:gd name="connsiteX251" fmla="*/ 2335889 w 2449768"/>
                <a:gd name="connsiteY251" fmla="*/ 881162 h 1050628"/>
                <a:gd name="connsiteX252" fmla="*/ 2346903 w 2449768"/>
                <a:gd name="connsiteY252" fmla="*/ 878504 h 1050628"/>
                <a:gd name="connsiteX253" fmla="*/ 320515 w 2449768"/>
                <a:gd name="connsiteY253" fmla="*/ 872428 h 1050628"/>
                <a:gd name="connsiteX254" fmla="*/ 333807 w 2449768"/>
                <a:gd name="connsiteY254" fmla="*/ 881162 h 1050628"/>
                <a:gd name="connsiteX255" fmla="*/ 327731 w 2449768"/>
                <a:gd name="connsiteY255" fmla="*/ 905467 h 1050628"/>
                <a:gd name="connsiteX256" fmla="*/ 303426 w 2449768"/>
                <a:gd name="connsiteY256" fmla="*/ 899391 h 1050628"/>
                <a:gd name="connsiteX257" fmla="*/ 309502 w 2449768"/>
                <a:gd name="connsiteY257" fmla="*/ 875086 h 1050628"/>
                <a:gd name="connsiteX258" fmla="*/ 320515 w 2449768"/>
                <a:gd name="connsiteY258" fmla="*/ 872428 h 1050628"/>
                <a:gd name="connsiteX259" fmla="*/ 1876003 w 2449768"/>
                <a:gd name="connsiteY259" fmla="*/ 866352 h 1050628"/>
                <a:gd name="connsiteX260" fmla="*/ 1889294 w 2449768"/>
                <a:gd name="connsiteY260" fmla="*/ 875086 h 1050628"/>
                <a:gd name="connsiteX261" fmla="*/ 1883218 w 2449768"/>
                <a:gd name="connsiteY261" fmla="*/ 899391 h 1050628"/>
                <a:gd name="connsiteX262" fmla="*/ 1858913 w 2449768"/>
                <a:gd name="connsiteY262" fmla="*/ 893315 h 1050628"/>
                <a:gd name="connsiteX263" fmla="*/ 1864989 w 2449768"/>
                <a:gd name="connsiteY263" fmla="*/ 869010 h 1050628"/>
                <a:gd name="connsiteX264" fmla="*/ 1876003 w 2449768"/>
                <a:gd name="connsiteY264" fmla="*/ 866352 h 1050628"/>
                <a:gd name="connsiteX265" fmla="*/ 2000563 w 2449768"/>
                <a:gd name="connsiteY265" fmla="*/ 857238 h 1050628"/>
                <a:gd name="connsiteX266" fmla="*/ 2013855 w 2449768"/>
                <a:gd name="connsiteY266" fmla="*/ 865972 h 1050628"/>
                <a:gd name="connsiteX267" fmla="*/ 2007779 w 2449768"/>
                <a:gd name="connsiteY267" fmla="*/ 890277 h 1050628"/>
                <a:gd name="connsiteX268" fmla="*/ 1983474 w 2449768"/>
                <a:gd name="connsiteY268" fmla="*/ 884201 h 1050628"/>
                <a:gd name="connsiteX269" fmla="*/ 1989550 w 2449768"/>
                <a:gd name="connsiteY269" fmla="*/ 859896 h 1050628"/>
                <a:gd name="connsiteX270" fmla="*/ 2000563 w 2449768"/>
                <a:gd name="connsiteY270" fmla="*/ 857238 h 1050628"/>
                <a:gd name="connsiteX271" fmla="*/ 420771 w 2449768"/>
                <a:gd name="connsiteY271" fmla="*/ 857238 h 1050628"/>
                <a:gd name="connsiteX272" fmla="*/ 434062 w 2449768"/>
                <a:gd name="connsiteY272" fmla="*/ 865972 h 1050628"/>
                <a:gd name="connsiteX273" fmla="*/ 427986 w 2449768"/>
                <a:gd name="connsiteY273" fmla="*/ 890277 h 1050628"/>
                <a:gd name="connsiteX274" fmla="*/ 403682 w 2449768"/>
                <a:gd name="connsiteY274" fmla="*/ 884201 h 1050628"/>
                <a:gd name="connsiteX275" fmla="*/ 409758 w 2449768"/>
                <a:gd name="connsiteY275" fmla="*/ 859896 h 1050628"/>
                <a:gd name="connsiteX276" fmla="*/ 420771 w 2449768"/>
                <a:gd name="connsiteY276" fmla="*/ 857238 h 1050628"/>
                <a:gd name="connsiteX277" fmla="*/ 2237532 w 2449768"/>
                <a:gd name="connsiteY277" fmla="*/ 848124 h 1050628"/>
                <a:gd name="connsiteX278" fmla="*/ 2250824 w 2449768"/>
                <a:gd name="connsiteY278" fmla="*/ 856858 h 1050628"/>
                <a:gd name="connsiteX279" fmla="*/ 2244748 w 2449768"/>
                <a:gd name="connsiteY279" fmla="*/ 881163 h 1050628"/>
                <a:gd name="connsiteX280" fmla="*/ 2220443 w 2449768"/>
                <a:gd name="connsiteY280" fmla="*/ 875087 h 1050628"/>
                <a:gd name="connsiteX281" fmla="*/ 2226519 w 2449768"/>
                <a:gd name="connsiteY281" fmla="*/ 850782 h 1050628"/>
                <a:gd name="connsiteX282" fmla="*/ 2237532 w 2449768"/>
                <a:gd name="connsiteY282" fmla="*/ 848124 h 1050628"/>
                <a:gd name="connsiteX283" fmla="*/ 211145 w 2449768"/>
                <a:gd name="connsiteY283" fmla="*/ 848124 h 1050628"/>
                <a:gd name="connsiteX284" fmla="*/ 224436 w 2449768"/>
                <a:gd name="connsiteY284" fmla="*/ 856858 h 1050628"/>
                <a:gd name="connsiteX285" fmla="*/ 218360 w 2449768"/>
                <a:gd name="connsiteY285" fmla="*/ 881163 h 1050628"/>
                <a:gd name="connsiteX286" fmla="*/ 194056 w 2449768"/>
                <a:gd name="connsiteY286" fmla="*/ 875087 h 1050628"/>
                <a:gd name="connsiteX287" fmla="*/ 200132 w 2449768"/>
                <a:gd name="connsiteY287" fmla="*/ 850782 h 1050628"/>
                <a:gd name="connsiteX288" fmla="*/ 211145 w 2449768"/>
                <a:gd name="connsiteY288" fmla="*/ 848124 h 1050628"/>
                <a:gd name="connsiteX289" fmla="*/ 1511435 w 2449768"/>
                <a:gd name="connsiteY289" fmla="*/ 839009 h 1050628"/>
                <a:gd name="connsiteX290" fmla="*/ 1524727 w 2449768"/>
                <a:gd name="connsiteY290" fmla="*/ 847743 h 1050628"/>
                <a:gd name="connsiteX291" fmla="*/ 1518651 w 2449768"/>
                <a:gd name="connsiteY291" fmla="*/ 872048 h 1050628"/>
                <a:gd name="connsiteX292" fmla="*/ 1494346 w 2449768"/>
                <a:gd name="connsiteY292" fmla="*/ 865972 h 1050628"/>
                <a:gd name="connsiteX293" fmla="*/ 1500422 w 2449768"/>
                <a:gd name="connsiteY293" fmla="*/ 841667 h 1050628"/>
                <a:gd name="connsiteX294" fmla="*/ 1511435 w 2449768"/>
                <a:gd name="connsiteY294" fmla="*/ 839009 h 1050628"/>
                <a:gd name="connsiteX295" fmla="*/ 1253200 w 2449768"/>
                <a:gd name="connsiteY295" fmla="*/ 826857 h 1050628"/>
                <a:gd name="connsiteX296" fmla="*/ 1266492 w 2449768"/>
                <a:gd name="connsiteY296" fmla="*/ 835591 h 1050628"/>
                <a:gd name="connsiteX297" fmla="*/ 1260416 w 2449768"/>
                <a:gd name="connsiteY297" fmla="*/ 859896 h 1050628"/>
                <a:gd name="connsiteX298" fmla="*/ 1236111 w 2449768"/>
                <a:gd name="connsiteY298" fmla="*/ 853820 h 1050628"/>
                <a:gd name="connsiteX299" fmla="*/ 1242187 w 2449768"/>
                <a:gd name="connsiteY299" fmla="*/ 829515 h 1050628"/>
                <a:gd name="connsiteX300" fmla="*/ 1253200 w 2449768"/>
                <a:gd name="connsiteY300" fmla="*/ 826857 h 1050628"/>
                <a:gd name="connsiteX301" fmla="*/ 2428930 w 2449768"/>
                <a:gd name="connsiteY301" fmla="*/ 814705 h 1050628"/>
                <a:gd name="connsiteX302" fmla="*/ 2442221 w 2449768"/>
                <a:gd name="connsiteY302" fmla="*/ 823439 h 1050628"/>
                <a:gd name="connsiteX303" fmla="*/ 2436145 w 2449768"/>
                <a:gd name="connsiteY303" fmla="*/ 847744 h 1050628"/>
                <a:gd name="connsiteX304" fmla="*/ 2411841 w 2449768"/>
                <a:gd name="connsiteY304" fmla="*/ 841668 h 1050628"/>
                <a:gd name="connsiteX305" fmla="*/ 2417917 w 2449768"/>
                <a:gd name="connsiteY305" fmla="*/ 817363 h 1050628"/>
                <a:gd name="connsiteX306" fmla="*/ 2428930 w 2449768"/>
                <a:gd name="connsiteY306" fmla="*/ 814705 h 1050628"/>
                <a:gd name="connsiteX307" fmla="*/ 991927 w 2449768"/>
                <a:gd name="connsiteY307" fmla="*/ 814705 h 1050628"/>
                <a:gd name="connsiteX308" fmla="*/ 1005218 w 2449768"/>
                <a:gd name="connsiteY308" fmla="*/ 823439 h 1050628"/>
                <a:gd name="connsiteX309" fmla="*/ 999142 w 2449768"/>
                <a:gd name="connsiteY309" fmla="*/ 847744 h 1050628"/>
                <a:gd name="connsiteX310" fmla="*/ 974838 w 2449768"/>
                <a:gd name="connsiteY310" fmla="*/ 841668 h 1050628"/>
                <a:gd name="connsiteX311" fmla="*/ 980914 w 2449768"/>
                <a:gd name="connsiteY311" fmla="*/ 817363 h 1050628"/>
                <a:gd name="connsiteX312" fmla="*/ 991927 w 2449768"/>
                <a:gd name="connsiteY312" fmla="*/ 814705 h 1050628"/>
                <a:gd name="connsiteX313" fmla="*/ 894709 w 2449768"/>
                <a:gd name="connsiteY313" fmla="*/ 814705 h 1050628"/>
                <a:gd name="connsiteX314" fmla="*/ 908001 w 2449768"/>
                <a:gd name="connsiteY314" fmla="*/ 823439 h 1050628"/>
                <a:gd name="connsiteX315" fmla="*/ 901925 w 2449768"/>
                <a:gd name="connsiteY315" fmla="*/ 847744 h 1050628"/>
                <a:gd name="connsiteX316" fmla="*/ 877620 w 2449768"/>
                <a:gd name="connsiteY316" fmla="*/ 841668 h 1050628"/>
                <a:gd name="connsiteX317" fmla="*/ 883696 w 2449768"/>
                <a:gd name="connsiteY317" fmla="*/ 817363 h 1050628"/>
                <a:gd name="connsiteX318" fmla="*/ 894709 w 2449768"/>
                <a:gd name="connsiteY318" fmla="*/ 814705 h 1050628"/>
                <a:gd name="connsiteX319" fmla="*/ 2088668 w 2449768"/>
                <a:gd name="connsiteY319" fmla="*/ 805591 h 1050628"/>
                <a:gd name="connsiteX320" fmla="*/ 2101959 w 2449768"/>
                <a:gd name="connsiteY320" fmla="*/ 814325 h 1050628"/>
                <a:gd name="connsiteX321" fmla="*/ 2095883 w 2449768"/>
                <a:gd name="connsiteY321" fmla="*/ 838630 h 1050628"/>
                <a:gd name="connsiteX322" fmla="*/ 2071578 w 2449768"/>
                <a:gd name="connsiteY322" fmla="*/ 832554 h 1050628"/>
                <a:gd name="connsiteX323" fmla="*/ 2077654 w 2449768"/>
                <a:gd name="connsiteY323" fmla="*/ 808249 h 1050628"/>
                <a:gd name="connsiteX324" fmla="*/ 2088668 w 2449768"/>
                <a:gd name="connsiteY324" fmla="*/ 805591 h 1050628"/>
                <a:gd name="connsiteX325" fmla="*/ 575712 w 2449768"/>
                <a:gd name="connsiteY325" fmla="*/ 802553 h 1050628"/>
                <a:gd name="connsiteX326" fmla="*/ 589004 w 2449768"/>
                <a:gd name="connsiteY326" fmla="*/ 811287 h 1050628"/>
                <a:gd name="connsiteX327" fmla="*/ 582928 w 2449768"/>
                <a:gd name="connsiteY327" fmla="*/ 835592 h 1050628"/>
                <a:gd name="connsiteX328" fmla="*/ 558623 w 2449768"/>
                <a:gd name="connsiteY328" fmla="*/ 829516 h 1050628"/>
                <a:gd name="connsiteX329" fmla="*/ 564699 w 2449768"/>
                <a:gd name="connsiteY329" fmla="*/ 805211 h 1050628"/>
                <a:gd name="connsiteX330" fmla="*/ 575712 w 2449768"/>
                <a:gd name="connsiteY330" fmla="*/ 802553 h 1050628"/>
                <a:gd name="connsiteX331" fmla="*/ 1602577 w 2449768"/>
                <a:gd name="connsiteY331" fmla="*/ 796477 h 1050628"/>
                <a:gd name="connsiteX332" fmla="*/ 1615869 w 2449768"/>
                <a:gd name="connsiteY332" fmla="*/ 805211 h 1050628"/>
                <a:gd name="connsiteX333" fmla="*/ 1609793 w 2449768"/>
                <a:gd name="connsiteY333" fmla="*/ 829516 h 1050628"/>
                <a:gd name="connsiteX334" fmla="*/ 1585488 w 2449768"/>
                <a:gd name="connsiteY334" fmla="*/ 823440 h 1050628"/>
                <a:gd name="connsiteX335" fmla="*/ 1591564 w 2449768"/>
                <a:gd name="connsiteY335" fmla="*/ 799135 h 1050628"/>
                <a:gd name="connsiteX336" fmla="*/ 1602577 w 2449768"/>
                <a:gd name="connsiteY336" fmla="*/ 796477 h 1050628"/>
                <a:gd name="connsiteX337" fmla="*/ 1104335 w 2449768"/>
                <a:gd name="connsiteY337" fmla="*/ 793438 h 1050628"/>
                <a:gd name="connsiteX338" fmla="*/ 1117627 w 2449768"/>
                <a:gd name="connsiteY338" fmla="*/ 802172 h 1050628"/>
                <a:gd name="connsiteX339" fmla="*/ 1111551 w 2449768"/>
                <a:gd name="connsiteY339" fmla="*/ 826477 h 1050628"/>
                <a:gd name="connsiteX340" fmla="*/ 1087246 w 2449768"/>
                <a:gd name="connsiteY340" fmla="*/ 820401 h 1050628"/>
                <a:gd name="connsiteX341" fmla="*/ 1093322 w 2449768"/>
                <a:gd name="connsiteY341" fmla="*/ 796096 h 1050628"/>
                <a:gd name="connsiteX342" fmla="*/ 1104335 w 2449768"/>
                <a:gd name="connsiteY342" fmla="*/ 793438 h 1050628"/>
                <a:gd name="connsiteX343" fmla="*/ 791415 w 2449768"/>
                <a:gd name="connsiteY343" fmla="*/ 793438 h 1050628"/>
                <a:gd name="connsiteX344" fmla="*/ 804707 w 2449768"/>
                <a:gd name="connsiteY344" fmla="*/ 802172 h 1050628"/>
                <a:gd name="connsiteX345" fmla="*/ 798631 w 2449768"/>
                <a:gd name="connsiteY345" fmla="*/ 826477 h 1050628"/>
                <a:gd name="connsiteX346" fmla="*/ 774326 w 2449768"/>
                <a:gd name="connsiteY346" fmla="*/ 820401 h 1050628"/>
                <a:gd name="connsiteX347" fmla="*/ 780402 w 2449768"/>
                <a:gd name="connsiteY347" fmla="*/ 796096 h 1050628"/>
                <a:gd name="connsiteX348" fmla="*/ 791415 w 2449768"/>
                <a:gd name="connsiteY348" fmla="*/ 793438 h 1050628"/>
                <a:gd name="connsiteX349" fmla="*/ 1371684 w 2449768"/>
                <a:gd name="connsiteY349" fmla="*/ 784324 h 1050628"/>
                <a:gd name="connsiteX350" fmla="*/ 1384976 w 2449768"/>
                <a:gd name="connsiteY350" fmla="*/ 793058 h 1050628"/>
                <a:gd name="connsiteX351" fmla="*/ 1378900 w 2449768"/>
                <a:gd name="connsiteY351" fmla="*/ 817363 h 1050628"/>
                <a:gd name="connsiteX352" fmla="*/ 1354595 w 2449768"/>
                <a:gd name="connsiteY352" fmla="*/ 811287 h 1050628"/>
                <a:gd name="connsiteX353" fmla="*/ 1360671 w 2449768"/>
                <a:gd name="connsiteY353" fmla="*/ 786982 h 1050628"/>
                <a:gd name="connsiteX354" fmla="*/ 1371684 w 2449768"/>
                <a:gd name="connsiteY354" fmla="*/ 784324 h 1050628"/>
                <a:gd name="connsiteX355" fmla="*/ 472418 w 2449768"/>
                <a:gd name="connsiteY355" fmla="*/ 781286 h 1050628"/>
                <a:gd name="connsiteX356" fmla="*/ 485710 w 2449768"/>
                <a:gd name="connsiteY356" fmla="*/ 790020 h 1050628"/>
                <a:gd name="connsiteX357" fmla="*/ 479634 w 2449768"/>
                <a:gd name="connsiteY357" fmla="*/ 814325 h 1050628"/>
                <a:gd name="connsiteX358" fmla="*/ 455329 w 2449768"/>
                <a:gd name="connsiteY358" fmla="*/ 808249 h 1050628"/>
                <a:gd name="connsiteX359" fmla="*/ 461405 w 2449768"/>
                <a:gd name="connsiteY359" fmla="*/ 783944 h 1050628"/>
                <a:gd name="connsiteX360" fmla="*/ 472418 w 2449768"/>
                <a:gd name="connsiteY360" fmla="*/ 781286 h 1050628"/>
                <a:gd name="connsiteX361" fmla="*/ 1803089 w 2449768"/>
                <a:gd name="connsiteY361" fmla="*/ 778248 h 1050628"/>
                <a:gd name="connsiteX362" fmla="*/ 1816381 w 2449768"/>
                <a:gd name="connsiteY362" fmla="*/ 786982 h 1050628"/>
                <a:gd name="connsiteX363" fmla="*/ 1810305 w 2449768"/>
                <a:gd name="connsiteY363" fmla="*/ 811287 h 1050628"/>
                <a:gd name="connsiteX364" fmla="*/ 1786000 w 2449768"/>
                <a:gd name="connsiteY364" fmla="*/ 805211 h 1050628"/>
                <a:gd name="connsiteX365" fmla="*/ 1792076 w 2449768"/>
                <a:gd name="connsiteY365" fmla="*/ 780906 h 1050628"/>
                <a:gd name="connsiteX366" fmla="*/ 1803089 w 2449768"/>
                <a:gd name="connsiteY366" fmla="*/ 778248 h 1050628"/>
                <a:gd name="connsiteX367" fmla="*/ 675968 w 2449768"/>
                <a:gd name="connsiteY367" fmla="*/ 772172 h 1050628"/>
                <a:gd name="connsiteX368" fmla="*/ 689260 w 2449768"/>
                <a:gd name="connsiteY368" fmla="*/ 780906 h 1050628"/>
                <a:gd name="connsiteX369" fmla="*/ 683184 w 2449768"/>
                <a:gd name="connsiteY369" fmla="*/ 805211 h 1050628"/>
                <a:gd name="connsiteX370" fmla="*/ 658879 w 2449768"/>
                <a:gd name="connsiteY370" fmla="*/ 799135 h 1050628"/>
                <a:gd name="connsiteX371" fmla="*/ 664955 w 2449768"/>
                <a:gd name="connsiteY371" fmla="*/ 774830 h 1050628"/>
                <a:gd name="connsiteX372" fmla="*/ 675968 w 2449768"/>
                <a:gd name="connsiteY372" fmla="*/ 772172 h 1050628"/>
                <a:gd name="connsiteX373" fmla="*/ 302287 w 2449768"/>
                <a:gd name="connsiteY373" fmla="*/ 769134 h 1050628"/>
                <a:gd name="connsiteX374" fmla="*/ 315579 w 2449768"/>
                <a:gd name="connsiteY374" fmla="*/ 777868 h 1050628"/>
                <a:gd name="connsiteX375" fmla="*/ 309503 w 2449768"/>
                <a:gd name="connsiteY375" fmla="*/ 802173 h 1050628"/>
                <a:gd name="connsiteX376" fmla="*/ 285198 w 2449768"/>
                <a:gd name="connsiteY376" fmla="*/ 796097 h 1050628"/>
                <a:gd name="connsiteX377" fmla="*/ 291274 w 2449768"/>
                <a:gd name="connsiteY377" fmla="*/ 771792 h 1050628"/>
                <a:gd name="connsiteX378" fmla="*/ 302287 w 2449768"/>
                <a:gd name="connsiteY378" fmla="*/ 769134 h 1050628"/>
                <a:gd name="connsiteX379" fmla="*/ 2313484 w 2449768"/>
                <a:gd name="connsiteY379" fmla="*/ 766096 h 1050628"/>
                <a:gd name="connsiteX380" fmla="*/ 2326775 w 2449768"/>
                <a:gd name="connsiteY380" fmla="*/ 774830 h 1050628"/>
                <a:gd name="connsiteX381" fmla="*/ 2320699 w 2449768"/>
                <a:gd name="connsiteY381" fmla="*/ 799135 h 1050628"/>
                <a:gd name="connsiteX382" fmla="*/ 2296395 w 2449768"/>
                <a:gd name="connsiteY382" fmla="*/ 793059 h 1050628"/>
                <a:gd name="connsiteX383" fmla="*/ 2302471 w 2449768"/>
                <a:gd name="connsiteY383" fmla="*/ 768754 h 1050628"/>
                <a:gd name="connsiteX384" fmla="*/ 2313484 w 2449768"/>
                <a:gd name="connsiteY384" fmla="*/ 766096 h 1050628"/>
                <a:gd name="connsiteX385" fmla="*/ 1921574 w 2449768"/>
                <a:gd name="connsiteY385" fmla="*/ 766096 h 1050628"/>
                <a:gd name="connsiteX386" fmla="*/ 1934865 w 2449768"/>
                <a:gd name="connsiteY386" fmla="*/ 774830 h 1050628"/>
                <a:gd name="connsiteX387" fmla="*/ 1928789 w 2449768"/>
                <a:gd name="connsiteY387" fmla="*/ 799135 h 1050628"/>
                <a:gd name="connsiteX388" fmla="*/ 1904485 w 2449768"/>
                <a:gd name="connsiteY388" fmla="*/ 793059 h 1050628"/>
                <a:gd name="connsiteX389" fmla="*/ 1910561 w 2449768"/>
                <a:gd name="connsiteY389" fmla="*/ 768754 h 1050628"/>
                <a:gd name="connsiteX390" fmla="*/ 1921574 w 2449768"/>
                <a:gd name="connsiteY390" fmla="*/ 766096 h 1050628"/>
                <a:gd name="connsiteX391" fmla="*/ 2176771 w 2449768"/>
                <a:gd name="connsiteY391" fmla="*/ 756982 h 1050628"/>
                <a:gd name="connsiteX392" fmla="*/ 2190062 w 2449768"/>
                <a:gd name="connsiteY392" fmla="*/ 765716 h 1050628"/>
                <a:gd name="connsiteX393" fmla="*/ 2183986 w 2449768"/>
                <a:gd name="connsiteY393" fmla="*/ 790021 h 1050628"/>
                <a:gd name="connsiteX394" fmla="*/ 2159682 w 2449768"/>
                <a:gd name="connsiteY394" fmla="*/ 783945 h 1050628"/>
                <a:gd name="connsiteX395" fmla="*/ 2165758 w 2449768"/>
                <a:gd name="connsiteY395" fmla="*/ 759640 h 1050628"/>
                <a:gd name="connsiteX396" fmla="*/ 2176771 w 2449768"/>
                <a:gd name="connsiteY396" fmla="*/ 756982 h 1050628"/>
                <a:gd name="connsiteX397" fmla="*/ 1702833 w 2449768"/>
                <a:gd name="connsiteY397" fmla="*/ 750906 h 1050628"/>
                <a:gd name="connsiteX398" fmla="*/ 1716125 w 2449768"/>
                <a:gd name="connsiteY398" fmla="*/ 759640 h 1050628"/>
                <a:gd name="connsiteX399" fmla="*/ 1710049 w 2449768"/>
                <a:gd name="connsiteY399" fmla="*/ 783945 h 1050628"/>
                <a:gd name="connsiteX400" fmla="*/ 1685744 w 2449768"/>
                <a:gd name="connsiteY400" fmla="*/ 777869 h 1050628"/>
                <a:gd name="connsiteX401" fmla="*/ 1691820 w 2449768"/>
                <a:gd name="connsiteY401" fmla="*/ 753564 h 1050628"/>
                <a:gd name="connsiteX402" fmla="*/ 1702833 w 2449768"/>
                <a:gd name="connsiteY402" fmla="*/ 750906 h 1050628"/>
                <a:gd name="connsiteX403" fmla="*/ 1210667 w 2449768"/>
                <a:gd name="connsiteY403" fmla="*/ 741791 h 1050628"/>
                <a:gd name="connsiteX404" fmla="*/ 1223959 w 2449768"/>
                <a:gd name="connsiteY404" fmla="*/ 750525 h 1050628"/>
                <a:gd name="connsiteX405" fmla="*/ 1217883 w 2449768"/>
                <a:gd name="connsiteY405" fmla="*/ 774830 h 1050628"/>
                <a:gd name="connsiteX406" fmla="*/ 1193578 w 2449768"/>
                <a:gd name="connsiteY406" fmla="*/ 768754 h 1050628"/>
                <a:gd name="connsiteX407" fmla="*/ 1199654 w 2449768"/>
                <a:gd name="connsiteY407" fmla="*/ 744449 h 1050628"/>
                <a:gd name="connsiteX408" fmla="*/ 1210667 w 2449768"/>
                <a:gd name="connsiteY408" fmla="*/ 741791 h 1050628"/>
                <a:gd name="connsiteX409" fmla="*/ 1450674 w 2449768"/>
                <a:gd name="connsiteY409" fmla="*/ 723563 h 1050628"/>
                <a:gd name="connsiteX410" fmla="*/ 1463966 w 2449768"/>
                <a:gd name="connsiteY410" fmla="*/ 732297 h 1050628"/>
                <a:gd name="connsiteX411" fmla="*/ 1457890 w 2449768"/>
                <a:gd name="connsiteY411" fmla="*/ 756602 h 1050628"/>
                <a:gd name="connsiteX412" fmla="*/ 1433585 w 2449768"/>
                <a:gd name="connsiteY412" fmla="*/ 750526 h 1050628"/>
                <a:gd name="connsiteX413" fmla="*/ 1439661 w 2449768"/>
                <a:gd name="connsiteY413" fmla="*/ 726221 h 1050628"/>
                <a:gd name="connsiteX414" fmla="*/ 1450674 w 2449768"/>
                <a:gd name="connsiteY414" fmla="*/ 723563 h 1050628"/>
                <a:gd name="connsiteX415" fmla="*/ 2021829 w 2449768"/>
                <a:gd name="connsiteY415" fmla="*/ 720525 h 1050628"/>
                <a:gd name="connsiteX416" fmla="*/ 2035121 w 2449768"/>
                <a:gd name="connsiteY416" fmla="*/ 729259 h 1050628"/>
                <a:gd name="connsiteX417" fmla="*/ 2029045 w 2449768"/>
                <a:gd name="connsiteY417" fmla="*/ 753564 h 1050628"/>
                <a:gd name="connsiteX418" fmla="*/ 2004740 w 2449768"/>
                <a:gd name="connsiteY418" fmla="*/ 747488 h 1050628"/>
                <a:gd name="connsiteX419" fmla="*/ 2010816 w 2449768"/>
                <a:gd name="connsiteY419" fmla="*/ 723183 h 1050628"/>
                <a:gd name="connsiteX420" fmla="*/ 2021829 w 2449768"/>
                <a:gd name="connsiteY420" fmla="*/ 720525 h 1050628"/>
                <a:gd name="connsiteX421" fmla="*/ 387352 w 2449768"/>
                <a:gd name="connsiteY421" fmla="*/ 720525 h 1050628"/>
                <a:gd name="connsiteX422" fmla="*/ 400644 w 2449768"/>
                <a:gd name="connsiteY422" fmla="*/ 729259 h 1050628"/>
                <a:gd name="connsiteX423" fmla="*/ 394568 w 2449768"/>
                <a:gd name="connsiteY423" fmla="*/ 753564 h 1050628"/>
                <a:gd name="connsiteX424" fmla="*/ 370263 w 2449768"/>
                <a:gd name="connsiteY424" fmla="*/ 747488 h 1050628"/>
                <a:gd name="connsiteX425" fmla="*/ 376339 w 2449768"/>
                <a:gd name="connsiteY425" fmla="*/ 723183 h 1050628"/>
                <a:gd name="connsiteX426" fmla="*/ 387352 w 2449768"/>
                <a:gd name="connsiteY426" fmla="*/ 720525 h 1050628"/>
                <a:gd name="connsiteX427" fmla="*/ 1049650 w 2449768"/>
                <a:gd name="connsiteY427" fmla="*/ 702297 h 1050628"/>
                <a:gd name="connsiteX428" fmla="*/ 1062942 w 2449768"/>
                <a:gd name="connsiteY428" fmla="*/ 711031 h 1050628"/>
                <a:gd name="connsiteX429" fmla="*/ 1056866 w 2449768"/>
                <a:gd name="connsiteY429" fmla="*/ 735336 h 1050628"/>
                <a:gd name="connsiteX430" fmla="*/ 1032561 w 2449768"/>
                <a:gd name="connsiteY430" fmla="*/ 729260 h 1050628"/>
                <a:gd name="connsiteX431" fmla="*/ 1038637 w 2449768"/>
                <a:gd name="connsiteY431" fmla="*/ 704955 h 1050628"/>
                <a:gd name="connsiteX432" fmla="*/ 1049650 w 2449768"/>
                <a:gd name="connsiteY432" fmla="*/ 702297 h 1050628"/>
                <a:gd name="connsiteX433" fmla="*/ 931165 w 2449768"/>
                <a:gd name="connsiteY433" fmla="*/ 702297 h 1050628"/>
                <a:gd name="connsiteX434" fmla="*/ 944457 w 2449768"/>
                <a:gd name="connsiteY434" fmla="*/ 711031 h 1050628"/>
                <a:gd name="connsiteX435" fmla="*/ 938381 w 2449768"/>
                <a:gd name="connsiteY435" fmla="*/ 735336 h 1050628"/>
                <a:gd name="connsiteX436" fmla="*/ 914076 w 2449768"/>
                <a:gd name="connsiteY436" fmla="*/ 729260 h 1050628"/>
                <a:gd name="connsiteX437" fmla="*/ 920152 w 2449768"/>
                <a:gd name="connsiteY437" fmla="*/ 704955 h 1050628"/>
                <a:gd name="connsiteX438" fmla="*/ 931165 w 2449768"/>
                <a:gd name="connsiteY438" fmla="*/ 702297 h 1050628"/>
                <a:gd name="connsiteX439" fmla="*/ 1547892 w 2449768"/>
                <a:gd name="connsiteY439" fmla="*/ 699259 h 1050628"/>
                <a:gd name="connsiteX440" fmla="*/ 1561184 w 2449768"/>
                <a:gd name="connsiteY440" fmla="*/ 707993 h 1050628"/>
                <a:gd name="connsiteX441" fmla="*/ 1555108 w 2449768"/>
                <a:gd name="connsiteY441" fmla="*/ 732298 h 1050628"/>
                <a:gd name="connsiteX442" fmla="*/ 1530803 w 2449768"/>
                <a:gd name="connsiteY442" fmla="*/ 726222 h 1050628"/>
                <a:gd name="connsiteX443" fmla="*/ 1536879 w 2449768"/>
                <a:gd name="connsiteY443" fmla="*/ 701917 h 1050628"/>
                <a:gd name="connsiteX444" fmla="*/ 1547892 w 2449768"/>
                <a:gd name="connsiteY444" fmla="*/ 699259 h 1050628"/>
                <a:gd name="connsiteX445" fmla="*/ 1313961 w 2449768"/>
                <a:gd name="connsiteY445" fmla="*/ 699259 h 1050628"/>
                <a:gd name="connsiteX446" fmla="*/ 1327253 w 2449768"/>
                <a:gd name="connsiteY446" fmla="*/ 707993 h 1050628"/>
                <a:gd name="connsiteX447" fmla="*/ 1321177 w 2449768"/>
                <a:gd name="connsiteY447" fmla="*/ 732298 h 1050628"/>
                <a:gd name="connsiteX448" fmla="*/ 1296872 w 2449768"/>
                <a:gd name="connsiteY448" fmla="*/ 726222 h 1050628"/>
                <a:gd name="connsiteX449" fmla="*/ 1302948 w 2449768"/>
                <a:gd name="connsiteY449" fmla="*/ 701917 h 1050628"/>
                <a:gd name="connsiteX450" fmla="*/ 1313961 w 2449768"/>
                <a:gd name="connsiteY450" fmla="*/ 699259 h 1050628"/>
                <a:gd name="connsiteX451" fmla="*/ 2413739 w 2449768"/>
                <a:gd name="connsiteY451" fmla="*/ 696220 h 1050628"/>
                <a:gd name="connsiteX452" fmla="*/ 2427031 w 2449768"/>
                <a:gd name="connsiteY452" fmla="*/ 704954 h 1050628"/>
                <a:gd name="connsiteX453" fmla="*/ 2420955 w 2449768"/>
                <a:gd name="connsiteY453" fmla="*/ 729259 h 1050628"/>
                <a:gd name="connsiteX454" fmla="*/ 2396650 w 2449768"/>
                <a:gd name="connsiteY454" fmla="*/ 723183 h 1050628"/>
                <a:gd name="connsiteX455" fmla="*/ 2402726 w 2449768"/>
                <a:gd name="connsiteY455" fmla="*/ 698878 h 1050628"/>
                <a:gd name="connsiteX456" fmla="*/ 2413739 w 2449768"/>
                <a:gd name="connsiteY456" fmla="*/ 696220 h 1050628"/>
                <a:gd name="connsiteX457" fmla="*/ 551408 w 2449768"/>
                <a:gd name="connsiteY457" fmla="*/ 690144 h 1050628"/>
                <a:gd name="connsiteX458" fmla="*/ 564699 w 2449768"/>
                <a:gd name="connsiteY458" fmla="*/ 698878 h 1050628"/>
                <a:gd name="connsiteX459" fmla="*/ 558623 w 2449768"/>
                <a:gd name="connsiteY459" fmla="*/ 723183 h 1050628"/>
                <a:gd name="connsiteX460" fmla="*/ 534319 w 2449768"/>
                <a:gd name="connsiteY460" fmla="*/ 717107 h 1050628"/>
                <a:gd name="connsiteX461" fmla="*/ 540395 w 2449768"/>
                <a:gd name="connsiteY461" fmla="*/ 692802 h 1050628"/>
                <a:gd name="connsiteX462" fmla="*/ 551408 w 2449768"/>
                <a:gd name="connsiteY462" fmla="*/ 690144 h 1050628"/>
                <a:gd name="connsiteX463" fmla="*/ 830909 w 2449768"/>
                <a:gd name="connsiteY463" fmla="*/ 684068 h 1050628"/>
                <a:gd name="connsiteX464" fmla="*/ 844201 w 2449768"/>
                <a:gd name="connsiteY464" fmla="*/ 692802 h 1050628"/>
                <a:gd name="connsiteX465" fmla="*/ 838125 w 2449768"/>
                <a:gd name="connsiteY465" fmla="*/ 717107 h 1050628"/>
                <a:gd name="connsiteX466" fmla="*/ 813820 w 2449768"/>
                <a:gd name="connsiteY466" fmla="*/ 711031 h 1050628"/>
                <a:gd name="connsiteX467" fmla="*/ 819896 w 2449768"/>
                <a:gd name="connsiteY467" fmla="*/ 686726 h 1050628"/>
                <a:gd name="connsiteX468" fmla="*/ 830909 w 2449768"/>
                <a:gd name="connsiteY468" fmla="*/ 684068 h 1050628"/>
                <a:gd name="connsiteX469" fmla="*/ 730653 w 2449768"/>
                <a:gd name="connsiteY469" fmla="*/ 677992 h 1050628"/>
                <a:gd name="connsiteX470" fmla="*/ 743945 w 2449768"/>
                <a:gd name="connsiteY470" fmla="*/ 686726 h 1050628"/>
                <a:gd name="connsiteX471" fmla="*/ 737869 w 2449768"/>
                <a:gd name="connsiteY471" fmla="*/ 711031 h 1050628"/>
                <a:gd name="connsiteX472" fmla="*/ 713564 w 2449768"/>
                <a:gd name="connsiteY472" fmla="*/ 704955 h 1050628"/>
                <a:gd name="connsiteX473" fmla="*/ 719640 w 2449768"/>
                <a:gd name="connsiteY473" fmla="*/ 680650 h 1050628"/>
                <a:gd name="connsiteX474" fmla="*/ 730653 w 2449768"/>
                <a:gd name="connsiteY474" fmla="*/ 677992 h 1050628"/>
                <a:gd name="connsiteX475" fmla="*/ 2228418 w 2449768"/>
                <a:gd name="connsiteY475" fmla="*/ 671916 h 1050628"/>
                <a:gd name="connsiteX476" fmla="*/ 2241710 w 2449768"/>
                <a:gd name="connsiteY476" fmla="*/ 680650 h 1050628"/>
                <a:gd name="connsiteX477" fmla="*/ 2235634 w 2449768"/>
                <a:gd name="connsiteY477" fmla="*/ 704955 h 1050628"/>
                <a:gd name="connsiteX478" fmla="*/ 2211329 w 2449768"/>
                <a:gd name="connsiteY478" fmla="*/ 698879 h 1050628"/>
                <a:gd name="connsiteX479" fmla="*/ 2217405 w 2449768"/>
                <a:gd name="connsiteY479" fmla="*/ 674574 h 1050628"/>
                <a:gd name="connsiteX480" fmla="*/ 2228418 w 2449768"/>
                <a:gd name="connsiteY480" fmla="*/ 671916 h 1050628"/>
                <a:gd name="connsiteX481" fmla="*/ 1839546 w 2449768"/>
                <a:gd name="connsiteY481" fmla="*/ 671916 h 1050628"/>
                <a:gd name="connsiteX482" fmla="*/ 1852838 w 2449768"/>
                <a:gd name="connsiteY482" fmla="*/ 680650 h 1050628"/>
                <a:gd name="connsiteX483" fmla="*/ 1846762 w 2449768"/>
                <a:gd name="connsiteY483" fmla="*/ 704955 h 1050628"/>
                <a:gd name="connsiteX484" fmla="*/ 1822457 w 2449768"/>
                <a:gd name="connsiteY484" fmla="*/ 698879 h 1050628"/>
                <a:gd name="connsiteX485" fmla="*/ 1828533 w 2449768"/>
                <a:gd name="connsiteY485" fmla="*/ 674574 h 1050628"/>
                <a:gd name="connsiteX486" fmla="*/ 1839546 w 2449768"/>
                <a:gd name="connsiteY486" fmla="*/ 671916 h 1050628"/>
                <a:gd name="connsiteX487" fmla="*/ 2109933 w 2449768"/>
                <a:gd name="connsiteY487" fmla="*/ 656726 h 1050628"/>
                <a:gd name="connsiteX488" fmla="*/ 2123225 w 2449768"/>
                <a:gd name="connsiteY488" fmla="*/ 665460 h 1050628"/>
                <a:gd name="connsiteX489" fmla="*/ 2117149 w 2449768"/>
                <a:gd name="connsiteY489" fmla="*/ 689765 h 1050628"/>
                <a:gd name="connsiteX490" fmla="*/ 2092844 w 2449768"/>
                <a:gd name="connsiteY490" fmla="*/ 683689 h 1050628"/>
                <a:gd name="connsiteX491" fmla="*/ 2098920 w 2449768"/>
                <a:gd name="connsiteY491" fmla="*/ 659384 h 1050628"/>
                <a:gd name="connsiteX492" fmla="*/ 2109933 w 2449768"/>
                <a:gd name="connsiteY492" fmla="*/ 656726 h 1050628"/>
                <a:gd name="connsiteX493" fmla="*/ 1632957 w 2449768"/>
                <a:gd name="connsiteY493" fmla="*/ 656726 h 1050628"/>
                <a:gd name="connsiteX494" fmla="*/ 1646249 w 2449768"/>
                <a:gd name="connsiteY494" fmla="*/ 665460 h 1050628"/>
                <a:gd name="connsiteX495" fmla="*/ 1640173 w 2449768"/>
                <a:gd name="connsiteY495" fmla="*/ 689765 h 1050628"/>
                <a:gd name="connsiteX496" fmla="*/ 1615868 w 2449768"/>
                <a:gd name="connsiteY496" fmla="*/ 683689 h 1050628"/>
                <a:gd name="connsiteX497" fmla="*/ 1621944 w 2449768"/>
                <a:gd name="connsiteY497" fmla="*/ 659384 h 1050628"/>
                <a:gd name="connsiteX498" fmla="*/ 1632957 w 2449768"/>
                <a:gd name="connsiteY498" fmla="*/ 656726 h 1050628"/>
                <a:gd name="connsiteX499" fmla="*/ 1165096 w 2449768"/>
                <a:gd name="connsiteY499" fmla="*/ 656726 h 1050628"/>
                <a:gd name="connsiteX500" fmla="*/ 1178387 w 2449768"/>
                <a:gd name="connsiteY500" fmla="*/ 665460 h 1050628"/>
                <a:gd name="connsiteX501" fmla="*/ 1172311 w 2449768"/>
                <a:gd name="connsiteY501" fmla="*/ 689765 h 1050628"/>
                <a:gd name="connsiteX502" fmla="*/ 1148007 w 2449768"/>
                <a:gd name="connsiteY502" fmla="*/ 683689 h 1050628"/>
                <a:gd name="connsiteX503" fmla="*/ 1154083 w 2449768"/>
                <a:gd name="connsiteY503" fmla="*/ 659384 h 1050628"/>
                <a:gd name="connsiteX504" fmla="*/ 1165096 w 2449768"/>
                <a:gd name="connsiteY504" fmla="*/ 656726 h 1050628"/>
                <a:gd name="connsiteX505" fmla="*/ 1948916 w 2449768"/>
                <a:gd name="connsiteY505" fmla="*/ 653688 h 1050628"/>
                <a:gd name="connsiteX506" fmla="*/ 1962208 w 2449768"/>
                <a:gd name="connsiteY506" fmla="*/ 662422 h 1050628"/>
                <a:gd name="connsiteX507" fmla="*/ 1956132 w 2449768"/>
                <a:gd name="connsiteY507" fmla="*/ 686727 h 1050628"/>
                <a:gd name="connsiteX508" fmla="*/ 1931827 w 2449768"/>
                <a:gd name="connsiteY508" fmla="*/ 680651 h 1050628"/>
                <a:gd name="connsiteX509" fmla="*/ 1937903 w 2449768"/>
                <a:gd name="connsiteY509" fmla="*/ 656346 h 1050628"/>
                <a:gd name="connsiteX510" fmla="*/ 1948916 w 2449768"/>
                <a:gd name="connsiteY510" fmla="*/ 653688 h 1050628"/>
                <a:gd name="connsiteX511" fmla="*/ 2328673 w 2449768"/>
                <a:gd name="connsiteY511" fmla="*/ 647611 h 1050628"/>
                <a:gd name="connsiteX512" fmla="*/ 2341965 w 2449768"/>
                <a:gd name="connsiteY512" fmla="*/ 656345 h 1050628"/>
                <a:gd name="connsiteX513" fmla="*/ 2335889 w 2449768"/>
                <a:gd name="connsiteY513" fmla="*/ 680650 h 1050628"/>
                <a:gd name="connsiteX514" fmla="*/ 2311584 w 2449768"/>
                <a:gd name="connsiteY514" fmla="*/ 674574 h 1050628"/>
                <a:gd name="connsiteX515" fmla="*/ 2317660 w 2449768"/>
                <a:gd name="connsiteY515" fmla="*/ 650269 h 1050628"/>
                <a:gd name="connsiteX516" fmla="*/ 2328673 w 2449768"/>
                <a:gd name="connsiteY516" fmla="*/ 647611 h 1050628"/>
                <a:gd name="connsiteX517" fmla="*/ 639512 w 2449768"/>
                <a:gd name="connsiteY517" fmla="*/ 641535 h 1050628"/>
                <a:gd name="connsiteX518" fmla="*/ 652804 w 2449768"/>
                <a:gd name="connsiteY518" fmla="*/ 650269 h 1050628"/>
                <a:gd name="connsiteX519" fmla="*/ 646728 w 2449768"/>
                <a:gd name="connsiteY519" fmla="*/ 674574 h 1050628"/>
                <a:gd name="connsiteX520" fmla="*/ 622423 w 2449768"/>
                <a:gd name="connsiteY520" fmla="*/ 668498 h 1050628"/>
                <a:gd name="connsiteX521" fmla="*/ 628499 w 2449768"/>
                <a:gd name="connsiteY521" fmla="*/ 644193 h 1050628"/>
                <a:gd name="connsiteX522" fmla="*/ 639512 w 2449768"/>
                <a:gd name="connsiteY522" fmla="*/ 641535 h 1050628"/>
                <a:gd name="connsiteX523" fmla="*/ 451152 w 2449768"/>
                <a:gd name="connsiteY523" fmla="*/ 641535 h 1050628"/>
                <a:gd name="connsiteX524" fmla="*/ 464444 w 2449768"/>
                <a:gd name="connsiteY524" fmla="*/ 650269 h 1050628"/>
                <a:gd name="connsiteX525" fmla="*/ 458368 w 2449768"/>
                <a:gd name="connsiteY525" fmla="*/ 674574 h 1050628"/>
                <a:gd name="connsiteX526" fmla="*/ 434063 w 2449768"/>
                <a:gd name="connsiteY526" fmla="*/ 668498 h 1050628"/>
                <a:gd name="connsiteX527" fmla="*/ 440139 w 2449768"/>
                <a:gd name="connsiteY527" fmla="*/ 644193 h 1050628"/>
                <a:gd name="connsiteX528" fmla="*/ 451152 w 2449768"/>
                <a:gd name="connsiteY528" fmla="*/ 641535 h 1050628"/>
                <a:gd name="connsiteX529" fmla="*/ 1739291 w 2449768"/>
                <a:gd name="connsiteY529" fmla="*/ 638497 h 1050628"/>
                <a:gd name="connsiteX530" fmla="*/ 1752582 w 2449768"/>
                <a:gd name="connsiteY530" fmla="*/ 647231 h 1050628"/>
                <a:gd name="connsiteX531" fmla="*/ 1746506 w 2449768"/>
                <a:gd name="connsiteY531" fmla="*/ 671536 h 1050628"/>
                <a:gd name="connsiteX532" fmla="*/ 1722201 w 2449768"/>
                <a:gd name="connsiteY532" fmla="*/ 665460 h 1050628"/>
                <a:gd name="connsiteX533" fmla="*/ 1728277 w 2449768"/>
                <a:gd name="connsiteY533" fmla="*/ 641155 h 1050628"/>
                <a:gd name="connsiteX534" fmla="*/ 1739291 w 2449768"/>
                <a:gd name="connsiteY534" fmla="*/ 638497 h 1050628"/>
                <a:gd name="connsiteX535" fmla="*/ 1429407 w 2449768"/>
                <a:gd name="connsiteY535" fmla="*/ 623307 h 1050628"/>
                <a:gd name="connsiteX536" fmla="*/ 1442699 w 2449768"/>
                <a:gd name="connsiteY536" fmla="*/ 632041 h 1050628"/>
                <a:gd name="connsiteX537" fmla="*/ 1436623 w 2449768"/>
                <a:gd name="connsiteY537" fmla="*/ 656346 h 1050628"/>
                <a:gd name="connsiteX538" fmla="*/ 1412318 w 2449768"/>
                <a:gd name="connsiteY538" fmla="*/ 650270 h 1050628"/>
                <a:gd name="connsiteX539" fmla="*/ 1418394 w 2449768"/>
                <a:gd name="connsiteY539" fmla="*/ 625965 h 1050628"/>
                <a:gd name="connsiteX540" fmla="*/ 1429407 w 2449768"/>
                <a:gd name="connsiteY540" fmla="*/ 623307 h 1050628"/>
                <a:gd name="connsiteX541" fmla="*/ 991927 w 2449768"/>
                <a:gd name="connsiteY541" fmla="*/ 614193 h 1050628"/>
                <a:gd name="connsiteX542" fmla="*/ 1005219 w 2449768"/>
                <a:gd name="connsiteY542" fmla="*/ 622927 h 1050628"/>
                <a:gd name="connsiteX543" fmla="*/ 999143 w 2449768"/>
                <a:gd name="connsiteY543" fmla="*/ 647232 h 1050628"/>
                <a:gd name="connsiteX544" fmla="*/ 974838 w 2449768"/>
                <a:gd name="connsiteY544" fmla="*/ 641156 h 1050628"/>
                <a:gd name="connsiteX545" fmla="*/ 980914 w 2449768"/>
                <a:gd name="connsiteY545" fmla="*/ 616851 h 1050628"/>
                <a:gd name="connsiteX546" fmla="*/ 991927 w 2449768"/>
                <a:gd name="connsiteY546" fmla="*/ 614193 h 1050628"/>
                <a:gd name="connsiteX547" fmla="*/ 1244086 w 2449768"/>
                <a:gd name="connsiteY547" fmla="*/ 589888 h 1050628"/>
                <a:gd name="connsiteX548" fmla="*/ 1257378 w 2449768"/>
                <a:gd name="connsiteY548" fmla="*/ 598622 h 1050628"/>
                <a:gd name="connsiteX549" fmla="*/ 1251302 w 2449768"/>
                <a:gd name="connsiteY549" fmla="*/ 622927 h 1050628"/>
                <a:gd name="connsiteX550" fmla="*/ 1226997 w 2449768"/>
                <a:gd name="connsiteY550" fmla="*/ 616851 h 1050628"/>
                <a:gd name="connsiteX551" fmla="*/ 1233073 w 2449768"/>
                <a:gd name="connsiteY551" fmla="*/ 592546 h 1050628"/>
                <a:gd name="connsiteX552" fmla="*/ 1244086 w 2449768"/>
                <a:gd name="connsiteY552" fmla="*/ 589888 h 1050628"/>
                <a:gd name="connsiteX553" fmla="*/ 1332189 w 2449768"/>
                <a:gd name="connsiteY553" fmla="*/ 586850 h 1050628"/>
                <a:gd name="connsiteX554" fmla="*/ 1345481 w 2449768"/>
                <a:gd name="connsiteY554" fmla="*/ 595584 h 1050628"/>
                <a:gd name="connsiteX555" fmla="*/ 1339405 w 2449768"/>
                <a:gd name="connsiteY555" fmla="*/ 619889 h 1050628"/>
                <a:gd name="connsiteX556" fmla="*/ 1315100 w 2449768"/>
                <a:gd name="connsiteY556" fmla="*/ 613813 h 1050628"/>
                <a:gd name="connsiteX557" fmla="*/ 1321176 w 2449768"/>
                <a:gd name="connsiteY557" fmla="*/ 589508 h 1050628"/>
                <a:gd name="connsiteX558" fmla="*/ 1332189 w 2449768"/>
                <a:gd name="connsiteY558" fmla="*/ 586850 h 1050628"/>
                <a:gd name="connsiteX559" fmla="*/ 867366 w 2449768"/>
                <a:gd name="connsiteY559" fmla="*/ 583812 h 1050628"/>
                <a:gd name="connsiteX560" fmla="*/ 880658 w 2449768"/>
                <a:gd name="connsiteY560" fmla="*/ 592546 h 1050628"/>
                <a:gd name="connsiteX561" fmla="*/ 874582 w 2449768"/>
                <a:gd name="connsiteY561" fmla="*/ 616851 h 1050628"/>
                <a:gd name="connsiteX562" fmla="*/ 850277 w 2449768"/>
                <a:gd name="connsiteY562" fmla="*/ 610775 h 1050628"/>
                <a:gd name="connsiteX563" fmla="*/ 856353 w 2449768"/>
                <a:gd name="connsiteY563" fmla="*/ 586470 h 1050628"/>
                <a:gd name="connsiteX564" fmla="*/ 867366 w 2449768"/>
                <a:gd name="connsiteY564" fmla="*/ 583812 h 1050628"/>
                <a:gd name="connsiteX565" fmla="*/ 2222342 w 2449768"/>
                <a:gd name="connsiteY565" fmla="*/ 576217 h 1050628"/>
                <a:gd name="connsiteX566" fmla="*/ 2235633 w 2449768"/>
                <a:gd name="connsiteY566" fmla="*/ 586470 h 1050628"/>
                <a:gd name="connsiteX567" fmla="*/ 2229557 w 2449768"/>
                <a:gd name="connsiteY567" fmla="*/ 610775 h 1050628"/>
                <a:gd name="connsiteX568" fmla="*/ 2205253 w 2449768"/>
                <a:gd name="connsiteY568" fmla="*/ 604698 h 1050628"/>
                <a:gd name="connsiteX569" fmla="*/ 2211329 w 2449768"/>
                <a:gd name="connsiteY569" fmla="*/ 577356 h 1050628"/>
                <a:gd name="connsiteX570" fmla="*/ 2222342 w 2449768"/>
                <a:gd name="connsiteY570" fmla="*/ 576217 h 1050628"/>
                <a:gd name="connsiteX571" fmla="*/ 1092183 w 2449768"/>
                <a:gd name="connsiteY571" fmla="*/ 571660 h 1050628"/>
                <a:gd name="connsiteX572" fmla="*/ 1105475 w 2449768"/>
                <a:gd name="connsiteY572" fmla="*/ 580394 h 1050628"/>
                <a:gd name="connsiteX573" fmla="*/ 1099399 w 2449768"/>
                <a:gd name="connsiteY573" fmla="*/ 604699 h 1050628"/>
                <a:gd name="connsiteX574" fmla="*/ 1075094 w 2449768"/>
                <a:gd name="connsiteY574" fmla="*/ 598623 h 1050628"/>
                <a:gd name="connsiteX575" fmla="*/ 1081170 w 2449768"/>
                <a:gd name="connsiteY575" fmla="*/ 574318 h 1050628"/>
                <a:gd name="connsiteX576" fmla="*/ 1092183 w 2449768"/>
                <a:gd name="connsiteY576" fmla="*/ 571660 h 1050628"/>
                <a:gd name="connsiteX577" fmla="*/ 2000563 w 2449768"/>
                <a:gd name="connsiteY577" fmla="*/ 568622 h 1050628"/>
                <a:gd name="connsiteX578" fmla="*/ 2013855 w 2449768"/>
                <a:gd name="connsiteY578" fmla="*/ 577356 h 1050628"/>
                <a:gd name="connsiteX579" fmla="*/ 2007779 w 2449768"/>
                <a:gd name="connsiteY579" fmla="*/ 601661 h 1050628"/>
                <a:gd name="connsiteX580" fmla="*/ 1983474 w 2449768"/>
                <a:gd name="connsiteY580" fmla="*/ 595585 h 1050628"/>
                <a:gd name="connsiteX581" fmla="*/ 1989550 w 2449768"/>
                <a:gd name="connsiteY581" fmla="*/ 571280 h 1050628"/>
                <a:gd name="connsiteX582" fmla="*/ 2000563 w 2449768"/>
                <a:gd name="connsiteY582" fmla="*/ 568622 h 1050628"/>
                <a:gd name="connsiteX583" fmla="*/ 745844 w 2449768"/>
                <a:gd name="connsiteY583" fmla="*/ 568622 h 1050628"/>
                <a:gd name="connsiteX584" fmla="*/ 759136 w 2449768"/>
                <a:gd name="connsiteY584" fmla="*/ 577356 h 1050628"/>
                <a:gd name="connsiteX585" fmla="*/ 753060 w 2449768"/>
                <a:gd name="connsiteY585" fmla="*/ 601661 h 1050628"/>
                <a:gd name="connsiteX586" fmla="*/ 728755 w 2449768"/>
                <a:gd name="connsiteY586" fmla="*/ 595585 h 1050628"/>
                <a:gd name="connsiteX587" fmla="*/ 734831 w 2449768"/>
                <a:gd name="connsiteY587" fmla="*/ 571280 h 1050628"/>
                <a:gd name="connsiteX588" fmla="*/ 745844 w 2449768"/>
                <a:gd name="connsiteY588" fmla="*/ 568622 h 1050628"/>
                <a:gd name="connsiteX589" fmla="*/ 533179 w 2449768"/>
                <a:gd name="connsiteY589" fmla="*/ 568622 h 1050628"/>
                <a:gd name="connsiteX590" fmla="*/ 546471 w 2449768"/>
                <a:gd name="connsiteY590" fmla="*/ 577356 h 1050628"/>
                <a:gd name="connsiteX591" fmla="*/ 540395 w 2449768"/>
                <a:gd name="connsiteY591" fmla="*/ 601661 h 1050628"/>
                <a:gd name="connsiteX592" fmla="*/ 516090 w 2449768"/>
                <a:gd name="connsiteY592" fmla="*/ 595585 h 1050628"/>
                <a:gd name="connsiteX593" fmla="*/ 522166 w 2449768"/>
                <a:gd name="connsiteY593" fmla="*/ 571280 h 1050628"/>
                <a:gd name="connsiteX594" fmla="*/ 533179 w 2449768"/>
                <a:gd name="connsiteY594" fmla="*/ 568622 h 1050628"/>
                <a:gd name="connsiteX595" fmla="*/ 1866889 w 2449768"/>
                <a:gd name="connsiteY595" fmla="*/ 565584 h 1050628"/>
                <a:gd name="connsiteX596" fmla="*/ 1880180 w 2449768"/>
                <a:gd name="connsiteY596" fmla="*/ 574318 h 1050628"/>
                <a:gd name="connsiteX597" fmla="*/ 1874104 w 2449768"/>
                <a:gd name="connsiteY597" fmla="*/ 598623 h 1050628"/>
                <a:gd name="connsiteX598" fmla="*/ 1849800 w 2449768"/>
                <a:gd name="connsiteY598" fmla="*/ 592547 h 1050628"/>
                <a:gd name="connsiteX599" fmla="*/ 1855876 w 2449768"/>
                <a:gd name="connsiteY599" fmla="*/ 568242 h 1050628"/>
                <a:gd name="connsiteX600" fmla="*/ 1866889 w 2449768"/>
                <a:gd name="connsiteY600" fmla="*/ 565584 h 1050628"/>
                <a:gd name="connsiteX601" fmla="*/ 1508397 w 2449768"/>
                <a:gd name="connsiteY601" fmla="*/ 565584 h 1050628"/>
                <a:gd name="connsiteX602" fmla="*/ 1521689 w 2449768"/>
                <a:gd name="connsiteY602" fmla="*/ 574318 h 1050628"/>
                <a:gd name="connsiteX603" fmla="*/ 1515613 w 2449768"/>
                <a:gd name="connsiteY603" fmla="*/ 598623 h 1050628"/>
                <a:gd name="connsiteX604" fmla="*/ 1491308 w 2449768"/>
                <a:gd name="connsiteY604" fmla="*/ 592547 h 1050628"/>
                <a:gd name="connsiteX605" fmla="*/ 1497384 w 2449768"/>
                <a:gd name="connsiteY605" fmla="*/ 568242 h 1050628"/>
                <a:gd name="connsiteX606" fmla="*/ 1508397 w 2449768"/>
                <a:gd name="connsiteY606" fmla="*/ 565584 h 1050628"/>
                <a:gd name="connsiteX607" fmla="*/ 2365130 w 2449768"/>
                <a:gd name="connsiteY607" fmla="*/ 556470 h 1050628"/>
                <a:gd name="connsiteX608" fmla="*/ 2378422 w 2449768"/>
                <a:gd name="connsiteY608" fmla="*/ 565204 h 1050628"/>
                <a:gd name="connsiteX609" fmla="*/ 2372346 w 2449768"/>
                <a:gd name="connsiteY609" fmla="*/ 589509 h 1050628"/>
                <a:gd name="connsiteX610" fmla="*/ 2348041 w 2449768"/>
                <a:gd name="connsiteY610" fmla="*/ 583433 h 1050628"/>
                <a:gd name="connsiteX611" fmla="*/ 2354117 w 2449768"/>
                <a:gd name="connsiteY611" fmla="*/ 559128 h 1050628"/>
                <a:gd name="connsiteX612" fmla="*/ 2365130 w 2449768"/>
                <a:gd name="connsiteY612" fmla="*/ 556470 h 1050628"/>
                <a:gd name="connsiteX613" fmla="*/ 1620805 w 2449768"/>
                <a:gd name="connsiteY613" fmla="*/ 550394 h 1050628"/>
                <a:gd name="connsiteX614" fmla="*/ 1634097 w 2449768"/>
                <a:gd name="connsiteY614" fmla="*/ 559128 h 1050628"/>
                <a:gd name="connsiteX615" fmla="*/ 1628021 w 2449768"/>
                <a:gd name="connsiteY615" fmla="*/ 583433 h 1050628"/>
                <a:gd name="connsiteX616" fmla="*/ 1603716 w 2449768"/>
                <a:gd name="connsiteY616" fmla="*/ 577357 h 1050628"/>
                <a:gd name="connsiteX617" fmla="*/ 1609792 w 2449768"/>
                <a:gd name="connsiteY617" fmla="*/ 553052 h 1050628"/>
                <a:gd name="connsiteX618" fmla="*/ 1620805 w 2449768"/>
                <a:gd name="connsiteY618" fmla="*/ 550394 h 1050628"/>
                <a:gd name="connsiteX619" fmla="*/ 2097781 w 2449768"/>
                <a:gd name="connsiteY619" fmla="*/ 544317 h 1050628"/>
                <a:gd name="connsiteX620" fmla="*/ 2111073 w 2449768"/>
                <a:gd name="connsiteY620" fmla="*/ 553051 h 1050628"/>
                <a:gd name="connsiteX621" fmla="*/ 2104997 w 2449768"/>
                <a:gd name="connsiteY621" fmla="*/ 577356 h 1050628"/>
                <a:gd name="connsiteX622" fmla="*/ 2080692 w 2449768"/>
                <a:gd name="connsiteY622" fmla="*/ 571280 h 1050628"/>
                <a:gd name="connsiteX623" fmla="*/ 2086768 w 2449768"/>
                <a:gd name="connsiteY623" fmla="*/ 546975 h 1050628"/>
                <a:gd name="connsiteX624" fmla="*/ 2097781 w 2449768"/>
                <a:gd name="connsiteY624" fmla="*/ 544317 h 1050628"/>
                <a:gd name="connsiteX625" fmla="*/ 1745366 w 2449768"/>
                <a:gd name="connsiteY625" fmla="*/ 538241 h 1050628"/>
                <a:gd name="connsiteX626" fmla="*/ 1758658 w 2449768"/>
                <a:gd name="connsiteY626" fmla="*/ 546975 h 1050628"/>
                <a:gd name="connsiteX627" fmla="*/ 1752582 w 2449768"/>
                <a:gd name="connsiteY627" fmla="*/ 571280 h 1050628"/>
                <a:gd name="connsiteX628" fmla="*/ 1728277 w 2449768"/>
                <a:gd name="connsiteY628" fmla="*/ 565204 h 1050628"/>
                <a:gd name="connsiteX629" fmla="*/ 1734353 w 2449768"/>
                <a:gd name="connsiteY629" fmla="*/ 540899 h 1050628"/>
                <a:gd name="connsiteX630" fmla="*/ 1745366 w 2449768"/>
                <a:gd name="connsiteY630" fmla="*/ 538241 h 1050628"/>
                <a:gd name="connsiteX631" fmla="*/ 624322 w 2449768"/>
                <a:gd name="connsiteY631" fmla="*/ 529127 h 1050628"/>
                <a:gd name="connsiteX632" fmla="*/ 637613 w 2449768"/>
                <a:gd name="connsiteY632" fmla="*/ 537861 h 1050628"/>
                <a:gd name="connsiteX633" fmla="*/ 631537 w 2449768"/>
                <a:gd name="connsiteY633" fmla="*/ 562166 h 1050628"/>
                <a:gd name="connsiteX634" fmla="*/ 607233 w 2449768"/>
                <a:gd name="connsiteY634" fmla="*/ 556090 h 1050628"/>
                <a:gd name="connsiteX635" fmla="*/ 613309 w 2449768"/>
                <a:gd name="connsiteY635" fmla="*/ 531785 h 1050628"/>
                <a:gd name="connsiteX636" fmla="*/ 624322 w 2449768"/>
                <a:gd name="connsiteY636" fmla="*/ 529127 h 1050628"/>
                <a:gd name="connsiteX637" fmla="*/ 958508 w 2449768"/>
                <a:gd name="connsiteY637" fmla="*/ 523051 h 1050628"/>
                <a:gd name="connsiteX638" fmla="*/ 971800 w 2449768"/>
                <a:gd name="connsiteY638" fmla="*/ 531785 h 1050628"/>
                <a:gd name="connsiteX639" fmla="*/ 965724 w 2449768"/>
                <a:gd name="connsiteY639" fmla="*/ 556090 h 1050628"/>
                <a:gd name="connsiteX640" fmla="*/ 941419 w 2449768"/>
                <a:gd name="connsiteY640" fmla="*/ 550014 h 1050628"/>
                <a:gd name="connsiteX641" fmla="*/ 947495 w 2449768"/>
                <a:gd name="connsiteY641" fmla="*/ 525709 h 1050628"/>
                <a:gd name="connsiteX642" fmla="*/ 958508 w 2449768"/>
                <a:gd name="connsiteY642" fmla="*/ 523051 h 1050628"/>
                <a:gd name="connsiteX643" fmla="*/ 1177248 w 2449768"/>
                <a:gd name="connsiteY643" fmla="*/ 507861 h 1050628"/>
                <a:gd name="connsiteX644" fmla="*/ 1190540 w 2449768"/>
                <a:gd name="connsiteY644" fmla="*/ 516595 h 1050628"/>
                <a:gd name="connsiteX645" fmla="*/ 1184464 w 2449768"/>
                <a:gd name="connsiteY645" fmla="*/ 540900 h 1050628"/>
                <a:gd name="connsiteX646" fmla="*/ 1160159 w 2449768"/>
                <a:gd name="connsiteY646" fmla="*/ 534824 h 1050628"/>
                <a:gd name="connsiteX647" fmla="*/ 1166235 w 2449768"/>
                <a:gd name="connsiteY647" fmla="*/ 510519 h 1050628"/>
                <a:gd name="connsiteX648" fmla="*/ 1177248 w 2449768"/>
                <a:gd name="connsiteY648" fmla="*/ 507861 h 1050628"/>
                <a:gd name="connsiteX649" fmla="*/ 1399027 w 2449768"/>
                <a:gd name="connsiteY649" fmla="*/ 504823 h 1050628"/>
                <a:gd name="connsiteX650" fmla="*/ 1412319 w 2449768"/>
                <a:gd name="connsiteY650" fmla="*/ 513557 h 1050628"/>
                <a:gd name="connsiteX651" fmla="*/ 1406243 w 2449768"/>
                <a:gd name="connsiteY651" fmla="*/ 537862 h 1050628"/>
                <a:gd name="connsiteX652" fmla="*/ 1381938 w 2449768"/>
                <a:gd name="connsiteY652" fmla="*/ 531786 h 1050628"/>
                <a:gd name="connsiteX653" fmla="*/ 1388014 w 2449768"/>
                <a:gd name="connsiteY653" fmla="*/ 507481 h 1050628"/>
                <a:gd name="connsiteX654" fmla="*/ 1399027 w 2449768"/>
                <a:gd name="connsiteY654" fmla="*/ 504823 h 1050628"/>
                <a:gd name="connsiteX655" fmla="*/ 2194999 w 2449768"/>
                <a:gd name="connsiteY655" fmla="*/ 492670 h 1050628"/>
                <a:gd name="connsiteX656" fmla="*/ 2208291 w 2449768"/>
                <a:gd name="connsiteY656" fmla="*/ 501404 h 1050628"/>
                <a:gd name="connsiteX657" fmla="*/ 2202214 w 2449768"/>
                <a:gd name="connsiteY657" fmla="*/ 525709 h 1050628"/>
                <a:gd name="connsiteX658" fmla="*/ 2177910 w 2449768"/>
                <a:gd name="connsiteY658" fmla="*/ 519633 h 1050628"/>
                <a:gd name="connsiteX659" fmla="*/ 2183986 w 2449768"/>
                <a:gd name="connsiteY659" fmla="*/ 495328 h 1050628"/>
                <a:gd name="connsiteX660" fmla="*/ 2194999 w 2449768"/>
                <a:gd name="connsiteY660" fmla="*/ 492670 h 1050628"/>
                <a:gd name="connsiteX661" fmla="*/ 1912459 w 2449768"/>
                <a:gd name="connsiteY661" fmla="*/ 480518 h 1050628"/>
                <a:gd name="connsiteX662" fmla="*/ 1925751 w 2449768"/>
                <a:gd name="connsiteY662" fmla="*/ 489252 h 1050628"/>
                <a:gd name="connsiteX663" fmla="*/ 1919675 w 2449768"/>
                <a:gd name="connsiteY663" fmla="*/ 513557 h 1050628"/>
                <a:gd name="connsiteX664" fmla="*/ 1895370 w 2449768"/>
                <a:gd name="connsiteY664" fmla="*/ 507481 h 1050628"/>
                <a:gd name="connsiteX665" fmla="*/ 1901446 w 2449768"/>
                <a:gd name="connsiteY665" fmla="*/ 483176 h 1050628"/>
                <a:gd name="connsiteX666" fmla="*/ 1912459 w 2449768"/>
                <a:gd name="connsiteY666" fmla="*/ 480518 h 1050628"/>
                <a:gd name="connsiteX667" fmla="*/ 803567 w 2449768"/>
                <a:gd name="connsiteY667" fmla="*/ 480518 h 1050628"/>
                <a:gd name="connsiteX668" fmla="*/ 816859 w 2449768"/>
                <a:gd name="connsiteY668" fmla="*/ 489252 h 1050628"/>
                <a:gd name="connsiteX669" fmla="*/ 810783 w 2449768"/>
                <a:gd name="connsiteY669" fmla="*/ 513557 h 1050628"/>
                <a:gd name="connsiteX670" fmla="*/ 786478 w 2449768"/>
                <a:gd name="connsiteY670" fmla="*/ 507481 h 1050628"/>
                <a:gd name="connsiteX671" fmla="*/ 792554 w 2449768"/>
                <a:gd name="connsiteY671" fmla="*/ 483176 h 1050628"/>
                <a:gd name="connsiteX672" fmla="*/ 803567 w 2449768"/>
                <a:gd name="connsiteY672" fmla="*/ 480518 h 1050628"/>
                <a:gd name="connsiteX673" fmla="*/ 1550930 w 2449768"/>
                <a:gd name="connsiteY673" fmla="*/ 471404 h 1050628"/>
                <a:gd name="connsiteX674" fmla="*/ 1564222 w 2449768"/>
                <a:gd name="connsiteY674" fmla="*/ 480138 h 1050628"/>
                <a:gd name="connsiteX675" fmla="*/ 1558146 w 2449768"/>
                <a:gd name="connsiteY675" fmla="*/ 504443 h 1050628"/>
                <a:gd name="connsiteX676" fmla="*/ 1533841 w 2449768"/>
                <a:gd name="connsiteY676" fmla="*/ 498367 h 1050628"/>
                <a:gd name="connsiteX677" fmla="*/ 1539917 w 2449768"/>
                <a:gd name="connsiteY677" fmla="*/ 474062 h 1050628"/>
                <a:gd name="connsiteX678" fmla="*/ 1550930 w 2449768"/>
                <a:gd name="connsiteY678" fmla="*/ 471404 h 1050628"/>
                <a:gd name="connsiteX679" fmla="*/ 2307407 w 2449768"/>
                <a:gd name="connsiteY679" fmla="*/ 465328 h 1050628"/>
                <a:gd name="connsiteX680" fmla="*/ 2320698 w 2449768"/>
                <a:gd name="connsiteY680" fmla="*/ 474062 h 1050628"/>
                <a:gd name="connsiteX681" fmla="*/ 2314622 w 2449768"/>
                <a:gd name="connsiteY681" fmla="*/ 498367 h 1050628"/>
                <a:gd name="connsiteX682" fmla="*/ 2290318 w 2449768"/>
                <a:gd name="connsiteY682" fmla="*/ 492291 h 1050628"/>
                <a:gd name="connsiteX683" fmla="*/ 2296394 w 2449768"/>
                <a:gd name="connsiteY683" fmla="*/ 467986 h 1050628"/>
                <a:gd name="connsiteX684" fmla="*/ 2307407 w 2449768"/>
                <a:gd name="connsiteY684" fmla="*/ 465328 h 1050628"/>
                <a:gd name="connsiteX685" fmla="*/ 1076992 w 2449768"/>
                <a:gd name="connsiteY685" fmla="*/ 462290 h 1050628"/>
                <a:gd name="connsiteX686" fmla="*/ 1090284 w 2449768"/>
                <a:gd name="connsiteY686" fmla="*/ 471024 h 1050628"/>
                <a:gd name="connsiteX687" fmla="*/ 1084208 w 2449768"/>
                <a:gd name="connsiteY687" fmla="*/ 495329 h 1050628"/>
                <a:gd name="connsiteX688" fmla="*/ 1059903 w 2449768"/>
                <a:gd name="connsiteY688" fmla="*/ 489253 h 1050628"/>
                <a:gd name="connsiteX689" fmla="*/ 1065979 w 2449768"/>
                <a:gd name="connsiteY689" fmla="*/ 464948 h 1050628"/>
                <a:gd name="connsiteX690" fmla="*/ 1076992 w 2449768"/>
                <a:gd name="connsiteY690" fmla="*/ 462290 h 1050628"/>
                <a:gd name="connsiteX691" fmla="*/ 2030944 w 2449768"/>
                <a:gd name="connsiteY691" fmla="*/ 456214 h 1050628"/>
                <a:gd name="connsiteX692" fmla="*/ 2044236 w 2449768"/>
                <a:gd name="connsiteY692" fmla="*/ 464948 h 1050628"/>
                <a:gd name="connsiteX693" fmla="*/ 2038160 w 2449768"/>
                <a:gd name="connsiteY693" fmla="*/ 489253 h 1050628"/>
                <a:gd name="connsiteX694" fmla="*/ 2013855 w 2449768"/>
                <a:gd name="connsiteY694" fmla="*/ 483177 h 1050628"/>
                <a:gd name="connsiteX695" fmla="*/ 2019931 w 2449768"/>
                <a:gd name="connsiteY695" fmla="*/ 458872 h 1050628"/>
                <a:gd name="connsiteX696" fmla="*/ 2030944 w 2449768"/>
                <a:gd name="connsiteY696" fmla="*/ 456214 h 1050628"/>
                <a:gd name="connsiteX697" fmla="*/ 1280542 w 2449768"/>
                <a:gd name="connsiteY697" fmla="*/ 453176 h 1050628"/>
                <a:gd name="connsiteX698" fmla="*/ 1293834 w 2449768"/>
                <a:gd name="connsiteY698" fmla="*/ 461910 h 1050628"/>
                <a:gd name="connsiteX699" fmla="*/ 1287758 w 2449768"/>
                <a:gd name="connsiteY699" fmla="*/ 486215 h 1050628"/>
                <a:gd name="connsiteX700" fmla="*/ 1263453 w 2449768"/>
                <a:gd name="connsiteY700" fmla="*/ 480139 h 1050628"/>
                <a:gd name="connsiteX701" fmla="*/ 1269529 w 2449768"/>
                <a:gd name="connsiteY701" fmla="*/ 455834 h 1050628"/>
                <a:gd name="connsiteX702" fmla="*/ 1280542 w 2449768"/>
                <a:gd name="connsiteY702" fmla="*/ 453176 h 1050628"/>
                <a:gd name="connsiteX703" fmla="*/ 679006 w 2449768"/>
                <a:gd name="connsiteY703" fmla="*/ 450138 h 1050628"/>
                <a:gd name="connsiteX704" fmla="*/ 692298 w 2449768"/>
                <a:gd name="connsiteY704" fmla="*/ 458872 h 1050628"/>
                <a:gd name="connsiteX705" fmla="*/ 686222 w 2449768"/>
                <a:gd name="connsiteY705" fmla="*/ 483177 h 1050628"/>
                <a:gd name="connsiteX706" fmla="*/ 661917 w 2449768"/>
                <a:gd name="connsiteY706" fmla="*/ 477101 h 1050628"/>
                <a:gd name="connsiteX707" fmla="*/ 667993 w 2449768"/>
                <a:gd name="connsiteY707" fmla="*/ 452796 h 1050628"/>
                <a:gd name="connsiteX708" fmla="*/ 679006 w 2449768"/>
                <a:gd name="connsiteY708" fmla="*/ 450138 h 1050628"/>
                <a:gd name="connsiteX709" fmla="*/ 1815242 w 2449768"/>
                <a:gd name="connsiteY709" fmla="*/ 447099 h 1050628"/>
                <a:gd name="connsiteX710" fmla="*/ 1828533 w 2449768"/>
                <a:gd name="connsiteY710" fmla="*/ 455833 h 1050628"/>
                <a:gd name="connsiteX711" fmla="*/ 1822457 w 2449768"/>
                <a:gd name="connsiteY711" fmla="*/ 480138 h 1050628"/>
                <a:gd name="connsiteX712" fmla="*/ 1798152 w 2449768"/>
                <a:gd name="connsiteY712" fmla="*/ 474062 h 1050628"/>
                <a:gd name="connsiteX713" fmla="*/ 1804228 w 2449768"/>
                <a:gd name="connsiteY713" fmla="*/ 449757 h 1050628"/>
                <a:gd name="connsiteX714" fmla="*/ 1815242 w 2449768"/>
                <a:gd name="connsiteY714" fmla="*/ 447099 h 1050628"/>
                <a:gd name="connsiteX715" fmla="*/ 1699795 w 2449768"/>
                <a:gd name="connsiteY715" fmla="*/ 444061 h 1050628"/>
                <a:gd name="connsiteX716" fmla="*/ 1713087 w 2449768"/>
                <a:gd name="connsiteY716" fmla="*/ 452795 h 1050628"/>
                <a:gd name="connsiteX717" fmla="*/ 1707011 w 2449768"/>
                <a:gd name="connsiteY717" fmla="*/ 477100 h 1050628"/>
                <a:gd name="connsiteX718" fmla="*/ 1682706 w 2449768"/>
                <a:gd name="connsiteY718" fmla="*/ 471024 h 1050628"/>
                <a:gd name="connsiteX719" fmla="*/ 1688782 w 2449768"/>
                <a:gd name="connsiteY719" fmla="*/ 446719 h 1050628"/>
                <a:gd name="connsiteX720" fmla="*/ 1699795 w 2449768"/>
                <a:gd name="connsiteY720" fmla="*/ 444061 h 1050628"/>
                <a:gd name="connsiteX721" fmla="*/ 888633 w 2449768"/>
                <a:gd name="connsiteY721" fmla="*/ 434947 h 1050628"/>
                <a:gd name="connsiteX722" fmla="*/ 901925 w 2449768"/>
                <a:gd name="connsiteY722" fmla="*/ 443681 h 1050628"/>
                <a:gd name="connsiteX723" fmla="*/ 895849 w 2449768"/>
                <a:gd name="connsiteY723" fmla="*/ 467986 h 1050628"/>
                <a:gd name="connsiteX724" fmla="*/ 871544 w 2449768"/>
                <a:gd name="connsiteY724" fmla="*/ 461910 h 1050628"/>
                <a:gd name="connsiteX725" fmla="*/ 877620 w 2449768"/>
                <a:gd name="connsiteY725" fmla="*/ 437605 h 1050628"/>
                <a:gd name="connsiteX726" fmla="*/ 888633 w 2449768"/>
                <a:gd name="connsiteY726" fmla="*/ 434947 h 1050628"/>
                <a:gd name="connsiteX727" fmla="*/ 2158542 w 2449768"/>
                <a:gd name="connsiteY727" fmla="*/ 407605 h 1050628"/>
                <a:gd name="connsiteX728" fmla="*/ 2171833 w 2449768"/>
                <a:gd name="connsiteY728" fmla="*/ 416339 h 1050628"/>
                <a:gd name="connsiteX729" fmla="*/ 2165757 w 2449768"/>
                <a:gd name="connsiteY729" fmla="*/ 440644 h 1050628"/>
                <a:gd name="connsiteX730" fmla="*/ 2141453 w 2449768"/>
                <a:gd name="connsiteY730" fmla="*/ 434568 h 1050628"/>
                <a:gd name="connsiteX731" fmla="*/ 2147529 w 2449768"/>
                <a:gd name="connsiteY731" fmla="*/ 410263 h 1050628"/>
                <a:gd name="connsiteX732" fmla="*/ 2158542 w 2449768"/>
                <a:gd name="connsiteY732" fmla="*/ 407605 h 1050628"/>
                <a:gd name="connsiteX733" fmla="*/ 1484092 w 2449768"/>
                <a:gd name="connsiteY733" fmla="*/ 407605 h 1050628"/>
                <a:gd name="connsiteX734" fmla="*/ 1497384 w 2449768"/>
                <a:gd name="connsiteY734" fmla="*/ 416339 h 1050628"/>
                <a:gd name="connsiteX735" fmla="*/ 1491308 w 2449768"/>
                <a:gd name="connsiteY735" fmla="*/ 440644 h 1050628"/>
                <a:gd name="connsiteX736" fmla="*/ 1467003 w 2449768"/>
                <a:gd name="connsiteY736" fmla="*/ 434568 h 1050628"/>
                <a:gd name="connsiteX737" fmla="*/ 1473079 w 2449768"/>
                <a:gd name="connsiteY737" fmla="*/ 410263 h 1050628"/>
                <a:gd name="connsiteX738" fmla="*/ 1484092 w 2449768"/>
                <a:gd name="connsiteY738" fmla="*/ 407605 h 1050628"/>
                <a:gd name="connsiteX739" fmla="*/ 1365608 w 2449768"/>
                <a:gd name="connsiteY739" fmla="*/ 404567 h 1050628"/>
                <a:gd name="connsiteX740" fmla="*/ 1378900 w 2449768"/>
                <a:gd name="connsiteY740" fmla="*/ 413301 h 1050628"/>
                <a:gd name="connsiteX741" fmla="*/ 1372824 w 2449768"/>
                <a:gd name="connsiteY741" fmla="*/ 437606 h 1050628"/>
                <a:gd name="connsiteX742" fmla="*/ 1348519 w 2449768"/>
                <a:gd name="connsiteY742" fmla="*/ 431530 h 1050628"/>
                <a:gd name="connsiteX743" fmla="*/ 1354595 w 2449768"/>
                <a:gd name="connsiteY743" fmla="*/ 407225 h 1050628"/>
                <a:gd name="connsiteX744" fmla="*/ 1365608 w 2449768"/>
                <a:gd name="connsiteY744" fmla="*/ 404567 h 1050628"/>
                <a:gd name="connsiteX745" fmla="*/ 988889 w 2449768"/>
                <a:gd name="connsiteY745" fmla="*/ 404567 h 1050628"/>
                <a:gd name="connsiteX746" fmla="*/ 1002180 w 2449768"/>
                <a:gd name="connsiteY746" fmla="*/ 413301 h 1050628"/>
                <a:gd name="connsiteX747" fmla="*/ 996104 w 2449768"/>
                <a:gd name="connsiteY747" fmla="*/ 437606 h 1050628"/>
                <a:gd name="connsiteX748" fmla="*/ 971800 w 2449768"/>
                <a:gd name="connsiteY748" fmla="*/ 431530 h 1050628"/>
                <a:gd name="connsiteX749" fmla="*/ 977876 w 2449768"/>
                <a:gd name="connsiteY749" fmla="*/ 407225 h 1050628"/>
                <a:gd name="connsiteX750" fmla="*/ 988889 w 2449768"/>
                <a:gd name="connsiteY750" fmla="*/ 404567 h 1050628"/>
                <a:gd name="connsiteX751" fmla="*/ 1182565 w 2449768"/>
                <a:gd name="connsiteY751" fmla="*/ 394312 h 1050628"/>
                <a:gd name="connsiteX752" fmla="*/ 1193578 w 2449768"/>
                <a:gd name="connsiteY752" fmla="*/ 404186 h 1050628"/>
                <a:gd name="connsiteX753" fmla="*/ 1187502 w 2449768"/>
                <a:gd name="connsiteY753" fmla="*/ 428491 h 1050628"/>
                <a:gd name="connsiteX754" fmla="*/ 1163197 w 2449768"/>
                <a:gd name="connsiteY754" fmla="*/ 422415 h 1050628"/>
                <a:gd name="connsiteX755" fmla="*/ 1169273 w 2449768"/>
                <a:gd name="connsiteY755" fmla="*/ 398110 h 1050628"/>
                <a:gd name="connsiteX756" fmla="*/ 1182565 w 2449768"/>
                <a:gd name="connsiteY756" fmla="*/ 394312 h 1050628"/>
                <a:gd name="connsiteX757" fmla="*/ 1620805 w 2449768"/>
                <a:gd name="connsiteY757" fmla="*/ 389376 h 1050628"/>
                <a:gd name="connsiteX758" fmla="*/ 1634097 w 2449768"/>
                <a:gd name="connsiteY758" fmla="*/ 398110 h 1050628"/>
                <a:gd name="connsiteX759" fmla="*/ 1628021 w 2449768"/>
                <a:gd name="connsiteY759" fmla="*/ 422415 h 1050628"/>
                <a:gd name="connsiteX760" fmla="*/ 1603716 w 2449768"/>
                <a:gd name="connsiteY760" fmla="*/ 416339 h 1050628"/>
                <a:gd name="connsiteX761" fmla="*/ 1609792 w 2449768"/>
                <a:gd name="connsiteY761" fmla="*/ 392034 h 1050628"/>
                <a:gd name="connsiteX762" fmla="*/ 1620805 w 2449768"/>
                <a:gd name="connsiteY762" fmla="*/ 389376 h 1050628"/>
                <a:gd name="connsiteX763" fmla="*/ 1961068 w 2449768"/>
                <a:gd name="connsiteY763" fmla="*/ 380262 h 1050628"/>
                <a:gd name="connsiteX764" fmla="*/ 1974360 w 2449768"/>
                <a:gd name="connsiteY764" fmla="*/ 388996 h 1050628"/>
                <a:gd name="connsiteX765" fmla="*/ 1968284 w 2449768"/>
                <a:gd name="connsiteY765" fmla="*/ 413301 h 1050628"/>
                <a:gd name="connsiteX766" fmla="*/ 1943979 w 2449768"/>
                <a:gd name="connsiteY766" fmla="*/ 407225 h 1050628"/>
                <a:gd name="connsiteX767" fmla="*/ 1950055 w 2449768"/>
                <a:gd name="connsiteY767" fmla="*/ 382920 h 1050628"/>
                <a:gd name="connsiteX768" fmla="*/ 1961068 w 2449768"/>
                <a:gd name="connsiteY768" fmla="*/ 380262 h 1050628"/>
                <a:gd name="connsiteX769" fmla="*/ 770148 w 2449768"/>
                <a:gd name="connsiteY769" fmla="*/ 380262 h 1050628"/>
                <a:gd name="connsiteX770" fmla="*/ 783440 w 2449768"/>
                <a:gd name="connsiteY770" fmla="*/ 388996 h 1050628"/>
                <a:gd name="connsiteX771" fmla="*/ 777364 w 2449768"/>
                <a:gd name="connsiteY771" fmla="*/ 413301 h 1050628"/>
                <a:gd name="connsiteX772" fmla="*/ 753059 w 2449768"/>
                <a:gd name="connsiteY772" fmla="*/ 407225 h 1050628"/>
                <a:gd name="connsiteX773" fmla="*/ 759135 w 2449768"/>
                <a:gd name="connsiteY773" fmla="*/ 382920 h 1050628"/>
                <a:gd name="connsiteX774" fmla="*/ 770148 w 2449768"/>
                <a:gd name="connsiteY774" fmla="*/ 380262 h 1050628"/>
                <a:gd name="connsiteX775" fmla="*/ 2240571 w 2449768"/>
                <a:gd name="connsiteY775" fmla="*/ 352920 h 1050628"/>
                <a:gd name="connsiteX776" fmla="*/ 2253862 w 2449768"/>
                <a:gd name="connsiteY776" fmla="*/ 361654 h 1050628"/>
                <a:gd name="connsiteX777" fmla="*/ 2247786 w 2449768"/>
                <a:gd name="connsiteY777" fmla="*/ 385959 h 1050628"/>
                <a:gd name="connsiteX778" fmla="*/ 2223481 w 2449768"/>
                <a:gd name="connsiteY778" fmla="*/ 379883 h 1050628"/>
                <a:gd name="connsiteX779" fmla="*/ 2229557 w 2449768"/>
                <a:gd name="connsiteY779" fmla="*/ 355578 h 1050628"/>
                <a:gd name="connsiteX780" fmla="*/ 2240571 w 2449768"/>
                <a:gd name="connsiteY780" fmla="*/ 352920 h 1050628"/>
                <a:gd name="connsiteX781" fmla="*/ 2082590 w 2449768"/>
                <a:gd name="connsiteY781" fmla="*/ 352920 h 1050628"/>
                <a:gd name="connsiteX782" fmla="*/ 2095882 w 2449768"/>
                <a:gd name="connsiteY782" fmla="*/ 361654 h 1050628"/>
                <a:gd name="connsiteX783" fmla="*/ 2089806 w 2449768"/>
                <a:gd name="connsiteY783" fmla="*/ 385959 h 1050628"/>
                <a:gd name="connsiteX784" fmla="*/ 2065501 w 2449768"/>
                <a:gd name="connsiteY784" fmla="*/ 379883 h 1050628"/>
                <a:gd name="connsiteX785" fmla="*/ 2071577 w 2449768"/>
                <a:gd name="connsiteY785" fmla="*/ 355578 h 1050628"/>
                <a:gd name="connsiteX786" fmla="*/ 2082590 w 2449768"/>
                <a:gd name="connsiteY786" fmla="*/ 352920 h 1050628"/>
                <a:gd name="connsiteX787" fmla="*/ 1080030 w 2449768"/>
                <a:gd name="connsiteY787" fmla="*/ 337729 h 1050628"/>
                <a:gd name="connsiteX788" fmla="*/ 1093322 w 2449768"/>
                <a:gd name="connsiteY788" fmla="*/ 346463 h 1050628"/>
                <a:gd name="connsiteX789" fmla="*/ 1087246 w 2449768"/>
                <a:gd name="connsiteY789" fmla="*/ 370768 h 1050628"/>
                <a:gd name="connsiteX790" fmla="*/ 1062941 w 2449768"/>
                <a:gd name="connsiteY790" fmla="*/ 364692 h 1050628"/>
                <a:gd name="connsiteX791" fmla="*/ 1069017 w 2449768"/>
                <a:gd name="connsiteY791" fmla="*/ 340387 h 1050628"/>
                <a:gd name="connsiteX792" fmla="*/ 1080030 w 2449768"/>
                <a:gd name="connsiteY792" fmla="*/ 337729 h 1050628"/>
                <a:gd name="connsiteX793" fmla="*/ 1787899 w 2449768"/>
                <a:gd name="connsiteY793" fmla="*/ 331653 h 1050628"/>
                <a:gd name="connsiteX794" fmla="*/ 1801191 w 2449768"/>
                <a:gd name="connsiteY794" fmla="*/ 340387 h 1050628"/>
                <a:gd name="connsiteX795" fmla="*/ 1795115 w 2449768"/>
                <a:gd name="connsiteY795" fmla="*/ 364692 h 1050628"/>
                <a:gd name="connsiteX796" fmla="*/ 1770810 w 2449768"/>
                <a:gd name="connsiteY796" fmla="*/ 358616 h 1050628"/>
                <a:gd name="connsiteX797" fmla="*/ 1776886 w 2449768"/>
                <a:gd name="connsiteY797" fmla="*/ 334311 h 1050628"/>
                <a:gd name="connsiteX798" fmla="*/ 1787899 w 2449768"/>
                <a:gd name="connsiteY798" fmla="*/ 331653 h 1050628"/>
                <a:gd name="connsiteX799" fmla="*/ 1879040 w 2449768"/>
                <a:gd name="connsiteY799" fmla="*/ 328615 h 1050628"/>
                <a:gd name="connsiteX800" fmla="*/ 1892332 w 2449768"/>
                <a:gd name="connsiteY800" fmla="*/ 337349 h 1050628"/>
                <a:gd name="connsiteX801" fmla="*/ 1886256 w 2449768"/>
                <a:gd name="connsiteY801" fmla="*/ 361654 h 1050628"/>
                <a:gd name="connsiteX802" fmla="*/ 1861951 w 2449768"/>
                <a:gd name="connsiteY802" fmla="*/ 355578 h 1050628"/>
                <a:gd name="connsiteX803" fmla="*/ 1868027 w 2449768"/>
                <a:gd name="connsiteY803" fmla="*/ 331273 h 1050628"/>
                <a:gd name="connsiteX804" fmla="*/ 1879040 w 2449768"/>
                <a:gd name="connsiteY804" fmla="*/ 328615 h 1050628"/>
                <a:gd name="connsiteX805" fmla="*/ 1265352 w 2449768"/>
                <a:gd name="connsiteY805" fmla="*/ 325577 h 1050628"/>
                <a:gd name="connsiteX806" fmla="*/ 1278644 w 2449768"/>
                <a:gd name="connsiteY806" fmla="*/ 334311 h 1050628"/>
                <a:gd name="connsiteX807" fmla="*/ 1272568 w 2449768"/>
                <a:gd name="connsiteY807" fmla="*/ 358616 h 1050628"/>
                <a:gd name="connsiteX808" fmla="*/ 1248263 w 2449768"/>
                <a:gd name="connsiteY808" fmla="*/ 352540 h 1050628"/>
                <a:gd name="connsiteX809" fmla="*/ 1254339 w 2449768"/>
                <a:gd name="connsiteY809" fmla="*/ 328235 h 1050628"/>
                <a:gd name="connsiteX810" fmla="*/ 1265352 w 2449768"/>
                <a:gd name="connsiteY810" fmla="*/ 325577 h 1050628"/>
                <a:gd name="connsiteX811" fmla="*/ 864328 w 2449768"/>
                <a:gd name="connsiteY811" fmla="*/ 319501 h 1050628"/>
                <a:gd name="connsiteX812" fmla="*/ 877620 w 2449768"/>
                <a:gd name="connsiteY812" fmla="*/ 328235 h 1050628"/>
                <a:gd name="connsiteX813" fmla="*/ 871544 w 2449768"/>
                <a:gd name="connsiteY813" fmla="*/ 352540 h 1050628"/>
                <a:gd name="connsiteX814" fmla="*/ 847239 w 2449768"/>
                <a:gd name="connsiteY814" fmla="*/ 346464 h 1050628"/>
                <a:gd name="connsiteX815" fmla="*/ 853315 w 2449768"/>
                <a:gd name="connsiteY815" fmla="*/ 322159 h 1050628"/>
                <a:gd name="connsiteX816" fmla="*/ 864328 w 2449768"/>
                <a:gd name="connsiteY816" fmla="*/ 319501 h 1050628"/>
                <a:gd name="connsiteX817" fmla="*/ 1459788 w 2449768"/>
                <a:gd name="connsiteY817" fmla="*/ 316463 h 1050628"/>
                <a:gd name="connsiteX818" fmla="*/ 1473080 w 2449768"/>
                <a:gd name="connsiteY818" fmla="*/ 325197 h 1050628"/>
                <a:gd name="connsiteX819" fmla="*/ 1467004 w 2449768"/>
                <a:gd name="connsiteY819" fmla="*/ 349502 h 1050628"/>
                <a:gd name="connsiteX820" fmla="*/ 1442699 w 2449768"/>
                <a:gd name="connsiteY820" fmla="*/ 343426 h 1050628"/>
                <a:gd name="connsiteX821" fmla="*/ 1448775 w 2449768"/>
                <a:gd name="connsiteY821" fmla="*/ 319121 h 1050628"/>
                <a:gd name="connsiteX822" fmla="*/ 1459788 w 2449768"/>
                <a:gd name="connsiteY822" fmla="*/ 316463 h 1050628"/>
                <a:gd name="connsiteX823" fmla="*/ 1702833 w 2449768"/>
                <a:gd name="connsiteY823" fmla="*/ 310387 h 1050628"/>
                <a:gd name="connsiteX824" fmla="*/ 1716125 w 2449768"/>
                <a:gd name="connsiteY824" fmla="*/ 319121 h 1050628"/>
                <a:gd name="connsiteX825" fmla="*/ 1710049 w 2449768"/>
                <a:gd name="connsiteY825" fmla="*/ 343426 h 1050628"/>
                <a:gd name="connsiteX826" fmla="*/ 1685744 w 2449768"/>
                <a:gd name="connsiteY826" fmla="*/ 337350 h 1050628"/>
                <a:gd name="connsiteX827" fmla="*/ 1691820 w 2449768"/>
                <a:gd name="connsiteY827" fmla="*/ 313045 h 1050628"/>
                <a:gd name="connsiteX828" fmla="*/ 1702833 w 2449768"/>
                <a:gd name="connsiteY828" fmla="*/ 310387 h 1050628"/>
                <a:gd name="connsiteX829" fmla="*/ 1577893 w 2449768"/>
                <a:gd name="connsiteY829" fmla="*/ 297095 h 1050628"/>
                <a:gd name="connsiteX830" fmla="*/ 1591565 w 2449768"/>
                <a:gd name="connsiteY830" fmla="*/ 306969 h 1050628"/>
                <a:gd name="connsiteX831" fmla="*/ 1585489 w 2449768"/>
                <a:gd name="connsiteY831" fmla="*/ 331274 h 1050628"/>
                <a:gd name="connsiteX832" fmla="*/ 1561184 w 2449768"/>
                <a:gd name="connsiteY832" fmla="*/ 325198 h 1050628"/>
                <a:gd name="connsiteX833" fmla="*/ 1564222 w 2449768"/>
                <a:gd name="connsiteY833" fmla="*/ 300893 h 1050628"/>
                <a:gd name="connsiteX834" fmla="*/ 1577893 w 2449768"/>
                <a:gd name="connsiteY834" fmla="*/ 297095 h 1050628"/>
                <a:gd name="connsiteX835" fmla="*/ 955470 w 2449768"/>
                <a:gd name="connsiteY835" fmla="*/ 295196 h 1050628"/>
                <a:gd name="connsiteX836" fmla="*/ 968762 w 2449768"/>
                <a:gd name="connsiteY836" fmla="*/ 303930 h 1050628"/>
                <a:gd name="connsiteX837" fmla="*/ 962686 w 2449768"/>
                <a:gd name="connsiteY837" fmla="*/ 328235 h 1050628"/>
                <a:gd name="connsiteX838" fmla="*/ 938381 w 2449768"/>
                <a:gd name="connsiteY838" fmla="*/ 322159 h 1050628"/>
                <a:gd name="connsiteX839" fmla="*/ 944457 w 2449768"/>
                <a:gd name="connsiteY839" fmla="*/ 297854 h 1050628"/>
                <a:gd name="connsiteX840" fmla="*/ 955470 w 2449768"/>
                <a:gd name="connsiteY840" fmla="*/ 295196 h 1050628"/>
                <a:gd name="connsiteX841" fmla="*/ 1365608 w 2449768"/>
                <a:gd name="connsiteY841" fmla="*/ 283044 h 1050628"/>
                <a:gd name="connsiteX842" fmla="*/ 1378900 w 2449768"/>
                <a:gd name="connsiteY842" fmla="*/ 291778 h 1050628"/>
                <a:gd name="connsiteX843" fmla="*/ 1372824 w 2449768"/>
                <a:gd name="connsiteY843" fmla="*/ 316083 h 1050628"/>
                <a:gd name="connsiteX844" fmla="*/ 1348519 w 2449768"/>
                <a:gd name="connsiteY844" fmla="*/ 310007 h 1050628"/>
                <a:gd name="connsiteX845" fmla="*/ 1354595 w 2449768"/>
                <a:gd name="connsiteY845" fmla="*/ 285702 h 1050628"/>
                <a:gd name="connsiteX846" fmla="*/ 1365608 w 2449768"/>
                <a:gd name="connsiteY846" fmla="*/ 283044 h 1050628"/>
                <a:gd name="connsiteX847" fmla="*/ 1979296 w 2449768"/>
                <a:gd name="connsiteY847" fmla="*/ 267854 h 1050628"/>
                <a:gd name="connsiteX848" fmla="*/ 1992588 w 2449768"/>
                <a:gd name="connsiteY848" fmla="*/ 276588 h 1050628"/>
                <a:gd name="connsiteX849" fmla="*/ 1986512 w 2449768"/>
                <a:gd name="connsiteY849" fmla="*/ 300893 h 1050628"/>
                <a:gd name="connsiteX850" fmla="*/ 1962207 w 2449768"/>
                <a:gd name="connsiteY850" fmla="*/ 294817 h 1050628"/>
                <a:gd name="connsiteX851" fmla="*/ 1968283 w 2449768"/>
                <a:gd name="connsiteY851" fmla="*/ 270512 h 1050628"/>
                <a:gd name="connsiteX852" fmla="*/ 1979296 w 2449768"/>
                <a:gd name="connsiteY852" fmla="*/ 267854 h 1050628"/>
                <a:gd name="connsiteX853" fmla="*/ 1173830 w 2449768"/>
                <a:gd name="connsiteY853" fmla="*/ 266714 h 1050628"/>
                <a:gd name="connsiteX854" fmla="*/ 1187502 w 2449768"/>
                <a:gd name="connsiteY854" fmla="*/ 276588 h 1050628"/>
                <a:gd name="connsiteX855" fmla="*/ 1181425 w 2449768"/>
                <a:gd name="connsiteY855" fmla="*/ 300893 h 1050628"/>
                <a:gd name="connsiteX856" fmla="*/ 1157121 w 2449768"/>
                <a:gd name="connsiteY856" fmla="*/ 294817 h 1050628"/>
                <a:gd name="connsiteX857" fmla="*/ 1160159 w 2449768"/>
                <a:gd name="connsiteY857" fmla="*/ 270512 h 1050628"/>
                <a:gd name="connsiteX858" fmla="*/ 1173830 w 2449768"/>
                <a:gd name="connsiteY858" fmla="*/ 266714 h 1050628"/>
                <a:gd name="connsiteX859" fmla="*/ 2167656 w 2449768"/>
                <a:gd name="connsiteY859" fmla="*/ 246587 h 1050628"/>
                <a:gd name="connsiteX860" fmla="*/ 2180948 w 2449768"/>
                <a:gd name="connsiteY860" fmla="*/ 255321 h 1050628"/>
                <a:gd name="connsiteX861" fmla="*/ 2174872 w 2449768"/>
                <a:gd name="connsiteY861" fmla="*/ 279626 h 1050628"/>
                <a:gd name="connsiteX862" fmla="*/ 2150567 w 2449768"/>
                <a:gd name="connsiteY862" fmla="*/ 273550 h 1050628"/>
                <a:gd name="connsiteX863" fmla="*/ 2156643 w 2449768"/>
                <a:gd name="connsiteY863" fmla="*/ 249245 h 1050628"/>
                <a:gd name="connsiteX864" fmla="*/ 2167656 w 2449768"/>
                <a:gd name="connsiteY864" fmla="*/ 246587 h 1050628"/>
                <a:gd name="connsiteX865" fmla="*/ 2073477 w 2449768"/>
                <a:gd name="connsiteY865" fmla="*/ 240511 h 1050628"/>
                <a:gd name="connsiteX866" fmla="*/ 2086768 w 2449768"/>
                <a:gd name="connsiteY866" fmla="*/ 249245 h 1050628"/>
                <a:gd name="connsiteX867" fmla="*/ 2080692 w 2449768"/>
                <a:gd name="connsiteY867" fmla="*/ 273550 h 1050628"/>
                <a:gd name="connsiteX868" fmla="*/ 2056387 w 2449768"/>
                <a:gd name="connsiteY868" fmla="*/ 267474 h 1050628"/>
                <a:gd name="connsiteX869" fmla="*/ 2062463 w 2449768"/>
                <a:gd name="connsiteY869" fmla="*/ 243169 h 1050628"/>
                <a:gd name="connsiteX870" fmla="*/ 2073477 w 2449768"/>
                <a:gd name="connsiteY870" fmla="*/ 240511 h 1050628"/>
                <a:gd name="connsiteX871" fmla="*/ 1505359 w 2449768"/>
                <a:gd name="connsiteY871" fmla="*/ 222283 h 1050628"/>
                <a:gd name="connsiteX872" fmla="*/ 1518651 w 2449768"/>
                <a:gd name="connsiteY872" fmla="*/ 231017 h 1050628"/>
                <a:gd name="connsiteX873" fmla="*/ 1512575 w 2449768"/>
                <a:gd name="connsiteY873" fmla="*/ 255322 h 1050628"/>
                <a:gd name="connsiteX874" fmla="*/ 1488270 w 2449768"/>
                <a:gd name="connsiteY874" fmla="*/ 249246 h 1050628"/>
                <a:gd name="connsiteX875" fmla="*/ 1494346 w 2449768"/>
                <a:gd name="connsiteY875" fmla="*/ 224941 h 1050628"/>
                <a:gd name="connsiteX876" fmla="*/ 1505359 w 2449768"/>
                <a:gd name="connsiteY876" fmla="*/ 222283 h 1050628"/>
                <a:gd name="connsiteX877" fmla="*/ 1007117 w 2449768"/>
                <a:gd name="connsiteY877" fmla="*/ 222283 h 1050628"/>
                <a:gd name="connsiteX878" fmla="*/ 1020409 w 2449768"/>
                <a:gd name="connsiteY878" fmla="*/ 231017 h 1050628"/>
                <a:gd name="connsiteX879" fmla="*/ 1014333 w 2449768"/>
                <a:gd name="connsiteY879" fmla="*/ 255322 h 1050628"/>
                <a:gd name="connsiteX880" fmla="*/ 990028 w 2449768"/>
                <a:gd name="connsiteY880" fmla="*/ 249246 h 1050628"/>
                <a:gd name="connsiteX881" fmla="*/ 996104 w 2449768"/>
                <a:gd name="connsiteY881" fmla="*/ 224941 h 1050628"/>
                <a:gd name="connsiteX882" fmla="*/ 1007117 w 2449768"/>
                <a:gd name="connsiteY882" fmla="*/ 222283 h 1050628"/>
                <a:gd name="connsiteX883" fmla="*/ 1298771 w 2449768"/>
                <a:gd name="connsiteY883" fmla="*/ 210131 h 1050628"/>
                <a:gd name="connsiteX884" fmla="*/ 1312063 w 2449768"/>
                <a:gd name="connsiteY884" fmla="*/ 218865 h 1050628"/>
                <a:gd name="connsiteX885" fmla="*/ 1305987 w 2449768"/>
                <a:gd name="connsiteY885" fmla="*/ 243170 h 1050628"/>
                <a:gd name="connsiteX886" fmla="*/ 1281682 w 2449768"/>
                <a:gd name="connsiteY886" fmla="*/ 237094 h 1050628"/>
                <a:gd name="connsiteX887" fmla="*/ 1287758 w 2449768"/>
                <a:gd name="connsiteY887" fmla="*/ 212789 h 1050628"/>
                <a:gd name="connsiteX888" fmla="*/ 1298771 w 2449768"/>
                <a:gd name="connsiteY888" fmla="*/ 210131 h 1050628"/>
                <a:gd name="connsiteX889" fmla="*/ 1881700 w 2449768"/>
                <a:gd name="connsiteY889" fmla="*/ 207472 h 1050628"/>
                <a:gd name="connsiteX890" fmla="*/ 1895371 w 2449768"/>
                <a:gd name="connsiteY890" fmla="*/ 218865 h 1050628"/>
                <a:gd name="connsiteX891" fmla="*/ 1889295 w 2449768"/>
                <a:gd name="connsiteY891" fmla="*/ 243170 h 1050628"/>
                <a:gd name="connsiteX892" fmla="*/ 1864990 w 2449768"/>
                <a:gd name="connsiteY892" fmla="*/ 237094 h 1050628"/>
                <a:gd name="connsiteX893" fmla="*/ 1868028 w 2449768"/>
                <a:gd name="connsiteY893" fmla="*/ 209751 h 1050628"/>
                <a:gd name="connsiteX894" fmla="*/ 1881700 w 2449768"/>
                <a:gd name="connsiteY894" fmla="*/ 207472 h 1050628"/>
                <a:gd name="connsiteX895" fmla="*/ 1657262 w 2449768"/>
                <a:gd name="connsiteY895" fmla="*/ 207093 h 1050628"/>
                <a:gd name="connsiteX896" fmla="*/ 1670554 w 2449768"/>
                <a:gd name="connsiteY896" fmla="*/ 215827 h 1050628"/>
                <a:gd name="connsiteX897" fmla="*/ 1664478 w 2449768"/>
                <a:gd name="connsiteY897" fmla="*/ 240132 h 1050628"/>
                <a:gd name="connsiteX898" fmla="*/ 1637135 w 2449768"/>
                <a:gd name="connsiteY898" fmla="*/ 234056 h 1050628"/>
                <a:gd name="connsiteX899" fmla="*/ 1646249 w 2449768"/>
                <a:gd name="connsiteY899" fmla="*/ 209751 h 1050628"/>
                <a:gd name="connsiteX900" fmla="*/ 1657262 w 2449768"/>
                <a:gd name="connsiteY900" fmla="*/ 207093 h 1050628"/>
                <a:gd name="connsiteX901" fmla="*/ 1769671 w 2449768"/>
                <a:gd name="connsiteY901" fmla="*/ 201017 h 1050628"/>
                <a:gd name="connsiteX902" fmla="*/ 1782962 w 2449768"/>
                <a:gd name="connsiteY902" fmla="*/ 209751 h 1050628"/>
                <a:gd name="connsiteX903" fmla="*/ 1776886 w 2449768"/>
                <a:gd name="connsiteY903" fmla="*/ 234056 h 1050628"/>
                <a:gd name="connsiteX904" fmla="*/ 1752581 w 2449768"/>
                <a:gd name="connsiteY904" fmla="*/ 227980 h 1050628"/>
                <a:gd name="connsiteX905" fmla="*/ 1758657 w 2449768"/>
                <a:gd name="connsiteY905" fmla="*/ 203675 h 1050628"/>
                <a:gd name="connsiteX906" fmla="*/ 1769671 w 2449768"/>
                <a:gd name="connsiteY906" fmla="*/ 201017 h 1050628"/>
                <a:gd name="connsiteX907" fmla="*/ 1089145 w 2449768"/>
                <a:gd name="connsiteY907" fmla="*/ 197978 h 1050628"/>
                <a:gd name="connsiteX908" fmla="*/ 1102437 w 2449768"/>
                <a:gd name="connsiteY908" fmla="*/ 206712 h 1050628"/>
                <a:gd name="connsiteX909" fmla="*/ 1096361 w 2449768"/>
                <a:gd name="connsiteY909" fmla="*/ 231017 h 1050628"/>
                <a:gd name="connsiteX910" fmla="*/ 1072056 w 2449768"/>
                <a:gd name="connsiteY910" fmla="*/ 224941 h 1050628"/>
                <a:gd name="connsiteX911" fmla="*/ 1078132 w 2449768"/>
                <a:gd name="connsiteY911" fmla="*/ 200636 h 1050628"/>
                <a:gd name="connsiteX912" fmla="*/ 1089145 w 2449768"/>
                <a:gd name="connsiteY912" fmla="*/ 197978 h 1050628"/>
                <a:gd name="connsiteX913" fmla="*/ 1395989 w 2449768"/>
                <a:gd name="connsiteY913" fmla="*/ 161522 h 1050628"/>
                <a:gd name="connsiteX914" fmla="*/ 1409281 w 2449768"/>
                <a:gd name="connsiteY914" fmla="*/ 170256 h 1050628"/>
                <a:gd name="connsiteX915" fmla="*/ 1403205 w 2449768"/>
                <a:gd name="connsiteY915" fmla="*/ 194561 h 1050628"/>
                <a:gd name="connsiteX916" fmla="*/ 1378900 w 2449768"/>
                <a:gd name="connsiteY916" fmla="*/ 188485 h 1050628"/>
                <a:gd name="connsiteX917" fmla="*/ 1384976 w 2449768"/>
                <a:gd name="connsiteY917" fmla="*/ 164180 h 1050628"/>
                <a:gd name="connsiteX918" fmla="*/ 1395989 w 2449768"/>
                <a:gd name="connsiteY918" fmla="*/ 161522 h 1050628"/>
                <a:gd name="connsiteX919" fmla="*/ 1967145 w 2449768"/>
                <a:gd name="connsiteY919" fmla="*/ 140255 h 1050628"/>
                <a:gd name="connsiteX920" fmla="*/ 1980436 w 2449768"/>
                <a:gd name="connsiteY920" fmla="*/ 148989 h 1050628"/>
                <a:gd name="connsiteX921" fmla="*/ 1974360 w 2449768"/>
                <a:gd name="connsiteY921" fmla="*/ 173294 h 1050628"/>
                <a:gd name="connsiteX922" fmla="*/ 1950055 w 2449768"/>
                <a:gd name="connsiteY922" fmla="*/ 170256 h 1050628"/>
                <a:gd name="connsiteX923" fmla="*/ 1956131 w 2449768"/>
                <a:gd name="connsiteY923" fmla="*/ 142913 h 1050628"/>
                <a:gd name="connsiteX924" fmla="*/ 1967145 w 2449768"/>
                <a:gd name="connsiteY924" fmla="*/ 140255 h 1050628"/>
                <a:gd name="connsiteX925" fmla="*/ 1234971 w 2449768"/>
                <a:gd name="connsiteY925" fmla="*/ 131141 h 1050628"/>
                <a:gd name="connsiteX926" fmla="*/ 1248263 w 2449768"/>
                <a:gd name="connsiteY926" fmla="*/ 139875 h 1050628"/>
                <a:gd name="connsiteX927" fmla="*/ 1242187 w 2449768"/>
                <a:gd name="connsiteY927" fmla="*/ 164180 h 1050628"/>
                <a:gd name="connsiteX928" fmla="*/ 1217882 w 2449768"/>
                <a:gd name="connsiteY928" fmla="*/ 158104 h 1050628"/>
                <a:gd name="connsiteX929" fmla="*/ 1223958 w 2449768"/>
                <a:gd name="connsiteY929" fmla="*/ 133799 h 1050628"/>
                <a:gd name="connsiteX930" fmla="*/ 1234971 w 2449768"/>
                <a:gd name="connsiteY930" fmla="*/ 131141 h 1050628"/>
                <a:gd name="connsiteX931" fmla="*/ 1149906 w 2449768"/>
                <a:gd name="connsiteY931" fmla="*/ 131141 h 1050628"/>
                <a:gd name="connsiteX932" fmla="*/ 1163198 w 2449768"/>
                <a:gd name="connsiteY932" fmla="*/ 139875 h 1050628"/>
                <a:gd name="connsiteX933" fmla="*/ 1157122 w 2449768"/>
                <a:gd name="connsiteY933" fmla="*/ 164180 h 1050628"/>
                <a:gd name="connsiteX934" fmla="*/ 1132817 w 2449768"/>
                <a:gd name="connsiteY934" fmla="*/ 158104 h 1050628"/>
                <a:gd name="connsiteX935" fmla="*/ 1138893 w 2449768"/>
                <a:gd name="connsiteY935" fmla="*/ 133799 h 1050628"/>
                <a:gd name="connsiteX936" fmla="*/ 1149906 w 2449768"/>
                <a:gd name="connsiteY936" fmla="*/ 131141 h 1050628"/>
                <a:gd name="connsiteX937" fmla="*/ 2064362 w 2449768"/>
                <a:gd name="connsiteY937" fmla="*/ 128103 h 1050628"/>
                <a:gd name="connsiteX938" fmla="*/ 2077654 w 2449768"/>
                <a:gd name="connsiteY938" fmla="*/ 136837 h 1050628"/>
                <a:gd name="connsiteX939" fmla="*/ 2071578 w 2449768"/>
                <a:gd name="connsiteY939" fmla="*/ 161142 h 1050628"/>
                <a:gd name="connsiteX940" fmla="*/ 2047273 w 2449768"/>
                <a:gd name="connsiteY940" fmla="*/ 155066 h 1050628"/>
                <a:gd name="connsiteX941" fmla="*/ 2053349 w 2449768"/>
                <a:gd name="connsiteY941" fmla="*/ 130761 h 1050628"/>
                <a:gd name="connsiteX942" fmla="*/ 2064362 w 2449768"/>
                <a:gd name="connsiteY942" fmla="*/ 128103 h 1050628"/>
                <a:gd name="connsiteX943" fmla="*/ 1496245 w 2449768"/>
                <a:gd name="connsiteY943" fmla="*/ 120887 h 1050628"/>
                <a:gd name="connsiteX944" fmla="*/ 1509537 w 2449768"/>
                <a:gd name="connsiteY944" fmla="*/ 130761 h 1050628"/>
                <a:gd name="connsiteX945" fmla="*/ 1503461 w 2449768"/>
                <a:gd name="connsiteY945" fmla="*/ 155066 h 1050628"/>
                <a:gd name="connsiteX946" fmla="*/ 1479156 w 2449768"/>
                <a:gd name="connsiteY946" fmla="*/ 148990 h 1050628"/>
                <a:gd name="connsiteX947" fmla="*/ 1485232 w 2449768"/>
                <a:gd name="connsiteY947" fmla="*/ 124685 h 1050628"/>
                <a:gd name="connsiteX948" fmla="*/ 1496245 w 2449768"/>
                <a:gd name="connsiteY948" fmla="*/ 120887 h 1050628"/>
                <a:gd name="connsiteX949" fmla="*/ 1599539 w 2449768"/>
                <a:gd name="connsiteY949" fmla="*/ 112913 h 1050628"/>
                <a:gd name="connsiteX950" fmla="*/ 1612831 w 2449768"/>
                <a:gd name="connsiteY950" fmla="*/ 121647 h 1050628"/>
                <a:gd name="connsiteX951" fmla="*/ 1606754 w 2449768"/>
                <a:gd name="connsiteY951" fmla="*/ 145952 h 1050628"/>
                <a:gd name="connsiteX952" fmla="*/ 1582450 w 2449768"/>
                <a:gd name="connsiteY952" fmla="*/ 139876 h 1050628"/>
                <a:gd name="connsiteX953" fmla="*/ 1588526 w 2449768"/>
                <a:gd name="connsiteY953" fmla="*/ 115571 h 1050628"/>
                <a:gd name="connsiteX954" fmla="*/ 1599539 w 2449768"/>
                <a:gd name="connsiteY954" fmla="*/ 112913 h 1050628"/>
                <a:gd name="connsiteX955" fmla="*/ 1836508 w 2449768"/>
                <a:gd name="connsiteY955" fmla="*/ 109875 h 1050628"/>
                <a:gd name="connsiteX956" fmla="*/ 1849800 w 2449768"/>
                <a:gd name="connsiteY956" fmla="*/ 118609 h 1050628"/>
                <a:gd name="connsiteX957" fmla="*/ 1843724 w 2449768"/>
                <a:gd name="connsiteY957" fmla="*/ 142914 h 1050628"/>
                <a:gd name="connsiteX958" fmla="*/ 1819419 w 2449768"/>
                <a:gd name="connsiteY958" fmla="*/ 136838 h 1050628"/>
                <a:gd name="connsiteX959" fmla="*/ 1825495 w 2449768"/>
                <a:gd name="connsiteY959" fmla="*/ 112533 h 1050628"/>
                <a:gd name="connsiteX960" fmla="*/ 1836508 w 2449768"/>
                <a:gd name="connsiteY960" fmla="*/ 109875 h 1050628"/>
                <a:gd name="connsiteX961" fmla="*/ 1708529 w 2449768"/>
                <a:gd name="connsiteY961" fmla="*/ 106837 h 1050628"/>
                <a:gd name="connsiteX962" fmla="*/ 1722201 w 2449768"/>
                <a:gd name="connsiteY962" fmla="*/ 115571 h 1050628"/>
                <a:gd name="connsiteX963" fmla="*/ 1716124 w 2449768"/>
                <a:gd name="connsiteY963" fmla="*/ 139876 h 1050628"/>
                <a:gd name="connsiteX964" fmla="*/ 1691820 w 2449768"/>
                <a:gd name="connsiteY964" fmla="*/ 133800 h 1050628"/>
                <a:gd name="connsiteX965" fmla="*/ 1694858 w 2449768"/>
                <a:gd name="connsiteY965" fmla="*/ 109495 h 1050628"/>
                <a:gd name="connsiteX966" fmla="*/ 1708529 w 2449768"/>
                <a:gd name="connsiteY966" fmla="*/ 106837 h 1050628"/>
                <a:gd name="connsiteX967" fmla="*/ 1301429 w 2449768"/>
                <a:gd name="connsiteY967" fmla="*/ 60126 h 1050628"/>
                <a:gd name="connsiteX968" fmla="*/ 1315101 w 2449768"/>
                <a:gd name="connsiteY968" fmla="*/ 70000 h 1050628"/>
                <a:gd name="connsiteX969" fmla="*/ 1309024 w 2449768"/>
                <a:gd name="connsiteY969" fmla="*/ 94305 h 1050628"/>
                <a:gd name="connsiteX970" fmla="*/ 1284720 w 2449768"/>
                <a:gd name="connsiteY970" fmla="*/ 88229 h 1050628"/>
                <a:gd name="connsiteX971" fmla="*/ 1287758 w 2449768"/>
                <a:gd name="connsiteY971" fmla="*/ 63924 h 1050628"/>
                <a:gd name="connsiteX972" fmla="*/ 1301429 w 2449768"/>
                <a:gd name="connsiteY972" fmla="*/ 60126 h 1050628"/>
                <a:gd name="connsiteX973" fmla="*/ 1930687 w 2449768"/>
                <a:gd name="connsiteY973" fmla="*/ 49113 h 1050628"/>
                <a:gd name="connsiteX974" fmla="*/ 1943979 w 2449768"/>
                <a:gd name="connsiteY974" fmla="*/ 57847 h 1050628"/>
                <a:gd name="connsiteX975" fmla="*/ 1937903 w 2449768"/>
                <a:gd name="connsiteY975" fmla="*/ 82152 h 1050628"/>
                <a:gd name="connsiteX976" fmla="*/ 1913598 w 2449768"/>
                <a:gd name="connsiteY976" fmla="*/ 76076 h 1050628"/>
                <a:gd name="connsiteX977" fmla="*/ 1919674 w 2449768"/>
                <a:gd name="connsiteY977" fmla="*/ 51771 h 1050628"/>
                <a:gd name="connsiteX978" fmla="*/ 1930687 w 2449768"/>
                <a:gd name="connsiteY978" fmla="*/ 49113 h 1050628"/>
                <a:gd name="connsiteX979" fmla="*/ 1402065 w 2449768"/>
                <a:gd name="connsiteY979" fmla="*/ 43037 h 1050628"/>
                <a:gd name="connsiteX980" fmla="*/ 1415357 w 2449768"/>
                <a:gd name="connsiteY980" fmla="*/ 51771 h 1050628"/>
                <a:gd name="connsiteX981" fmla="*/ 1409281 w 2449768"/>
                <a:gd name="connsiteY981" fmla="*/ 76076 h 1050628"/>
                <a:gd name="connsiteX982" fmla="*/ 1384976 w 2449768"/>
                <a:gd name="connsiteY982" fmla="*/ 70000 h 1050628"/>
                <a:gd name="connsiteX983" fmla="*/ 1391052 w 2449768"/>
                <a:gd name="connsiteY983" fmla="*/ 45695 h 1050628"/>
                <a:gd name="connsiteX984" fmla="*/ 1402065 w 2449768"/>
                <a:gd name="connsiteY984" fmla="*/ 43037 h 1050628"/>
                <a:gd name="connsiteX985" fmla="*/ 1806127 w 2449768"/>
                <a:gd name="connsiteY985" fmla="*/ 15695 h 1050628"/>
                <a:gd name="connsiteX986" fmla="*/ 1819419 w 2449768"/>
                <a:gd name="connsiteY986" fmla="*/ 24429 h 1050628"/>
                <a:gd name="connsiteX987" fmla="*/ 1813343 w 2449768"/>
                <a:gd name="connsiteY987" fmla="*/ 48734 h 1050628"/>
                <a:gd name="connsiteX988" fmla="*/ 1789038 w 2449768"/>
                <a:gd name="connsiteY988" fmla="*/ 42658 h 1050628"/>
                <a:gd name="connsiteX989" fmla="*/ 1795114 w 2449768"/>
                <a:gd name="connsiteY989" fmla="*/ 18353 h 1050628"/>
                <a:gd name="connsiteX990" fmla="*/ 1806127 w 2449768"/>
                <a:gd name="connsiteY990" fmla="*/ 15695 h 1050628"/>
                <a:gd name="connsiteX991" fmla="*/ 1499283 w 2449768"/>
                <a:gd name="connsiteY991" fmla="*/ 9619 h 1050628"/>
                <a:gd name="connsiteX992" fmla="*/ 1512575 w 2449768"/>
                <a:gd name="connsiteY992" fmla="*/ 18353 h 1050628"/>
                <a:gd name="connsiteX993" fmla="*/ 1506499 w 2449768"/>
                <a:gd name="connsiteY993" fmla="*/ 45696 h 1050628"/>
                <a:gd name="connsiteX994" fmla="*/ 1482194 w 2449768"/>
                <a:gd name="connsiteY994" fmla="*/ 39620 h 1050628"/>
                <a:gd name="connsiteX995" fmla="*/ 1488270 w 2449768"/>
                <a:gd name="connsiteY995" fmla="*/ 12277 h 1050628"/>
                <a:gd name="connsiteX996" fmla="*/ 1499283 w 2449768"/>
                <a:gd name="connsiteY996" fmla="*/ 9619 h 1050628"/>
                <a:gd name="connsiteX997" fmla="*/ 1699795 w 2449768"/>
                <a:gd name="connsiteY997" fmla="*/ 3543 h 1050628"/>
                <a:gd name="connsiteX998" fmla="*/ 1713087 w 2449768"/>
                <a:gd name="connsiteY998" fmla="*/ 12277 h 1050628"/>
                <a:gd name="connsiteX999" fmla="*/ 1707011 w 2449768"/>
                <a:gd name="connsiteY999" fmla="*/ 36582 h 1050628"/>
                <a:gd name="connsiteX1000" fmla="*/ 1682706 w 2449768"/>
                <a:gd name="connsiteY1000" fmla="*/ 30506 h 1050628"/>
                <a:gd name="connsiteX1001" fmla="*/ 1688782 w 2449768"/>
                <a:gd name="connsiteY1001" fmla="*/ 6201 h 1050628"/>
                <a:gd name="connsiteX1002" fmla="*/ 1699795 w 2449768"/>
                <a:gd name="connsiteY1002" fmla="*/ 3543 h 1050628"/>
                <a:gd name="connsiteX1003" fmla="*/ 1599539 w 2449768"/>
                <a:gd name="connsiteY1003" fmla="*/ 504 h 1050628"/>
                <a:gd name="connsiteX1004" fmla="*/ 1612831 w 2449768"/>
                <a:gd name="connsiteY1004" fmla="*/ 9238 h 1050628"/>
                <a:gd name="connsiteX1005" fmla="*/ 1606754 w 2449768"/>
                <a:gd name="connsiteY1005" fmla="*/ 33543 h 1050628"/>
                <a:gd name="connsiteX1006" fmla="*/ 1582450 w 2449768"/>
                <a:gd name="connsiteY1006" fmla="*/ 27467 h 1050628"/>
                <a:gd name="connsiteX1007" fmla="*/ 1588526 w 2449768"/>
                <a:gd name="connsiteY1007" fmla="*/ 3162 h 1050628"/>
                <a:gd name="connsiteX1008" fmla="*/ 1599539 w 2449768"/>
                <a:gd name="connsiteY1008" fmla="*/ 504 h 105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Lst>
              <a:rect l="l" t="t" r="r" b="b"/>
              <a:pathLst>
                <a:path w="2449768" h="1050628">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dirty="0"/>
            </a:p>
          </p:txBody>
        </p:sp>
        <p:sp>
          <p:nvSpPr>
            <p:cNvPr id="14" name="Freeform: Shape 13">
              <a:extLst>
                <a:ext uri="{FF2B5EF4-FFF2-40B4-BE49-F238E27FC236}">
                  <a16:creationId xmlns:a16="http://schemas.microsoft.com/office/drawing/2014/main" id="{1613364B-2DF3-4E48-9BFF-C53BAB1859BA}"/>
                </a:ext>
              </a:extLst>
            </p:cNvPr>
            <p:cNvSpPr/>
            <p:nvPr userDrawn="1"/>
          </p:nvSpPr>
          <p:spPr>
            <a:xfrm>
              <a:off x="1524" y="2390523"/>
              <a:ext cx="611491" cy="1421482"/>
            </a:xfrm>
            <a:custGeom>
              <a:avLst/>
              <a:gdLst>
                <a:gd name="connsiteX0" fmla="*/ 0 w 611491"/>
                <a:gd name="connsiteY0" fmla="*/ 0 h 1429512"/>
                <a:gd name="connsiteX1" fmla="*/ 62526 w 611491"/>
                <a:gd name="connsiteY1" fmla="*/ 22473 h 1429512"/>
                <a:gd name="connsiteX2" fmla="*/ 241043 w 611491"/>
                <a:gd name="connsiteY2" fmla="*/ 176817 h 1429512"/>
                <a:gd name="connsiteX3" fmla="*/ 497720 w 611491"/>
                <a:gd name="connsiteY3" fmla="*/ 299929 h 1429512"/>
                <a:gd name="connsiteX4" fmla="*/ 610380 w 611491"/>
                <a:gd name="connsiteY4" fmla="*/ 577513 h 1429512"/>
                <a:gd name="connsiteX5" fmla="*/ 458232 w 611491"/>
                <a:gd name="connsiteY5" fmla="*/ 845805 h 1429512"/>
                <a:gd name="connsiteX6" fmla="*/ 455909 w 611491"/>
                <a:gd name="connsiteY6" fmla="*/ 848128 h 1429512"/>
                <a:gd name="connsiteX7" fmla="*/ 407128 w 611491"/>
                <a:gd name="connsiteY7" fmla="*/ 956142 h 1429512"/>
                <a:gd name="connsiteX8" fmla="*/ 396675 w 611491"/>
                <a:gd name="connsiteY8" fmla="*/ 993308 h 1429512"/>
                <a:gd name="connsiteX9" fmla="*/ 230590 w 611491"/>
                <a:gd name="connsiteY9" fmla="*/ 1283668 h 1429512"/>
                <a:gd name="connsiteX10" fmla="*/ 7730 w 611491"/>
                <a:gd name="connsiteY10" fmla="*/ 1427579 h 1429512"/>
                <a:gd name="connsiteX11" fmla="*/ 0 w 611491"/>
                <a:gd name="connsiteY11" fmla="*/ 1429512 h 142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1491" h="1429512">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dirty="0"/>
            </a:p>
          </p:txBody>
        </p:sp>
        <p:sp>
          <p:nvSpPr>
            <p:cNvPr id="15" name="Freeform: Shape 14">
              <a:extLst>
                <a:ext uri="{FF2B5EF4-FFF2-40B4-BE49-F238E27FC236}">
                  <a16:creationId xmlns:a16="http://schemas.microsoft.com/office/drawing/2014/main" id="{28254606-2CD2-484F-8D16-3B7DC02E6F9D}"/>
                </a:ext>
              </a:extLst>
            </p:cNvPr>
            <p:cNvSpPr/>
            <p:nvPr userDrawn="1"/>
          </p:nvSpPr>
          <p:spPr>
            <a:xfrm>
              <a:off x="3794296" y="0"/>
              <a:ext cx="2423863" cy="1343767"/>
            </a:xfrm>
            <a:custGeom>
              <a:avLst/>
              <a:gdLst>
                <a:gd name="connsiteX0" fmla="*/ 37089 w 3015964"/>
                <a:gd name="connsiteY0" fmla="*/ 0 h 1681468"/>
                <a:gd name="connsiteX1" fmla="*/ 3014022 w 3015964"/>
                <a:gd name="connsiteY1" fmla="*/ 0 h 1681468"/>
                <a:gd name="connsiteX2" fmla="*/ 3015964 w 3015964"/>
                <a:gd name="connsiteY2" fmla="*/ 52718 h 1681468"/>
                <a:gd name="connsiteX3" fmla="*/ 2982682 w 3015964"/>
                <a:gd name="connsiteY3" fmla="*/ 249186 h 1681468"/>
                <a:gd name="connsiteX4" fmla="*/ 1789950 w 3015964"/>
                <a:gd name="connsiteY4" fmla="*/ 1181800 h 1681468"/>
                <a:gd name="connsiteX5" fmla="*/ 1536391 w 3015964"/>
                <a:gd name="connsiteY5" fmla="*/ 1275909 h 1681468"/>
                <a:gd name="connsiteX6" fmla="*/ 1257206 w 3015964"/>
                <a:gd name="connsiteY6" fmla="*/ 1431287 h 1681468"/>
                <a:gd name="connsiteX7" fmla="*/ 990871 w 3015964"/>
                <a:gd name="connsiteY7" fmla="*/ 1669291 h 1681468"/>
                <a:gd name="connsiteX8" fmla="*/ 584900 w 3015964"/>
                <a:gd name="connsiteY8" fmla="*/ 1589975 h 1681468"/>
                <a:gd name="connsiteX9" fmla="*/ 32440 w 3015964"/>
                <a:gd name="connsiteY9" fmla="*/ 985257 h 1681468"/>
                <a:gd name="connsiteX10" fmla="*/ 98094 w 3015964"/>
                <a:gd name="connsiteY10" fmla="*/ 314136 h 1681468"/>
                <a:gd name="connsiteX11" fmla="*/ 37491 w 3015964"/>
                <a:gd name="connsiteY11" fmla="*/ 8555 h 168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15964" h="1681468">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dirty="0"/>
            </a:p>
          </p:txBody>
        </p:sp>
        <p:sp>
          <p:nvSpPr>
            <p:cNvPr id="16" name="Freeform: Shape 15">
              <a:extLst>
                <a:ext uri="{FF2B5EF4-FFF2-40B4-BE49-F238E27FC236}">
                  <a16:creationId xmlns:a16="http://schemas.microsoft.com/office/drawing/2014/main" id="{AAA6005B-2329-4ACD-A4B4-590E71C971A9}"/>
                </a:ext>
              </a:extLst>
            </p:cNvPr>
            <p:cNvSpPr/>
            <p:nvPr userDrawn="1"/>
          </p:nvSpPr>
          <p:spPr>
            <a:xfrm>
              <a:off x="10948374" y="0"/>
              <a:ext cx="1242102" cy="2620884"/>
            </a:xfrm>
            <a:custGeom>
              <a:avLst/>
              <a:gdLst>
                <a:gd name="connsiteX0" fmla="*/ 48089 w 1242102"/>
                <a:gd name="connsiteY0" fmla="*/ 0 h 2635689"/>
                <a:gd name="connsiteX1" fmla="*/ 1242102 w 1242102"/>
                <a:gd name="connsiteY1" fmla="*/ 0 h 2635689"/>
                <a:gd name="connsiteX2" fmla="*/ 1242102 w 1242102"/>
                <a:gd name="connsiteY2" fmla="*/ 2546285 h 2635689"/>
                <a:gd name="connsiteX3" fmla="*/ 1169982 w 1242102"/>
                <a:gd name="connsiteY3" fmla="*/ 2578052 h 2635689"/>
                <a:gd name="connsiteX4" fmla="*/ 289259 w 1242102"/>
                <a:gd name="connsiteY4" fmla="*/ 2399682 h 2635689"/>
                <a:gd name="connsiteX5" fmla="*/ 77957 w 1242102"/>
                <a:gd name="connsiteY5" fmla="*/ 900439 h 2635689"/>
                <a:gd name="connsiteX6" fmla="*/ 123236 w 1242102"/>
                <a:gd name="connsiteY6" fmla="*/ 633796 h 2635689"/>
                <a:gd name="connsiteX7" fmla="*/ 128267 w 1242102"/>
                <a:gd name="connsiteY7" fmla="*/ 314326 h 2635689"/>
                <a:gd name="connsiteX8" fmla="*/ 44729 w 1242102"/>
                <a:gd name="connsiteY8" fmla="*/ 16426 h 2635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2102" h="2635689">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dirty="0"/>
            </a:p>
          </p:txBody>
        </p:sp>
        <p:sp>
          <p:nvSpPr>
            <p:cNvPr id="17" name="Freeform: Shape 16">
              <a:extLst>
                <a:ext uri="{FF2B5EF4-FFF2-40B4-BE49-F238E27FC236}">
                  <a16:creationId xmlns:a16="http://schemas.microsoft.com/office/drawing/2014/main" id="{BFC6E1A4-4F91-4484-BB60-1AAF5D027B7B}"/>
                </a:ext>
              </a:extLst>
            </p:cNvPr>
            <p:cNvSpPr/>
            <p:nvPr userDrawn="1"/>
          </p:nvSpPr>
          <p:spPr>
            <a:xfrm>
              <a:off x="1524" y="0"/>
              <a:ext cx="1577788" cy="980141"/>
            </a:xfrm>
            <a:custGeom>
              <a:avLst/>
              <a:gdLst>
                <a:gd name="connsiteX0" fmla="*/ 117137 w 1471018"/>
                <a:gd name="connsiteY0" fmla="*/ 759920 h 795676"/>
                <a:gd name="connsiteX1" fmla="*/ 130429 w 1471018"/>
                <a:gd name="connsiteY1" fmla="*/ 768654 h 795676"/>
                <a:gd name="connsiteX2" fmla="*/ 124353 w 1471018"/>
                <a:gd name="connsiteY2" fmla="*/ 792959 h 795676"/>
                <a:gd name="connsiteX3" fmla="*/ 100048 w 1471018"/>
                <a:gd name="connsiteY3" fmla="*/ 786883 h 795676"/>
                <a:gd name="connsiteX4" fmla="*/ 106124 w 1471018"/>
                <a:gd name="connsiteY4" fmla="*/ 762578 h 795676"/>
                <a:gd name="connsiteX5" fmla="*/ 117137 w 1471018"/>
                <a:gd name="connsiteY5" fmla="*/ 759920 h 795676"/>
                <a:gd name="connsiteX6" fmla="*/ 220419 w 1471018"/>
                <a:gd name="connsiteY6" fmla="*/ 753844 h 795676"/>
                <a:gd name="connsiteX7" fmla="*/ 233710 w 1471018"/>
                <a:gd name="connsiteY7" fmla="*/ 762578 h 795676"/>
                <a:gd name="connsiteX8" fmla="*/ 227634 w 1471018"/>
                <a:gd name="connsiteY8" fmla="*/ 786883 h 795676"/>
                <a:gd name="connsiteX9" fmla="*/ 203329 w 1471018"/>
                <a:gd name="connsiteY9" fmla="*/ 780807 h 795676"/>
                <a:gd name="connsiteX10" fmla="*/ 209405 w 1471018"/>
                <a:gd name="connsiteY10" fmla="*/ 756502 h 795676"/>
                <a:gd name="connsiteX11" fmla="*/ 220419 w 1471018"/>
                <a:gd name="connsiteY11" fmla="*/ 753844 h 795676"/>
                <a:gd name="connsiteX12" fmla="*/ 25999 w 1471018"/>
                <a:gd name="connsiteY12" fmla="*/ 741691 h 795676"/>
                <a:gd name="connsiteX13" fmla="*/ 39290 w 1471018"/>
                <a:gd name="connsiteY13" fmla="*/ 750425 h 795676"/>
                <a:gd name="connsiteX14" fmla="*/ 33214 w 1471018"/>
                <a:gd name="connsiteY14" fmla="*/ 774730 h 795676"/>
                <a:gd name="connsiteX15" fmla="*/ 8909 w 1471018"/>
                <a:gd name="connsiteY15" fmla="*/ 768654 h 795676"/>
                <a:gd name="connsiteX16" fmla="*/ 14985 w 1471018"/>
                <a:gd name="connsiteY16" fmla="*/ 744349 h 795676"/>
                <a:gd name="connsiteX17" fmla="*/ 25999 w 1471018"/>
                <a:gd name="connsiteY17" fmla="*/ 741691 h 795676"/>
                <a:gd name="connsiteX18" fmla="*/ 329796 w 1471018"/>
                <a:gd name="connsiteY18" fmla="*/ 735615 h 795676"/>
                <a:gd name="connsiteX19" fmla="*/ 343088 w 1471018"/>
                <a:gd name="connsiteY19" fmla="*/ 744349 h 795676"/>
                <a:gd name="connsiteX20" fmla="*/ 337012 w 1471018"/>
                <a:gd name="connsiteY20" fmla="*/ 768654 h 795676"/>
                <a:gd name="connsiteX21" fmla="*/ 312707 w 1471018"/>
                <a:gd name="connsiteY21" fmla="*/ 762578 h 795676"/>
                <a:gd name="connsiteX22" fmla="*/ 318783 w 1471018"/>
                <a:gd name="connsiteY22" fmla="*/ 738273 h 795676"/>
                <a:gd name="connsiteX23" fmla="*/ 329796 w 1471018"/>
                <a:gd name="connsiteY23" fmla="*/ 735615 h 795676"/>
                <a:gd name="connsiteX24" fmla="*/ 442198 w 1471018"/>
                <a:gd name="connsiteY24" fmla="*/ 702197 h 795676"/>
                <a:gd name="connsiteX25" fmla="*/ 455488 w 1471018"/>
                <a:gd name="connsiteY25" fmla="*/ 710931 h 795676"/>
                <a:gd name="connsiteX26" fmla="*/ 449413 w 1471018"/>
                <a:gd name="connsiteY26" fmla="*/ 735236 h 795676"/>
                <a:gd name="connsiteX27" fmla="*/ 425110 w 1471018"/>
                <a:gd name="connsiteY27" fmla="*/ 729160 h 795676"/>
                <a:gd name="connsiteX28" fmla="*/ 431186 w 1471018"/>
                <a:gd name="connsiteY28" fmla="*/ 704855 h 795676"/>
                <a:gd name="connsiteX29" fmla="*/ 442198 w 1471018"/>
                <a:gd name="connsiteY29" fmla="*/ 702197 h 795676"/>
                <a:gd name="connsiteX30" fmla="*/ 542453 w 1471018"/>
                <a:gd name="connsiteY30" fmla="*/ 668778 h 795676"/>
                <a:gd name="connsiteX31" fmla="*/ 555745 w 1471018"/>
                <a:gd name="connsiteY31" fmla="*/ 677512 h 795676"/>
                <a:gd name="connsiteX32" fmla="*/ 549669 w 1471018"/>
                <a:gd name="connsiteY32" fmla="*/ 701817 h 795676"/>
                <a:gd name="connsiteX33" fmla="*/ 525364 w 1471018"/>
                <a:gd name="connsiteY33" fmla="*/ 695741 h 795676"/>
                <a:gd name="connsiteX34" fmla="*/ 531440 w 1471018"/>
                <a:gd name="connsiteY34" fmla="*/ 671436 h 795676"/>
                <a:gd name="connsiteX35" fmla="*/ 542453 w 1471018"/>
                <a:gd name="connsiteY35" fmla="*/ 668778 h 795676"/>
                <a:gd name="connsiteX36" fmla="*/ 132328 w 1471018"/>
                <a:gd name="connsiteY36" fmla="*/ 650549 h 795676"/>
                <a:gd name="connsiteX37" fmla="*/ 145620 w 1471018"/>
                <a:gd name="connsiteY37" fmla="*/ 659283 h 795676"/>
                <a:gd name="connsiteX38" fmla="*/ 139544 w 1471018"/>
                <a:gd name="connsiteY38" fmla="*/ 683588 h 795676"/>
                <a:gd name="connsiteX39" fmla="*/ 115239 w 1471018"/>
                <a:gd name="connsiteY39" fmla="*/ 677512 h 795676"/>
                <a:gd name="connsiteX40" fmla="*/ 121315 w 1471018"/>
                <a:gd name="connsiteY40" fmla="*/ 653207 h 795676"/>
                <a:gd name="connsiteX41" fmla="*/ 132328 w 1471018"/>
                <a:gd name="connsiteY41" fmla="*/ 650549 h 795676"/>
                <a:gd name="connsiteX42" fmla="*/ 642709 w 1471018"/>
                <a:gd name="connsiteY42" fmla="*/ 641435 h 795676"/>
                <a:gd name="connsiteX43" fmla="*/ 656001 w 1471018"/>
                <a:gd name="connsiteY43" fmla="*/ 650169 h 795676"/>
                <a:gd name="connsiteX44" fmla="*/ 649925 w 1471018"/>
                <a:gd name="connsiteY44" fmla="*/ 674474 h 795676"/>
                <a:gd name="connsiteX45" fmla="*/ 625620 w 1471018"/>
                <a:gd name="connsiteY45" fmla="*/ 668398 h 795676"/>
                <a:gd name="connsiteX46" fmla="*/ 631696 w 1471018"/>
                <a:gd name="connsiteY46" fmla="*/ 644093 h 795676"/>
                <a:gd name="connsiteX47" fmla="*/ 642709 w 1471018"/>
                <a:gd name="connsiteY47" fmla="*/ 641435 h 795676"/>
                <a:gd name="connsiteX48" fmla="*/ 235618 w 1471018"/>
                <a:gd name="connsiteY48" fmla="*/ 641435 h 795676"/>
                <a:gd name="connsiteX49" fmla="*/ 248910 w 1471018"/>
                <a:gd name="connsiteY49" fmla="*/ 650169 h 795676"/>
                <a:gd name="connsiteX50" fmla="*/ 242833 w 1471018"/>
                <a:gd name="connsiteY50" fmla="*/ 674474 h 795676"/>
                <a:gd name="connsiteX51" fmla="*/ 218529 w 1471018"/>
                <a:gd name="connsiteY51" fmla="*/ 668398 h 795676"/>
                <a:gd name="connsiteX52" fmla="*/ 224605 w 1471018"/>
                <a:gd name="connsiteY52" fmla="*/ 644093 h 795676"/>
                <a:gd name="connsiteX53" fmla="*/ 235618 w 1471018"/>
                <a:gd name="connsiteY53" fmla="*/ 641435 h 795676"/>
                <a:gd name="connsiteX54" fmla="*/ 338904 w 1471018"/>
                <a:gd name="connsiteY54" fmla="*/ 629283 h 795676"/>
                <a:gd name="connsiteX55" fmla="*/ 352196 w 1471018"/>
                <a:gd name="connsiteY55" fmla="*/ 638017 h 795676"/>
                <a:gd name="connsiteX56" fmla="*/ 346120 w 1471018"/>
                <a:gd name="connsiteY56" fmla="*/ 662322 h 795676"/>
                <a:gd name="connsiteX57" fmla="*/ 321815 w 1471018"/>
                <a:gd name="connsiteY57" fmla="*/ 656246 h 795676"/>
                <a:gd name="connsiteX58" fmla="*/ 327891 w 1471018"/>
                <a:gd name="connsiteY58" fmla="*/ 631941 h 795676"/>
                <a:gd name="connsiteX59" fmla="*/ 338904 w 1471018"/>
                <a:gd name="connsiteY59" fmla="*/ 629283 h 795676"/>
                <a:gd name="connsiteX60" fmla="*/ 32070 w 1471018"/>
                <a:gd name="connsiteY60" fmla="*/ 601940 h 795676"/>
                <a:gd name="connsiteX61" fmla="*/ 45361 w 1471018"/>
                <a:gd name="connsiteY61" fmla="*/ 610674 h 795676"/>
                <a:gd name="connsiteX62" fmla="*/ 39285 w 1471018"/>
                <a:gd name="connsiteY62" fmla="*/ 634979 h 795676"/>
                <a:gd name="connsiteX63" fmla="*/ 14981 w 1471018"/>
                <a:gd name="connsiteY63" fmla="*/ 628903 h 795676"/>
                <a:gd name="connsiteX64" fmla="*/ 21056 w 1471018"/>
                <a:gd name="connsiteY64" fmla="*/ 604598 h 795676"/>
                <a:gd name="connsiteX65" fmla="*/ 32070 w 1471018"/>
                <a:gd name="connsiteY65" fmla="*/ 601940 h 795676"/>
                <a:gd name="connsiteX66" fmla="*/ 752079 w 1471018"/>
                <a:gd name="connsiteY66" fmla="*/ 586750 h 795676"/>
                <a:gd name="connsiteX67" fmla="*/ 765371 w 1471018"/>
                <a:gd name="connsiteY67" fmla="*/ 595484 h 795676"/>
                <a:gd name="connsiteX68" fmla="*/ 759295 w 1471018"/>
                <a:gd name="connsiteY68" fmla="*/ 619789 h 795676"/>
                <a:gd name="connsiteX69" fmla="*/ 734990 w 1471018"/>
                <a:gd name="connsiteY69" fmla="*/ 613713 h 795676"/>
                <a:gd name="connsiteX70" fmla="*/ 741066 w 1471018"/>
                <a:gd name="connsiteY70" fmla="*/ 589408 h 795676"/>
                <a:gd name="connsiteX71" fmla="*/ 752079 w 1471018"/>
                <a:gd name="connsiteY71" fmla="*/ 586750 h 795676"/>
                <a:gd name="connsiteX72" fmla="*/ 436123 w 1471018"/>
                <a:gd name="connsiteY72" fmla="*/ 583712 h 795676"/>
                <a:gd name="connsiteX73" fmla="*/ 449413 w 1471018"/>
                <a:gd name="connsiteY73" fmla="*/ 592446 h 795676"/>
                <a:gd name="connsiteX74" fmla="*/ 443339 w 1471018"/>
                <a:gd name="connsiteY74" fmla="*/ 616751 h 795676"/>
                <a:gd name="connsiteX75" fmla="*/ 419039 w 1471018"/>
                <a:gd name="connsiteY75" fmla="*/ 610675 h 795676"/>
                <a:gd name="connsiteX76" fmla="*/ 425114 w 1471018"/>
                <a:gd name="connsiteY76" fmla="*/ 586370 h 795676"/>
                <a:gd name="connsiteX77" fmla="*/ 436123 w 1471018"/>
                <a:gd name="connsiteY77" fmla="*/ 583712 h 795676"/>
                <a:gd name="connsiteX78" fmla="*/ 548529 w 1471018"/>
                <a:gd name="connsiteY78" fmla="*/ 556370 h 795676"/>
                <a:gd name="connsiteX79" fmla="*/ 561821 w 1471018"/>
                <a:gd name="connsiteY79" fmla="*/ 565104 h 795676"/>
                <a:gd name="connsiteX80" fmla="*/ 555745 w 1471018"/>
                <a:gd name="connsiteY80" fmla="*/ 589409 h 795676"/>
                <a:gd name="connsiteX81" fmla="*/ 531440 w 1471018"/>
                <a:gd name="connsiteY81" fmla="*/ 583333 h 795676"/>
                <a:gd name="connsiteX82" fmla="*/ 537516 w 1471018"/>
                <a:gd name="connsiteY82" fmla="*/ 559028 h 795676"/>
                <a:gd name="connsiteX83" fmla="*/ 548529 w 1471018"/>
                <a:gd name="connsiteY83" fmla="*/ 556370 h 795676"/>
                <a:gd name="connsiteX84" fmla="*/ 852335 w 1471018"/>
                <a:gd name="connsiteY84" fmla="*/ 550293 h 795676"/>
                <a:gd name="connsiteX85" fmla="*/ 865627 w 1471018"/>
                <a:gd name="connsiteY85" fmla="*/ 559027 h 795676"/>
                <a:gd name="connsiteX86" fmla="*/ 859551 w 1471018"/>
                <a:gd name="connsiteY86" fmla="*/ 583332 h 795676"/>
                <a:gd name="connsiteX87" fmla="*/ 835246 w 1471018"/>
                <a:gd name="connsiteY87" fmla="*/ 577256 h 795676"/>
                <a:gd name="connsiteX88" fmla="*/ 841322 w 1471018"/>
                <a:gd name="connsiteY88" fmla="*/ 552951 h 795676"/>
                <a:gd name="connsiteX89" fmla="*/ 852335 w 1471018"/>
                <a:gd name="connsiteY89" fmla="*/ 550293 h 795676"/>
                <a:gd name="connsiteX90" fmla="*/ 667013 w 1471018"/>
                <a:gd name="connsiteY90" fmla="*/ 532065 h 795676"/>
                <a:gd name="connsiteX91" fmla="*/ 680305 w 1471018"/>
                <a:gd name="connsiteY91" fmla="*/ 540799 h 795676"/>
                <a:gd name="connsiteX92" fmla="*/ 674229 w 1471018"/>
                <a:gd name="connsiteY92" fmla="*/ 565104 h 795676"/>
                <a:gd name="connsiteX93" fmla="*/ 649924 w 1471018"/>
                <a:gd name="connsiteY93" fmla="*/ 559028 h 795676"/>
                <a:gd name="connsiteX94" fmla="*/ 656000 w 1471018"/>
                <a:gd name="connsiteY94" fmla="*/ 534723 h 795676"/>
                <a:gd name="connsiteX95" fmla="*/ 667013 w 1471018"/>
                <a:gd name="connsiteY95" fmla="*/ 532065 h 795676"/>
                <a:gd name="connsiteX96" fmla="*/ 126251 w 1471018"/>
                <a:gd name="connsiteY96" fmla="*/ 532065 h 795676"/>
                <a:gd name="connsiteX97" fmla="*/ 139543 w 1471018"/>
                <a:gd name="connsiteY97" fmla="*/ 540799 h 795676"/>
                <a:gd name="connsiteX98" fmla="*/ 133467 w 1471018"/>
                <a:gd name="connsiteY98" fmla="*/ 565104 h 795676"/>
                <a:gd name="connsiteX99" fmla="*/ 109162 w 1471018"/>
                <a:gd name="connsiteY99" fmla="*/ 559028 h 795676"/>
                <a:gd name="connsiteX100" fmla="*/ 115238 w 1471018"/>
                <a:gd name="connsiteY100" fmla="*/ 534723 h 795676"/>
                <a:gd name="connsiteX101" fmla="*/ 126251 w 1471018"/>
                <a:gd name="connsiteY101" fmla="*/ 532065 h 795676"/>
                <a:gd name="connsiteX102" fmla="*/ 226503 w 1471018"/>
                <a:gd name="connsiteY102" fmla="*/ 529027 h 795676"/>
                <a:gd name="connsiteX103" fmla="*/ 239794 w 1471018"/>
                <a:gd name="connsiteY103" fmla="*/ 537761 h 795676"/>
                <a:gd name="connsiteX104" fmla="*/ 233718 w 1471018"/>
                <a:gd name="connsiteY104" fmla="*/ 562066 h 795676"/>
                <a:gd name="connsiteX105" fmla="*/ 209414 w 1471018"/>
                <a:gd name="connsiteY105" fmla="*/ 555990 h 795676"/>
                <a:gd name="connsiteX106" fmla="*/ 215490 w 1471018"/>
                <a:gd name="connsiteY106" fmla="*/ 531685 h 795676"/>
                <a:gd name="connsiteX107" fmla="*/ 226503 w 1471018"/>
                <a:gd name="connsiteY107" fmla="*/ 529027 h 795676"/>
                <a:gd name="connsiteX108" fmla="*/ 332836 w 1471018"/>
                <a:gd name="connsiteY108" fmla="*/ 519913 h 795676"/>
                <a:gd name="connsiteX109" fmla="*/ 346128 w 1471018"/>
                <a:gd name="connsiteY109" fmla="*/ 528647 h 795676"/>
                <a:gd name="connsiteX110" fmla="*/ 340052 w 1471018"/>
                <a:gd name="connsiteY110" fmla="*/ 552952 h 795676"/>
                <a:gd name="connsiteX111" fmla="*/ 315748 w 1471018"/>
                <a:gd name="connsiteY111" fmla="*/ 546876 h 795676"/>
                <a:gd name="connsiteX112" fmla="*/ 321823 w 1471018"/>
                <a:gd name="connsiteY112" fmla="*/ 522571 h 795676"/>
                <a:gd name="connsiteX113" fmla="*/ 332836 w 1471018"/>
                <a:gd name="connsiteY113" fmla="*/ 519913 h 795676"/>
                <a:gd name="connsiteX114" fmla="*/ 7768 w 1471018"/>
                <a:gd name="connsiteY114" fmla="*/ 507761 h 795676"/>
                <a:gd name="connsiteX115" fmla="*/ 21060 w 1471018"/>
                <a:gd name="connsiteY115" fmla="*/ 516495 h 795676"/>
                <a:gd name="connsiteX116" fmla="*/ 14984 w 1471018"/>
                <a:gd name="connsiteY116" fmla="*/ 540800 h 795676"/>
                <a:gd name="connsiteX117" fmla="*/ 2831 w 1471018"/>
                <a:gd name="connsiteY117" fmla="*/ 543458 h 795676"/>
                <a:gd name="connsiteX118" fmla="*/ 0 w 1471018"/>
                <a:gd name="connsiteY118" fmla="*/ 541423 h 795676"/>
                <a:gd name="connsiteX119" fmla="*/ 0 w 1471018"/>
                <a:gd name="connsiteY119" fmla="*/ 509636 h 795676"/>
                <a:gd name="connsiteX120" fmla="*/ 946515 w 1471018"/>
                <a:gd name="connsiteY120" fmla="*/ 486494 h 795676"/>
                <a:gd name="connsiteX121" fmla="*/ 959807 w 1471018"/>
                <a:gd name="connsiteY121" fmla="*/ 495228 h 795676"/>
                <a:gd name="connsiteX122" fmla="*/ 953731 w 1471018"/>
                <a:gd name="connsiteY122" fmla="*/ 519533 h 795676"/>
                <a:gd name="connsiteX123" fmla="*/ 929426 w 1471018"/>
                <a:gd name="connsiteY123" fmla="*/ 513457 h 795676"/>
                <a:gd name="connsiteX124" fmla="*/ 935502 w 1471018"/>
                <a:gd name="connsiteY124" fmla="*/ 489152 h 795676"/>
                <a:gd name="connsiteX125" fmla="*/ 946515 w 1471018"/>
                <a:gd name="connsiteY125" fmla="*/ 486494 h 795676"/>
                <a:gd name="connsiteX126" fmla="*/ 457386 w 1471018"/>
                <a:gd name="connsiteY126" fmla="*/ 483456 h 795676"/>
                <a:gd name="connsiteX127" fmla="*/ 470679 w 1471018"/>
                <a:gd name="connsiteY127" fmla="*/ 492190 h 795676"/>
                <a:gd name="connsiteX128" fmla="*/ 464601 w 1471018"/>
                <a:gd name="connsiteY128" fmla="*/ 516495 h 795676"/>
                <a:gd name="connsiteX129" fmla="*/ 440300 w 1471018"/>
                <a:gd name="connsiteY129" fmla="*/ 510419 h 795676"/>
                <a:gd name="connsiteX130" fmla="*/ 446374 w 1471018"/>
                <a:gd name="connsiteY130" fmla="*/ 486114 h 795676"/>
                <a:gd name="connsiteX131" fmla="*/ 457386 w 1471018"/>
                <a:gd name="connsiteY131" fmla="*/ 483456 h 795676"/>
                <a:gd name="connsiteX132" fmla="*/ 821954 w 1471018"/>
                <a:gd name="connsiteY132" fmla="*/ 456114 h 795676"/>
                <a:gd name="connsiteX133" fmla="*/ 835246 w 1471018"/>
                <a:gd name="connsiteY133" fmla="*/ 464848 h 795676"/>
                <a:gd name="connsiteX134" fmla="*/ 829170 w 1471018"/>
                <a:gd name="connsiteY134" fmla="*/ 489153 h 795676"/>
                <a:gd name="connsiteX135" fmla="*/ 804865 w 1471018"/>
                <a:gd name="connsiteY135" fmla="*/ 483077 h 795676"/>
                <a:gd name="connsiteX136" fmla="*/ 810941 w 1471018"/>
                <a:gd name="connsiteY136" fmla="*/ 458772 h 795676"/>
                <a:gd name="connsiteX137" fmla="*/ 821954 w 1471018"/>
                <a:gd name="connsiteY137" fmla="*/ 456114 h 795676"/>
                <a:gd name="connsiteX138" fmla="*/ 584986 w 1471018"/>
                <a:gd name="connsiteY138" fmla="*/ 456114 h 795676"/>
                <a:gd name="connsiteX139" fmla="*/ 598278 w 1471018"/>
                <a:gd name="connsiteY139" fmla="*/ 464848 h 795676"/>
                <a:gd name="connsiteX140" fmla="*/ 592202 w 1471018"/>
                <a:gd name="connsiteY140" fmla="*/ 489153 h 795676"/>
                <a:gd name="connsiteX141" fmla="*/ 567897 w 1471018"/>
                <a:gd name="connsiteY141" fmla="*/ 483077 h 795676"/>
                <a:gd name="connsiteX142" fmla="*/ 573973 w 1471018"/>
                <a:gd name="connsiteY142" fmla="*/ 458772 h 795676"/>
                <a:gd name="connsiteX143" fmla="*/ 584986 w 1471018"/>
                <a:gd name="connsiteY143" fmla="*/ 456114 h 795676"/>
                <a:gd name="connsiteX144" fmla="*/ 718660 w 1471018"/>
                <a:gd name="connsiteY144" fmla="*/ 443961 h 795676"/>
                <a:gd name="connsiteX145" fmla="*/ 731952 w 1471018"/>
                <a:gd name="connsiteY145" fmla="*/ 452695 h 795676"/>
                <a:gd name="connsiteX146" fmla="*/ 725876 w 1471018"/>
                <a:gd name="connsiteY146" fmla="*/ 477000 h 795676"/>
                <a:gd name="connsiteX147" fmla="*/ 701571 w 1471018"/>
                <a:gd name="connsiteY147" fmla="*/ 470924 h 795676"/>
                <a:gd name="connsiteX148" fmla="*/ 707647 w 1471018"/>
                <a:gd name="connsiteY148" fmla="*/ 446619 h 795676"/>
                <a:gd name="connsiteX149" fmla="*/ 718660 w 1471018"/>
                <a:gd name="connsiteY149" fmla="*/ 443961 h 795676"/>
                <a:gd name="connsiteX150" fmla="*/ 1016390 w 1471018"/>
                <a:gd name="connsiteY150" fmla="*/ 425733 h 795676"/>
                <a:gd name="connsiteX151" fmla="*/ 1029681 w 1471018"/>
                <a:gd name="connsiteY151" fmla="*/ 434467 h 795676"/>
                <a:gd name="connsiteX152" fmla="*/ 1023605 w 1471018"/>
                <a:gd name="connsiteY152" fmla="*/ 458772 h 795676"/>
                <a:gd name="connsiteX153" fmla="*/ 999301 w 1471018"/>
                <a:gd name="connsiteY153" fmla="*/ 452696 h 795676"/>
                <a:gd name="connsiteX154" fmla="*/ 1005377 w 1471018"/>
                <a:gd name="connsiteY154" fmla="*/ 428391 h 795676"/>
                <a:gd name="connsiteX155" fmla="*/ 1016390 w 1471018"/>
                <a:gd name="connsiteY155" fmla="*/ 425733 h 795676"/>
                <a:gd name="connsiteX156" fmla="*/ 250806 w 1471018"/>
                <a:gd name="connsiteY156" fmla="*/ 416619 h 795676"/>
                <a:gd name="connsiteX157" fmla="*/ 264098 w 1471018"/>
                <a:gd name="connsiteY157" fmla="*/ 425353 h 795676"/>
                <a:gd name="connsiteX158" fmla="*/ 258022 w 1471018"/>
                <a:gd name="connsiteY158" fmla="*/ 449658 h 795676"/>
                <a:gd name="connsiteX159" fmla="*/ 233717 w 1471018"/>
                <a:gd name="connsiteY159" fmla="*/ 443582 h 795676"/>
                <a:gd name="connsiteX160" fmla="*/ 239793 w 1471018"/>
                <a:gd name="connsiteY160" fmla="*/ 419277 h 795676"/>
                <a:gd name="connsiteX161" fmla="*/ 250806 w 1471018"/>
                <a:gd name="connsiteY161" fmla="*/ 416619 h 795676"/>
                <a:gd name="connsiteX162" fmla="*/ 144467 w 1471018"/>
                <a:gd name="connsiteY162" fmla="*/ 416619 h 795676"/>
                <a:gd name="connsiteX163" fmla="*/ 157759 w 1471018"/>
                <a:gd name="connsiteY163" fmla="*/ 425353 h 795676"/>
                <a:gd name="connsiteX164" fmla="*/ 151683 w 1471018"/>
                <a:gd name="connsiteY164" fmla="*/ 449658 h 795676"/>
                <a:gd name="connsiteX165" fmla="*/ 127378 w 1471018"/>
                <a:gd name="connsiteY165" fmla="*/ 443582 h 795676"/>
                <a:gd name="connsiteX166" fmla="*/ 133454 w 1471018"/>
                <a:gd name="connsiteY166" fmla="*/ 419277 h 795676"/>
                <a:gd name="connsiteX167" fmla="*/ 144467 w 1471018"/>
                <a:gd name="connsiteY167" fmla="*/ 416619 h 795676"/>
                <a:gd name="connsiteX168" fmla="*/ 29033 w 1471018"/>
                <a:gd name="connsiteY168" fmla="*/ 416619 h 795676"/>
                <a:gd name="connsiteX169" fmla="*/ 42324 w 1471018"/>
                <a:gd name="connsiteY169" fmla="*/ 425353 h 795676"/>
                <a:gd name="connsiteX170" fmla="*/ 36248 w 1471018"/>
                <a:gd name="connsiteY170" fmla="*/ 449658 h 795676"/>
                <a:gd name="connsiteX171" fmla="*/ 11944 w 1471018"/>
                <a:gd name="connsiteY171" fmla="*/ 443582 h 795676"/>
                <a:gd name="connsiteX172" fmla="*/ 18020 w 1471018"/>
                <a:gd name="connsiteY172" fmla="*/ 419277 h 795676"/>
                <a:gd name="connsiteX173" fmla="*/ 29033 w 1471018"/>
                <a:gd name="connsiteY173" fmla="*/ 416619 h 795676"/>
                <a:gd name="connsiteX174" fmla="*/ 360172 w 1471018"/>
                <a:gd name="connsiteY174" fmla="*/ 410543 h 795676"/>
                <a:gd name="connsiteX175" fmla="*/ 373464 w 1471018"/>
                <a:gd name="connsiteY175" fmla="*/ 419277 h 795676"/>
                <a:gd name="connsiteX176" fmla="*/ 367388 w 1471018"/>
                <a:gd name="connsiteY176" fmla="*/ 443582 h 795676"/>
                <a:gd name="connsiteX177" fmla="*/ 343083 w 1471018"/>
                <a:gd name="connsiteY177" fmla="*/ 437506 h 795676"/>
                <a:gd name="connsiteX178" fmla="*/ 349159 w 1471018"/>
                <a:gd name="connsiteY178" fmla="*/ 413201 h 795676"/>
                <a:gd name="connsiteX179" fmla="*/ 360172 w 1471018"/>
                <a:gd name="connsiteY179" fmla="*/ 410543 h 795676"/>
                <a:gd name="connsiteX180" fmla="*/ 1110570 w 1471018"/>
                <a:gd name="connsiteY180" fmla="*/ 389276 h 795676"/>
                <a:gd name="connsiteX181" fmla="*/ 1123862 w 1471018"/>
                <a:gd name="connsiteY181" fmla="*/ 398010 h 795676"/>
                <a:gd name="connsiteX182" fmla="*/ 1117786 w 1471018"/>
                <a:gd name="connsiteY182" fmla="*/ 422315 h 795676"/>
                <a:gd name="connsiteX183" fmla="*/ 1093481 w 1471018"/>
                <a:gd name="connsiteY183" fmla="*/ 416239 h 795676"/>
                <a:gd name="connsiteX184" fmla="*/ 1099557 w 1471018"/>
                <a:gd name="connsiteY184" fmla="*/ 391934 h 795676"/>
                <a:gd name="connsiteX185" fmla="*/ 1110570 w 1471018"/>
                <a:gd name="connsiteY185" fmla="*/ 389276 h 795676"/>
                <a:gd name="connsiteX186" fmla="*/ 490806 w 1471018"/>
                <a:gd name="connsiteY186" fmla="*/ 383200 h 795676"/>
                <a:gd name="connsiteX187" fmla="*/ 504098 w 1471018"/>
                <a:gd name="connsiteY187" fmla="*/ 391934 h 795676"/>
                <a:gd name="connsiteX188" fmla="*/ 498022 w 1471018"/>
                <a:gd name="connsiteY188" fmla="*/ 416239 h 795676"/>
                <a:gd name="connsiteX189" fmla="*/ 473717 w 1471018"/>
                <a:gd name="connsiteY189" fmla="*/ 410163 h 795676"/>
                <a:gd name="connsiteX190" fmla="*/ 479793 w 1471018"/>
                <a:gd name="connsiteY190" fmla="*/ 385858 h 795676"/>
                <a:gd name="connsiteX191" fmla="*/ 490806 w 1471018"/>
                <a:gd name="connsiteY191" fmla="*/ 383200 h 795676"/>
                <a:gd name="connsiteX192" fmla="*/ 900944 w 1471018"/>
                <a:gd name="connsiteY192" fmla="*/ 380162 h 795676"/>
                <a:gd name="connsiteX193" fmla="*/ 914236 w 1471018"/>
                <a:gd name="connsiteY193" fmla="*/ 388896 h 795676"/>
                <a:gd name="connsiteX194" fmla="*/ 908160 w 1471018"/>
                <a:gd name="connsiteY194" fmla="*/ 413201 h 795676"/>
                <a:gd name="connsiteX195" fmla="*/ 883855 w 1471018"/>
                <a:gd name="connsiteY195" fmla="*/ 407125 h 795676"/>
                <a:gd name="connsiteX196" fmla="*/ 889931 w 1471018"/>
                <a:gd name="connsiteY196" fmla="*/ 382820 h 795676"/>
                <a:gd name="connsiteX197" fmla="*/ 900944 w 1471018"/>
                <a:gd name="connsiteY197" fmla="*/ 380162 h 795676"/>
                <a:gd name="connsiteX198" fmla="*/ 618404 w 1471018"/>
                <a:gd name="connsiteY198" fmla="*/ 361934 h 795676"/>
                <a:gd name="connsiteX199" fmla="*/ 631696 w 1471018"/>
                <a:gd name="connsiteY199" fmla="*/ 370668 h 795676"/>
                <a:gd name="connsiteX200" fmla="*/ 625620 w 1471018"/>
                <a:gd name="connsiteY200" fmla="*/ 394973 h 795676"/>
                <a:gd name="connsiteX201" fmla="*/ 601315 w 1471018"/>
                <a:gd name="connsiteY201" fmla="*/ 388897 h 795676"/>
                <a:gd name="connsiteX202" fmla="*/ 607391 w 1471018"/>
                <a:gd name="connsiteY202" fmla="*/ 364592 h 795676"/>
                <a:gd name="connsiteX203" fmla="*/ 618404 w 1471018"/>
                <a:gd name="connsiteY203" fmla="*/ 361934 h 795676"/>
                <a:gd name="connsiteX204" fmla="*/ 749041 w 1471018"/>
                <a:gd name="connsiteY204" fmla="*/ 355858 h 795676"/>
                <a:gd name="connsiteX205" fmla="*/ 762333 w 1471018"/>
                <a:gd name="connsiteY205" fmla="*/ 364592 h 795676"/>
                <a:gd name="connsiteX206" fmla="*/ 756257 w 1471018"/>
                <a:gd name="connsiteY206" fmla="*/ 388897 h 795676"/>
                <a:gd name="connsiteX207" fmla="*/ 731952 w 1471018"/>
                <a:gd name="connsiteY207" fmla="*/ 382821 h 795676"/>
                <a:gd name="connsiteX208" fmla="*/ 738028 w 1471018"/>
                <a:gd name="connsiteY208" fmla="*/ 358516 h 795676"/>
                <a:gd name="connsiteX209" fmla="*/ 749041 w 1471018"/>
                <a:gd name="connsiteY209" fmla="*/ 355858 h 795676"/>
                <a:gd name="connsiteX210" fmla="*/ 10801 w 1471018"/>
                <a:gd name="connsiteY210" fmla="*/ 334591 h 795676"/>
                <a:gd name="connsiteX211" fmla="*/ 24093 w 1471018"/>
                <a:gd name="connsiteY211" fmla="*/ 343325 h 795676"/>
                <a:gd name="connsiteX212" fmla="*/ 18017 w 1471018"/>
                <a:gd name="connsiteY212" fmla="*/ 367630 h 795676"/>
                <a:gd name="connsiteX213" fmla="*/ 5865 w 1471018"/>
                <a:gd name="connsiteY213" fmla="*/ 370288 h 795676"/>
                <a:gd name="connsiteX214" fmla="*/ 0 w 1471018"/>
                <a:gd name="connsiteY214" fmla="*/ 366073 h 795676"/>
                <a:gd name="connsiteX215" fmla="*/ 0 w 1471018"/>
                <a:gd name="connsiteY215" fmla="*/ 337198 h 795676"/>
                <a:gd name="connsiteX216" fmla="*/ 1213864 w 1471018"/>
                <a:gd name="connsiteY216" fmla="*/ 313325 h 795676"/>
                <a:gd name="connsiteX217" fmla="*/ 1227156 w 1471018"/>
                <a:gd name="connsiteY217" fmla="*/ 322059 h 795676"/>
                <a:gd name="connsiteX218" fmla="*/ 1221080 w 1471018"/>
                <a:gd name="connsiteY218" fmla="*/ 346364 h 795676"/>
                <a:gd name="connsiteX219" fmla="*/ 1196775 w 1471018"/>
                <a:gd name="connsiteY219" fmla="*/ 340288 h 795676"/>
                <a:gd name="connsiteX220" fmla="*/ 1202851 w 1471018"/>
                <a:gd name="connsiteY220" fmla="*/ 315983 h 795676"/>
                <a:gd name="connsiteX221" fmla="*/ 1213864 w 1471018"/>
                <a:gd name="connsiteY221" fmla="*/ 313325 h 795676"/>
                <a:gd name="connsiteX222" fmla="*/ 211313 w 1471018"/>
                <a:gd name="connsiteY222" fmla="*/ 313325 h 795676"/>
                <a:gd name="connsiteX223" fmla="*/ 224605 w 1471018"/>
                <a:gd name="connsiteY223" fmla="*/ 322059 h 795676"/>
                <a:gd name="connsiteX224" fmla="*/ 218529 w 1471018"/>
                <a:gd name="connsiteY224" fmla="*/ 346364 h 795676"/>
                <a:gd name="connsiteX225" fmla="*/ 194224 w 1471018"/>
                <a:gd name="connsiteY225" fmla="*/ 340288 h 795676"/>
                <a:gd name="connsiteX226" fmla="*/ 200300 w 1471018"/>
                <a:gd name="connsiteY226" fmla="*/ 315983 h 795676"/>
                <a:gd name="connsiteX227" fmla="*/ 211313 w 1471018"/>
                <a:gd name="connsiteY227" fmla="*/ 313325 h 795676"/>
                <a:gd name="connsiteX228" fmla="*/ 314600 w 1471018"/>
                <a:gd name="connsiteY228" fmla="*/ 301172 h 795676"/>
                <a:gd name="connsiteX229" fmla="*/ 327892 w 1471018"/>
                <a:gd name="connsiteY229" fmla="*/ 309906 h 795676"/>
                <a:gd name="connsiteX230" fmla="*/ 321816 w 1471018"/>
                <a:gd name="connsiteY230" fmla="*/ 334211 h 795676"/>
                <a:gd name="connsiteX231" fmla="*/ 297511 w 1471018"/>
                <a:gd name="connsiteY231" fmla="*/ 328135 h 795676"/>
                <a:gd name="connsiteX232" fmla="*/ 303587 w 1471018"/>
                <a:gd name="connsiteY232" fmla="*/ 303830 h 795676"/>
                <a:gd name="connsiteX233" fmla="*/ 314600 w 1471018"/>
                <a:gd name="connsiteY233" fmla="*/ 301172 h 795676"/>
                <a:gd name="connsiteX234" fmla="*/ 982972 w 1471018"/>
                <a:gd name="connsiteY234" fmla="*/ 298134 h 795676"/>
                <a:gd name="connsiteX235" fmla="*/ 996264 w 1471018"/>
                <a:gd name="connsiteY235" fmla="*/ 306868 h 795676"/>
                <a:gd name="connsiteX236" fmla="*/ 990188 w 1471018"/>
                <a:gd name="connsiteY236" fmla="*/ 331173 h 795676"/>
                <a:gd name="connsiteX237" fmla="*/ 965883 w 1471018"/>
                <a:gd name="connsiteY237" fmla="*/ 325097 h 795676"/>
                <a:gd name="connsiteX238" fmla="*/ 971959 w 1471018"/>
                <a:gd name="connsiteY238" fmla="*/ 300792 h 795676"/>
                <a:gd name="connsiteX239" fmla="*/ 982972 w 1471018"/>
                <a:gd name="connsiteY239" fmla="*/ 298134 h 795676"/>
                <a:gd name="connsiteX240" fmla="*/ 417898 w 1471018"/>
                <a:gd name="connsiteY240" fmla="*/ 298134 h 795676"/>
                <a:gd name="connsiteX241" fmla="*/ 431187 w 1471018"/>
                <a:gd name="connsiteY241" fmla="*/ 306868 h 795676"/>
                <a:gd name="connsiteX242" fmla="*/ 425112 w 1471018"/>
                <a:gd name="connsiteY242" fmla="*/ 331173 h 795676"/>
                <a:gd name="connsiteX243" fmla="*/ 400806 w 1471018"/>
                <a:gd name="connsiteY243" fmla="*/ 325097 h 795676"/>
                <a:gd name="connsiteX244" fmla="*/ 406884 w 1471018"/>
                <a:gd name="connsiteY244" fmla="*/ 300792 h 795676"/>
                <a:gd name="connsiteX245" fmla="*/ 417898 w 1471018"/>
                <a:gd name="connsiteY245" fmla="*/ 298134 h 795676"/>
                <a:gd name="connsiteX246" fmla="*/ 858411 w 1471018"/>
                <a:gd name="connsiteY246" fmla="*/ 295096 h 795676"/>
                <a:gd name="connsiteX247" fmla="*/ 871703 w 1471018"/>
                <a:gd name="connsiteY247" fmla="*/ 303830 h 795676"/>
                <a:gd name="connsiteX248" fmla="*/ 865627 w 1471018"/>
                <a:gd name="connsiteY248" fmla="*/ 328135 h 795676"/>
                <a:gd name="connsiteX249" fmla="*/ 841322 w 1471018"/>
                <a:gd name="connsiteY249" fmla="*/ 322059 h 795676"/>
                <a:gd name="connsiteX250" fmla="*/ 847398 w 1471018"/>
                <a:gd name="connsiteY250" fmla="*/ 297754 h 795676"/>
                <a:gd name="connsiteX251" fmla="*/ 858411 w 1471018"/>
                <a:gd name="connsiteY251" fmla="*/ 295096 h 795676"/>
                <a:gd name="connsiteX252" fmla="*/ 1095380 w 1471018"/>
                <a:gd name="connsiteY252" fmla="*/ 292058 h 795676"/>
                <a:gd name="connsiteX253" fmla="*/ 1108672 w 1471018"/>
                <a:gd name="connsiteY253" fmla="*/ 300792 h 795676"/>
                <a:gd name="connsiteX254" fmla="*/ 1102596 w 1471018"/>
                <a:gd name="connsiteY254" fmla="*/ 325097 h 795676"/>
                <a:gd name="connsiteX255" fmla="*/ 1078291 w 1471018"/>
                <a:gd name="connsiteY255" fmla="*/ 319021 h 795676"/>
                <a:gd name="connsiteX256" fmla="*/ 1084367 w 1471018"/>
                <a:gd name="connsiteY256" fmla="*/ 294716 h 795676"/>
                <a:gd name="connsiteX257" fmla="*/ 1095380 w 1471018"/>
                <a:gd name="connsiteY257" fmla="*/ 292058 h 795676"/>
                <a:gd name="connsiteX258" fmla="*/ 108024 w 1471018"/>
                <a:gd name="connsiteY258" fmla="*/ 289020 h 795676"/>
                <a:gd name="connsiteX259" fmla="*/ 121316 w 1471018"/>
                <a:gd name="connsiteY259" fmla="*/ 297754 h 795676"/>
                <a:gd name="connsiteX260" fmla="*/ 115240 w 1471018"/>
                <a:gd name="connsiteY260" fmla="*/ 322059 h 795676"/>
                <a:gd name="connsiteX261" fmla="*/ 90935 w 1471018"/>
                <a:gd name="connsiteY261" fmla="*/ 315983 h 795676"/>
                <a:gd name="connsiteX262" fmla="*/ 97011 w 1471018"/>
                <a:gd name="connsiteY262" fmla="*/ 291678 h 795676"/>
                <a:gd name="connsiteX263" fmla="*/ 108024 w 1471018"/>
                <a:gd name="connsiteY263" fmla="*/ 289020 h 795676"/>
                <a:gd name="connsiteX264" fmla="*/ 533338 w 1471018"/>
                <a:gd name="connsiteY264" fmla="*/ 270792 h 795676"/>
                <a:gd name="connsiteX265" fmla="*/ 546630 w 1471018"/>
                <a:gd name="connsiteY265" fmla="*/ 279526 h 795676"/>
                <a:gd name="connsiteX266" fmla="*/ 540554 w 1471018"/>
                <a:gd name="connsiteY266" fmla="*/ 303831 h 795676"/>
                <a:gd name="connsiteX267" fmla="*/ 516251 w 1471018"/>
                <a:gd name="connsiteY267" fmla="*/ 297755 h 795676"/>
                <a:gd name="connsiteX268" fmla="*/ 522328 w 1471018"/>
                <a:gd name="connsiteY268" fmla="*/ 273450 h 795676"/>
                <a:gd name="connsiteX269" fmla="*/ 533338 w 1471018"/>
                <a:gd name="connsiteY269" fmla="*/ 270792 h 795676"/>
                <a:gd name="connsiteX270" fmla="*/ 633594 w 1471018"/>
                <a:gd name="connsiteY270" fmla="*/ 261678 h 795676"/>
                <a:gd name="connsiteX271" fmla="*/ 646886 w 1471018"/>
                <a:gd name="connsiteY271" fmla="*/ 270412 h 795676"/>
                <a:gd name="connsiteX272" fmla="*/ 640810 w 1471018"/>
                <a:gd name="connsiteY272" fmla="*/ 294717 h 795676"/>
                <a:gd name="connsiteX273" fmla="*/ 616505 w 1471018"/>
                <a:gd name="connsiteY273" fmla="*/ 288641 h 795676"/>
                <a:gd name="connsiteX274" fmla="*/ 622581 w 1471018"/>
                <a:gd name="connsiteY274" fmla="*/ 264336 h 795676"/>
                <a:gd name="connsiteX275" fmla="*/ 633594 w 1471018"/>
                <a:gd name="connsiteY275" fmla="*/ 261678 h 795676"/>
                <a:gd name="connsiteX276" fmla="*/ 746003 w 1471018"/>
                <a:gd name="connsiteY276" fmla="*/ 258640 h 795676"/>
                <a:gd name="connsiteX277" fmla="*/ 759295 w 1471018"/>
                <a:gd name="connsiteY277" fmla="*/ 267374 h 795676"/>
                <a:gd name="connsiteX278" fmla="*/ 753219 w 1471018"/>
                <a:gd name="connsiteY278" fmla="*/ 291679 h 795676"/>
                <a:gd name="connsiteX279" fmla="*/ 728914 w 1471018"/>
                <a:gd name="connsiteY279" fmla="*/ 285603 h 795676"/>
                <a:gd name="connsiteX280" fmla="*/ 734990 w 1471018"/>
                <a:gd name="connsiteY280" fmla="*/ 261298 h 795676"/>
                <a:gd name="connsiteX281" fmla="*/ 746003 w 1471018"/>
                <a:gd name="connsiteY281" fmla="*/ 258640 h 795676"/>
                <a:gd name="connsiteX282" fmla="*/ 1301968 w 1471018"/>
                <a:gd name="connsiteY282" fmla="*/ 225221 h 795676"/>
                <a:gd name="connsiteX283" fmla="*/ 1315260 w 1471018"/>
                <a:gd name="connsiteY283" fmla="*/ 233955 h 795676"/>
                <a:gd name="connsiteX284" fmla="*/ 1309184 w 1471018"/>
                <a:gd name="connsiteY284" fmla="*/ 258260 h 795676"/>
                <a:gd name="connsiteX285" fmla="*/ 1284879 w 1471018"/>
                <a:gd name="connsiteY285" fmla="*/ 252184 h 795676"/>
                <a:gd name="connsiteX286" fmla="*/ 1290955 w 1471018"/>
                <a:gd name="connsiteY286" fmla="*/ 227879 h 795676"/>
                <a:gd name="connsiteX287" fmla="*/ 1301968 w 1471018"/>
                <a:gd name="connsiteY287" fmla="*/ 225221 h 795676"/>
                <a:gd name="connsiteX288" fmla="*/ 7756 w 1471018"/>
                <a:gd name="connsiteY288" fmla="*/ 225221 h 795676"/>
                <a:gd name="connsiteX289" fmla="*/ 21048 w 1471018"/>
                <a:gd name="connsiteY289" fmla="*/ 233955 h 795676"/>
                <a:gd name="connsiteX290" fmla="*/ 14972 w 1471018"/>
                <a:gd name="connsiteY290" fmla="*/ 258260 h 795676"/>
                <a:gd name="connsiteX291" fmla="*/ 2819 w 1471018"/>
                <a:gd name="connsiteY291" fmla="*/ 260918 h 795676"/>
                <a:gd name="connsiteX292" fmla="*/ 0 w 1471018"/>
                <a:gd name="connsiteY292" fmla="*/ 258892 h 795676"/>
                <a:gd name="connsiteX293" fmla="*/ 0 w 1471018"/>
                <a:gd name="connsiteY293" fmla="*/ 227093 h 795676"/>
                <a:gd name="connsiteX294" fmla="*/ 180938 w 1471018"/>
                <a:gd name="connsiteY294" fmla="*/ 210031 h 795676"/>
                <a:gd name="connsiteX295" fmla="*/ 194229 w 1471018"/>
                <a:gd name="connsiteY295" fmla="*/ 218765 h 795676"/>
                <a:gd name="connsiteX296" fmla="*/ 188153 w 1471018"/>
                <a:gd name="connsiteY296" fmla="*/ 243070 h 795676"/>
                <a:gd name="connsiteX297" fmla="*/ 163849 w 1471018"/>
                <a:gd name="connsiteY297" fmla="*/ 236994 h 795676"/>
                <a:gd name="connsiteX298" fmla="*/ 169925 w 1471018"/>
                <a:gd name="connsiteY298" fmla="*/ 212689 h 795676"/>
                <a:gd name="connsiteX299" fmla="*/ 180938 w 1471018"/>
                <a:gd name="connsiteY299" fmla="*/ 210031 h 795676"/>
                <a:gd name="connsiteX300" fmla="*/ 1183484 w 1471018"/>
                <a:gd name="connsiteY300" fmla="*/ 203954 h 795676"/>
                <a:gd name="connsiteX301" fmla="*/ 1196776 w 1471018"/>
                <a:gd name="connsiteY301" fmla="*/ 212688 h 795676"/>
                <a:gd name="connsiteX302" fmla="*/ 1190700 w 1471018"/>
                <a:gd name="connsiteY302" fmla="*/ 236993 h 795676"/>
                <a:gd name="connsiteX303" fmla="*/ 1166395 w 1471018"/>
                <a:gd name="connsiteY303" fmla="*/ 230917 h 795676"/>
                <a:gd name="connsiteX304" fmla="*/ 1172471 w 1471018"/>
                <a:gd name="connsiteY304" fmla="*/ 206612 h 795676"/>
                <a:gd name="connsiteX305" fmla="*/ 1183484 w 1471018"/>
                <a:gd name="connsiteY305" fmla="*/ 203954 h 795676"/>
                <a:gd name="connsiteX306" fmla="*/ 946515 w 1471018"/>
                <a:gd name="connsiteY306" fmla="*/ 197878 h 795676"/>
                <a:gd name="connsiteX307" fmla="*/ 959807 w 1471018"/>
                <a:gd name="connsiteY307" fmla="*/ 206612 h 795676"/>
                <a:gd name="connsiteX308" fmla="*/ 953731 w 1471018"/>
                <a:gd name="connsiteY308" fmla="*/ 230917 h 795676"/>
                <a:gd name="connsiteX309" fmla="*/ 929426 w 1471018"/>
                <a:gd name="connsiteY309" fmla="*/ 224841 h 795676"/>
                <a:gd name="connsiteX310" fmla="*/ 935502 w 1471018"/>
                <a:gd name="connsiteY310" fmla="*/ 200536 h 795676"/>
                <a:gd name="connsiteX311" fmla="*/ 946515 w 1471018"/>
                <a:gd name="connsiteY311" fmla="*/ 197878 h 795676"/>
                <a:gd name="connsiteX312" fmla="*/ 466501 w 1471018"/>
                <a:gd name="connsiteY312" fmla="*/ 197878 h 795676"/>
                <a:gd name="connsiteX313" fmla="*/ 479793 w 1471018"/>
                <a:gd name="connsiteY313" fmla="*/ 206612 h 795676"/>
                <a:gd name="connsiteX314" fmla="*/ 473717 w 1471018"/>
                <a:gd name="connsiteY314" fmla="*/ 230917 h 795676"/>
                <a:gd name="connsiteX315" fmla="*/ 449412 w 1471018"/>
                <a:gd name="connsiteY315" fmla="*/ 224841 h 795676"/>
                <a:gd name="connsiteX316" fmla="*/ 455486 w 1471018"/>
                <a:gd name="connsiteY316" fmla="*/ 200536 h 795676"/>
                <a:gd name="connsiteX317" fmla="*/ 466501 w 1471018"/>
                <a:gd name="connsiteY317" fmla="*/ 197878 h 795676"/>
                <a:gd name="connsiteX318" fmla="*/ 323717 w 1471018"/>
                <a:gd name="connsiteY318" fmla="*/ 197878 h 795676"/>
                <a:gd name="connsiteX319" fmla="*/ 337009 w 1471018"/>
                <a:gd name="connsiteY319" fmla="*/ 206612 h 795676"/>
                <a:gd name="connsiteX320" fmla="*/ 330933 w 1471018"/>
                <a:gd name="connsiteY320" fmla="*/ 230917 h 795676"/>
                <a:gd name="connsiteX321" fmla="*/ 306628 w 1471018"/>
                <a:gd name="connsiteY321" fmla="*/ 224841 h 795676"/>
                <a:gd name="connsiteX322" fmla="*/ 312704 w 1471018"/>
                <a:gd name="connsiteY322" fmla="*/ 200536 h 795676"/>
                <a:gd name="connsiteX323" fmla="*/ 323717 w 1471018"/>
                <a:gd name="connsiteY323" fmla="*/ 197878 h 795676"/>
                <a:gd name="connsiteX324" fmla="*/ 1074113 w 1471018"/>
                <a:gd name="connsiteY324" fmla="*/ 188764 h 795676"/>
                <a:gd name="connsiteX325" fmla="*/ 1087405 w 1471018"/>
                <a:gd name="connsiteY325" fmla="*/ 197498 h 795676"/>
                <a:gd name="connsiteX326" fmla="*/ 1081329 w 1471018"/>
                <a:gd name="connsiteY326" fmla="*/ 221803 h 795676"/>
                <a:gd name="connsiteX327" fmla="*/ 1057024 w 1471018"/>
                <a:gd name="connsiteY327" fmla="*/ 215727 h 795676"/>
                <a:gd name="connsiteX328" fmla="*/ 1063100 w 1471018"/>
                <a:gd name="connsiteY328" fmla="*/ 191422 h 795676"/>
                <a:gd name="connsiteX329" fmla="*/ 1074113 w 1471018"/>
                <a:gd name="connsiteY329" fmla="*/ 188764 h 795676"/>
                <a:gd name="connsiteX330" fmla="*/ 846259 w 1471018"/>
                <a:gd name="connsiteY330" fmla="*/ 188764 h 795676"/>
                <a:gd name="connsiteX331" fmla="*/ 859551 w 1471018"/>
                <a:gd name="connsiteY331" fmla="*/ 197498 h 795676"/>
                <a:gd name="connsiteX332" fmla="*/ 853475 w 1471018"/>
                <a:gd name="connsiteY332" fmla="*/ 221803 h 795676"/>
                <a:gd name="connsiteX333" fmla="*/ 829170 w 1471018"/>
                <a:gd name="connsiteY333" fmla="*/ 215727 h 795676"/>
                <a:gd name="connsiteX334" fmla="*/ 835246 w 1471018"/>
                <a:gd name="connsiteY334" fmla="*/ 191422 h 795676"/>
                <a:gd name="connsiteX335" fmla="*/ 846259 w 1471018"/>
                <a:gd name="connsiteY335" fmla="*/ 188764 h 795676"/>
                <a:gd name="connsiteX336" fmla="*/ 694356 w 1471018"/>
                <a:gd name="connsiteY336" fmla="*/ 164460 h 795676"/>
                <a:gd name="connsiteX337" fmla="*/ 707648 w 1471018"/>
                <a:gd name="connsiteY337" fmla="*/ 173194 h 795676"/>
                <a:gd name="connsiteX338" fmla="*/ 701572 w 1471018"/>
                <a:gd name="connsiteY338" fmla="*/ 197499 h 795676"/>
                <a:gd name="connsiteX339" fmla="*/ 677267 w 1471018"/>
                <a:gd name="connsiteY339" fmla="*/ 191423 h 795676"/>
                <a:gd name="connsiteX340" fmla="*/ 683343 w 1471018"/>
                <a:gd name="connsiteY340" fmla="*/ 167118 h 795676"/>
                <a:gd name="connsiteX341" fmla="*/ 694356 w 1471018"/>
                <a:gd name="connsiteY341" fmla="*/ 164460 h 795676"/>
                <a:gd name="connsiteX342" fmla="*/ 77635 w 1471018"/>
                <a:gd name="connsiteY342" fmla="*/ 152307 h 795676"/>
                <a:gd name="connsiteX343" fmla="*/ 90926 w 1471018"/>
                <a:gd name="connsiteY343" fmla="*/ 161041 h 795676"/>
                <a:gd name="connsiteX344" fmla="*/ 84851 w 1471018"/>
                <a:gd name="connsiteY344" fmla="*/ 185346 h 795676"/>
                <a:gd name="connsiteX345" fmla="*/ 60546 w 1471018"/>
                <a:gd name="connsiteY345" fmla="*/ 179270 h 795676"/>
                <a:gd name="connsiteX346" fmla="*/ 66622 w 1471018"/>
                <a:gd name="connsiteY346" fmla="*/ 154965 h 795676"/>
                <a:gd name="connsiteX347" fmla="*/ 77635 w 1471018"/>
                <a:gd name="connsiteY347" fmla="*/ 152307 h 795676"/>
                <a:gd name="connsiteX348" fmla="*/ 1377919 w 1471018"/>
                <a:gd name="connsiteY348" fmla="*/ 146231 h 795676"/>
                <a:gd name="connsiteX349" fmla="*/ 1391211 w 1471018"/>
                <a:gd name="connsiteY349" fmla="*/ 154965 h 795676"/>
                <a:gd name="connsiteX350" fmla="*/ 1385135 w 1471018"/>
                <a:gd name="connsiteY350" fmla="*/ 179270 h 795676"/>
                <a:gd name="connsiteX351" fmla="*/ 1360830 w 1471018"/>
                <a:gd name="connsiteY351" fmla="*/ 173194 h 795676"/>
                <a:gd name="connsiteX352" fmla="*/ 1366906 w 1471018"/>
                <a:gd name="connsiteY352" fmla="*/ 148889 h 795676"/>
                <a:gd name="connsiteX353" fmla="*/ 1377919 w 1471018"/>
                <a:gd name="connsiteY353" fmla="*/ 146231 h 795676"/>
                <a:gd name="connsiteX354" fmla="*/ 588024 w 1471018"/>
                <a:gd name="connsiteY354" fmla="*/ 143193 h 795676"/>
                <a:gd name="connsiteX355" fmla="*/ 601316 w 1471018"/>
                <a:gd name="connsiteY355" fmla="*/ 151927 h 795676"/>
                <a:gd name="connsiteX356" fmla="*/ 595240 w 1471018"/>
                <a:gd name="connsiteY356" fmla="*/ 176232 h 795676"/>
                <a:gd name="connsiteX357" fmla="*/ 570935 w 1471018"/>
                <a:gd name="connsiteY357" fmla="*/ 170156 h 795676"/>
                <a:gd name="connsiteX358" fmla="*/ 577011 w 1471018"/>
                <a:gd name="connsiteY358" fmla="*/ 145851 h 795676"/>
                <a:gd name="connsiteX359" fmla="*/ 588024 w 1471018"/>
                <a:gd name="connsiteY359" fmla="*/ 143193 h 795676"/>
                <a:gd name="connsiteX360" fmla="*/ 241687 w 1471018"/>
                <a:gd name="connsiteY360" fmla="*/ 128003 h 795676"/>
                <a:gd name="connsiteX361" fmla="*/ 254979 w 1471018"/>
                <a:gd name="connsiteY361" fmla="*/ 136737 h 795676"/>
                <a:gd name="connsiteX362" fmla="*/ 248903 w 1471018"/>
                <a:gd name="connsiteY362" fmla="*/ 161042 h 795676"/>
                <a:gd name="connsiteX363" fmla="*/ 224598 w 1471018"/>
                <a:gd name="connsiteY363" fmla="*/ 154966 h 795676"/>
                <a:gd name="connsiteX364" fmla="*/ 230674 w 1471018"/>
                <a:gd name="connsiteY364" fmla="*/ 130661 h 795676"/>
                <a:gd name="connsiteX365" fmla="*/ 241687 w 1471018"/>
                <a:gd name="connsiteY365" fmla="*/ 128003 h 795676"/>
                <a:gd name="connsiteX366" fmla="*/ 1259435 w 1471018"/>
                <a:gd name="connsiteY366" fmla="*/ 124965 h 795676"/>
                <a:gd name="connsiteX367" fmla="*/ 1272727 w 1471018"/>
                <a:gd name="connsiteY367" fmla="*/ 133699 h 795676"/>
                <a:gd name="connsiteX368" fmla="*/ 1266651 w 1471018"/>
                <a:gd name="connsiteY368" fmla="*/ 158004 h 795676"/>
                <a:gd name="connsiteX369" fmla="*/ 1242346 w 1471018"/>
                <a:gd name="connsiteY369" fmla="*/ 151928 h 795676"/>
                <a:gd name="connsiteX370" fmla="*/ 1248422 w 1471018"/>
                <a:gd name="connsiteY370" fmla="*/ 127623 h 795676"/>
                <a:gd name="connsiteX371" fmla="*/ 1259435 w 1471018"/>
                <a:gd name="connsiteY371" fmla="*/ 124965 h 795676"/>
                <a:gd name="connsiteX372" fmla="*/ 399672 w 1471018"/>
                <a:gd name="connsiteY372" fmla="*/ 118889 h 795676"/>
                <a:gd name="connsiteX373" fmla="*/ 412966 w 1471018"/>
                <a:gd name="connsiteY373" fmla="*/ 127623 h 795676"/>
                <a:gd name="connsiteX374" fmla="*/ 406890 w 1471018"/>
                <a:gd name="connsiteY374" fmla="*/ 151928 h 795676"/>
                <a:gd name="connsiteX375" fmla="*/ 382584 w 1471018"/>
                <a:gd name="connsiteY375" fmla="*/ 145852 h 795676"/>
                <a:gd name="connsiteX376" fmla="*/ 388658 w 1471018"/>
                <a:gd name="connsiteY376" fmla="*/ 121547 h 795676"/>
                <a:gd name="connsiteX377" fmla="*/ 399672 w 1471018"/>
                <a:gd name="connsiteY377" fmla="*/ 118889 h 795676"/>
                <a:gd name="connsiteX378" fmla="*/ 1004238 w 1471018"/>
                <a:gd name="connsiteY378" fmla="*/ 112813 h 795676"/>
                <a:gd name="connsiteX379" fmla="*/ 1017530 w 1471018"/>
                <a:gd name="connsiteY379" fmla="*/ 121547 h 795676"/>
                <a:gd name="connsiteX380" fmla="*/ 1011454 w 1471018"/>
                <a:gd name="connsiteY380" fmla="*/ 145852 h 795676"/>
                <a:gd name="connsiteX381" fmla="*/ 987149 w 1471018"/>
                <a:gd name="connsiteY381" fmla="*/ 139776 h 795676"/>
                <a:gd name="connsiteX382" fmla="*/ 993225 w 1471018"/>
                <a:gd name="connsiteY382" fmla="*/ 115471 h 795676"/>
                <a:gd name="connsiteX383" fmla="*/ 1004238 w 1471018"/>
                <a:gd name="connsiteY383" fmla="*/ 112813 h 795676"/>
                <a:gd name="connsiteX384" fmla="*/ 800688 w 1471018"/>
                <a:gd name="connsiteY384" fmla="*/ 97622 h 795676"/>
                <a:gd name="connsiteX385" fmla="*/ 813980 w 1471018"/>
                <a:gd name="connsiteY385" fmla="*/ 106356 h 795676"/>
                <a:gd name="connsiteX386" fmla="*/ 807904 w 1471018"/>
                <a:gd name="connsiteY386" fmla="*/ 130661 h 795676"/>
                <a:gd name="connsiteX387" fmla="*/ 783599 w 1471018"/>
                <a:gd name="connsiteY387" fmla="*/ 124585 h 795676"/>
                <a:gd name="connsiteX388" fmla="*/ 789675 w 1471018"/>
                <a:gd name="connsiteY388" fmla="*/ 100280 h 795676"/>
                <a:gd name="connsiteX389" fmla="*/ 800688 w 1471018"/>
                <a:gd name="connsiteY389" fmla="*/ 97622 h 795676"/>
                <a:gd name="connsiteX390" fmla="*/ 1128799 w 1471018"/>
                <a:gd name="connsiteY390" fmla="*/ 85470 h 795676"/>
                <a:gd name="connsiteX391" fmla="*/ 1142090 w 1471018"/>
                <a:gd name="connsiteY391" fmla="*/ 94204 h 795676"/>
                <a:gd name="connsiteX392" fmla="*/ 1136014 w 1471018"/>
                <a:gd name="connsiteY392" fmla="*/ 118509 h 795676"/>
                <a:gd name="connsiteX393" fmla="*/ 1111709 w 1471018"/>
                <a:gd name="connsiteY393" fmla="*/ 112433 h 795676"/>
                <a:gd name="connsiteX394" fmla="*/ 1117785 w 1471018"/>
                <a:gd name="connsiteY394" fmla="*/ 88128 h 795676"/>
                <a:gd name="connsiteX395" fmla="*/ 1128799 w 1471018"/>
                <a:gd name="connsiteY395" fmla="*/ 85470 h 795676"/>
                <a:gd name="connsiteX396" fmla="*/ 515112 w 1471018"/>
                <a:gd name="connsiteY396" fmla="*/ 85470 h 795676"/>
                <a:gd name="connsiteX397" fmla="*/ 528402 w 1471018"/>
                <a:gd name="connsiteY397" fmla="*/ 94204 h 795676"/>
                <a:gd name="connsiteX398" fmla="*/ 522328 w 1471018"/>
                <a:gd name="connsiteY398" fmla="*/ 118509 h 795676"/>
                <a:gd name="connsiteX399" fmla="*/ 498023 w 1471018"/>
                <a:gd name="connsiteY399" fmla="*/ 112433 h 795676"/>
                <a:gd name="connsiteX400" fmla="*/ 504099 w 1471018"/>
                <a:gd name="connsiteY400" fmla="*/ 88128 h 795676"/>
                <a:gd name="connsiteX401" fmla="*/ 515112 w 1471018"/>
                <a:gd name="connsiteY401" fmla="*/ 85470 h 795676"/>
                <a:gd name="connsiteX402" fmla="*/ 682203 w 1471018"/>
                <a:gd name="connsiteY402" fmla="*/ 73318 h 795676"/>
                <a:gd name="connsiteX403" fmla="*/ 695495 w 1471018"/>
                <a:gd name="connsiteY403" fmla="*/ 82052 h 795676"/>
                <a:gd name="connsiteX404" fmla="*/ 689419 w 1471018"/>
                <a:gd name="connsiteY404" fmla="*/ 106357 h 795676"/>
                <a:gd name="connsiteX405" fmla="*/ 665114 w 1471018"/>
                <a:gd name="connsiteY405" fmla="*/ 100281 h 795676"/>
                <a:gd name="connsiteX406" fmla="*/ 671190 w 1471018"/>
                <a:gd name="connsiteY406" fmla="*/ 75976 h 795676"/>
                <a:gd name="connsiteX407" fmla="*/ 682203 w 1471018"/>
                <a:gd name="connsiteY407" fmla="*/ 73318 h 795676"/>
                <a:gd name="connsiteX408" fmla="*/ 159669 w 1471018"/>
                <a:gd name="connsiteY408" fmla="*/ 67242 h 795676"/>
                <a:gd name="connsiteX409" fmla="*/ 172960 w 1471018"/>
                <a:gd name="connsiteY409" fmla="*/ 75976 h 795676"/>
                <a:gd name="connsiteX410" fmla="*/ 166884 w 1471018"/>
                <a:gd name="connsiteY410" fmla="*/ 100281 h 795676"/>
                <a:gd name="connsiteX411" fmla="*/ 142579 w 1471018"/>
                <a:gd name="connsiteY411" fmla="*/ 94205 h 795676"/>
                <a:gd name="connsiteX412" fmla="*/ 148655 w 1471018"/>
                <a:gd name="connsiteY412" fmla="*/ 69900 h 795676"/>
                <a:gd name="connsiteX413" fmla="*/ 159669 w 1471018"/>
                <a:gd name="connsiteY413" fmla="*/ 67242 h 795676"/>
                <a:gd name="connsiteX414" fmla="*/ 1453871 w 1471018"/>
                <a:gd name="connsiteY414" fmla="*/ 58127 h 795676"/>
                <a:gd name="connsiteX415" fmla="*/ 1467163 w 1471018"/>
                <a:gd name="connsiteY415" fmla="*/ 66861 h 795676"/>
                <a:gd name="connsiteX416" fmla="*/ 1461087 w 1471018"/>
                <a:gd name="connsiteY416" fmla="*/ 91166 h 795676"/>
                <a:gd name="connsiteX417" fmla="*/ 1436782 w 1471018"/>
                <a:gd name="connsiteY417" fmla="*/ 85090 h 795676"/>
                <a:gd name="connsiteX418" fmla="*/ 1442858 w 1471018"/>
                <a:gd name="connsiteY418" fmla="*/ 60785 h 795676"/>
                <a:gd name="connsiteX419" fmla="*/ 1453871 w 1471018"/>
                <a:gd name="connsiteY419" fmla="*/ 58127 h 795676"/>
                <a:gd name="connsiteX420" fmla="*/ 47254 w 1471018"/>
                <a:gd name="connsiteY420" fmla="*/ 58127 h 795676"/>
                <a:gd name="connsiteX421" fmla="*/ 60546 w 1471018"/>
                <a:gd name="connsiteY421" fmla="*/ 66861 h 795676"/>
                <a:gd name="connsiteX422" fmla="*/ 54470 w 1471018"/>
                <a:gd name="connsiteY422" fmla="*/ 91166 h 795676"/>
                <a:gd name="connsiteX423" fmla="*/ 30165 w 1471018"/>
                <a:gd name="connsiteY423" fmla="*/ 85090 h 795676"/>
                <a:gd name="connsiteX424" fmla="*/ 36241 w 1471018"/>
                <a:gd name="connsiteY424" fmla="*/ 60785 h 795676"/>
                <a:gd name="connsiteX425" fmla="*/ 47254 w 1471018"/>
                <a:gd name="connsiteY425" fmla="*/ 58127 h 795676"/>
                <a:gd name="connsiteX426" fmla="*/ 314611 w 1471018"/>
                <a:gd name="connsiteY426" fmla="*/ 55089 h 795676"/>
                <a:gd name="connsiteX427" fmla="*/ 327903 w 1471018"/>
                <a:gd name="connsiteY427" fmla="*/ 63823 h 795676"/>
                <a:gd name="connsiteX428" fmla="*/ 321827 w 1471018"/>
                <a:gd name="connsiteY428" fmla="*/ 88128 h 795676"/>
                <a:gd name="connsiteX429" fmla="*/ 297522 w 1471018"/>
                <a:gd name="connsiteY429" fmla="*/ 82052 h 795676"/>
                <a:gd name="connsiteX430" fmla="*/ 303598 w 1471018"/>
                <a:gd name="connsiteY430" fmla="*/ 57747 h 795676"/>
                <a:gd name="connsiteX431" fmla="*/ 314611 w 1471018"/>
                <a:gd name="connsiteY431" fmla="*/ 55089 h 795676"/>
                <a:gd name="connsiteX432" fmla="*/ 885754 w 1471018"/>
                <a:gd name="connsiteY432" fmla="*/ 52051 h 795676"/>
                <a:gd name="connsiteX433" fmla="*/ 899046 w 1471018"/>
                <a:gd name="connsiteY433" fmla="*/ 60785 h 795676"/>
                <a:gd name="connsiteX434" fmla="*/ 892970 w 1471018"/>
                <a:gd name="connsiteY434" fmla="*/ 85090 h 795676"/>
                <a:gd name="connsiteX435" fmla="*/ 868665 w 1471018"/>
                <a:gd name="connsiteY435" fmla="*/ 79014 h 795676"/>
                <a:gd name="connsiteX436" fmla="*/ 874741 w 1471018"/>
                <a:gd name="connsiteY436" fmla="*/ 54709 h 795676"/>
                <a:gd name="connsiteX437" fmla="*/ 885754 w 1471018"/>
                <a:gd name="connsiteY437" fmla="*/ 52051 h 795676"/>
                <a:gd name="connsiteX438" fmla="*/ 1341464 w 1471018"/>
                <a:gd name="connsiteY438" fmla="*/ 39899 h 795676"/>
                <a:gd name="connsiteX439" fmla="*/ 1354755 w 1471018"/>
                <a:gd name="connsiteY439" fmla="*/ 48633 h 795676"/>
                <a:gd name="connsiteX440" fmla="*/ 1348679 w 1471018"/>
                <a:gd name="connsiteY440" fmla="*/ 72938 h 795676"/>
                <a:gd name="connsiteX441" fmla="*/ 1324374 w 1471018"/>
                <a:gd name="connsiteY441" fmla="*/ 66862 h 795676"/>
                <a:gd name="connsiteX442" fmla="*/ 1330450 w 1471018"/>
                <a:gd name="connsiteY442" fmla="*/ 42557 h 795676"/>
                <a:gd name="connsiteX443" fmla="*/ 1341464 w 1471018"/>
                <a:gd name="connsiteY443" fmla="*/ 39899 h 795676"/>
                <a:gd name="connsiteX444" fmla="*/ 1204751 w 1471018"/>
                <a:gd name="connsiteY444" fmla="*/ 27747 h 795676"/>
                <a:gd name="connsiteX445" fmla="*/ 1218042 w 1471018"/>
                <a:gd name="connsiteY445" fmla="*/ 36481 h 795676"/>
                <a:gd name="connsiteX446" fmla="*/ 1211966 w 1471018"/>
                <a:gd name="connsiteY446" fmla="*/ 60786 h 795676"/>
                <a:gd name="connsiteX447" fmla="*/ 1187661 w 1471018"/>
                <a:gd name="connsiteY447" fmla="*/ 54710 h 795676"/>
                <a:gd name="connsiteX448" fmla="*/ 1193737 w 1471018"/>
                <a:gd name="connsiteY448" fmla="*/ 30405 h 795676"/>
                <a:gd name="connsiteX449" fmla="*/ 1204751 w 1471018"/>
                <a:gd name="connsiteY449" fmla="*/ 27747 h 795676"/>
                <a:gd name="connsiteX450" fmla="*/ 979933 w 1471018"/>
                <a:gd name="connsiteY450" fmla="*/ 21671 h 795676"/>
                <a:gd name="connsiteX451" fmla="*/ 993225 w 1471018"/>
                <a:gd name="connsiteY451" fmla="*/ 30405 h 795676"/>
                <a:gd name="connsiteX452" fmla="*/ 987149 w 1471018"/>
                <a:gd name="connsiteY452" fmla="*/ 54710 h 795676"/>
                <a:gd name="connsiteX453" fmla="*/ 962844 w 1471018"/>
                <a:gd name="connsiteY453" fmla="*/ 48634 h 795676"/>
                <a:gd name="connsiteX454" fmla="*/ 968920 w 1471018"/>
                <a:gd name="connsiteY454" fmla="*/ 24329 h 795676"/>
                <a:gd name="connsiteX455" fmla="*/ 979933 w 1471018"/>
                <a:gd name="connsiteY455" fmla="*/ 21671 h 795676"/>
                <a:gd name="connsiteX456" fmla="*/ 451312 w 1471018"/>
                <a:gd name="connsiteY456" fmla="*/ 8759 h 795676"/>
                <a:gd name="connsiteX457" fmla="*/ 464603 w 1471018"/>
                <a:gd name="connsiteY457" fmla="*/ 21291 h 795676"/>
                <a:gd name="connsiteX458" fmla="*/ 458526 w 1471018"/>
                <a:gd name="connsiteY458" fmla="*/ 45596 h 795676"/>
                <a:gd name="connsiteX459" fmla="*/ 434225 w 1471018"/>
                <a:gd name="connsiteY459" fmla="*/ 39520 h 795676"/>
                <a:gd name="connsiteX460" fmla="*/ 440301 w 1471018"/>
                <a:gd name="connsiteY460" fmla="*/ 12177 h 795676"/>
                <a:gd name="connsiteX461" fmla="*/ 451312 w 1471018"/>
                <a:gd name="connsiteY461" fmla="*/ 8759 h 795676"/>
                <a:gd name="connsiteX462" fmla="*/ 1049824 w 1471018"/>
                <a:gd name="connsiteY462" fmla="*/ 0 h 795676"/>
                <a:gd name="connsiteX463" fmla="*/ 1083563 w 1471018"/>
                <a:gd name="connsiteY463" fmla="*/ 0 h 795676"/>
                <a:gd name="connsiteX464" fmla="*/ 1083987 w 1471018"/>
                <a:gd name="connsiteY464" fmla="*/ 2304 h 795676"/>
                <a:gd name="connsiteX465" fmla="*/ 1075253 w 1471018"/>
                <a:gd name="connsiteY465" fmla="*/ 12178 h 795676"/>
                <a:gd name="connsiteX466" fmla="*/ 1050948 w 1471018"/>
                <a:gd name="connsiteY466" fmla="*/ 6102 h 795676"/>
                <a:gd name="connsiteX467" fmla="*/ 773962 w 1471018"/>
                <a:gd name="connsiteY467" fmla="*/ 0 h 795676"/>
                <a:gd name="connsiteX468" fmla="*/ 806875 w 1471018"/>
                <a:gd name="connsiteY468" fmla="*/ 0 h 795676"/>
                <a:gd name="connsiteX469" fmla="*/ 798790 w 1471018"/>
                <a:gd name="connsiteY469" fmla="*/ 9140 h 795676"/>
                <a:gd name="connsiteX470" fmla="*/ 774485 w 1471018"/>
                <a:gd name="connsiteY470" fmla="*/ 3064 h 795676"/>
                <a:gd name="connsiteX471" fmla="*/ 659033 w 1471018"/>
                <a:gd name="connsiteY471" fmla="*/ 0 h 795676"/>
                <a:gd name="connsiteX472" fmla="*/ 688741 w 1471018"/>
                <a:gd name="connsiteY472" fmla="*/ 0 h 795676"/>
                <a:gd name="connsiteX473" fmla="*/ 683343 w 1471018"/>
                <a:gd name="connsiteY473" fmla="*/ 6102 h 795676"/>
                <a:gd name="connsiteX474" fmla="*/ 659038 w 1471018"/>
                <a:gd name="connsiteY474" fmla="*/ 26 h 795676"/>
                <a:gd name="connsiteX475" fmla="*/ 558807 w 1471018"/>
                <a:gd name="connsiteY475" fmla="*/ 0 h 795676"/>
                <a:gd name="connsiteX476" fmla="*/ 589125 w 1471018"/>
                <a:gd name="connsiteY476" fmla="*/ 0 h 795676"/>
                <a:gd name="connsiteX477" fmla="*/ 589163 w 1471018"/>
                <a:gd name="connsiteY477" fmla="*/ 25 h 795676"/>
                <a:gd name="connsiteX478" fmla="*/ 583087 w 1471018"/>
                <a:gd name="connsiteY478" fmla="*/ 24330 h 795676"/>
                <a:gd name="connsiteX479" fmla="*/ 558782 w 1471018"/>
                <a:gd name="connsiteY479" fmla="*/ 18254 h 795676"/>
                <a:gd name="connsiteX480" fmla="*/ 556124 w 1471018"/>
                <a:gd name="connsiteY480" fmla="*/ 2683 h 795676"/>
                <a:gd name="connsiteX481" fmla="*/ 189731 w 1471018"/>
                <a:gd name="connsiteY481" fmla="*/ 0 h 795676"/>
                <a:gd name="connsiteX482" fmla="*/ 223240 w 1471018"/>
                <a:gd name="connsiteY482" fmla="*/ 0 h 795676"/>
                <a:gd name="connsiteX483" fmla="*/ 224224 w 1471018"/>
                <a:gd name="connsiteY483" fmla="*/ 5342 h 795676"/>
                <a:gd name="connsiteX484" fmla="*/ 215490 w 1471018"/>
                <a:gd name="connsiteY484" fmla="*/ 15216 h 795676"/>
                <a:gd name="connsiteX485" fmla="*/ 191185 w 1471018"/>
                <a:gd name="connsiteY485" fmla="*/ 9140 h 79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Lst>
              <a:rect l="l" t="t" r="r" b="b"/>
              <a:pathLst>
                <a:path w="1471018" h="795676">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dirty="0"/>
            </a:p>
          </p:txBody>
        </p:sp>
      </p:grpSp>
      <p:sp>
        <p:nvSpPr>
          <p:cNvPr id="7" name="Title 17">
            <a:extLst>
              <a:ext uri="{FF2B5EF4-FFF2-40B4-BE49-F238E27FC236}">
                <a16:creationId xmlns:a16="http://schemas.microsoft.com/office/drawing/2014/main" id="{F3933844-5636-46F2-B2A6-0EB14E1FC7B1}"/>
              </a:ext>
            </a:extLst>
          </p:cNvPr>
          <p:cNvSpPr>
            <a:spLocks noGrp="1"/>
          </p:cNvSpPr>
          <p:nvPr>
            <p:ph type="ctrTitle"/>
          </p:nvPr>
        </p:nvSpPr>
        <p:spPr>
          <a:xfrm>
            <a:off x="1012644" y="841664"/>
            <a:ext cx="4538649" cy="2782723"/>
          </a:xfrm>
        </p:spPr>
        <p:txBody>
          <a:bodyPr anchor="b">
            <a:normAutofit/>
          </a:bodyPr>
          <a:lstStyle/>
          <a:p>
            <a:pPr algn="l">
              <a:lnSpc>
                <a:spcPct val="100000"/>
              </a:lnSpc>
            </a:pPr>
            <a:r>
              <a:rPr lang="en-US" sz="5200">
                <a:solidFill>
                  <a:schemeClr val="bg1"/>
                </a:solidFill>
                <a:latin typeface="+mj-lt"/>
                <a:cs typeface="Sakkal Majalla" panose="020B0604020202020204" pitchFamily="2" charset="-78"/>
              </a:rPr>
              <a:t>Click to edit Master title style</a:t>
            </a:r>
            <a:endParaRPr lang="en-US" sz="5200" dirty="0">
              <a:solidFill>
                <a:schemeClr val="bg1"/>
              </a:solidFill>
              <a:latin typeface="+mj-lt"/>
              <a:cs typeface="Sakkal Majalla" panose="020B0604020202020204" pitchFamily="2" charset="-78"/>
            </a:endParaRPr>
          </a:p>
        </p:txBody>
      </p:sp>
      <p:sp>
        <p:nvSpPr>
          <p:cNvPr id="8" name="Subtitle 18">
            <a:extLst>
              <a:ext uri="{FF2B5EF4-FFF2-40B4-BE49-F238E27FC236}">
                <a16:creationId xmlns:a16="http://schemas.microsoft.com/office/drawing/2014/main" id="{D92D9D6E-28CD-4B03-AED6-BECCA21F4A58}"/>
              </a:ext>
            </a:extLst>
          </p:cNvPr>
          <p:cNvSpPr>
            <a:spLocks noGrp="1"/>
          </p:cNvSpPr>
          <p:nvPr>
            <p:ph type="subTitle" idx="1"/>
          </p:nvPr>
        </p:nvSpPr>
        <p:spPr>
          <a:xfrm>
            <a:off x="1012644" y="3764655"/>
            <a:ext cx="4433438" cy="2374078"/>
          </a:xfrm>
        </p:spPr>
        <p:txBody>
          <a:bodyPr anchor="t">
            <a:normAutofit/>
          </a:bodyPr>
          <a:lstStyle>
            <a:lvl1pPr marL="0" indent="0">
              <a:buNone/>
              <a:defRPr/>
            </a:lvl1pPr>
          </a:lstStyle>
          <a:p>
            <a:pPr algn="l">
              <a:lnSpc>
                <a:spcPct val="110000"/>
              </a:lnSpc>
            </a:pPr>
            <a:r>
              <a:rPr lang="en-US" spc="110">
                <a:solidFill>
                  <a:schemeClr val="bg1"/>
                </a:solidFill>
                <a:latin typeface="+mn-lt"/>
                <a:cs typeface="Sakkal Majalla" panose="020B0604020202020204" pitchFamily="2" charset="-78"/>
              </a:rPr>
              <a:t>Click to edit Master subtitle style</a:t>
            </a:r>
            <a:endParaRPr lang="en-US" spc="110" dirty="0">
              <a:solidFill>
                <a:schemeClr val="bg1"/>
              </a:solidFill>
              <a:latin typeface="+mn-lt"/>
              <a:cs typeface="Sakkal Majalla" panose="020B0604020202020204" pitchFamily="2" charset="-78"/>
            </a:endParaRPr>
          </a:p>
        </p:txBody>
      </p:sp>
      <p:sp>
        <p:nvSpPr>
          <p:cNvPr id="12" name="Picture Placeholder 11">
            <a:extLst>
              <a:ext uri="{FF2B5EF4-FFF2-40B4-BE49-F238E27FC236}">
                <a16:creationId xmlns:a16="http://schemas.microsoft.com/office/drawing/2014/main" id="{BA5EF4A6-F381-4ABE-9A5D-D6CD60973B4A}"/>
              </a:ext>
            </a:extLst>
          </p:cNvPr>
          <p:cNvSpPr>
            <a:spLocks noGrp="1"/>
          </p:cNvSpPr>
          <p:nvPr>
            <p:ph type="pic" sz="quarter" idx="14"/>
          </p:nvPr>
        </p:nvSpPr>
        <p:spPr>
          <a:xfrm>
            <a:off x="6007608" y="1399032"/>
            <a:ext cx="2743200" cy="4242816"/>
          </a:xfrm>
          <a:solidFill>
            <a:schemeClr val="accent4"/>
          </a:solidFill>
        </p:spPr>
        <p:txBody>
          <a:bodyPr/>
          <a:lstStyle/>
          <a:p>
            <a:r>
              <a:rPr lang="en-US"/>
              <a:t>Click icon to add picture</a:t>
            </a:r>
            <a:endParaRPr lang="en-US" dirty="0"/>
          </a:p>
        </p:txBody>
      </p:sp>
      <p:sp>
        <p:nvSpPr>
          <p:cNvPr id="13" name="Picture Placeholder 11">
            <a:extLst>
              <a:ext uri="{FF2B5EF4-FFF2-40B4-BE49-F238E27FC236}">
                <a16:creationId xmlns:a16="http://schemas.microsoft.com/office/drawing/2014/main" id="{45DD240F-96DC-4F2F-984D-C1F81A74411A}"/>
              </a:ext>
            </a:extLst>
          </p:cNvPr>
          <p:cNvSpPr>
            <a:spLocks noGrp="1"/>
          </p:cNvSpPr>
          <p:nvPr>
            <p:ph type="pic" sz="quarter" idx="15"/>
          </p:nvPr>
        </p:nvSpPr>
        <p:spPr>
          <a:xfrm>
            <a:off x="8805672" y="1399032"/>
            <a:ext cx="2743200" cy="4242816"/>
          </a:xfrm>
          <a:solidFill>
            <a:schemeClr val="accent4"/>
          </a:solidFill>
        </p:spPr>
        <p:txBody>
          <a:bodyPr/>
          <a:lstStyle/>
          <a:p>
            <a:r>
              <a:rPr lang="en-US"/>
              <a:t>Click icon to add picture</a:t>
            </a:r>
            <a:endParaRPr lang="en-US" dirty="0"/>
          </a:p>
        </p:txBody>
      </p:sp>
      <p:sp>
        <p:nvSpPr>
          <p:cNvPr id="2" name="Date Placeholder 1"/>
          <p:cNvSpPr>
            <a:spLocks noGrp="1"/>
          </p:cNvSpPr>
          <p:nvPr>
            <p:ph type="dt" sz="half" idx="10"/>
          </p:nvPr>
        </p:nvSpPr>
        <p:spPr/>
        <p:txBody>
          <a:bodyPr/>
          <a:lstStyle/>
          <a:p>
            <a:r>
              <a:rPr lang="en-US" dirty="0"/>
              <a:t>20XX</a:t>
            </a:r>
          </a:p>
        </p:txBody>
      </p:sp>
      <p:sp>
        <p:nvSpPr>
          <p:cNvPr id="3" name="Footer Placeholder 2"/>
          <p:cNvSpPr>
            <a:spLocks noGrp="1"/>
          </p:cNvSpPr>
          <p:nvPr>
            <p:ph type="ftr" sz="quarter" idx="11"/>
          </p:nvPr>
        </p:nvSpPr>
        <p:spPr/>
        <p:txBody>
          <a:bodyPr/>
          <a:lstStyle/>
          <a:p>
            <a:r>
              <a:rPr lang="en-US" dirty="0"/>
              <a:t>Sample Footer Text</a:t>
            </a:r>
          </a:p>
        </p:txBody>
      </p:sp>
      <p:sp>
        <p:nvSpPr>
          <p:cNvPr id="4" name="Slide Number Placeholder 3"/>
          <p:cNvSpPr>
            <a:spLocks noGrp="1"/>
          </p:cNvSpPr>
          <p:nvPr>
            <p:ph type="sldNum" sz="quarter" idx="12"/>
          </p:nvPr>
        </p:nvSpPr>
        <p:spPr/>
        <p:txBody>
          <a:bodyPr/>
          <a:lstStyle/>
          <a:p>
            <a:fld id="{DFDF98CC-160E-494C-8C3C-8CDC5FA257DE}" type="slidenum">
              <a:rPr lang="en-US" smtClean="0"/>
              <a:t>‹#›</a:t>
            </a:fld>
            <a:endParaRPr lang="en-US" dirty="0"/>
          </a:p>
        </p:txBody>
      </p:sp>
    </p:spTree>
    <p:extLst>
      <p:ext uri="{BB962C8B-B14F-4D97-AF65-F5344CB8AC3E}">
        <p14:creationId xmlns:p14="http://schemas.microsoft.com/office/powerpoint/2010/main" val="31065533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ctr" anchorCtr="0">
            <a:noAutofit/>
          </a:bodyPr>
          <a:lstStyle>
            <a:lvl1pPr marL="0" indent="0">
              <a:buNone/>
              <a:defRPr sz="32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ctr" anchorCtr="0">
            <a:noAutofit/>
          </a:bodyPr>
          <a:lstStyle>
            <a:lvl1pPr marL="0" indent="0">
              <a:buNone/>
              <a:defRPr sz="32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r>
              <a:rPr lang="en-US" dirty="0"/>
              <a:t>20XX</a:t>
            </a:r>
          </a:p>
        </p:txBody>
      </p:sp>
      <p:sp>
        <p:nvSpPr>
          <p:cNvPr id="8" name="Footer Placeholder 7"/>
          <p:cNvSpPr>
            <a:spLocks noGrp="1"/>
          </p:cNvSpPr>
          <p:nvPr>
            <p:ph type="ftr" sz="quarter" idx="11"/>
          </p:nvPr>
        </p:nvSpPr>
        <p:spPr/>
        <p:txBody>
          <a:bodyPr/>
          <a:lstStyle/>
          <a:p>
            <a:r>
              <a:rPr lang="en-US" dirty="0"/>
              <a:t>Sample Footer Text</a:t>
            </a:r>
          </a:p>
        </p:txBody>
      </p:sp>
      <p:sp>
        <p:nvSpPr>
          <p:cNvPr id="9" name="Slide Number Placeholder 8"/>
          <p:cNvSpPr>
            <a:spLocks noGrp="1"/>
          </p:cNvSpPr>
          <p:nvPr>
            <p:ph type="sldNum" sz="quarter" idx="12"/>
          </p:nvPr>
        </p:nvSpPr>
        <p:spPr/>
        <p:txBody>
          <a:bodyPr/>
          <a:lstStyle/>
          <a:p>
            <a:fld id="{DFDF98CC-160E-494C-8C3C-8CDC5FA257DE}" type="slidenum">
              <a:rPr lang="en-US" smtClean="0"/>
              <a:t>‹#›</a:t>
            </a:fld>
            <a:endParaRPr lang="en-US" dirty="0"/>
          </a:p>
        </p:txBody>
      </p:sp>
    </p:spTree>
    <p:extLst>
      <p:ext uri="{BB962C8B-B14F-4D97-AF65-F5344CB8AC3E}">
        <p14:creationId xmlns:p14="http://schemas.microsoft.com/office/powerpoint/2010/main" val="18277694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3200400" cy="823912"/>
          </a:xfrm>
        </p:spPr>
        <p:txBody>
          <a:bodyPr anchor="ctr" anchorCtr="0">
            <a:noAutofit/>
          </a:bodyPr>
          <a:lstStyle>
            <a:lvl1pPr marL="0" indent="0">
              <a:buNone/>
              <a:defRPr sz="32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320040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581525" y="1681163"/>
            <a:ext cx="3200400" cy="823912"/>
          </a:xfrm>
        </p:spPr>
        <p:txBody>
          <a:bodyPr anchor="ctr" anchorCtr="0">
            <a:noAutofit/>
          </a:bodyPr>
          <a:lstStyle>
            <a:lvl1pPr marL="0" indent="0">
              <a:buNone/>
              <a:defRPr sz="32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581525" y="2505075"/>
            <a:ext cx="320040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4">
            <a:extLst>
              <a:ext uri="{FF2B5EF4-FFF2-40B4-BE49-F238E27FC236}">
                <a16:creationId xmlns:a16="http://schemas.microsoft.com/office/drawing/2014/main" id="{A6320C8E-FA0E-4486-9FF2-63A759F68841}"/>
              </a:ext>
            </a:extLst>
          </p:cNvPr>
          <p:cNvSpPr>
            <a:spLocks noGrp="1"/>
          </p:cNvSpPr>
          <p:nvPr>
            <p:ph type="body" sz="quarter" idx="13"/>
          </p:nvPr>
        </p:nvSpPr>
        <p:spPr>
          <a:xfrm>
            <a:off x="8305800" y="1706612"/>
            <a:ext cx="3200400" cy="823912"/>
          </a:xfrm>
        </p:spPr>
        <p:txBody>
          <a:bodyPr anchor="ctr" anchorCtr="0">
            <a:noAutofit/>
          </a:bodyPr>
          <a:lstStyle>
            <a:lvl1pPr marL="0" indent="0">
              <a:buNone/>
              <a:defRPr sz="32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1" name="Content Placeholder 5">
            <a:extLst>
              <a:ext uri="{FF2B5EF4-FFF2-40B4-BE49-F238E27FC236}">
                <a16:creationId xmlns:a16="http://schemas.microsoft.com/office/drawing/2014/main" id="{EDA7ED69-E848-4FF5-9AA4-22F902F148DD}"/>
              </a:ext>
            </a:extLst>
          </p:cNvPr>
          <p:cNvSpPr>
            <a:spLocks noGrp="1"/>
          </p:cNvSpPr>
          <p:nvPr>
            <p:ph sz="quarter" idx="14"/>
          </p:nvPr>
        </p:nvSpPr>
        <p:spPr>
          <a:xfrm>
            <a:off x="8305800" y="2530524"/>
            <a:ext cx="320040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r>
              <a:rPr lang="en-US" dirty="0"/>
              <a:t>20XX</a:t>
            </a:r>
          </a:p>
        </p:txBody>
      </p:sp>
      <p:sp>
        <p:nvSpPr>
          <p:cNvPr id="8" name="Footer Placeholder 7"/>
          <p:cNvSpPr>
            <a:spLocks noGrp="1"/>
          </p:cNvSpPr>
          <p:nvPr>
            <p:ph type="ftr" sz="quarter" idx="11"/>
          </p:nvPr>
        </p:nvSpPr>
        <p:spPr/>
        <p:txBody>
          <a:bodyPr/>
          <a:lstStyle/>
          <a:p>
            <a:r>
              <a:rPr lang="en-US" dirty="0"/>
              <a:t>Sample Footer Text</a:t>
            </a:r>
          </a:p>
        </p:txBody>
      </p:sp>
      <p:sp>
        <p:nvSpPr>
          <p:cNvPr id="9" name="Slide Number Placeholder 8"/>
          <p:cNvSpPr>
            <a:spLocks noGrp="1"/>
          </p:cNvSpPr>
          <p:nvPr>
            <p:ph type="sldNum" sz="quarter" idx="12"/>
          </p:nvPr>
        </p:nvSpPr>
        <p:spPr/>
        <p:txBody>
          <a:bodyPr/>
          <a:lstStyle/>
          <a:p>
            <a:fld id="{DFDF98CC-160E-494C-8C3C-8CDC5FA257DE}" type="slidenum">
              <a:rPr lang="en-US" smtClean="0"/>
              <a:t>‹#›</a:t>
            </a:fld>
            <a:endParaRPr lang="en-US" dirty="0"/>
          </a:p>
        </p:txBody>
      </p:sp>
    </p:spTree>
    <p:extLst>
      <p:ext uri="{BB962C8B-B14F-4D97-AF65-F5344CB8AC3E}">
        <p14:creationId xmlns:p14="http://schemas.microsoft.com/office/powerpoint/2010/main" val="38727488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ummary">
    <p:spTree>
      <p:nvGrpSpPr>
        <p:cNvPr id="1" name=""/>
        <p:cNvGrpSpPr/>
        <p:nvPr/>
      </p:nvGrpSpPr>
      <p:grpSpPr>
        <a:xfrm>
          <a:off x="0" y="0"/>
          <a:ext cx="0" cy="0"/>
          <a:chOff x="0" y="0"/>
          <a:chExt cx="0" cy="0"/>
        </a:xfrm>
      </p:grpSpPr>
      <p:sp useBgFill="1">
        <p:nvSpPr>
          <p:cNvPr id="5" name="Slide Background Fill">
            <a:extLst>
              <a:ext uri="{FF2B5EF4-FFF2-40B4-BE49-F238E27FC236}">
                <a16:creationId xmlns:a16="http://schemas.microsoft.com/office/drawing/2014/main" id="{BDD95D91-465E-4A29-A1CE-FD819DEFDFF0}"/>
              </a:ext>
              <a:ext uri="{C183D7F6-B498-43B3-948B-1728B52AA6E4}">
                <adec:decorative xmlns:adec="http://schemas.microsoft.com/office/drawing/2017/decorative" val="1"/>
              </a:ext>
            </a:extLst>
          </p:cNvPr>
          <p:cNvSpPr/>
          <p:nvPr userDrawn="1"/>
        </p:nvSpPr>
        <p:spPr>
          <a:xfrm>
            <a:off x="1526" y="0"/>
            <a:ext cx="1218894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Color Cover">
            <a:extLst>
              <a:ext uri="{FF2B5EF4-FFF2-40B4-BE49-F238E27FC236}">
                <a16:creationId xmlns:a16="http://schemas.microsoft.com/office/drawing/2014/main" id="{9B36A4A4-222D-4A12-86CF-F3089D0B774C}"/>
              </a:ext>
              <a:ext uri="{C183D7F6-B498-43B3-948B-1728B52AA6E4}">
                <adec:decorative xmlns:adec="http://schemas.microsoft.com/office/drawing/2017/decorative" val="1"/>
              </a:ext>
            </a:extLst>
          </p:cNvPr>
          <p:cNvSpPr/>
          <p:nvPr userDrawn="1"/>
        </p:nvSpPr>
        <p:spPr>
          <a:xfrm>
            <a:off x="1526" y="0"/>
            <a:ext cx="12188949"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Color">
            <a:extLst>
              <a:ext uri="{FF2B5EF4-FFF2-40B4-BE49-F238E27FC236}">
                <a16:creationId xmlns:a16="http://schemas.microsoft.com/office/drawing/2014/main" id="{7495DBC9-4D8D-4535-B5B4-EB1B8C2861AC}"/>
              </a:ext>
              <a:ext uri="{C183D7F6-B498-43B3-948B-1728B52AA6E4}">
                <adec:decorative xmlns:adec="http://schemas.microsoft.com/office/drawing/2017/decorative" val="1"/>
              </a:ext>
            </a:extLst>
          </p:cNvPr>
          <p:cNvSpPr/>
          <p:nvPr userDrawn="1"/>
        </p:nvSpPr>
        <p:spPr>
          <a:xfrm>
            <a:off x="-1" y="0"/>
            <a:ext cx="12192002" cy="3425921"/>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4" name="Group 13">
            <a:extLst>
              <a:ext uri="{FF2B5EF4-FFF2-40B4-BE49-F238E27FC236}">
                <a16:creationId xmlns:a16="http://schemas.microsoft.com/office/drawing/2014/main" id="{C8AF94F6-9687-4600-8069-D1B36EED376D}"/>
              </a:ext>
              <a:ext uri="{C183D7F6-B498-43B3-948B-1728B52AA6E4}">
                <adec:decorative xmlns:adec="http://schemas.microsoft.com/office/drawing/2017/decorative" val="1"/>
              </a:ext>
            </a:extLst>
          </p:cNvPr>
          <p:cNvGrpSpPr/>
          <p:nvPr userDrawn="1"/>
        </p:nvGrpSpPr>
        <p:grpSpPr>
          <a:xfrm>
            <a:off x="1524" y="0"/>
            <a:ext cx="12188952" cy="6858000"/>
            <a:chOff x="0" y="0"/>
            <a:chExt cx="12188952" cy="6858000"/>
          </a:xfrm>
        </p:grpSpPr>
        <p:sp>
          <p:nvSpPr>
            <p:cNvPr id="15" name="Freeform: Shape 14">
              <a:extLst>
                <a:ext uri="{FF2B5EF4-FFF2-40B4-BE49-F238E27FC236}">
                  <a16:creationId xmlns:a16="http://schemas.microsoft.com/office/drawing/2014/main" id="{121E062A-8E79-43BA-8819-B2637E8861EC}"/>
                </a:ext>
              </a:extLst>
            </p:cNvPr>
            <p:cNvSpPr/>
            <p:nvPr/>
          </p:nvSpPr>
          <p:spPr>
            <a:xfrm>
              <a:off x="26122" y="6015669"/>
              <a:ext cx="2605762" cy="842331"/>
            </a:xfrm>
            <a:custGeom>
              <a:avLst/>
              <a:gdLst>
                <a:gd name="connsiteX0" fmla="*/ 1151220 w 3180577"/>
                <a:gd name="connsiteY0" fmla="*/ 1105 h 1033951"/>
                <a:gd name="connsiteX1" fmla="*/ 1735251 w 3180577"/>
                <a:gd name="connsiteY1" fmla="*/ 77956 h 1033951"/>
                <a:gd name="connsiteX2" fmla="*/ 2001894 w 3180577"/>
                <a:gd name="connsiteY2" fmla="*/ 123235 h 1033951"/>
                <a:gd name="connsiteX3" fmla="*/ 2321364 w 3180577"/>
                <a:gd name="connsiteY3" fmla="*/ 128266 h 1033951"/>
                <a:gd name="connsiteX4" fmla="*/ 2671019 w 3180577"/>
                <a:gd name="connsiteY4" fmla="*/ 55316 h 1033951"/>
                <a:gd name="connsiteX5" fmla="*/ 2982942 w 3180577"/>
                <a:gd name="connsiteY5" fmla="*/ 326991 h 1033951"/>
                <a:gd name="connsiteX6" fmla="*/ 3176430 w 3180577"/>
                <a:gd name="connsiteY6" fmla="*/ 1024557 h 1033951"/>
                <a:gd name="connsiteX7" fmla="*/ 3174833 w 3180577"/>
                <a:gd name="connsiteY7" fmla="*/ 1033951 h 1033951"/>
                <a:gd name="connsiteX8" fmla="*/ 23630 w 3180577"/>
                <a:gd name="connsiteY8" fmla="*/ 1033951 h 1033951"/>
                <a:gd name="connsiteX9" fmla="*/ 11184 w 3180577"/>
                <a:gd name="connsiteY9" fmla="*/ 984167 h 1033951"/>
                <a:gd name="connsiteX10" fmla="*/ 236008 w 3180577"/>
                <a:gd name="connsiteY10" fmla="*/ 289258 h 1033951"/>
                <a:gd name="connsiteX11" fmla="*/ 1151220 w 3180577"/>
                <a:gd name="connsiteY11" fmla="*/ 1105 h 1033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0577" h="1033951">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dirty="0"/>
            </a:p>
          </p:txBody>
        </p:sp>
        <p:sp>
          <p:nvSpPr>
            <p:cNvPr id="16" name="Freeform: Shape 15">
              <a:extLst>
                <a:ext uri="{FF2B5EF4-FFF2-40B4-BE49-F238E27FC236}">
                  <a16:creationId xmlns:a16="http://schemas.microsoft.com/office/drawing/2014/main" id="{A36D2022-A6A2-40EA-9A2F-DFF5AD88CB39}"/>
                </a:ext>
              </a:extLst>
            </p:cNvPr>
            <p:cNvSpPr/>
            <p:nvPr/>
          </p:nvSpPr>
          <p:spPr>
            <a:xfrm>
              <a:off x="655184" y="5798001"/>
              <a:ext cx="2485581" cy="1059999"/>
            </a:xfrm>
            <a:custGeom>
              <a:avLst/>
              <a:gdLst>
                <a:gd name="connsiteX0" fmla="*/ 1553968 w 2449768"/>
                <a:gd name="connsiteY0" fmla="*/ 1045598 h 1050628"/>
                <a:gd name="connsiteX1" fmla="*/ 1561623 w 2449768"/>
                <a:gd name="connsiteY1" fmla="*/ 1050628 h 1050628"/>
                <a:gd name="connsiteX2" fmla="*/ 1540857 w 2449768"/>
                <a:gd name="connsiteY2" fmla="*/ 1050628 h 1050628"/>
                <a:gd name="connsiteX3" fmla="*/ 1542955 w 2449768"/>
                <a:gd name="connsiteY3" fmla="*/ 1048256 h 1050628"/>
                <a:gd name="connsiteX4" fmla="*/ 1553968 w 2449768"/>
                <a:gd name="connsiteY4" fmla="*/ 1045598 h 1050628"/>
                <a:gd name="connsiteX5" fmla="*/ 490647 w 2449768"/>
                <a:gd name="connsiteY5" fmla="*/ 1036483 h 1050628"/>
                <a:gd name="connsiteX6" fmla="*/ 503939 w 2449768"/>
                <a:gd name="connsiteY6" fmla="*/ 1045217 h 1050628"/>
                <a:gd name="connsiteX7" fmla="*/ 505485 w 2449768"/>
                <a:gd name="connsiteY7" fmla="*/ 1050628 h 1050628"/>
                <a:gd name="connsiteX8" fmla="*/ 470645 w 2449768"/>
                <a:gd name="connsiteY8" fmla="*/ 1050628 h 1050628"/>
                <a:gd name="connsiteX9" fmla="*/ 469761 w 2449768"/>
                <a:gd name="connsiteY9" fmla="*/ 1046736 h 1050628"/>
                <a:gd name="connsiteX10" fmla="*/ 479634 w 2449768"/>
                <a:gd name="connsiteY10" fmla="*/ 1039141 h 1050628"/>
                <a:gd name="connsiteX11" fmla="*/ 490647 w 2449768"/>
                <a:gd name="connsiteY11" fmla="*/ 1036483 h 1050628"/>
                <a:gd name="connsiteX12" fmla="*/ 326591 w 2449768"/>
                <a:gd name="connsiteY12" fmla="*/ 1030407 h 1050628"/>
                <a:gd name="connsiteX13" fmla="*/ 339883 w 2449768"/>
                <a:gd name="connsiteY13" fmla="*/ 1039141 h 1050628"/>
                <a:gd name="connsiteX14" fmla="*/ 341999 w 2449768"/>
                <a:gd name="connsiteY14" fmla="*/ 1050628 h 1050628"/>
                <a:gd name="connsiteX15" fmla="*/ 308260 w 2449768"/>
                <a:gd name="connsiteY15" fmla="*/ 1050628 h 1050628"/>
                <a:gd name="connsiteX16" fmla="*/ 306844 w 2449768"/>
                <a:gd name="connsiteY16" fmla="*/ 1042939 h 1050628"/>
                <a:gd name="connsiteX17" fmla="*/ 315578 w 2449768"/>
                <a:gd name="connsiteY17" fmla="*/ 1033065 h 1050628"/>
                <a:gd name="connsiteX18" fmla="*/ 326591 w 2449768"/>
                <a:gd name="connsiteY18" fmla="*/ 1030407 h 1050628"/>
                <a:gd name="connsiteX19" fmla="*/ 20886 w 2449768"/>
                <a:gd name="connsiteY19" fmla="*/ 1026229 h 1050628"/>
                <a:gd name="connsiteX20" fmla="*/ 33039 w 2449768"/>
                <a:gd name="connsiteY20" fmla="*/ 1036103 h 1050628"/>
                <a:gd name="connsiteX21" fmla="*/ 36837 w 2449768"/>
                <a:gd name="connsiteY21" fmla="*/ 1049395 h 1050628"/>
                <a:gd name="connsiteX22" fmla="*/ 35731 w 2449768"/>
                <a:gd name="connsiteY22" fmla="*/ 1050628 h 1050628"/>
                <a:gd name="connsiteX23" fmla="*/ 1976 w 2449768"/>
                <a:gd name="connsiteY23" fmla="*/ 1050628 h 1050628"/>
                <a:gd name="connsiteX24" fmla="*/ 0 w 2449768"/>
                <a:gd name="connsiteY24" fmla="*/ 1039901 h 1050628"/>
                <a:gd name="connsiteX25" fmla="*/ 8734 w 2449768"/>
                <a:gd name="connsiteY25" fmla="*/ 1030027 h 1050628"/>
                <a:gd name="connsiteX26" fmla="*/ 20886 w 2449768"/>
                <a:gd name="connsiteY26" fmla="*/ 1026229 h 1050628"/>
                <a:gd name="connsiteX27" fmla="*/ 2100819 w 2449768"/>
                <a:gd name="connsiteY27" fmla="*/ 1024331 h 1050628"/>
                <a:gd name="connsiteX28" fmla="*/ 2114111 w 2449768"/>
                <a:gd name="connsiteY28" fmla="*/ 1033065 h 1050628"/>
                <a:gd name="connsiteX29" fmla="*/ 2117909 w 2449768"/>
                <a:gd name="connsiteY29" fmla="*/ 1046357 h 1050628"/>
                <a:gd name="connsiteX30" fmla="*/ 2114079 w 2449768"/>
                <a:gd name="connsiteY30" fmla="*/ 1050628 h 1050628"/>
                <a:gd name="connsiteX31" fmla="*/ 2083616 w 2449768"/>
                <a:gd name="connsiteY31" fmla="*/ 1050628 h 1050628"/>
                <a:gd name="connsiteX32" fmla="*/ 2081072 w 2449768"/>
                <a:gd name="connsiteY32" fmla="*/ 1035724 h 1050628"/>
                <a:gd name="connsiteX33" fmla="*/ 2089806 w 2449768"/>
                <a:gd name="connsiteY33" fmla="*/ 1026989 h 1050628"/>
                <a:gd name="connsiteX34" fmla="*/ 2100819 w 2449768"/>
                <a:gd name="connsiteY34" fmla="*/ 1024331 h 1050628"/>
                <a:gd name="connsiteX35" fmla="*/ 1192439 w 2449768"/>
                <a:gd name="connsiteY35" fmla="*/ 1024331 h 1050628"/>
                <a:gd name="connsiteX36" fmla="*/ 1205731 w 2449768"/>
                <a:gd name="connsiteY36" fmla="*/ 1033065 h 1050628"/>
                <a:gd name="connsiteX37" fmla="*/ 1209529 w 2449768"/>
                <a:gd name="connsiteY37" fmla="*/ 1046357 h 1050628"/>
                <a:gd name="connsiteX38" fmla="*/ 1205699 w 2449768"/>
                <a:gd name="connsiteY38" fmla="*/ 1050628 h 1050628"/>
                <a:gd name="connsiteX39" fmla="*/ 1175227 w 2449768"/>
                <a:gd name="connsiteY39" fmla="*/ 1050628 h 1050628"/>
                <a:gd name="connsiteX40" fmla="*/ 1172692 w 2449768"/>
                <a:gd name="connsiteY40" fmla="*/ 1036863 h 1050628"/>
                <a:gd name="connsiteX41" fmla="*/ 1181426 w 2449768"/>
                <a:gd name="connsiteY41" fmla="*/ 1026989 h 1050628"/>
                <a:gd name="connsiteX42" fmla="*/ 1192439 w 2449768"/>
                <a:gd name="connsiteY42" fmla="*/ 1024331 h 1050628"/>
                <a:gd name="connsiteX43" fmla="*/ 788376 w 2449768"/>
                <a:gd name="connsiteY43" fmla="*/ 1024331 h 1050628"/>
                <a:gd name="connsiteX44" fmla="*/ 801668 w 2449768"/>
                <a:gd name="connsiteY44" fmla="*/ 1033065 h 1050628"/>
                <a:gd name="connsiteX45" fmla="*/ 805466 w 2449768"/>
                <a:gd name="connsiteY45" fmla="*/ 1046357 h 1050628"/>
                <a:gd name="connsiteX46" fmla="*/ 801636 w 2449768"/>
                <a:gd name="connsiteY46" fmla="*/ 1050628 h 1050628"/>
                <a:gd name="connsiteX47" fmla="*/ 771181 w 2449768"/>
                <a:gd name="connsiteY47" fmla="*/ 1050628 h 1050628"/>
                <a:gd name="connsiteX48" fmla="*/ 768629 w 2449768"/>
                <a:gd name="connsiteY48" fmla="*/ 1034584 h 1050628"/>
                <a:gd name="connsiteX49" fmla="*/ 777363 w 2449768"/>
                <a:gd name="connsiteY49" fmla="*/ 1026989 h 1050628"/>
                <a:gd name="connsiteX50" fmla="*/ 788376 w 2449768"/>
                <a:gd name="connsiteY50" fmla="*/ 1024331 h 1050628"/>
                <a:gd name="connsiteX51" fmla="*/ 138231 w 2449768"/>
                <a:gd name="connsiteY51" fmla="*/ 1024331 h 1050628"/>
                <a:gd name="connsiteX52" fmla="*/ 151523 w 2449768"/>
                <a:gd name="connsiteY52" fmla="*/ 1033065 h 1050628"/>
                <a:gd name="connsiteX53" fmla="*/ 154181 w 2449768"/>
                <a:gd name="connsiteY53" fmla="*/ 1047496 h 1050628"/>
                <a:gd name="connsiteX54" fmla="*/ 151411 w 2449768"/>
                <a:gd name="connsiteY54" fmla="*/ 1050628 h 1050628"/>
                <a:gd name="connsiteX55" fmla="*/ 121019 w 2449768"/>
                <a:gd name="connsiteY55" fmla="*/ 1050628 h 1050628"/>
                <a:gd name="connsiteX56" fmla="*/ 118484 w 2449768"/>
                <a:gd name="connsiteY56" fmla="*/ 1036863 h 1050628"/>
                <a:gd name="connsiteX57" fmla="*/ 127218 w 2449768"/>
                <a:gd name="connsiteY57" fmla="*/ 1026989 h 1050628"/>
                <a:gd name="connsiteX58" fmla="*/ 138231 w 2449768"/>
                <a:gd name="connsiteY58" fmla="*/ 1024331 h 1050628"/>
                <a:gd name="connsiteX59" fmla="*/ 894709 w 2449768"/>
                <a:gd name="connsiteY59" fmla="*/ 1021293 h 1050628"/>
                <a:gd name="connsiteX60" fmla="*/ 908001 w 2449768"/>
                <a:gd name="connsiteY60" fmla="*/ 1030027 h 1050628"/>
                <a:gd name="connsiteX61" fmla="*/ 911799 w 2449768"/>
                <a:gd name="connsiteY61" fmla="*/ 1043319 h 1050628"/>
                <a:gd name="connsiteX62" fmla="*/ 905246 w 2449768"/>
                <a:gd name="connsiteY62" fmla="*/ 1050628 h 1050628"/>
                <a:gd name="connsiteX63" fmla="*/ 880920 w 2449768"/>
                <a:gd name="connsiteY63" fmla="*/ 1050628 h 1050628"/>
                <a:gd name="connsiteX64" fmla="*/ 877620 w 2449768"/>
                <a:gd name="connsiteY64" fmla="*/ 1048256 h 1050628"/>
                <a:gd name="connsiteX65" fmla="*/ 883696 w 2449768"/>
                <a:gd name="connsiteY65" fmla="*/ 1023951 h 1050628"/>
                <a:gd name="connsiteX66" fmla="*/ 894709 w 2449768"/>
                <a:gd name="connsiteY66" fmla="*/ 1021293 h 1050628"/>
                <a:gd name="connsiteX67" fmla="*/ 694197 w 2449768"/>
                <a:gd name="connsiteY67" fmla="*/ 1021293 h 1050628"/>
                <a:gd name="connsiteX68" fmla="*/ 707488 w 2449768"/>
                <a:gd name="connsiteY68" fmla="*/ 1030027 h 1050628"/>
                <a:gd name="connsiteX69" fmla="*/ 711286 w 2449768"/>
                <a:gd name="connsiteY69" fmla="*/ 1043319 h 1050628"/>
                <a:gd name="connsiteX70" fmla="*/ 704733 w 2449768"/>
                <a:gd name="connsiteY70" fmla="*/ 1050628 h 1050628"/>
                <a:gd name="connsiteX71" fmla="*/ 680408 w 2449768"/>
                <a:gd name="connsiteY71" fmla="*/ 1050628 h 1050628"/>
                <a:gd name="connsiteX72" fmla="*/ 677108 w 2449768"/>
                <a:gd name="connsiteY72" fmla="*/ 1048256 h 1050628"/>
                <a:gd name="connsiteX73" fmla="*/ 683184 w 2449768"/>
                <a:gd name="connsiteY73" fmla="*/ 1023951 h 1050628"/>
                <a:gd name="connsiteX74" fmla="*/ 694197 w 2449768"/>
                <a:gd name="connsiteY74" fmla="*/ 1021293 h 1050628"/>
                <a:gd name="connsiteX75" fmla="*/ 596979 w 2449768"/>
                <a:gd name="connsiteY75" fmla="*/ 1021293 h 1050628"/>
                <a:gd name="connsiteX76" fmla="*/ 610271 w 2449768"/>
                <a:gd name="connsiteY76" fmla="*/ 1030027 h 1050628"/>
                <a:gd name="connsiteX77" fmla="*/ 614069 w 2449768"/>
                <a:gd name="connsiteY77" fmla="*/ 1043319 h 1050628"/>
                <a:gd name="connsiteX78" fmla="*/ 607516 w 2449768"/>
                <a:gd name="connsiteY78" fmla="*/ 1050628 h 1050628"/>
                <a:gd name="connsiteX79" fmla="*/ 583190 w 2449768"/>
                <a:gd name="connsiteY79" fmla="*/ 1050628 h 1050628"/>
                <a:gd name="connsiteX80" fmla="*/ 579890 w 2449768"/>
                <a:gd name="connsiteY80" fmla="*/ 1048256 h 1050628"/>
                <a:gd name="connsiteX81" fmla="*/ 585966 w 2449768"/>
                <a:gd name="connsiteY81" fmla="*/ 1023951 h 1050628"/>
                <a:gd name="connsiteX82" fmla="*/ 596979 w 2449768"/>
                <a:gd name="connsiteY82" fmla="*/ 1021293 h 1050628"/>
                <a:gd name="connsiteX83" fmla="*/ 1086106 w 2449768"/>
                <a:gd name="connsiteY83" fmla="*/ 1015217 h 1050628"/>
                <a:gd name="connsiteX84" fmla="*/ 1099398 w 2449768"/>
                <a:gd name="connsiteY84" fmla="*/ 1023951 h 1050628"/>
                <a:gd name="connsiteX85" fmla="*/ 1093322 w 2449768"/>
                <a:gd name="connsiteY85" fmla="*/ 1048256 h 1050628"/>
                <a:gd name="connsiteX86" fmla="*/ 1082478 w 2449768"/>
                <a:gd name="connsiteY86" fmla="*/ 1050628 h 1050628"/>
                <a:gd name="connsiteX87" fmla="*/ 1080771 w 2449768"/>
                <a:gd name="connsiteY87" fmla="*/ 1050628 h 1050628"/>
                <a:gd name="connsiteX88" fmla="*/ 1069017 w 2449768"/>
                <a:gd name="connsiteY88" fmla="*/ 1042180 h 1050628"/>
                <a:gd name="connsiteX89" fmla="*/ 1075093 w 2449768"/>
                <a:gd name="connsiteY89" fmla="*/ 1017875 h 1050628"/>
                <a:gd name="connsiteX90" fmla="*/ 1086106 w 2449768"/>
                <a:gd name="connsiteY90" fmla="*/ 1015217 h 1050628"/>
                <a:gd name="connsiteX91" fmla="*/ 1313961 w 2449768"/>
                <a:gd name="connsiteY91" fmla="*/ 1009141 h 1050628"/>
                <a:gd name="connsiteX92" fmla="*/ 1327253 w 2449768"/>
                <a:gd name="connsiteY92" fmla="*/ 1017875 h 1050628"/>
                <a:gd name="connsiteX93" fmla="*/ 1321177 w 2449768"/>
                <a:gd name="connsiteY93" fmla="*/ 1042180 h 1050628"/>
                <a:gd name="connsiteX94" fmla="*/ 1296872 w 2449768"/>
                <a:gd name="connsiteY94" fmla="*/ 1036104 h 1050628"/>
                <a:gd name="connsiteX95" fmla="*/ 1302948 w 2449768"/>
                <a:gd name="connsiteY95" fmla="*/ 1011799 h 1050628"/>
                <a:gd name="connsiteX96" fmla="*/ 1313961 w 2449768"/>
                <a:gd name="connsiteY96" fmla="*/ 1009141 h 1050628"/>
                <a:gd name="connsiteX97" fmla="*/ 2337788 w 2449768"/>
                <a:gd name="connsiteY97" fmla="*/ 996989 h 1050628"/>
                <a:gd name="connsiteX98" fmla="*/ 2351080 w 2449768"/>
                <a:gd name="connsiteY98" fmla="*/ 1005723 h 1050628"/>
                <a:gd name="connsiteX99" fmla="*/ 2345004 w 2449768"/>
                <a:gd name="connsiteY99" fmla="*/ 1030028 h 1050628"/>
                <a:gd name="connsiteX100" fmla="*/ 2320699 w 2449768"/>
                <a:gd name="connsiteY100" fmla="*/ 1023952 h 1050628"/>
                <a:gd name="connsiteX101" fmla="*/ 2326775 w 2449768"/>
                <a:gd name="connsiteY101" fmla="*/ 999647 h 1050628"/>
                <a:gd name="connsiteX102" fmla="*/ 2337788 w 2449768"/>
                <a:gd name="connsiteY102" fmla="*/ 996989 h 1050628"/>
                <a:gd name="connsiteX103" fmla="*/ 1429407 w 2449768"/>
                <a:gd name="connsiteY103" fmla="*/ 990912 h 1050628"/>
                <a:gd name="connsiteX104" fmla="*/ 1442699 w 2449768"/>
                <a:gd name="connsiteY104" fmla="*/ 999646 h 1050628"/>
                <a:gd name="connsiteX105" fmla="*/ 1436623 w 2449768"/>
                <a:gd name="connsiteY105" fmla="*/ 1023951 h 1050628"/>
                <a:gd name="connsiteX106" fmla="*/ 1412318 w 2449768"/>
                <a:gd name="connsiteY106" fmla="*/ 1017875 h 1050628"/>
                <a:gd name="connsiteX107" fmla="*/ 1418394 w 2449768"/>
                <a:gd name="connsiteY107" fmla="*/ 993570 h 1050628"/>
                <a:gd name="connsiteX108" fmla="*/ 1429407 w 2449768"/>
                <a:gd name="connsiteY108" fmla="*/ 990912 h 1050628"/>
                <a:gd name="connsiteX109" fmla="*/ 1672452 w 2449768"/>
                <a:gd name="connsiteY109" fmla="*/ 987874 h 1050628"/>
                <a:gd name="connsiteX110" fmla="*/ 1685744 w 2449768"/>
                <a:gd name="connsiteY110" fmla="*/ 996608 h 1050628"/>
                <a:gd name="connsiteX111" fmla="*/ 1679668 w 2449768"/>
                <a:gd name="connsiteY111" fmla="*/ 1020913 h 1050628"/>
                <a:gd name="connsiteX112" fmla="*/ 1655363 w 2449768"/>
                <a:gd name="connsiteY112" fmla="*/ 1014837 h 1050628"/>
                <a:gd name="connsiteX113" fmla="*/ 1661439 w 2449768"/>
                <a:gd name="connsiteY113" fmla="*/ 990532 h 1050628"/>
                <a:gd name="connsiteX114" fmla="*/ 1672452 w 2449768"/>
                <a:gd name="connsiteY114" fmla="*/ 987874 h 1050628"/>
                <a:gd name="connsiteX115" fmla="*/ 1803089 w 2449768"/>
                <a:gd name="connsiteY115" fmla="*/ 975722 h 1050628"/>
                <a:gd name="connsiteX116" fmla="*/ 1816381 w 2449768"/>
                <a:gd name="connsiteY116" fmla="*/ 984456 h 1050628"/>
                <a:gd name="connsiteX117" fmla="*/ 1810305 w 2449768"/>
                <a:gd name="connsiteY117" fmla="*/ 1008761 h 1050628"/>
                <a:gd name="connsiteX118" fmla="*/ 1786000 w 2449768"/>
                <a:gd name="connsiteY118" fmla="*/ 1002685 h 1050628"/>
                <a:gd name="connsiteX119" fmla="*/ 1792076 w 2449768"/>
                <a:gd name="connsiteY119" fmla="*/ 978380 h 1050628"/>
                <a:gd name="connsiteX120" fmla="*/ 1803089 w 2449768"/>
                <a:gd name="connsiteY120" fmla="*/ 975722 h 1050628"/>
                <a:gd name="connsiteX121" fmla="*/ 2030944 w 2449768"/>
                <a:gd name="connsiteY121" fmla="*/ 969646 h 1050628"/>
                <a:gd name="connsiteX122" fmla="*/ 2044236 w 2449768"/>
                <a:gd name="connsiteY122" fmla="*/ 978380 h 1050628"/>
                <a:gd name="connsiteX123" fmla="*/ 2038160 w 2449768"/>
                <a:gd name="connsiteY123" fmla="*/ 1002685 h 1050628"/>
                <a:gd name="connsiteX124" fmla="*/ 2013855 w 2449768"/>
                <a:gd name="connsiteY124" fmla="*/ 996609 h 1050628"/>
                <a:gd name="connsiteX125" fmla="*/ 2019931 w 2449768"/>
                <a:gd name="connsiteY125" fmla="*/ 972304 h 1050628"/>
                <a:gd name="connsiteX126" fmla="*/ 2030944 w 2449768"/>
                <a:gd name="connsiteY126" fmla="*/ 969646 h 1050628"/>
                <a:gd name="connsiteX127" fmla="*/ 405581 w 2449768"/>
                <a:gd name="connsiteY127" fmla="*/ 966608 h 1050628"/>
                <a:gd name="connsiteX128" fmla="*/ 418873 w 2449768"/>
                <a:gd name="connsiteY128" fmla="*/ 975342 h 1050628"/>
                <a:gd name="connsiteX129" fmla="*/ 412797 w 2449768"/>
                <a:gd name="connsiteY129" fmla="*/ 999647 h 1050628"/>
                <a:gd name="connsiteX130" fmla="*/ 388492 w 2449768"/>
                <a:gd name="connsiteY130" fmla="*/ 993571 h 1050628"/>
                <a:gd name="connsiteX131" fmla="*/ 394568 w 2449768"/>
                <a:gd name="connsiteY131" fmla="*/ 969266 h 1050628"/>
                <a:gd name="connsiteX132" fmla="*/ 405581 w 2449768"/>
                <a:gd name="connsiteY132" fmla="*/ 966608 h 1050628"/>
                <a:gd name="connsiteX133" fmla="*/ 2225380 w 2449768"/>
                <a:gd name="connsiteY133" fmla="*/ 957494 h 1050628"/>
                <a:gd name="connsiteX134" fmla="*/ 2238671 w 2449768"/>
                <a:gd name="connsiteY134" fmla="*/ 966228 h 1050628"/>
                <a:gd name="connsiteX135" fmla="*/ 2232595 w 2449768"/>
                <a:gd name="connsiteY135" fmla="*/ 990533 h 1050628"/>
                <a:gd name="connsiteX136" fmla="*/ 2208290 w 2449768"/>
                <a:gd name="connsiteY136" fmla="*/ 984457 h 1050628"/>
                <a:gd name="connsiteX137" fmla="*/ 2214366 w 2449768"/>
                <a:gd name="connsiteY137" fmla="*/ 960152 h 1050628"/>
                <a:gd name="connsiteX138" fmla="*/ 2225380 w 2449768"/>
                <a:gd name="connsiteY138" fmla="*/ 957494 h 1050628"/>
                <a:gd name="connsiteX139" fmla="*/ 1927649 w 2449768"/>
                <a:gd name="connsiteY139" fmla="*/ 954456 h 1050628"/>
                <a:gd name="connsiteX140" fmla="*/ 1940941 w 2449768"/>
                <a:gd name="connsiteY140" fmla="*/ 963190 h 1050628"/>
                <a:gd name="connsiteX141" fmla="*/ 1934865 w 2449768"/>
                <a:gd name="connsiteY141" fmla="*/ 987495 h 1050628"/>
                <a:gd name="connsiteX142" fmla="*/ 1910560 w 2449768"/>
                <a:gd name="connsiteY142" fmla="*/ 981419 h 1050628"/>
                <a:gd name="connsiteX143" fmla="*/ 1916636 w 2449768"/>
                <a:gd name="connsiteY143" fmla="*/ 957114 h 1050628"/>
                <a:gd name="connsiteX144" fmla="*/ 1927649 w 2449768"/>
                <a:gd name="connsiteY144" fmla="*/ 954456 h 1050628"/>
                <a:gd name="connsiteX145" fmla="*/ 244564 w 2449768"/>
                <a:gd name="connsiteY145" fmla="*/ 954456 h 1050628"/>
                <a:gd name="connsiteX146" fmla="*/ 257856 w 2449768"/>
                <a:gd name="connsiteY146" fmla="*/ 963190 h 1050628"/>
                <a:gd name="connsiteX147" fmla="*/ 251780 w 2449768"/>
                <a:gd name="connsiteY147" fmla="*/ 987495 h 1050628"/>
                <a:gd name="connsiteX148" fmla="*/ 227475 w 2449768"/>
                <a:gd name="connsiteY148" fmla="*/ 981419 h 1050628"/>
                <a:gd name="connsiteX149" fmla="*/ 233551 w 2449768"/>
                <a:gd name="connsiteY149" fmla="*/ 957114 h 1050628"/>
                <a:gd name="connsiteX150" fmla="*/ 244564 w 2449768"/>
                <a:gd name="connsiteY150" fmla="*/ 954456 h 1050628"/>
                <a:gd name="connsiteX151" fmla="*/ 2431968 w 2449768"/>
                <a:gd name="connsiteY151" fmla="*/ 951418 h 1050628"/>
                <a:gd name="connsiteX152" fmla="*/ 2445260 w 2449768"/>
                <a:gd name="connsiteY152" fmla="*/ 960152 h 1050628"/>
                <a:gd name="connsiteX153" fmla="*/ 2439184 w 2449768"/>
                <a:gd name="connsiteY153" fmla="*/ 984457 h 1050628"/>
                <a:gd name="connsiteX154" fmla="*/ 2414879 w 2449768"/>
                <a:gd name="connsiteY154" fmla="*/ 978381 h 1050628"/>
                <a:gd name="connsiteX155" fmla="*/ 2420955 w 2449768"/>
                <a:gd name="connsiteY155" fmla="*/ 954076 h 1050628"/>
                <a:gd name="connsiteX156" fmla="*/ 2431968 w 2449768"/>
                <a:gd name="connsiteY156" fmla="*/ 951418 h 1050628"/>
                <a:gd name="connsiteX157" fmla="*/ 1553968 w 2449768"/>
                <a:gd name="connsiteY157" fmla="*/ 948380 h 1050628"/>
                <a:gd name="connsiteX158" fmla="*/ 1567259 w 2449768"/>
                <a:gd name="connsiteY158" fmla="*/ 957114 h 1050628"/>
                <a:gd name="connsiteX159" fmla="*/ 1561183 w 2449768"/>
                <a:gd name="connsiteY159" fmla="*/ 981419 h 1050628"/>
                <a:gd name="connsiteX160" fmla="*/ 1536879 w 2449768"/>
                <a:gd name="connsiteY160" fmla="*/ 975343 h 1050628"/>
                <a:gd name="connsiteX161" fmla="*/ 1542955 w 2449768"/>
                <a:gd name="connsiteY161" fmla="*/ 951038 h 1050628"/>
                <a:gd name="connsiteX162" fmla="*/ 1553968 w 2449768"/>
                <a:gd name="connsiteY162" fmla="*/ 948380 h 1050628"/>
                <a:gd name="connsiteX163" fmla="*/ 1222819 w 2449768"/>
                <a:gd name="connsiteY163" fmla="*/ 933189 h 1050628"/>
                <a:gd name="connsiteX164" fmla="*/ 1236111 w 2449768"/>
                <a:gd name="connsiteY164" fmla="*/ 941923 h 1050628"/>
                <a:gd name="connsiteX165" fmla="*/ 1230035 w 2449768"/>
                <a:gd name="connsiteY165" fmla="*/ 966228 h 1050628"/>
                <a:gd name="connsiteX166" fmla="*/ 1205730 w 2449768"/>
                <a:gd name="connsiteY166" fmla="*/ 960152 h 1050628"/>
                <a:gd name="connsiteX167" fmla="*/ 1211806 w 2449768"/>
                <a:gd name="connsiteY167" fmla="*/ 935847 h 1050628"/>
                <a:gd name="connsiteX168" fmla="*/ 1222819 w 2449768"/>
                <a:gd name="connsiteY168" fmla="*/ 933189 h 1050628"/>
                <a:gd name="connsiteX169" fmla="*/ 1031421 w 2449768"/>
                <a:gd name="connsiteY169" fmla="*/ 930151 h 1050628"/>
                <a:gd name="connsiteX170" fmla="*/ 1044713 w 2449768"/>
                <a:gd name="connsiteY170" fmla="*/ 938885 h 1050628"/>
                <a:gd name="connsiteX171" fmla="*/ 1038637 w 2449768"/>
                <a:gd name="connsiteY171" fmla="*/ 963190 h 1050628"/>
                <a:gd name="connsiteX172" fmla="*/ 1014332 w 2449768"/>
                <a:gd name="connsiteY172" fmla="*/ 957114 h 1050628"/>
                <a:gd name="connsiteX173" fmla="*/ 1020408 w 2449768"/>
                <a:gd name="connsiteY173" fmla="*/ 932809 h 1050628"/>
                <a:gd name="connsiteX174" fmla="*/ 1031421 w 2449768"/>
                <a:gd name="connsiteY174" fmla="*/ 930151 h 1050628"/>
                <a:gd name="connsiteX175" fmla="*/ 931165 w 2449768"/>
                <a:gd name="connsiteY175" fmla="*/ 930151 h 1050628"/>
                <a:gd name="connsiteX176" fmla="*/ 944457 w 2449768"/>
                <a:gd name="connsiteY176" fmla="*/ 938885 h 1050628"/>
                <a:gd name="connsiteX177" fmla="*/ 938381 w 2449768"/>
                <a:gd name="connsiteY177" fmla="*/ 963190 h 1050628"/>
                <a:gd name="connsiteX178" fmla="*/ 914076 w 2449768"/>
                <a:gd name="connsiteY178" fmla="*/ 957114 h 1050628"/>
                <a:gd name="connsiteX179" fmla="*/ 920152 w 2449768"/>
                <a:gd name="connsiteY179" fmla="*/ 932809 h 1050628"/>
                <a:gd name="connsiteX180" fmla="*/ 931165 w 2449768"/>
                <a:gd name="connsiteY180" fmla="*/ 930151 h 1050628"/>
                <a:gd name="connsiteX181" fmla="*/ 123041 w 2449768"/>
                <a:gd name="connsiteY181" fmla="*/ 930151 h 1050628"/>
                <a:gd name="connsiteX182" fmla="*/ 136333 w 2449768"/>
                <a:gd name="connsiteY182" fmla="*/ 938885 h 1050628"/>
                <a:gd name="connsiteX183" fmla="*/ 130257 w 2449768"/>
                <a:gd name="connsiteY183" fmla="*/ 963190 h 1050628"/>
                <a:gd name="connsiteX184" fmla="*/ 105952 w 2449768"/>
                <a:gd name="connsiteY184" fmla="*/ 957114 h 1050628"/>
                <a:gd name="connsiteX185" fmla="*/ 112028 w 2449768"/>
                <a:gd name="connsiteY185" fmla="*/ 932809 h 1050628"/>
                <a:gd name="connsiteX186" fmla="*/ 123041 w 2449768"/>
                <a:gd name="connsiteY186" fmla="*/ 930151 h 1050628"/>
                <a:gd name="connsiteX187" fmla="*/ 524065 w 2449768"/>
                <a:gd name="connsiteY187" fmla="*/ 917999 h 1050628"/>
                <a:gd name="connsiteX188" fmla="*/ 537357 w 2449768"/>
                <a:gd name="connsiteY188" fmla="*/ 926733 h 1050628"/>
                <a:gd name="connsiteX189" fmla="*/ 531281 w 2449768"/>
                <a:gd name="connsiteY189" fmla="*/ 951038 h 1050628"/>
                <a:gd name="connsiteX190" fmla="*/ 506976 w 2449768"/>
                <a:gd name="connsiteY190" fmla="*/ 944962 h 1050628"/>
                <a:gd name="connsiteX191" fmla="*/ 513052 w 2449768"/>
                <a:gd name="connsiteY191" fmla="*/ 920657 h 1050628"/>
                <a:gd name="connsiteX192" fmla="*/ 524065 w 2449768"/>
                <a:gd name="connsiteY192" fmla="*/ 917999 h 1050628"/>
                <a:gd name="connsiteX193" fmla="*/ 824833 w 2449768"/>
                <a:gd name="connsiteY193" fmla="*/ 911923 h 1050628"/>
                <a:gd name="connsiteX194" fmla="*/ 838125 w 2449768"/>
                <a:gd name="connsiteY194" fmla="*/ 920657 h 1050628"/>
                <a:gd name="connsiteX195" fmla="*/ 832049 w 2449768"/>
                <a:gd name="connsiteY195" fmla="*/ 944962 h 1050628"/>
                <a:gd name="connsiteX196" fmla="*/ 807744 w 2449768"/>
                <a:gd name="connsiteY196" fmla="*/ 938886 h 1050628"/>
                <a:gd name="connsiteX197" fmla="*/ 813820 w 2449768"/>
                <a:gd name="connsiteY197" fmla="*/ 914581 h 1050628"/>
                <a:gd name="connsiteX198" fmla="*/ 824833 w 2449768"/>
                <a:gd name="connsiteY198" fmla="*/ 911923 h 1050628"/>
                <a:gd name="connsiteX199" fmla="*/ 2137276 w 2449768"/>
                <a:gd name="connsiteY199" fmla="*/ 905847 h 1050628"/>
                <a:gd name="connsiteX200" fmla="*/ 2150567 w 2449768"/>
                <a:gd name="connsiteY200" fmla="*/ 914581 h 1050628"/>
                <a:gd name="connsiteX201" fmla="*/ 2144491 w 2449768"/>
                <a:gd name="connsiteY201" fmla="*/ 938886 h 1050628"/>
                <a:gd name="connsiteX202" fmla="*/ 2120187 w 2449768"/>
                <a:gd name="connsiteY202" fmla="*/ 932810 h 1050628"/>
                <a:gd name="connsiteX203" fmla="*/ 2126263 w 2449768"/>
                <a:gd name="connsiteY203" fmla="*/ 908505 h 1050628"/>
                <a:gd name="connsiteX204" fmla="*/ 2137276 w 2449768"/>
                <a:gd name="connsiteY204" fmla="*/ 905847 h 1050628"/>
                <a:gd name="connsiteX205" fmla="*/ 630397 w 2449768"/>
                <a:gd name="connsiteY205" fmla="*/ 905847 h 1050628"/>
                <a:gd name="connsiteX206" fmla="*/ 643689 w 2449768"/>
                <a:gd name="connsiteY206" fmla="*/ 914581 h 1050628"/>
                <a:gd name="connsiteX207" fmla="*/ 637613 w 2449768"/>
                <a:gd name="connsiteY207" fmla="*/ 938886 h 1050628"/>
                <a:gd name="connsiteX208" fmla="*/ 613308 w 2449768"/>
                <a:gd name="connsiteY208" fmla="*/ 932810 h 1050628"/>
                <a:gd name="connsiteX209" fmla="*/ 619384 w 2449768"/>
                <a:gd name="connsiteY209" fmla="*/ 908505 h 1050628"/>
                <a:gd name="connsiteX210" fmla="*/ 630397 w 2449768"/>
                <a:gd name="connsiteY210" fmla="*/ 905847 h 1050628"/>
                <a:gd name="connsiteX211" fmla="*/ 1332189 w 2449768"/>
                <a:gd name="connsiteY211" fmla="*/ 896733 h 1050628"/>
                <a:gd name="connsiteX212" fmla="*/ 1345481 w 2449768"/>
                <a:gd name="connsiteY212" fmla="*/ 905467 h 1050628"/>
                <a:gd name="connsiteX213" fmla="*/ 1339405 w 2449768"/>
                <a:gd name="connsiteY213" fmla="*/ 929772 h 1050628"/>
                <a:gd name="connsiteX214" fmla="*/ 1315100 w 2449768"/>
                <a:gd name="connsiteY214" fmla="*/ 923696 h 1050628"/>
                <a:gd name="connsiteX215" fmla="*/ 1321176 w 2449768"/>
                <a:gd name="connsiteY215" fmla="*/ 899391 h 1050628"/>
                <a:gd name="connsiteX216" fmla="*/ 1332189 w 2449768"/>
                <a:gd name="connsiteY216" fmla="*/ 896733 h 1050628"/>
                <a:gd name="connsiteX217" fmla="*/ 724577 w 2449768"/>
                <a:gd name="connsiteY217" fmla="*/ 890656 h 1050628"/>
                <a:gd name="connsiteX218" fmla="*/ 737869 w 2449768"/>
                <a:gd name="connsiteY218" fmla="*/ 899390 h 1050628"/>
                <a:gd name="connsiteX219" fmla="*/ 731793 w 2449768"/>
                <a:gd name="connsiteY219" fmla="*/ 923695 h 1050628"/>
                <a:gd name="connsiteX220" fmla="*/ 707488 w 2449768"/>
                <a:gd name="connsiteY220" fmla="*/ 917619 h 1050628"/>
                <a:gd name="connsiteX221" fmla="*/ 713564 w 2449768"/>
                <a:gd name="connsiteY221" fmla="*/ 893314 h 1050628"/>
                <a:gd name="connsiteX222" fmla="*/ 724577 w 2449768"/>
                <a:gd name="connsiteY222" fmla="*/ 890656 h 1050628"/>
                <a:gd name="connsiteX223" fmla="*/ 1435484 w 2449768"/>
                <a:gd name="connsiteY223" fmla="*/ 884580 h 1050628"/>
                <a:gd name="connsiteX224" fmla="*/ 1448776 w 2449768"/>
                <a:gd name="connsiteY224" fmla="*/ 893314 h 1050628"/>
                <a:gd name="connsiteX225" fmla="*/ 1442700 w 2449768"/>
                <a:gd name="connsiteY225" fmla="*/ 917619 h 1050628"/>
                <a:gd name="connsiteX226" fmla="*/ 1418395 w 2449768"/>
                <a:gd name="connsiteY226" fmla="*/ 911543 h 1050628"/>
                <a:gd name="connsiteX227" fmla="*/ 1424471 w 2449768"/>
                <a:gd name="connsiteY227" fmla="*/ 887238 h 1050628"/>
                <a:gd name="connsiteX228" fmla="*/ 1435484 w 2449768"/>
                <a:gd name="connsiteY228" fmla="*/ 884580 h 1050628"/>
                <a:gd name="connsiteX229" fmla="*/ 1131677 w 2449768"/>
                <a:gd name="connsiteY229" fmla="*/ 884580 h 1050628"/>
                <a:gd name="connsiteX230" fmla="*/ 1144969 w 2449768"/>
                <a:gd name="connsiteY230" fmla="*/ 893314 h 1050628"/>
                <a:gd name="connsiteX231" fmla="*/ 1138893 w 2449768"/>
                <a:gd name="connsiteY231" fmla="*/ 917619 h 1050628"/>
                <a:gd name="connsiteX232" fmla="*/ 1114588 w 2449768"/>
                <a:gd name="connsiteY232" fmla="*/ 911543 h 1050628"/>
                <a:gd name="connsiteX233" fmla="*/ 1120664 w 2449768"/>
                <a:gd name="connsiteY233" fmla="*/ 887238 h 1050628"/>
                <a:gd name="connsiteX234" fmla="*/ 1131677 w 2449768"/>
                <a:gd name="connsiteY234" fmla="*/ 884580 h 1050628"/>
                <a:gd name="connsiteX235" fmla="*/ 1757518 w 2449768"/>
                <a:gd name="connsiteY235" fmla="*/ 881542 h 1050628"/>
                <a:gd name="connsiteX236" fmla="*/ 1770810 w 2449768"/>
                <a:gd name="connsiteY236" fmla="*/ 890276 h 1050628"/>
                <a:gd name="connsiteX237" fmla="*/ 1764734 w 2449768"/>
                <a:gd name="connsiteY237" fmla="*/ 914581 h 1050628"/>
                <a:gd name="connsiteX238" fmla="*/ 1740429 w 2449768"/>
                <a:gd name="connsiteY238" fmla="*/ 908505 h 1050628"/>
                <a:gd name="connsiteX239" fmla="*/ 1746505 w 2449768"/>
                <a:gd name="connsiteY239" fmla="*/ 884200 h 1050628"/>
                <a:gd name="connsiteX240" fmla="*/ 1757518 w 2449768"/>
                <a:gd name="connsiteY240" fmla="*/ 881542 h 1050628"/>
                <a:gd name="connsiteX241" fmla="*/ 1654224 w 2449768"/>
                <a:gd name="connsiteY241" fmla="*/ 881542 h 1050628"/>
                <a:gd name="connsiteX242" fmla="*/ 1667516 w 2449768"/>
                <a:gd name="connsiteY242" fmla="*/ 890276 h 1050628"/>
                <a:gd name="connsiteX243" fmla="*/ 1661440 w 2449768"/>
                <a:gd name="connsiteY243" fmla="*/ 914581 h 1050628"/>
                <a:gd name="connsiteX244" fmla="*/ 1637135 w 2449768"/>
                <a:gd name="connsiteY244" fmla="*/ 908505 h 1050628"/>
                <a:gd name="connsiteX245" fmla="*/ 1643211 w 2449768"/>
                <a:gd name="connsiteY245" fmla="*/ 884200 h 1050628"/>
                <a:gd name="connsiteX246" fmla="*/ 1654224 w 2449768"/>
                <a:gd name="connsiteY246" fmla="*/ 881542 h 1050628"/>
                <a:gd name="connsiteX247" fmla="*/ 2346903 w 2449768"/>
                <a:gd name="connsiteY247" fmla="*/ 878504 h 1050628"/>
                <a:gd name="connsiteX248" fmla="*/ 2360194 w 2449768"/>
                <a:gd name="connsiteY248" fmla="*/ 887238 h 1050628"/>
                <a:gd name="connsiteX249" fmla="*/ 2354118 w 2449768"/>
                <a:gd name="connsiteY249" fmla="*/ 911543 h 1050628"/>
                <a:gd name="connsiteX250" fmla="*/ 2329813 w 2449768"/>
                <a:gd name="connsiteY250" fmla="*/ 905467 h 1050628"/>
                <a:gd name="connsiteX251" fmla="*/ 2335889 w 2449768"/>
                <a:gd name="connsiteY251" fmla="*/ 881162 h 1050628"/>
                <a:gd name="connsiteX252" fmla="*/ 2346903 w 2449768"/>
                <a:gd name="connsiteY252" fmla="*/ 878504 h 1050628"/>
                <a:gd name="connsiteX253" fmla="*/ 320515 w 2449768"/>
                <a:gd name="connsiteY253" fmla="*/ 872428 h 1050628"/>
                <a:gd name="connsiteX254" fmla="*/ 333807 w 2449768"/>
                <a:gd name="connsiteY254" fmla="*/ 881162 h 1050628"/>
                <a:gd name="connsiteX255" fmla="*/ 327731 w 2449768"/>
                <a:gd name="connsiteY255" fmla="*/ 905467 h 1050628"/>
                <a:gd name="connsiteX256" fmla="*/ 303426 w 2449768"/>
                <a:gd name="connsiteY256" fmla="*/ 899391 h 1050628"/>
                <a:gd name="connsiteX257" fmla="*/ 309502 w 2449768"/>
                <a:gd name="connsiteY257" fmla="*/ 875086 h 1050628"/>
                <a:gd name="connsiteX258" fmla="*/ 320515 w 2449768"/>
                <a:gd name="connsiteY258" fmla="*/ 872428 h 1050628"/>
                <a:gd name="connsiteX259" fmla="*/ 1876003 w 2449768"/>
                <a:gd name="connsiteY259" fmla="*/ 866352 h 1050628"/>
                <a:gd name="connsiteX260" fmla="*/ 1889294 w 2449768"/>
                <a:gd name="connsiteY260" fmla="*/ 875086 h 1050628"/>
                <a:gd name="connsiteX261" fmla="*/ 1883218 w 2449768"/>
                <a:gd name="connsiteY261" fmla="*/ 899391 h 1050628"/>
                <a:gd name="connsiteX262" fmla="*/ 1858913 w 2449768"/>
                <a:gd name="connsiteY262" fmla="*/ 893315 h 1050628"/>
                <a:gd name="connsiteX263" fmla="*/ 1864989 w 2449768"/>
                <a:gd name="connsiteY263" fmla="*/ 869010 h 1050628"/>
                <a:gd name="connsiteX264" fmla="*/ 1876003 w 2449768"/>
                <a:gd name="connsiteY264" fmla="*/ 866352 h 1050628"/>
                <a:gd name="connsiteX265" fmla="*/ 2000563 w 2449768"/>
                <a:gd name="connsiteY265" fmla="*/ 857238 h 1050628"/>
                <a:gd name="connsiteX266" fmla="*/ 2013855 w 2449768"/>
                <a:gd name="connsiteY266" fmla="*/ 865972 h 1050628"/>
                <a:gd name="connsiteX267" fmla="*/ 2007779 w 2449768"/>
                <a:gd name="connsiteY267" fmla="*/ 890277 h 1050628"/>
                <a:gd name="connsiteX268" fmla="*/ 1983474 w 2449768"/>
                <a:gd name="connsiteY268" fmla="*/ 884201 h 1050628"/>
                <a:gd name="connsiteX269" fmla="*/ 1989550 w 2449768"/>
                <a:gd name="connsiteY269" fmla="*/ 859896 h 1050628"/>
                <a:gd name="connsiteX270" fmla="*/ 2000563 w 2449768"/>
                <a:gd name="connsiteY270" fmla="*/ 857238 h 1050628"/>
                <a:gd name="connsiteX271" fmla="*/ 420771 w 2449768"/>
                <a:gd name="connsiteY271" fmla="*/ 857238 h 1050628"/>
                <a:gd name="connsiteX272" fmla="*/ 434062 w 2449768"/>
                <a:gd name="connsiteY272" fmla="*/ 865972 h 1050628"/>
                <a:gd name="connsiteX273" fmla="*/ 427986 w 2449768"/>
                <a:gd name="connsiteY273" fmla="*/ 890277 h 1050628"/>
                <a:gd name="connsiteX274" fmla="*/ 403682 w 2449768"/>
                <a:gd name="connsiteY274" fmla="*/ 884201 h 1050628"/>
                <a:gd name="connsiteX275" fmla="*/ 409758 w 2449768"/>
                <a:gd name="connsiteY275" fmla="*/ 859896 h 1050628"/>
                <a:gd name="connsiteX276" fmla="*/ 420771 w 2449768"/>
                <a:gd name="connsiteY276" fmla="*/ 857238 h 1050628"/>
                <a:gd name="connsiteX277" fmla="*/ 2237532 w 2449768"/>
                <a:gd name="connsiteY277" fmla="*/ 848124 h 1050628"/>
                <a:gd name="connsiteX278" fmla="*/ 2250824 w 2449768"/>
                <a:gd name="connsiteY278" fmla="*/ 856858 h 1050628"/>
                <a:gd name="connsiteX279" fmla="*/ 2244748 w 2449768"/>
                <a:gd name="connsiteY279" fmla="*/ 881163 h 1050628"/>
                <a:gd name="connsiteX280" fmla="*/ 2220443 w 2449768"/>
                <a:gd name="connsiteY280" fmla="*/ 875087 h 1050628"/>
                <a:gd name="connsiteX281" fmla="*/ 2226519 w 2449768"/>
                <a:gd name="connsiteY281" fmla="*/ 850782 h 1050628"/>
                <a:gd name="connsiteX282" fmla="*/ 2237532 w 2449768"/>
                <a:gd name="connsiteY282" fmla="*/ 848124 h 1050628"/>
                <a:gd name="connsiteX283" fmla="*/ 211145 w 2449768"/>
                <a:gd name="connsiteY283" fmla="*/ 848124 h 1050628"/>
                <a:gd name="connsiteX284" fmla="*/ 224436 w 2449768"/>
                <a:gd name="connsiteY284" fmla="*/ 856858 h 1050628"/>
                <a:gd name="connsiteX285" fmla="*/ 218360 w 2449768"/>
                <a:gd name="connsiteY285" fmla="*/ 881163 h 1050628"/>
                <a:gd name="connsiteX286" fmla="*/ 194056 w 2449768"/>
                <a:gd name="connsiteY286" fmla="*/ 875087 h 1050628"/>
                <a:gd name="connsiteX287" fmla="*/ 200132 w 2449768"/>
                <a:gd name="connsiteY287" fmla="*/ 850782 h 1050628"/>
                <a:gd name="connsiteX288" fmla="*/ 211145 w 2449768"/>
                <a:gd name="connsiteY288" fmla="*/ 848124 h 1050628"/>
                <a:gd name="connsiteX289" fmla="*/ 1511435 w 2449768"/>
                <a:gd name="connsiteY289" fmla="*/ 839009 h 1050628"/>
                <a:gd name="connsiteX290" fmla="*/ 1524727 w 2449768"/>
                <a:gd name="connsiteY290" fmla="*/ 847743 h 1050628"/>
                <a:gd name="connsiteX291" fmla="*/ 1518651 w 2449768"/>
                <a:gd name="connsiteY291" fmla="*/ 872048 h 1050628"/>
                <a:gd name="connsiteX292" fmla="*/ 1494346 w 2449768"/>
                <a:gd name="connsiteY292" fmla="*/ 865972 h 1050628"/>
                <a:gd name="connsiteX293" fmla="*/ 1500422 w 2449768"/>
                <a:gd name="connsiteY293" fmla="*/ 841667 h 1050628"/>
                <a:gd name="connsiteX294" fmla="*/ 1511435 w 2449768"/>
                <a:gd name="connsiteY294" fmla="*/ 839009 h 1050628"/>
                <a:gd name="connsiteX295" fmla="*/ 1253200 w 2449768"/>
                <a:gd name="connsiteY295" fmla="*/ 826857 h 1050628"/>
                <a:gd name="connsiteX296" fmla="*/ 1266492 w 2449768"/>
                <a:gd name="connsiteY296" fmla="*/ 835591 h 1050628"/>
                <a:gd name="connsiteX297" fmla="*/ 1260416 w 2449768"/>
                <a:gd name="connsiteY297" fmla="*/ 859896 h 1050628"/>
                <a:gd name="connsiteX298" fmla="*/ 1236111 w 2449768"/>
                <a:gd name="connsiteY298" fmla="*/ 853820 h 1050628"/>
                <a:gd name="connsiteX299" fmla="*/ 1242187 w 2449768"/>
                <a:gd name="connsiteY299" fmla="*/ 829515 h 1050628"/>
                <a:gd name="connsiteX300" fmla="*/ 1253200 w 2449768"/>
                <a:gd name="connsiteY300" fmla="*/ 826857 h 1050628"/>
                <a:gd name="connsiteX301" fmla="*/ 2428930 w 2449768"/>
                <a:gd name="connsiteY301" fmla="*/ 814705 h 1050628"/>
                <a:gd name="connsiteX302" fmla="*/ 2442221 w 2449768"/>
                <a:gd name="connsiteY302" fmla="*/ 823439 h 1050628"/>
                <a:gd name="connsiteX303" fmla="*/ 2436145 w 2449768"/>
                <a:gd name="connsiteY303" fmla="*/ 847744 h 1050628"/>
                <a:gd name="connsiteX304" fmla="*/ 2411841 w 2449768"/>
                <a:gd name="connsiteY304" fmla="*/ 841668 h 1050628"/>
                <a:gd name="connsiteX305" fmla="*/ 2417917 w 2449768"/>
                <a:gd name="connsiteY305" fmla="*/ 817363 h 1050628"/>
                <a:gd name="connsiteX306" fmla="*/ 2428930 w 2449768"/>
                <a:gd name="connsiteY306" fmla="*/ 814705 h 1050628"/>
                <a:gd name="connsiteX307" fmla="*/ 991927 w 2449768"/>
                <a:gd name="connsiteY307" fmla="*/ 814705 h 1050628"/>
                <a:gd name="connsiteX308" fmla="*/ 1005218 w 2449768"/>
                <a:gd name="connsiteY308" fmla="*/ 823439 h 1050628"/>
                <a:gd name="connsiteX309" fmla="*/ 999142 w 2449768"/>
                <a:gd name="connsiteY309" fmla="*/ 847744 h 1050628"/>
                <a:gd name="connsiteX310" fmla="*/ 974838 w 2449768"/>
                <a:gd name="connsiteY310" fmla="*/ 841668 h 1050628"/>
                <a:gd name="connsiteX311" fmla="*/ 980914 w 2449768"/>
                <a:gd name="connsiteY311" fmla="*/ 817363 h 1050628"/>
                <a:gd name="connsiteX312" fmla="*/ 991927 w 2449768"/>
                <a:gd name="connsiteY312" fmla="*/ 814705 h 1050628"/>
                <a:gd name="connsiteX313" fmla="*/ 894709 w 2449768"/>
                <a:gd name="connsiteY313" fmla="*/ 814705 h 1050628"/>
                <a:gd name="connsiteX314" fmla="*/ 908001 w 2449768"/>
                <a:gd name="connsiteY314" fmla="*/ 823439 h 1050628"/>
                <a:gd name="connsiteX315" fmla="*/ 901925 w 2449768"/>
                <a:gd name="connsiteY315" fmla="*/ 847744 h 1050628"/>
                <a:gd name="connsiteX316" fmla="*/ 877620 w 2449768"/>
                <a:gd name="connsiteY316" fmla="*/ 841668 h 1050628"/>
                <a:gd name="connsiteX317" fmla="*/ 883696 w 2449768"/>
                <a:gd name="connsiteY317" fmla="*/ 817363 h 1050628"/>
                <a:gd name="connsiteX318" fmla="*/ 894709 w 2449768"/>
                <a:gd name="connsiteY318" fmla="*/ 814705 h 1050628"/>
                <a:gd name="connsiteX319" fmla="*/ 2088668 w 2449768"/>
                <a:gd name="connsiteY319" fmla="*/ 805591 h 1050628"/>
                <a:gd name="connsiteX320" fmla="*/ 2101959 w 2449768"/>
                <a:gd name="connsiteY320" fmla="*/ 814325 h 1050628"/>
                <a:gd name="connsiteX321" fmla="*/ 2095883 w 2449768"/>
                <a:gd name="connsiteY321" fmla="*/ 838630 h 1050628"/>
                <a:gd name="connsiteX322" fmla="*/ 2071578 w 2449768"/>
                <a:gd name="connsiteY322" fmla="*/ 832554 h 1050628"/>
                <a:gd name="connsiteX323" fmla="*/ 2077654 w 2449768"/>
                <a:gd name="connsiteY323" fmla="*/ 808249 h 1050628"/>
                <a:gd name="connsiteX324" fmla="*/ 2088668 w 2449768"/>
                <a:gd name="connsiteY324" fmla="*/ 805591 h 1050628"/>
                <a:gd name="connsiteX325" fmla="*/ 575712 w 2449768"/>
                <a:gd name="connsiteY325" fmla="*/ 802553 h 1050628"/>
                <a:gd name="connsiteX326" fmla="*/ 589004 w 2449768"/>
                <a:gd name="connsiteY326" fmla="*/ 811287 h 1050628"/>
                <a:gd name="connsiteX327" fmla="*/ 582928 w 2449768"/>
                <a:gd name="connsiteY327" fmla="*/ 835592 h 1050628"/>
                <a:gd name="connsiteX328" fmla="*/ 558623 w 2449768"/>
                <a:gd name="connsiteY328" fmla="*/ 829516 h 1050628"/>
                <a:gd name="connsiteX329" fmla="*/ 564699 w 2449768"/>
                <a:gd name="connsiteY329" fmla="*/ 805211 h 1050628"/>
                <a:gd name="connsiteX330" fmla="*/ 575712 w 2449768"/>
                <a:gd name="connsiteY330" fmla="*/ 802553 h 1050628"/>
                <a:gd name="connsiteX331" fmla="*/ 1602577 w 2449768"/>
                <a:gd name="connsiteY331" fmla="*/ 796477 h 1050628"/>
                <a:gd name="connsiteX332" fmla="*/ 1615869 w 2449768"/>
                <a:gd name="connsiteY332" fmla="*/ 805211 h 1050628"/>
                <a:gd name="connsiteX333" fmla="*/ 1609793 w 2449768"/>
                <a:gd name="connsiteY333" fmla="*/ 829516 h 1050628"/>
                <a:gd name="connsiteX334" fmla="*/ 1585488 w 2449768"/>
                <a:gd name="connsiteY334" fmla="*/ 823440 h 1050628"/>
                <a:gd name="connsiteX335" fmla="*/ 1591564 w 2449768"/>
                <a:gd name="connsiteY335" fmla="*/ 799135 h 1050628"/>
                <a:gd name="connsiteX336" fmla="*/ 1602577 w 2449768"/>
                <a:gd name="connsiteY336" fmla="*/ 796477 h 1050628"/>
                <a:gd name="connsiteX337" fmla="*/ 1104335 w 2449768"/>
                <a:gd name="connsiteY337" fmla="*/ 793438 h 1050628"/>
                <a:gd name="connsiteX338" fmla="*/ 1117627 w 2449768"/>
                <a:gd name="connsiteY338" fmla="*/ 802172 h 1050628"/>
                <a:gd name="connsiteX339" fmla="*/ 1111551 w 2449768"/>
                <a:gd name="connsiteY339" fmla="*/ 826477 h 1050628"/>
                <a:gd name="connsiteX340" fmla="*/ 1087246 w 2449768"/>
                <a:gd name="connsiteY340" fmla="*/ 820401 h 1050628"/>
                <a:gd name="connsiteX341" fmla="*/ 1093322 w 2449768"/>
                <a:gd name="connsiteY341" fmla="*/ 796096 h 1050628"/>
                <a:gd name="connsiteX342" fmla="*/ 1104335 w 2449768"/>
                <a:gd name="connsiteY342" fmla="*/ 793438 h 1050628"/>
                <a:gd name="connsiteX343" fmla="*/ 791415 w 2449768"/>
                <a:gd name="connsiteY343" fmla="*/ 793438 h 1050628"/>
                <a:gd name="connsiteX344" fmla="*/ 804707 w 2449768"/>
                <a:gd name="connsiteY344" fmla="*/ 802172 h 1050628"/>
                <a:gd name="connsiteX345" fmla="*/ 798631 w 2449768"/>
                <a:gd name="connsiteY345" fmla="*/ 826477 h 1050628"/>
                <a:gd name="connsiteX346" fmla="*/ 774326 w 2449768"/>
                <a:gd name="connsiteY346" fmla="*/ 820401 h 1050628"/>
                <a:gd name="connsiteX347" fmla="*/ 780402 w 2449768"/>
                <a:gd name="connsiteY347" fmla="*/ 796096 h 1050628"/>
                <a:gd name="connsiteX348" fmla="*/ 791415 w 2449768"/>
                <a:gd name="connsiteY348" fmla="*/ 793438 h 1050628"/>
                <a:gd name="connsiteX349" fmla="*/ 1371684 w 2449768"/>
                <a:gd name="connsiteY349" fmla="*/ 784324 h 1050628"/>
                <a:gd name="connsiteX350" fmla="*/ 1384976 w 2449768"/>
                <a:gd name="connsiteY350" fmla="*/ 793058 h 1050628"/>
                <a:gd name="connsiteX351" fmla="*/ 1378900 w 2449768"/>
                <a:gd name="connsiteY351" fmla="*/ 817363 h 1050628"/>
                <a:gd name="connsiteX352" fmla="*/ 1354595 w 2449768"/>
                <a:gd name="connsiteY352" fmla="*/ 811287 h 1050628"/>
                <a:gd name="connsiteX353" fmla="*/ 1360671 w 2449768"/>
                <a:gd name="connsiteY353" fmla="*/ 786982 h 1050628"/>
                <a:gd name="connsiteX354" fmla="*/ 1371684 w 2449768"/>
                <a:gd name="connsiteY354" fmla="*/ 784324 h 1050628"/>
                <a:gd name="connsiteX355" fmla="*/ 472418 w 2449768"/>
                <a:gd name="connsiteY355" fmla="*/ 781286 h 1050628"/>
                <a:gd name="connsiteX356" fmla="*/ 485710 w 2449768"/>
                <a:gd name="connsiteY356" fmla="*/ 790020 h 1050628"/>
                <a:gd name="connsiteX357" fmla="*/ 479634 w 2449768"/>
                <a:gd name="connsiteY357" fmla="*/ 814325 h 1050628"/>
                <a:gd name="connsiteX358" fmla="*/ 455329 w 2449768"/>
                <a:gd name="connsiteY358" fmla="*/ 808249 h 1050628"/>
                <a:gd name="connsiteX359" fmla="*/ 461405 w 2449768"/>
                <a:gd name="connsiteY359" fmla="*/ 783944 h 1050628"/>
                <a:gd name="connsiteX360" fmla="*/ 472418 w 2449768"/>
                <a:gd name="connsiteY360" fmla="*/ 781286 h 1050628"/>
                <a:gd name="connsiteX361" fmla="*/ 1803089 w 2449768"/>
                <a:gd name="connsiteY361" fmla="*/ 778248 h 1050628"/>
                <a:gd name="connsiteX362" fmla="*/ 1816381 w 2449768"/>
                <a:gd name="connsiteY362" fmla="*/ 786982 h 1050628"/>
                <a:gd name="connsiteX363" fmla="*/ 1810305 w 2449768"/>
                <a:gd name="connsiteY363" fmla="*/ 811287 h 1050628"/>
                <a:gd name="connsiteX364" fmla="*/ 1786000 w 2449768"/>
                <a:gd name="connsiteY364" fmla="*/ 805211 h 1050628"/>
                <a:gd name="connsiteX365" fmla="*/ 1792076 w 2449768"/>
                <a:gd name="connsiteY365" fmla="*/ 780906 h 1050628"/>
                <a:gd name="connsiteX366" fmla="*/ 1803089 w 2449768"/>
                <a:gd name="connsiteY366" fmla="*/ 778248 h 1050628"/>
                <a:gd name="connsiteX367" fmla="*/ 675968 w 2449768"/>
                <a:gd name="connsiteY367" fmla="*/ 772172 h 1050628"/>
                <a:gd name="connsiteX368" fmla="*/ 689260 w 2449768"/>
                <a:gd name="connsiteY368" fmla="*/ 780906 h 1050628"/>
                <a:gd name="connsiteX369" fmla="*/ 683184 w 2449768"/>
                <a:gd name="connsiteY369" fmla="*/ 805211 h 1050628"/>
                <a:gd name="connsiteX370" fmla="*/ 658879 w 2449768"/>
                <a:gd name="connsiteY370" fmla="*/ 799135 h 1050628"/>
                <a:gd name="connsiteX371" fmla="*/ 664955 w 2449768"/>
                <a:gd name="connsiteY371" fmla="*/ 774830 h 1050628"/>
                <a:gd name="connsiteX372" fmla="*/ 675968 w 2449768"/>
                <a:gd name="connsiteY372" fmla="*/ 772172 h 1050628"/>
                <a:gd name="connsiteX373" fmla="*/ 302287 w 2449768"/>
                <a:gd name="connsiteY373" fmla="*/ 769134 h 1050628"/>
                <a:gd name="connsiteX374" fmla="*/ 315579 w 2449768"/>
                <a:gd name="connsiteY374" fmla="*/ 777868 h 1050628"/>
                <a:gd name="connsiteX375" fmla="*/ 309503 w 2449768"/>
                <a:gd name="connsiteY375" fmla="*/ 802173 h 1050628"/>
                <a:gd name="connsiteX376" fmla="*/ 285198 w 2449768"/>
                <a:gd name="connsiteY376" fmla="*/ 796097 h 1050628"/>
                <a:gd name="connsiteX377" fmla="*/ 291274 w 2449768"/>
                <a:gd name="connsiteY377" fmla="*/ 771792 h 1050628"/>
                <a:gd name="connsiteX378" fmla="*/ 302287 w 2449768"/>
                <a:gd name="connsiteY378" fmla="*/ 769134 h 1050628"/>
                <a:gd name="connsiteX379" fmla="*/ 2313484 w 2449768"/>
                <a:gd name="connsiteY379" fmla="*/ 766096 h 1050628"/>
                <a:gd name="connsiteX380" fmla="*/ 2326775 w 2449768"/>
                <a:gd name="connsiteY380" fmla="*/ 774830 h 1050628"/>
                <a:gd name="connsiteX381" fmla="*/ 2320699 w 2449768"/>
                <a:gd name="connsiteY381" fmla="*/ 799135 h 1050628"/>
                <a:gd name="connsiteX382" fmla="*/ 2296395 w 2449768"/>
                <a:gd name="connsiteY382" fmla="*/ 793059 h 1050628"/>
                <a:gd name="connsiteX383" fmla="*/ 2302471 w 2449768"/>
                <a:gd name="connsiteY383" fmla="*/ 768754 h 1050628"/>
                <a:gd name="connsiteX384" fmla="*/ 2313484 w 2449768"/>
                <a:gd name="connsiteY384" fmla="*/ 766096 h 1050628"/>
                <a:gd name="connsiteX385" fmla="*/ 1921574 w 2449768"/>
                <a:gd name="connsiteY385" fmla="*/ 766096 h 1050628"/>
                <a:gd name="connsiteX386" fmla="*/ 1934865 w 2449768"/>
                <a:gd name="connsiteY386" fmla="*/ 774830 h 1050628"/>
                <a:gd name="connsiteX387" fmla="*/ 1928789 w 2449768"/>
                <a:gd name="connsiteY387" fmla="*/ 799135 h 1050628"/>
                <a:gd name="connsiteX388" fmla="*/ 1904485 w 2449768"/>
                <a:gd name="connsiteY388" fmla="*/ 793059 h 1050628"/>
                <a:gd name="connsiteX389" fmla="*/ 1910561 w 2449768"/>
                <a:gd name="connsiteY389" fmla="*/ 768754 h 1050628"/>
                <a:gd name="connsiteX390" fmla="*/ 1921574 w 2449768"/>
                <a:gd name="connsiteY390" fmla="*/ 766096 h 1050628"/>
                <a:gd name="connsiteX391" fmla="*/ 2176771 w 2449768"/>
                <a:gd name="connsiteY391" fmla="*/ 756982 h 1050628"/>
                <a:gd name="connsiteX392" fmla="*/ 2190062 w 2449768"/>
                <a:gd name="connsiteY392" fmla="*/ 765716 h 1050628"/>
                <a:gd name="connsiteX393" fmla="*/ 2183986 w 2449768"/>
                <a:gd name="connsiteY393" fmla="*/ 790021 h 1050628"/>
                <a:gd name="connsiteX394" fmla="*/ 2159682 w 2449768"/>
                <a:gd name="connsiteY394" fmla="*/ 783945 h 1050628"/>
                <a:gd name="connsiteX395" fmla="*/ 2165758 w 2449768"/>
                <a:gd name="connsiteY395" fmla="*/ 759640 h 1050628"/>
                <a:gd name="connsiteX396" fmla="*/ 2176771 w 2449768"/>
                <a:gd name="connsiteY396" fmla="*/ 756982 h 1050628"/>
                <a:gd name="connsiteX397" fmla="*/ 1702833 w 2449768"/>
                <a:gd name="connsiteY397" fmla="*/ 750906 h 1050628"/>
                <a:gd name="connsiteX398" fmla="*/ 1716125 w 2449768"/>
                <a:gd name="connsiteY398" fmla="*/ 759640 h 1050628"/>
                <a:gd name="connsiteX399" fmla="*/ 1710049 w 2449768"/>
                <a:gd name="connsiteY399" fmla="*/ 783945 h 1050628"/>
                <a:gd name="connsiteX400" fmla="*/ 1685744 w 2449768"/>
                <a:gd name="connsiteY400" fmla="*/ 777869 h 1050628"/>
                <a:gd name="connsiteX401" fmla="*/ 1691820 w 2449768"/>
                <a:gd name="connsiteY401" fmla="*/ 753564 h 1050628"/>
                <a:gd name="connsiteX402" fmla="*/ 1702833 w 2449768"/>
                <a:gd name="connsiteY402" fmla="*/ 750906 h 1050628"/>
                <a:gd name="connsiteX403" fmla="*/ 1210667 w 2449768"/>
                <a:gd name="connsiteY403" fmla="*/ 741791 h 1050628"/>
                <a:gd name="connsiteX404" fmla="*/ 1223959 w 2449768"/>
                <a:gd name="connsiteY404" fmla="*/ 750525 h 1050628"/>
                <a:gd name="connsiteX405" fmla="*/ 1217883 w 2449768"/>
                <a:gd name="connsiteY405" fmla="*/ 774830 h 1050628"/>
                <a:gd name="connsiteX406" fmla="*/ 1193578 w 2449768"/>
                <a:gd name="connsiteY406" fmla="*/ 768754 h 1050628"/>
                <a:gd name="connsiteX407" fmla="*/ 1199654 w 2449768"/>
                <a:gd name="connsiteY407" fmla="*/ 744449 h 1050628"/>
                <a:gd name="connsiteX408" fmla="*/ 1210667 w 2449768"/>
                <a:gd name="connsiteY408" fmla="*/ 741791 h 1050628"/>
                <a:gd name="connsiteX409" fmla="*/ 1450674 w 2449768"/>
                <a:gd name="connsiteY409" fmla="*/ 723563 h 1050628"/>
                <a:gd name="connsiteX410" fmla="*/ 1463966 w 2449768"/>
                <a:gd name="connsiteY410" fmla="*/ 732297 h 1050628"/>
                <a:gd name="connsiteX411" fmla="*/ 1457890 w 2449768"/>
                <a:gd name="connsiteY411" fmla="*/ 756602 h 1050628"/>
                <a:gd name="connsiteX412" fmla="*/ 1433585 w 2449768"/>
                <a:gd name="connsiteY412" fmla="*/ 750526 h 1050628"/>
                <a:gd name="connsiteX413" fmla="*/ 1439661 w 2449768"/>
                <a:gd name="connsiteY413" fmla="*/ 726221 h 1050628"/>
                <a:gd name="connsiteX414" fmla="*/ 1450674 w 2449768"/>
                <a:gd name="connsiteY414" fmla="*/ 723563 h 1050628"/>
                <a:gd name="connsiteX415" fmla="*/ 2021829 w 2449768"/>
                <a:gd name="connsiteY415" fmla="*/ 720525 h 1050628"/>
                <a:gd name="connsiteX416" fmla="*/ 2035121 w 2449768"/>
                <a:gd name="connsiteY416" fmla="*/ 729259 h 1050628"/>
                <a:gd name="connsiteX417" fmla="*/ 2029045 w 2449768"/>
                <a:gd name="connsiteY417" fmla="*/ 753564 h 1050628"/>
                <a:gd name="connsiteX418" fmla="*/ 2004740 w 2449768"/>
                <a:gd name="connsiteY418" fmla="*/ 747488 h 1050628"/>
                <a:gd name="connsiteX419" fmla="*/ 2010816 w 2449768"/>
                <a:gd name="connsiteY419" fmla="*/ 723183 h 1050628"/>
                <a:gd name="connsiteX420" fmla="*/ 2021829 w 2449768"/>
                <a:gd name="connsiteY420" fmla="*/ 720525 h 1050628"/>
                <a:gd name="connsiteX421" fmla="*/ 387352 w 2449768"/>
                <a:gd name="connsiteY421" fmla="*/ 720525 h 1050628"/>
                <a:gd name="connsiteX422" fmla="*/ 400644 w 2449768"/>
                <a:gd name="connsiteY422" fmla="*/ 729259 h 1050628"/>
                <a:gd name="connsiteX423" fmla="*/ 394568 w 2449768"/>
                <a:gd name="connsiteY423" fmla="*/ 753564 h 1050628"/>
                <a:gd name="connsiteX424" fmla="*/ 370263 w 2449768"/>
                <a:gd name="connsiteY424" fmla="*/ 747488 h 1050628"/>
                <a:gd name="connsiteX425" fmla="*/ 376339 w 2449768"/>
                <a:gd name="connsiteY425" fmla="*/ 723183 h 1050628"/>
                <a:gd name="connsiteX426" fmla="*/ 387352 w 2449768"/>
                <a:gd name="connsiteY426" fmla="*/ 720525 h 1050628"/>
                <a:gd name="connsiteX427" fmla="*/ 1049650 w 2449768"/>
                <a:gd name="connsiteY427" fmla="*/ 702297 h 1050628"/>
                <a:gd name="connsiteX428" fmla="*/ 1062942 w 2449768"/>
                <a:gd name="connsiteY428" fmla="*/ 711031 h 1050628"/>
                <a:gd name="connsiteX429" fmla="*/ 1056866 w 2449768"/>
                <a:gd name="connsiteY429" fmla="*/ 735336 h 1050628"/>
                <a:gd name="connsiteX430" fmla="*/ 1032561 w 2449768"/>
                <a:gd name="connsiteY430" fmla="*/ 729260 h 1050628"/>
                <a:gd name="connsiteX431" fmla="*/ 1038637 w 2449768"/>
                <a:gd name="connsiteY431" fmla="*/ 704955 h 1050628"/>
                <a:gd name="connsiteX432" fmla="*/ 1049650 w 2449768"/>
                <a:gd name="connsiteY432" fmla="*/ 702297 h 1050628"/>
                <a:gd name="connsiteX433" fmla="*/ 931165 w 2449768"/>
                <a:gd name="connsiteY433" fmla="*/ 702297 h 1050628"/>
                <a:gd name="connsiteX434" fmla="*/ 944457 w 2449768"/>
                <a:gd name="connsiteY434" fmla="*/ 711031 h 1050628"/>
                <a:gd name="connsiteX435" fmla="*/ 938381 w 2449768"/>
                <a:gd name="connsiteY435" fmla="*/ 735336 h 1050628"/>
                <a:gd name="connsiteX436" fmla="*/ 914076 w 2449768"/>
                <a:gd name="connsiteY436" fmla="*/ 729260 h 1050628"/>
                <a:gd name="connsiteX437" fmla="*/ 920152 w 2449768"/>
                <a:gd name="connsiteY437" fmla="*/ 704955 h 1050628"/>
                <a:gd name="connsiteX438" fmla="*/ 931165 w 2449768"/>
                <a:gd name="connsiteY438" fmla="*/ 702297 h 1050628"/>
                <a:gd name="connsiteX439" fmla="*/ 1547892 w 2449768"/>
                <a:gd name="connsiteY439" fmla="*/ 699259 h 1050628"/>
                <a:gd name="connsiteX440" fmla="*/ 1561184 w 2449768"/>
                <a:gd name="connsiteY440" fmla="*/ 707993 h 1050628"/>
                <a:gd name="connsiteX441" fmla="*/ 1555108 w 2449768"/>
                <a:gd name="connsiteY441" fmla="*/ 732298 h 1050628"/>
                <a:gd name="connsiteX442" fmla="*/ 1530803 w 2449768"/>
                <a:gd name="connsiteY442" fmla="*/ 726222 h 1050628"/>
                <a:gd name="connsiteX443" fmla="*/ 1536879 w 2449768"/>
                <a:gd name="connsiteY443" fmla="*/ 701917 h 1050628"/>
                <a:gd name="connsiteX444" fmla="*/ 1547892 w 2449768"/>
                <a:gd name="connsiteY444" fmla="*/ 699259 h 1050628"/>
                <a:gd name="connsiteX445" fmla="*/ 1313961 w 2449768"/>
                <a:gd name="connsiteY445" fmla="*/ 699259 h 1050628"/>
                <a:gd name="connsiteX446" fmla="*/ 1327253 w 2449768"/>
                <a:gd name="connsiteY446" fmla="*/ 707993 h 1050628"/>
                <a:gd name="connsiteX447" fmla="*/ 1321177 w 2449768"/>
                <a:gd name="connsiteY447" fmla="*/ 732298 h 1050628"/>
                <a:gd name="connsiteX448" fmla="*/ 1296872 w 2449768"/>
                <a:gd name="connsiteY448" fmla="*/ 726222 h 1050628"/>
                <a:gd name="connsiteX449" fmla="*/ 1302948 w 2449768"/>
                <a:gd name="connsiteY449" fmla="*/ 701917 h 1050628"/>
                <a:gd name="connsiteX450" fmla="*/ 1313961 w 2449768"/>
                <a:gd name="connsiteY450" fmla="*/ 699259 h 1050628"/>
                <a:gd name="connsiteX451" fmla="*/ 2413739 w 2449768"/>
                <a:gd name="connsiteY451" fmla="*/ 696220 h 1050628"/>
                <a:gd name="connsiteX452" fmla="*/ 2427031 w 2449768"/>
                <a:gd name="connsiteY452" fmla="*/ 704954 h 1050628"/>
                <a:gd name="connsiteX453" fmla="*/ 2420955 w 2449768"/>
                <a:gd name="connsiteY453" fmla="*/ 729259 h 1050628"/>
                <a:gd name="connsiteX454" fmla="*/ 2396650 w 2449768"/>
                <a:gd name="connsiteY454" fmla="*/ 723183 h 1050628"/>
                <a:gd name="connsiteX455" fmla="*/ 2402726 w 2449768"/>
                <a:gd name="connsiteY455" fmla="*/ 698878 h 1050628"/>
                <a:gd name="connsiteX456" fmla="*/ 2413739 w 2449768"/>
                <a:gd name="connsiteY456" fmla="*/ 696220 h 1050628"/>
                <a:gd name="connsiteX457" fmla="*/ 551408 w 2449768"/>
                <a:gd name="connsiteY457" fmla="*/ 690144 h 1050628"/>
                <a:gd name="connsiteX458" fmla="*/ 564699 w 2449768"/>
                <a:gd name="connsiteY458" fmla="*/ 698878 h 1050628"/>
                <a:gd name="connsiteX459" fmla="*/ 558623 w 2449768"/>
                <a:gd name="connsiteY459" fmla="*/ 723183 h 1050628"/>
                <a:gd name="connsiteX460" fmla="*/ 534319 w 2449768"/>
                <a:gd name="connsiteY460" fmla="*/ 717107 h 1050628"/>
                <a:gd name="connsiteX461" fmla="*/ 540395 w 2449768"/>
                <a:gd name="connsiteY461" fmla="*/ 692802 h 1050628"/>
                <a:gd name="connsiteX462" fmla="*/ 551408 w 2449768"/>
                <a:gd name="connsiteY462" fmla="*/ 690144 h 1050628"/>
                <a:gd name="connsiteX463" fmla="*/ 830909 w 2449768"/>
                <a:gd name="connsiteY463" fmla="*/ 684068 h 1050628"/>
                <a:gd name="connsiteX464" fmla="*/ 844201 w 2449768"/>
                <a:gd name="connsiteY464" fmla="*/ 692802 h 1050628"/>
                <a:gd name="connsiteX465" fmla="*/ 838125 w 2449768"/>
                <a:gd name="connsiteY465" fmla="*/ 717107 h 1050628"/>
                <a:gd name="connsiteX466" fmla="*/ 813820 w 2449768"/>
                <a:gd name="connsiteY466" fmla="*/ 711031 h 1050628"/>
                <a:gd name="connsiteX467" fmla="*/ 819896 w 2449768"/>
                <a:gd name="connsiteY467" fmla="*/ 686726 h 1050628"/>
                <a:gd name="connsiteX468" fmla="*/ 830909 w 2449768"/>
                <a:gd name="connsiteY468" fmla="*/ 684068 h 1050628"/>
                <a:gd name="connsiteX469" fmla="*/ 730653 w 2449768"/>
                <a:gd name="connsiteY469" fmla="*/ 677992 h 1050628"/>
                <a:gd name="connsiteX470" fmla="*/ 743945 w 2449768"/>
                <a:gd name="connsiteY470" fmla="*/ 686726 h 1050628"/>
                <a:gd name="connsiteX471" fmla="*/ 737869 w 2449768"/>
                <a:gd name="connsiteY471" fmla="*/ 711031 h 1050628"/>
                <a:gd name="connsiteX472" fmla="*/ 713564 w 2449768"/>
                <a:gd name="connsiteY472" fmla="*/ 704955 h 1050628"/>
                <a:gd name="connsiteX473" fmla="*/ 719640 w 2449768"/>
                <a:gd name="connsiteY473" fmla="*/ 680650 h 1050628"/>
                <a:gd name="connsiteX474" fmla="*/ 730653 w 2449768"/>
                <a:gd name="connsiteY474" fmla="*/ 677992 h 1050628"/>
                <a:gd name="connsiteX475" fmla="*/ 2228418 w 2449768"/>
                <a:gd name="connsiteY475" fmla="*/ 671916 h 1050628"/>
                <a:gd name="connsiteX476" fmla="*/ 2241710 w 2449768"/>
                <a:gd name="connsiteY476" fmla="*/ 680650 h 1050628"/>
                <a:gd name="connsiteX477" fmla="*/ 2235634 w 2449768"/>
                <a:gd name="connsiteY477" fmla="*/ 704955 h 1050628"/>
                <a:gd name="connsiteX478" fmla="*/ 2211329 w 2449768"/>
                <a:gd name="connsiteY478" fmla="*/ 698879 h 1050628"/>
                <a:gd name="connsiteX479" fmla="*/ 2217405 w 2449768"/>
                <a:gd name="connsiteY479" fmla="*/ 674574 h 1050628"/>
                <a:gd name="connsiteX480" fmla="*/ 2228418 w 2449768"/>
                <a:gd name="connsiteY480" fmla="*/ 671916 h 1050628"/>
                <a:gd name="connsiteX481" fmla="*/ 1839546 w 2449768"/>
                <a:gd name="connsiteY481" fmla="*/ 671916 h 1050628"/>
                <a:gd name="connsiteX482" fmla="*/ 1852838 w 2449768"/>
                <a:gd name="connsiteY482" fmla="*/ 680650 h 1050628"/>
                <a:gd name="connsiteX483" fmla="*/ 1846762 w 2449768"/>
                <a:gd name="connsiteY483" fmla="*/ 704955 h 1050628"/>
                <a:gd name="connsiteX484" fmla="*/ 1822457 w 2449768"/>
                <a:gd name="connsiteY484" fmla="*/ 698879 h 1050628"/>
                <a:gd name="connsiteX485" fmla="*/ 1828533 w 2449768"/>
                <a:gd name="connsiteY485" fmla="*/ 674574 h 1050628"/>
                <a:gd name="connsiteX486" fmla="*/ 1839546 w 2449768"/>
                <a:gd name="connsiteY486" fmla="*/ 671916 h 1050628"/>
                <a:gd name="connsiteX487" fmla="*/ 2109933 w 2449768"/>
                <a:gd name="connsiteY487" fmla="*/ 656726 h 1050628"/>
                <a:gd name="connsiteX488" fmla="*/ 2123225 w 2449768"/>
                <a:gd name="connsiteY488" fmla="*/ 665460 h 1050628"/>
                <a:gd name="connsiteX489" fmla="*/ 2117149 w 2449768"/>
                <a:gd name="connsiteY489" fmla="*/ 689765 h 1050628"/>
                <a:gd name="connsiteX490" fmla="*/ 2092844 w 2449768"/>
                <a:gd name="connsiteY490" fmla="*/ 683689 h 1050628"/>
                <a:gd name="connsiteX491" fmla="*/ 2098920 w 2449768"/>
                <a:gd name="connsiteY491" fmla="*/ 659384 h 1050628"/>
                <a:gd name="connsiteX492" fmla="*/ 2109933 w 2449768"/>
                <a:gd name="connsiteY492" fmla="*/ 656726 h 1050628"/>
                <a:gd name="connsiteX493" fmla="*/ 1632957 w 2449768"/>
                <a:gd name="connsiteY493" fmla="*/ 656726 h 1050628"/>
                <a:gd name="connsiteX494" fmla="*/ 1646249 w 2449768"/>
                <a:gd name="connsiteY494" fmla="*/ 665460 h 1050628"/>
                <a:gd name="connsiteX495" fmla="*/ 1640173 w 2449768"/>
                <a:gd name="connsiteY495" fmla="*/ 689765 h 1050628"/>
                <a:gd name="connsiteX496" fmla="*/ 1615868 w 2449768"/>
                <a:gd name="connsiteY496" fmla="*/ 683689 h 1050628"/>
                <a:gd name="connsiteX497" fmla="*/ 1621944 w 2449768"/>
                <a:gd name="connsiteY497" fmla="*/ 659384 h 1050628"/>
                <a:gd name="connsiteX498" fmla="*/ 1632957 w 2449768"/>
                <a:gd name="connsiteY498" fmla="*/ 656726 h 1050628"/>
                <a:gd name="connsiteX499" fmla="*/ 1165096 w 2449768"/>
                <a:gd name="connsiteY499" fmla="*/ 656726 h 1050628"/>
                <a:gd name="connsiteX500" fmla="*/ 1178387 w 2449768"/>
                <a:gd name="connsiteY500" fmla="*/ 665460 h 1050628"/>
                <a:gd name="connsiteX501" fmla="*/ 1172311 w 2449768"/>
                <a:gd name="connsiteY501" fmla="*/ 689765 h 1050628"/>
                <a:gd name="connsiteX502" fmla="*/ 1148007 w 2449768"/>
                <a:gd name="connsiteY502" fmla="*/ 683689 h 1050628"/>
                <a:gd name="connsiteX503" fmla="*/ 1154083 w 2449768"/>
                <a:gd name="connsiteY503" fmla="*/ 659384 h 1050628"/>
                <a:gd name="connsiteX504" fmla="*/ 1165096 w 2449768"/>
                <a:gd name="connsiteY504" fmla="*/ 656726 h 1050628"/>
                <a:gd name="connsiteX505" fmla="*/ 1948916 w 2449768"/>
                <a:gd name="connsiteY505" fmla="*/ 653688 h 1050628"/>
                <a:gd name="connsiteX506" fmla="*/ 1962208 w 2449768"/>
                <a:gd name="connsiteY506" fmla="*/ 662422 h 1050628"/>
                <a:gd name="connsiteX507" fmla="*/ 1956132 w 2449768"/>
                <a:gd name="connsiteY507" fmla="*/ 686727 h 1050628"/>
                <a:gd name="connsiteX508" fmla="*/ 1931827 w 2449768"/>
                <a:gd name="connsiteY508" fmla="*/ 680651 h 1050628"/>
                <a:gd name="connsiteX509" fmla="*/ 1937903 w 2449768"/>
                <a:gd name="connsiteY509" fmla="*/ 656346 h 1050628"/>
                <a:gd name="connsiteX510" fmla="*/ 1948916 w 2449768"/>
                <a:gd name="connsiteY510" fmla="*/ 653688 h 1050628"/>
                <a:gd name="connsiteX511" fmla="*/ 2328673 w 2449768"/>
                <a:gd name="connsiteY511" fmla="*/ 647611 h 1050628"/>
                <a:gd name="connsiteX512" fmla="*/ 2341965 w 2449768"/>
                <a:gd name="connsiteY512" fmla="*/ 656345 h 1050628"/>
                <a:gd name="connsiteX513" fmla="*/ 2335889 w 2449768"/>
                <a:gd name="connsiteY513" fmla="*/ 680650 h 1050628"/>
                <a:gd name="connsiteX514" fmla="*/ 2311584 w 2449768"/>
                <a:gd name="connsiteY514" fmla="*/ 674574 h 1050628"/>
                <a:gd name="connsiteX515" fmla="*/ 2317660 w 2449768"/>
                <a:gd name="connsiteY515" fmla="*/ 650269 h 1050628"/>
                <a:gd name="connsiteX516" fmla="*/ 2328673 w 2449768"/>
                <a:gd name="connsiteY516" fmla="*/ 647611 h 1050628"/>
                <a:gd name="connsiteX517" fmla="*/ 639512 w 2449768"/>
                <a:gd name="connsiteY517" fmla="*/ 641535 h 1050628"/>
                <a:gd name="connsiteX518" fmla="*/ 652804 w 2449768"/>
                <a:gd name="connsiteY518" fmla="*/ 650269 h 1050628"/>
                <a:gd name="connsiteX519" fmla="*/ 646728 w 2449768"/>
                <a:gd name="connsiteY519" fmla="*/ 674574 h 1050628"/>
                <a:gd name="connsiteX520" fmla="*/ 622423 w 2449768"/>
                <a:gd name="connsiteY520" fmla="*/ 668498 h 1050628"/>
                <a:gd name="connsiteX521" fmla="*/ 628499 w 2449768"/>
                <a:gd name="connsiteY521" fmla="*/ 644193 h 1050628"/>
                <a:gd name="connsiteX522" fmla="*/ 639512 w 2449768"/>
                <a:gd name="connsiteY522" fmla="*/ 641535 h 1050628"/>
                <a:gd name="connsiteX523" fmla="*/ 451152 w 2449768"/>
                <a:gd name="connsiteY523" fmla="*/ 641535 h 1050628"/>
                <a:gd name="connsiteX524" fmla="*/ 464444 w 2449768"/>
                <a:gd name="connsiteY524" fmla="*/ 650269 h 1050628"/>
                <a:gd name="connsiteX525" fmla="*/ 458368 w 2449768"/>
                <a:gd name="connsiteY525" fmla="*/ 674574 h 1050628"/>
                <a:gd name="connsiteX526" fmla="*/ 434063 w 2449768"/>
                <a:gd name="connsiteY526" fmla="*/ 668498 h 1050628"/>
                <a:gd name="connsiteX527" fmla="*/ 440139 w 2449768"/>
                <a:gd name="connsiteY527" fmla="*/ 644193 h 1050628"/>
                <a:gd name="connsiteX528" fmla="*/ 451152 w 2449768"/>
                <a:gd name="connsiteY528" fmla="*/ 641535 h 1050628"/>
                <a:gd name="connsiteX529" fmla="*/ 1739291 w 2449768"/>
                <a:gd name="connsiteY529" fmla="*/ 638497 h 1050628"/>
                <a:gd name="connsiteX530" fmla="*/ 1752582 w 2449768"/>
                <a:gd name="connsiteY530" fmla="*/ 647231 h 1050628"/>
                <a:gd name="connsiteX531" fmla="*/ 1746506 w 2449768"/>
                <a:gd name="connsiteY531" fmla="*/ 671536 h 1050628"/>
                <a:gd name="connsiteX532" fmla="*/ 1722201 w 2449768"/>
                <a:gd name="connsiteY532" fmla="*/ 665460 h 1050628"/>
                <a:gd name="connsiteX533" fmla="*/ 1728277 w 2449768"/>
                <a:gd name="connsiteY533" fmla="*/ 641155 h 1050628"/>
                <a:gd name="connsiteX534" fmla="*/ 1739291 w 2449768"/>
                <a:gd name="connsiteY534" fmla="*/ 638497 h 1050628"/>
                <a:gd name="connsiteX535" fmla="*/ 1429407 w 2449768"/>
                <a:gd name="connsiteY535" fmla="*/ 623307 h 1050628"/>
                <a:gd name="connsiteX536" fmla="*/ 1442699 w 2449768"/>
                <a:gd name="connsiteY536" fmla="*/ 632041 h 1050628"/>
                <a:gd name="connsiteX537" fmla="*/ 1436623 w 2449768"/>
                <a:gd name="connsiteY537" fmla="*/ 656346 h 1050628"/>
                <a:gd name="connsiteX538" fmla="*/ 1412318 w 2449768"/>
                <a:gd name="connsiteY538" fmla="*/ 650270 h 1050628"/>
                <a:gd name="connsiteX539" fmla="*/ 1418394 w 2449768"/>
                <a:gd name="connsiteY539" fmla="*/ 625965 h 1050628"/>
                <a:gd name="connsiteX540" fmla="*/ 1429407 w 2449768"/>
                <a:gd name="connsiteY540" fmla="*/ 623307 h 1050628"/>
                <a:gd name="connsiteX541" fmla="*/ 991927 w 2449768"/>
                <a:gd name="connsiteY541" fmla="*/ 614193 h 1050628"/>
                <a:gd name="connsiteX542" fmla="*/ 1005219 w 2449768"/>
                <a:gd name="connsiteY542" fmla="*/ 622927 h 1050628"/>
                <a:gd name="connsiteX543" fmla="*/ 999143 w 2449768"/>
                <a:gd name="connsiteY543" fmla="*/ 647232 h 1050628"/>
                <a:gd name="connsiteX544" fmla="*/ 974838 w 2449768"/>
                <a:gd name="connsiteY544" fmla="*/ 641156 h 1050628"/>
                <a:gd name="connsiteX545" fmla="*/ 980914 w 2449768"/>
                <a:gd name="connsiteY545" fmla="*/ 616851 h 1050628"/>
                <a:gd name="connsiteX546" fmla="*/ 991927 w 2449768"/>
                <a:gd name="connsiteY546" fmla="*/ 614193 h 1050628"/>
                <a:gd name="connsiteX547" fmla="*/ 1244086 w 2449768"/>
                <a:gd name="connsiteY547" fmla="*/ 589888 h 1050628"/>
                <a:gd name="connsiteX548" fmla="*/ 1257378 w 2449768"/>
                <a:gd name="connsiteY548" fmla="*/ 598622 h 1050628"/>
                <a:gd name="connsiteX549" fmla="*/ 1251302 w 2449768"/>
                <a:gd name="connsiteY549" fmla="*/ 622927 h 1050628"/>
                <a:gd name="connsiteX550" fmla="*/ 1226997 w 2449768"/>
                <a:gd name="connsiteY550" fmla="*/ 616851 h 1050628"/>
                <a:gd name="connsiteX551" fmla="*/ 1233073 w 2449768"/>
                <a:gd name="connsiteY551" fmla="*/ 592546 h 1050628"/>
                <a:gd name="connsiteX552" fmla="*/ 1244086 w 2449768"/>
                <a:gd name="connsiteY552" fmla="*/ 589888 h 1050628"/>
                <a:gd name="connsiteX553" fmla="*/ 1332189 w 2449768"/>
                <a:gd name="connsiteY553" fmla="*/ 586850 h 1050628"/>
                <a:gd name="connsiteX554" fmla="*/ 1345481 w 2449768"/>
                <a:gd name="connsiteY554" fmla="*/ 595584 h 1050628"/>
                <a:gd name="connsiteX555" fmla="*/ 1339405 w 2449768"/>
                <a:gd name="connsiteY555" fmla="*/ 619889 h 1050628"/>
                <a:gd name="connsiteX556" fmla="*/ 1315100 w 2449768"/>
                <a:gd name="connsiteY556" fmla="*/ 613813 h 1050628"/>
                <a:gd name="connsiteX557" fmla="*/ 1321176 w 2449768"/>
                <a:gd name="connsiteY557" fmla="*/ 589508 h 1050628"/>
                <a:gd name="connsiteX558" fmla="*/ 1332189 w 2449768"/>
                <a:gd name="connsiteY558" fmla="*/ 586850 h 1050628"/>
                <a:gd name="connsiteX559" fmla="*/ 867366 w 2449768"/>
                <a:gd name="connsiteY559" fmla="*/ 583812 h 1050628"/>
                <a:gd name="connsiteX560" fmla="*/ 880658 w 2449768"/>
                <a:gd name="connsiteY560" fmla="*/ 592546 h 1050628"/>
                <a:gd name="connsiteX561" fmla="*/ 874582 w 2449768"/>
                <a:gd name="connsiteY561" fmla="*/ 616851 h 1050628"/>
                <a:gd name="connsiteX562" fmla="*/ 850277 w 2449768"/>
                <a:gd name="connsiteY562" fmla="*/ 610775 h 1050628"/>
                <a:gd name="connsiteX563" fmla="*/ 856353 w 2449768"/>
                <a:gd name="connsiteY563" fmla="*/ 586470 h 1050628"/>
                <a:gd name="connsiteX564" fmla="*/ 867366 w 2449768"/>
                <a:gd name="connsiteY564" fmla="*/ 583812 h 1050628"/>
                <a:gd name="connsiteX565" fmla="*/ 2222342 w 2449768"/>
                <a:gd name="connsiteY565" fmla="*/ 576217 h 1050628"/>
                <a:gd name="connsiteX566" fmla="*/ 2235633 w 2449768"/>
                <a:gd name="connsiteY566" fmla="*/ 586470 h 1050628"/>
                <a:gd name="connsiteX567" fmla="*/ 2229557 w 2449768"/>
                <a:gd name="connsiteY567" fmla="*/ 610775 h 1050628"/>
                <a:gd name="connsiteX568" fmla="*/ 2205253 w 2449768"/>
                <a:gd name="connsiteY568" fmla="*/ 604698 h 1050628"/>
                <a:gd name="connsiteX569" fmla="*/ 2211329 w 2449768"/>
                <a:gd name="connsiteY569" fmla="*/ 577356 h 1050628"/>
                <a:gd name="connsiteX570" fmla="*/ 2222342 w 2449768"/>
                <a:gd name="connsiteY570" fmla="*/ 576217 h 1050628"/>
                <a:gd name="connsiteX571" fmla="*/ 1092183 w 2449768"/>
                <a:gd name="connsiteY571" fmla="*/ 571660 h 1050628"/>
                <a:gd name="connsiteX572" fmla="*/ 1105475 w 2449768"/>
                <a:gd name="connsiteY572" fmla="*/ 580394 h 1050628"/>
                <a:gd name="connsiteX573" fmla="*/ 1099399 w 2449768"/>
                <a:gd name="connsiteY573" fmla="*/ 604699 h 1050628"/>
                <a:gd name="connsiteX574" fmla="*/ 1075094 w 2449768"/>
                <a:gd name="connsiteY574" fmla="*/ 598623 h 1050628"/>
                <a:gd name="connsiteX575" fmla="*/ 1081170 w 2449768"/>
                <a:gd name="connsiteY575" fmla="*/ 574318 h 1050628"/>
                <a:gd name="connsiteX576" fmla="*/ 1092183 w 2449768"/>
                <a:gd name="connsiteY576" fmla="*/ 571660 h 1050628"/>
                <a:gd name="connsiteX577" fmla="*/ 2000563 w 2449768"/>
                <a:gd name="connsiteY577" fmla="*/ 568622 h 1050628"/>
                <a:gd name="connsiteX578" fmla="*/ 2013855 w 2449768"/>
                <a:gd name="connsiteY578" fmla="*/ 577356 h 1050628"/>
                <a:gd name="connsiteX579" fmla="*/ 2007779 w 2449768"/>
                <a:gd name="connsiteY579" fmla="*/ 601661 h 1050628"/>
                <a:gd name="connsiteX580" fmla="*/ 1983474 w 2449768"/>
                <a:gd name="connsiteY580" fmla="*/ 595585 h 1050628"/>
                <a:gd name="connsiteX581" fmla="*/ 1989550 w 2449768"/>
                <a:gd name="connsiteY581" fmla="*/ 571280 h 1050628"/>
                <a:gd name="connsiteX582" fmla="*/ 2000563 w 2449768"/>
                <a:gd name="connsiteY582" fmla="*/ 568622 h 1050628"/>
                <a:gd name="connsiteX583" fmla="*/ 745844 w 2449768"/>
                <a:gd name="connsiteY583" fmla="*/ 568622 h 1050628"/>
                <a:gd name="connsiteX584" fmla="*/ 759136 w 2449768"/>
                <a:gd name="connsiteY584" fmla="*/ 577356 h 1050628"/>
                <a:gd name="connsiteX585" fmla="*/ 753060 w 2449768"/>
                <a:gd name="connsiteY585" fmla="*/ 601661 h 1050628"/>
                <a:gd name="connsiteX586" fmla="*/ 728755 w 2449768"/>
                <a:gd name="connsiteY586" fmla="*/ 595585 h 1050628"/>
                <a:gd name="connsiteX587" fmla="*/ 734831 w 2449768"/>
                <a:gd name="connsiteY587" fmla="*/ 571280 h 1050628"/>
                <a:gd name="connsiteX588" fmla="*/ 745844 w 2449768"/>
                <a:gd name="connsiteY588" fmla="*/ 568622 h 1050628"/>
                <a:gd name="connsiteX589" fmla="*/ 533179 w 2449768"/>
                <a:gd name="connsiteY589" fmla="*/ 568622 h 1050628"/>
                <a:gd name="connsiteX590" fmla="*/ 546471 w 2449768"/>
                <a:gd name="connsiteY590" fmla="*/ 577356 h 1050628"/>
                <a:gd name="connsiteX591" fmla="*/ 540395 w 2449768"/>
                <a:gd name="connsiteY591" fmla="*/ 601661 h 1050628"/>
                <a:gd name="connsiteX592" fmla="*/ 516090 w 2449768"/>
                <a:gd name="connsiteY592" fmla="*/ 595585 h 1050628"/>
                <a:gd name="connsiteX593" fmla="*/ 522166 w 2449768"/>
                <a:gd name="connsiteY593" fmla="*/ 571280 h 1050628"/>
                <a:gd name="connsiteX594" fmla="*/ 533179 w 2449768"/>
                <a:gd name="connsiteY594" fmla="*/ 568622 h 1050628"/>
                <a:gd name="connsiteX595" fmla="*/ 1866889 w 2449768"/>
                <a:gd name="connsiteY595" fmla="*/ 565584 h 1050628"/>
                <a:gd name="connsiteX596" fmla="*/ 1880180 w 2449768"/>
                <a:gd name="connsiteY596" fmla="*/ 574318 h 1050628"/>
                <a:gd name="connsiteX597" fmla="*/ 1874104 w 2449768"/>
                <a:gd name="connsiteY597" fmla="*/ 598623 h 1050628"/>
                <a:gd name="connsiteX598" fmla="*/ 1849800 w 2449768"/>
                <a:gd name="connsiteY598" fmla="*/ 592547 h 1050628"/>
                <a:gd name="connsiteX599" fmla="*/ 1855876 w 2449768"/>
                <a:gd name="connsiteY599" fmla="*/ 568242 h 1050628"/>
                <a:gd name="connsiteX600" fmla="*/ 1866889 w 2449768"/>
                <a:gd name="connsiteY600" fmla="*/ 565584 h 1050628"/>
                <a:gd name="connsiteX601" fmla="*/ 1508397 w 2449768"/>
                <a:gd name="connsiteY601" fmla="*/ 565584 h 1050628"/>
                <a:gd name="connsiteX602" fmla="*/ 1521689 w 2449768"/>
                <a:gd name="connsiteY602" fmla="*/ 574318 h 1050628"/>
                <a:gd name="connsiteX603" fmla="*/ 1515613 w 2449768"/>
                <a:gd name="connsiteY603" fmla="*/ 598623 h 1050628"/>
                <a:gd name="connsiteX604" fmla="*/ 1491308 w 2449768"/>
                <a:gd name="connsiteY604" fmla="*/ 592547 h 1050628"/>
                <a:gd name="connsiteX605" fmla="*/ 1497384 w 2449768"/>
                <a:gd name="connsiteY605" fmla="*/ 568242 h 1050628"/>
                <a:gd name="connsiteX606" fmla="*/ 1508397 w 2449768"/>
                <a:gd name="connsiteY606" fmla="*/ 565584 h 1050628"/>
                <a:gd name="connsiteX607" fmla="*/ 2365130 w 2449768"/>
                <a:gd name="connsiteY607" fmla="*/ 556470 h 1050628"/>
                <a:gd name="connsiteX608" fmla="*/ 2378422 w 2449768"/>
                <a:gd name="connsiteY608" fmla="*/ 565204 h 1050628"/>
                <a:gd name="connsiteX609" fmla="*/ 2372346 w 2449768"/>
                <a:gd name="connsiteY609" fmla="*/ 589509 h 1050628"/>
                <a:gd name="connsiteX610" fmla="*/ 2348041 w 2449768"/>
                <a:gd name="connsiteY610" fmla="*/ 583433 h 1050628"/>
                <a:gd name="connsiteX611" fmla="*/ 2354117 w 2449768"/>
                <a:gd name="connsiteY611" fmla="*/ 559128 h 1050628"/>
                <a:gd name="connsiteX612" fmla="*/ 2365130 w 2449768"/>
                <a:gd name="connsiteY612" fmla="*/ 556470 h 1050628"/>
                <a:gd name="connsiteX613" fmla="*/ 1620805 w 2449768"/>
                <a:gd name="connsiteY613" fmla="*/ 550394 h 1050628"/>
                <a:gd name="connsiteX614" fmla="*/ 1634097 w 2449768"/>
                <a:gd name="connsiteY614" fmla="*/ 559128 h 1050628"/>
                <a:gd name="connsiteX615" fmla="*/ 1628021 w 2449768"/>
                <a:gd name="connsiteY615" fmla="*/ 583433 h 1050628"/>
                <a:gd name="connsiteX616" fmla="*/ 1603716 w 2449768"/>
                <a:gd name="connsiteY616" fmla="*/ 577357 h 1050628"/>
                <a:gd name="connsiteX617" fmla="*/ 1609792 w 2449768"/>
                <a:gd name="connsiteY617" fmla="*/ 553052 h 1050628"/>
                <a:gd name="connsiteX618" fmla="*/ 1620805 w 2449768"/>
                <a:gd name="connsiteY618" fmla="*/ 550394 h 1050628"/>
                <a:gd name="connsiteX619" fmla="*/ 2097781 w 2449768"/>
                <a:gd name="connsiteY619" fmla="*/ 544317 h 1050628"/>
                <a:gd name="connsiteX620" fmla="*/ 2111073 w 2449768"/>
                <a:gd name="connsiteY620" fmla="*/ 553051 h 1050628"/>
                <a:gd name="connsiteX621" fmla="*/ 2104997 w 2449768"/>
                <a:gd name="connsiteY621" fmla="*/ 577356 h 1050628"/>
                <a:gd name="connsiteX622" fmla="*/ 2080692 w 2449768"/>
                <a:gd name="connsiteY622" fmla="*/ 571280 h 1050628"/>
                <a:gd name="connsiteX623" fmla="*/ 2086768 w 2449768"/>
                <a:gd name="connsiteY623" fmla="*/ 546975 h 1050628"/>
                <a:gd name="connsiteX624" fmla="*/ 2097781 w 2449768"/>
                <a:gd name="connsiteY624" fmla="*/ 544317 h 1050628"/>
                <a:gd name="connsiteX625" fmla="*/ 1745366 w 2449768"/>
                <a:gd name="connsiteY625" fmla="*/ 538241 h 1050628"/>
                <a:gd name="connsiteX626" fmla="*/ 1758658 w 2449768"/>
                <a:gd name="connsiteY626" fmla="*/ 546975 h 1050628"/>
                <a:gd name="connsiteX627" fmla="*/ 1752582 w 2449768"/>
                <a:gd name="connsiteY627" fmla="*/ 571280 h 1050628"/>
                <a:gd name="connsiteX628" fmla="*/ 1728277 w 2449768"/>
                <a:gd name="connsiteY628" fmla="*/ 565204 h 1050628"/>
                <a:gd name="connsiteX629" fmla="*/ 1734353 w 2449768"/>
                <a:gd name="connsiteY629" fmla="*/ 540899 h 1050628"/>
                <a:gd name="connsiteX630" fmla="*/ 1745366 w 2449768"/>
                <a:gd name="connsiteY630" fmla="*/ 538241 h 1050628"/>
                <a:gd name="connsiteX631" fmla="*/ 624322 w 2449768"/>
                <a:gd name="connsiteY631" fmla="*/ 529127 h 1050628"/>
                <a:gd name="connsiteX632" fmla="*/ 637613 w 2449768"/>
                <a:gd name="connsiteY632" fmla="*/ 537861 h 1050628"/>
                <a:gd name="connsiteX633" fmla="*/ 631537 w 2449768"/>
                <a:gd name="connsiteY633" fmla="*/ 562166 h 1050628"/>
                <a:gd name="connsiteX634" fmla="*/ 607233 w 2449768"/>
                <a:gd name="connsiteY634" fmla="*/ 556090 h 1050628"/>
                <a:gd name="connsiteX635" fmla="*/ 613309 w 2449768"/>
                <a:gd name="connsiteY635" fmla="*/ 531785 h 1050628"/>
                <a:gd name="connsiteX636" fmla="*/ 624322 w 2449768"/>
                <a:gd name="connsiteY636" fmla="*/ 529127 h 1050628"/>
                <a:gd name="connsiteX637" fmla="*/ 958508 w 2449768"/>
                <a:gd name="connsiteY637" fmla="*/ 523051 h 1050628"/>
                <a:gd name="connsiteX638" fmla="*/ 971800 w 2449768"/>
                <a:gd name="connsiteY638" fmla="*/ 531785 h 1050628"/>
                <a:gd name="connsiteX639" fmla="*/ 965724 w 2449768"/>
                <a:gd name="connsiteY639" fmla="*/ 556090 h 1050628"/>
                <a:gd name="connsiteX640" fmla="*/ 941419 w 2449768"/>
                <a:gd name="connsiteY640" fmla="*/ 550014 h 1050628"/>
                <a:gd name="connsiteX641" fmla="*/ 947495 w 2449768"/>
                <a:gd name="connsiteY641" fmla="*/ 525709 h 1050628"/>
                <a:gd name="connsiteX642" fmla="*/ 958508 w 2449768"/>
                <a:gd name="connsiteY642" fmla="*/ 523051 h 1050628"/>
                <a:gd name="connsiteX643" fmla="*/ 1177248 w 2449768"/>
                <a:gd name="connsiteY643" fmla="*/ 507861 h 1050628"/>
                <a:gd name="connsiteX644" fmla="*/ 1190540 w 2449768"/>
                <a:gd name="connsiteY644" fmla="*/ 516595 h 1050628"/>
                <a:gd name="connsiteX645" fmla="*/ 1184464 w 2449768"/>
                <a:gd name="connsiteY645" fmla="*/ 540900 h 1050628"/>
                <a:gd name="connsiteX646" fmla="*/ 1160159 w 2449768"/>
                <a:gd name="connsiteY646" fmla="*/ 534824 h 1050628"/>
                <a:gd name="connsiteX647" fmla="*/ 1166235 w 2449768"/>
                <a:gd name="connsiteY647" fmla="*/ 510519 h 1050628"/>
                <a:gd name="connsiteX648" fmla="*/ 1177248 w 2449768"/>
                <a:gd name="connsiteY648" fmla="*/ 507861 h 1050628"/>
                <a:gd name="connsiteX649" fmla="*/ 1399027 w 2449768"/>
                <a:gd name="connsiteY649" fmla="*/ 504823 h 1050628"/>
                <a:gd name="connsiteX650" fmla="*/ 1412319 w 2449768"/>
                <a:gd name="connsiteY650" fmla="*/ 513557 h 1050628"/>
                <a:gd name="connsiteX651" fmla="*/ 1406243 w 2449768"/>
                <a:gd name="connsiteY651" fmla="*/ 537862 h 1050628"/>
                <a:gd name="connsiteX652" fmla="*/ 1381938 w 2449768"/>
                <a:gd name="connsiteY652" fmla="*/ 531786 h 1050628"/>
                <a:gd name="connsiteX653" fmla="*/ 1388014 w 2449768"/>
                <a:gd name="connsiteY653" fmla="*/ 507481 h 1050628"/>
                <a:gd name="connsiteX654" fmla="*/ 1399027 w 2449768"/>
                <a:gd name="connsiteY654" fmla="*/ 504823 h 1050628"/>
                <a:gd name="connsiteX655" fmla="*/ 2194999 w 2449768"/>
                <a:gd name="connsiteY655" fmla="*/ 492670 h 1050628"/>
                <a:gd name="connsiteX656" fmla="*/ 2208291 w 2449768"/>
                <a:gd name="connsiteY656" fmla="*/ 501404 h 1050628"/>
                <a:gd name="connsiteX657" fmla="*/ 2202214 w 2449768"/>
                <a:gd name="connsiteY657" fmla="*/ 525709 h 1050628"/>
                <a:gd name="connsiteX658" fmla="*/ 2177910 w 2449768"/>
                <a:gd name="connsiteY658" fmla="*/ 519633 h 1050628"/>
                <a:gd name="connsiteX659" fmla="*/ 2183986 w 2449768"/>
                <a:gd name="connsiteY659" fmla="*/ 495328 h 1050628"/>
                <a:gd name="connsiteX660" fmla="*/ 2194999 w 2449768"/>
                <a:gd name="connsiteY660" fmla="*/ 492670 h 1050628"/>
                <a:gd name="connsiteX661" fmla="*/ 1912459 w 2449768"/>
                <a:gd name="connsiteY661" fmla="*/ 480518 h 1050628"/>
                <a:gd name="connsiteX662" fmla="*/ 1925751 w 2449768"/>
                <a:gd name="connsiteY662" fmla="*/ 489252 h 1050628"/>
                <a:gd name="connsiteX663" fmla="*/ 1919675 w 2449768"/>
                <a:gd name="connsiteY663" fmla="*/ 513557 h 1050628"/>
                <a:gd name="connsiteX664" fmla="*/ 1895370 w 2449768"/>
                <a:gd name="connsiteY664" fmla="*/ 507481 h 1050628"/>
                <a:gd name="connsiteX665" fmla="*/ 1901446 w 2449768"/>
                <a:gd name="connsiteY665" fmla="*/ 483176 h 1050628"/>
                <a:gd name="connsiteX666" fmla="*/ 1912459 w 2449768"/>
                <a:gd name="connsiteY666" fmla="*/ 480518 h 1050628"/>
                <a:gd name="connsiteX667" fmla="*/ 803567 w 2449768"/>
                <a:gd name="connsiteY667" fmla="*/ 480518 h 1050628"/>
                <a:gd name="connsiteX668" fmla="*/ 816859 w 2449768"/>
                <a:gd name="connsiteY668" fmla="*/ 489252 h 1050628"/>
                <a:gd name="connsiteX669" fmla="*/ 810783 w 2449768"/>
                <a:gd name="connsiteY669" fmla="*/ 513557 h 1050628"/>
                <a:gd name="connsiteX670" fmla="*/ 786478 w 2449768"/>
                <a:gd name="connsiteY670" fmla="*/ 507481 h 1050628"/>
                <a:gd name="connsiteX671" fmla="*/ 792554 w 2449768"/>
                <a:gd name="connsiteY671" fmla="*/ 483176 h 1050628"/>
                <a:gd name="connsiteX672" fmla="*/ 803567 w 2449768"/>
                <a:gd name="connsiteY672" fmla="*/ 480518 h 1050628"/>
                <a:gd name="connsiteX673" fmla="*/ 1550930 w 2449768"/>
                <a:gd name="connsiteY673" fmla="*/ 471404 h 1050628"/>
                <a:gd name="connsiteX674" fmla="*/ 1564222 w 2449768"/>
                <a:gd name="connsiteY674" fmla="*/ 480138 h 1050628"/>
                <a:gd name="connsiteX675" fmla="*/ 1558146 w 2449768"/>
                <a:gd name="connsiteY675" fmla="*/ 504443 h 1050628"/>
                <a:gd name="connsiteX676" fmla="*/ 1533841 w 2449768"/>
                <a:gd name="connsiteY676" fmla="*/ 498367 h 1050628"/>
                <a:gd name="connsiteX677" fmla="*/ 1539917 w 2449768"/>
                <a:gd name="connsiteY677" fmla="*/ 474062 h 1050628"/>
                <a:gd name="connsiteX678" fmla="*/ 1550930 w 2449768"/>
                <a:gd name="connsiteY678" fmla="*/ 471404 h 1050628"/>
                <a:gd name="connsiteX679" fmla="*/ 2307407 w 2449768"/>
                <a:gd name="connsiteY679" fmla="*/ 465328 h 1050628"/>
                <a:gd name="connsiteX680" fmla="*/ 2320698 w 2449768"/>
                <a:gd name="connsiteY680" fmla="*/ 474062 h 1050628"/>
                <a:gd name="connsiteX681" fmla="*/ 2314622 w 2449768"/>
                <a:gd name="connsiteY681" fmla="*/ 498367 h 1050628"/>
                <a:gd name="connsiteX682" fmla="*/ 2290318 w 2449768"/>
                <a:gd name="connsiteY682" fmla="*/ 492291 h 1050628"/>
                <a:gd name="connsiteX683" fmla="*/ 2296394 w 2449768"/>
                <a:gd name="connsiteY683" fmla="*/ 467986 h 1050628"/>
                <a:gd name="connsiteX684" fmla="*/ 2307407 w 2449768"/>
                <a:gd name="connsiteY684" fmla="*/ 465328 h 1050628"/>
                <a:gd name="connsiteX685" fmla="*/ 1076992 w 2449768"/>
                <a:gd name="connsiteY685" fmla="*/ 462290 h 1050628"/>
                <a:gd name="connsiteX686" fmla="*/ 1090284 w 2449768"/>
                <a:gd name="connsiteY686" fmla="*/ 471024 h 1050628"/>
                <a:gd name="connsiteX687" fmla="*/ 1084208 w 2449768"/>
                <a:gd name="connsiteY687" fmla="*/ 495329 h 1050628"/>
                <a:gd name="connsiteX688" fmla="*/ 1059903 w 2449768"/>
                <a:gd name="connsiteY688" fmla="*/ 489253 h 1050628"/>
                <a:gd name="connsiteX689" fmla="*/ 1065979 w 2449768"/>
                <a:gd name="connsiteY689" fmla="*/ 464948 h 1050628"/>
                <a:gd name="connsiteX690" fmla="*/ 1076992 w 2449768"/>
                <a:gd name="connsiteY690" fmla="*/ 462290 h 1050628"/>
                <a:gd name="connsiteX691" fmla="*/ 2030944 w 2449768"/>
                <a:gd name="connsiteY691" fmla="*/ 456214 h 1050628"/>
                <a:gd name="connsiteX692" fmla="*/ 2044236 w 2449768"/>
                <a:gd name="connsiteY692" fmla="*/ 464948 h 1050628"/>
                <a:gd name="connsiteX693" fmla="*/ 2038160 w 2449768"/>
                <a:gd name="connsiteY693" fmla="*/ 489253 h 1050628"/>
                <a:gd name="connsiteX694" fmla="*/ 2013855 w 2449768"/>
                <a:gd name="connsiteY694" fmla="*/ 483177 h 1050628"/>
                <a:gd name="connsiteX695" fmla="*/ 2019931 w 2449768"/>
                <a:gd name="connsiteY695" fmla="*/ 458872 h 1050628"/>
                <a:gd name="connsiteX696" fmla="*/ 2030944 w 2449768"/>
                <a:gd name="connsiteY696" fmla="*/ 456214 h 1050628"/>
                <a:gd name="connsiteX697" fmla="*/ 1280542 w 2449768"/>
                <a:gd name="connsiteY697" fmla="*/ 453176 h 1050628"/>
                <a:gd name="connsiteX698" fmla="*/ 1293834 w 2449768"/>
                <a:gd name="connsiteY698" fmla="*/ 461910 h 1050628"/>
                <a:gd name="connsiteX699" fmla="*/ 1287758 w 2449768"/>
                <a:gd name="connsiteY699" fmla="*/ 486215 h 1050628"/>
                <a:gd name="connsiteX700" fmla="*/ 1263453 w 2449768"/>
                <a:gd name="connsiteY700" fmla="*/ 480139 h 1050628"/>
                <a:gd name="connsiteX701" fmla="*/ 1269529 w 2449768"/>
                <a:gd name="connsiteY701" fmla="*/ 455834 h 1050628"/>
                <a:gd name="connsiteX702" fmla="*/ 1280542 w 2449768"/>
                <a:gd name="connsiteY702" fmla="*/ 453176 h 1050628"/>
                <a:gd name="connsiteX703" fmla="*/ 679006 w 2449768"/>
                <a:gd name="connsiteY703" fmla="*/ 450138 h 1050628"/>
                <a:gd name="connsiteX704" fmla="*/ 692298 w 2449768"/>
                <a:gd name="connsiteY704" fmla="*/ 458872 h 1050628"/>
                <a:gd name="connsiteX705" fmla="*/ 686222 w 2449768"/>
                <a:gd name="connsiteY705" fmla="*/ 483177 h 1050628"/>
                <a:gd name="connsiteX706" fmla="*/ 661917 w 2449768"/>
                <a:gd name="connsiteY706" fmla="*/ 477101 h 1050628"/>
                <a:gd name="connsiteX707" fmla="*/ 667993 w 2449768"/>
                <a:gd name="connsiteY707" fmla="*/ 452796 h 1050628"/>
                <a:gd name="connsiteX708" fmla="*/ 679006 w 2449768"/>
                <a:gd name="connsiteY708" fmla="*/ 450138 h 1050628"/>
                <a:gd name="connsiteX709" fmla="*/ 1815242 w 2449768"/>
                <a:gd name="connsiteY709" fmla="*/ 447099 h 1050628"/>
                <a:gd name="connsiteX710" fmla="*/ 1828533 w 2449768"/>
                <a:gd name="connsiteY710" fmla="*/ 455833 h 1050628"/>
                <a:gd name="connsiteX711" fmla="*/ 1822457 w 2449768"/>
                <a:gd name="connsiteY711" fmla="*/ 480138 h 1050628"/>
                <a:gd name="connsiteX712" fmla="*/ 1798152 w 2449768"/>
                <a:gd name="connsiteY712" fmla="*/ 474062 h 1050628"/>
                <a:gd name="connsiteX713" fmla="*/ 1804228 w 2449768"/>
                <a:gd name="connsiteY713" fmla="*/ 449757 h 1050628"/>
                <a:gd name="connsiteX714" fmla="*/ 1815242 w 2449768"/>
                <a:gd name="connsiteY714" fmla="*/ 447099 h 1050628"/>
                <a:gd name="connsiteX715" fmla="*/ 1699795 w 2449768"/>
                <a:gd name="connsiteY715" fmla="*/ 444061 h 1050628"/>
                <a:gd name="connsiteX716" fmla="*/ 1713087 w 2449768"/>
                <a:gd name="connsiteY716" fmla="*/ 452795 h 1050628"/>
                <a:gd name="connsiteX717" fmla="*/ 1707011 w 2449768"/>
                <a:gd name="connsiteY717" fmla="*/ 477100 h 1050628"/>
                <a:gd name="connsiteX718" fmla="*/ 1682706 w 2449768"/>
                <a:gd name="connsiteY718" fmla="*/ 471024 h 1050628"/>
                <a:gd name="connsiteX719" fmla="*/ 1688782 w 2449768"/>
                <a:gd name="connsiteY719" fmla="*/ 446719 h 1050628"/>
                <a:gd name="connsiteX720" fmla="*/ 1699795 w 2449768"/>
                <a:gd name="connsiteY720" fmla="*/ 444061 h 1050628"/>
                <a:gd name="connsiteX721" fmla="*/ 888633 w 2449768"/>
                <a:gd name="connsiteY721" fmla="*/ 434947 h 1050628"/>
                <a:gd name="connsiteX722" fmla="*/ 901925 w 2449768"/>
                <a:gd name="connsiteY722" fmla="*/ 443681 h 1050628"/>
                <a:gd name="connsiteX723" fmla="*/ 895849 w 2449768"/>
                <a:gd name="connsiteY723" fmla="*/ 467986 h 1050628"/>
                <a:gd name="connsiteX724" fmla="*/ 871544 w 2449768"/>
                <a:gd name="connsiteY724" fmla="*/ 461910 h 1050628"/>
                <a:gd name="connsiteX725" fmla="*/ 877620 w 2449768"/>
                <a:gd name="connsiteY725" fmla="*/ 437605 h 1050628"/>
                <a:gd name="connsiteX726" fmla="*/ 888633 w 2449768"/>
                <a:gd name="connsiteY726" fmla="*/ 434947 h 1050628"/>
                <a:gd name="connsiteX727" fmla="*/ 2158542 w 2449768"/>
                <a:gd name="connsiteY727" fmla="*/ 407605 h 1050628"/>
                <a:gd name="connsiteX728" fmla="*/ 2171833 w 2449768"/>
                <a:gd name="connsiteY728" fmla="*/ 416339 h 1050628"/>
                <a:gd name="connsiteX729" fmla="*/ 2165757 w 2449768"/>
                <a:gd name="connsiteY729" fmla="*/ 440644 h 1050628"/>
                <a:gd name="connsiteX730" fmla="*/ 2141453 w 2449768"/>
                <a:gd name="connsiteY730" fmla="*/ 434568 h 1050628"/>
                <a:gd name="connsiteX731" fmla="*/ 2147529 w 2449768"/>
                <a:gd name="connsiteY731" fmla="*/ 410263 h 1050628"/>
                <a:gd name="connsiteX732" fmla="*/ 2158542 w 2449768"/>
                <a:gd name="connsiteY732" fmla="*/ 407605 h 1050628"/>
                <a:gd name="connsiteX733" fmla="*/ 1484092 w 2449768"/>
                <a:gd name="connsiteY733" fmla="*/ 407605 h 1050628"/>
                <a:gd name="connsiteX734" fmla="*/ 1497384 w 2449768"/>
                <a:gd name="connsiteY734" fmla="*/ 416339 h 1050628"/>
                <a:gd name="connsiteX735" fmla="*/ 1491308 w 2449768"/>
                <a:gd name="connsiteY735" fmla="*/ 440644 h 1050628"/>
                <a:gd name="connsiteX736" fmla="*/ 1467003 w 2449768"/>
                <a:gd name="connsiteY736" fmla="*/ 434568 h 1050628"/>
                <a:gd name="connsiteX737" fmla="*/ 1473079 w 2449768"/>
                <a:gd name="connsiteY737" fmla="*/ 410263 h 1050628"/>
                <a:gd name="connsiteX738" fmla="*/ 1484092 w 2449768"/>
                <a:gd name="connsiteY738" fmla="*/ 407605 h 1050628"/>
                <a:gd name="connsiteX739" fmla="*/ 1365608 w 2449768"/>
                <a:gd name="connsiteY739" fmla="*/ 404567 h 1050628"/>
                <a:gd name="connsiteX740" fmla="*/ 1378900 w 2449768"/>
                <a:gd name="connsiteY740" fmla="*/ 413301 h 1050628"/>
                <a:gd name="connsiteX741" fmla="*/ 1372824 w 2449768"/>
                <a:gd name="connsiteY741" fmla="*/ 437606 h 1050628"/>
                <a:gd name="connsiteX742" fmla="*/ 1348519 w 2449768"/>
                <a:gd name="connsiteY742" fmla="*/ 431530 h 1050628"/>
                <a:gd name="connsiteX743" fmla="*/ 1354595 w 2449768"/>
                <a:gd name="connsiteY743" fmla="*/ 407225 h 1050628"/>
                <a:gd name="connsiteX744" fmla="*/ 1365608 w 2449768"/>
                <a:gd name="connsiteY744" fmla="*/ 404567 h 1050628"/>
                <a:gd name="connsiteX745" fmla="*/ 988889 w 2449768"/>
                <a:gd name="connsiteY745" fmla="*/ 404567 h 1050628"/>
                <a:gd name="connsiteX746" fmla="*/ 1002180 w 2449768"/>
                <a:gd name="connsiteY746" fmla="*/ 413301 h 1050628"/>
                <a:gd name="connsiteX747" fmla="*/ 996104 w 2449768"/>
                <a:gd name="connsiteY747" fmla="*/ 437606 h 1050628"/>
                <a:gd name="connsiteX748" fmla="*/ 971800 w 2449768"/>
                <a:gd name="connsiteY748" fmla="*/ 431530 h 1050628"/>
                <a:gd name="connsiteX749" fmla="*/ 977876 w 2449768"/>
                <a:gd name="connsiteY749" fmla="*/ 407225 h 1050628"/>
                <a:gd name="connsiteX750" fmla="*/ 988889 w 2449768"/>
                <a:gd name="connsiteY750" fmla="*/ 404567 h 1050628"/>
                <a:gd name="connsiteX751" fmla="*/ 1182565 w 2449768"/>
                <a:gd name="connsiteY751" fmla="*/ 394312 h 1050628"/>
                <a:gd name="connsiteX752" fmla="*/ 1193578 w 2449768"/>
                <a:gd name="connsiteY752" fmla="*/ 404186 h 1050628"/>
                <a:gd name="connsiteX753" fmla="*/ 1187502 w 2449768"/>
                <a:gd name="connsiteY753" fmla="*/ 428491 h 1050628"/>
                <a:gd name="connsiteX754" fmla="*/ 1163197 w 2449768"/>
                <a:gd name="connsiteY754" fmla="*/ 422415 h 1050628"/>
                <a:gd name="connsiteX755" fmla="*/ 1169273 w 2449768"/>
                <a:gd name="connsiteY755" fmla="*/ 398110 h 1050628"/>
                <a:gd name="connsiteX756" fmla="*/ 1182565 w 2449768"/>
                <a:gd name="connsiteY756" fmla="*/ 394312 h 1050628"/>
                <a:gd name="connsiteX757" fmla="*/ 1620805 w 2449768"/>
                <a:gd name="connsiteY757" fmla="*/ 389376 h 1050628"/>
                <a:gd name="connsiteX758" fmla="*/ 1634097 w 2449768"/>
                <a:gd name="connsiteY758" fmla="*/ 398110 h 1050628"/>
                <a:gd name="connsiteX759" fmla="*/ 1628021 w 2449768"/>
                <a:gd name="connsiteY759" fmla="*/ 422415 h 1050628"/>
                <a:gd name="connsiteX760" fmla="*/ 1603716 w 2449768"/>
                <a:gd name="connsiteY760" fmla="*/ 416339 h 1050628"/>
                <a:gd name="connsiteX761" fmla="*/ 1609792 w 2449768"/>
                <a:gd name="connsiteY761" fmla="*/ 392034 h 1050628"/>
                <a:gd name="connsiteX762" fmla="*/ 1620805 w 2449768"/>
                <a:gd name="connsiteY762" fmla="*/ 389376 h 1050628"/>
                <a:gd name="connsiteX763" fmla="*/ 1961068 w 2449768"/>
                <a:gd name="connsiteY763" fmla="*/ 380262 h 1050628"/>
                <a:gd name="connsiteX764" fmla="*/ 1974360 w 2449768"/>
                <a:gd name="connsiteY764" fmla="*/ 388996 h 1050628"/>
                <a:gd name="connsiteX765" fmla="*/ 1968284 w 2449768"/>
                <a:gd name="connsiteY765" fmla="*/ 413301 h 1050628"/>
                <a:gd name="connsiteX766" fmla="*/ 1943979 w 2449768"/>
                <a:gd name="connsiteY766" fmla="*/ 407225 h 1050628"/>
                <a:gd name="connsiteX767" fmla="*/ 1950055 w 2449768"/>
                <a:gd name="connsiteY767" fmla="*/ 382920 h 1050628"/>
                <a:gd name="connsiteX768" fmla="*/ 1961068 w 2449768"/>
                <a:gd name="connsiteY768" fmla="*/ 380262 h 1050628"/>
                <a:gd name="connsiteX769" fmla="*/ 770148 w 2449768"/>
                <a:gd name="connsiteY769" fmla="*/ 380262 h 1050628"/>
                <a:gd name="connsiteX770" fmla="*/ 783440 w 2449768"/>
                <a:gd name="connsiteY770" fmla="*/ 388996 h 1050628"/>
                <a:gd name="connsiteX771" fmla="*/ 777364 w 2449768"/>
                <a:gd name="connsiteY771" fmla="*/ 413301 h 1050628"/>
                <a:gd name="connsiteX772" fmla="*/ 753059 w 2449768"/>
                <a:gd name="connsiteY772" fmla="*/ 407225 h 1050628"/>
                <a:gd name="connsiteX773" fmla="*/ 759135 w 2449768"/>
                <a:gd name="connsiteY773" fmla="*/ 382920 h 1050628"/>
                <a:gd name="connsiteX774" fmla="*/ 770148 w 2449768"/>
                <a:gd name="connsiteY774" fmla="*/ 380262 h 1050628"/>
                <a:gd name="connsiteX775" fmla="*/ 2240571 w 2449768"/>
                <a:gd name="connsiteY775" fmla="*/ 352920 h 1050628"/>
                <a:gd name="connsiteX776" fmla="*/ 2253862 w 2449768"/>
                <a:gd name="connsiteY776" fmla="*/ 361654 h 1050628"/>
                <a:gd name="connsiteX777" fmla="*/ 2247786 w 2449768"/>
                <a:gd name="connsiteY777" fmla="*/ 385959 h 1050628"/>
                <a:gd name="connsiteX778" fmla="*/ 2223481 w 2449768"/>
                <a:gd name="connsiteY778" fmla="*/ 379883 h 1050628"/>
                <a:gd name="connsiteX779" fmla="*/ 2229557 w 2449768"/>
                <a:gd name="connsiteY779" fmla="*/ 355578 h 1050628"/>
                <a:gd name="connsiteX780" fmla="*/ 2240571 w 2449768"/>
                <a:gd name="connsiteY780" fmla="*/ 352920 h 1050628"/>
                <a:gd name="connsiteX781" fmla="*/ 2082590 w 2449768"/>
                <a:gd name="connsiteY781" fmla="*/ 352920 h 1050628"/>
                <a:gd name="connsiteX782" fmla="*/ 2095882 w 2449768"/>
                <a:gd name="connsiteY782" fmla="*/ 361654 h 1050628"/>
                <a:gd name="connsiteX783" fmla="*/ 2089806 w 2449768"/>
                <a:gd name="connsiteY783" fmla="*/ 385959 h 1050628"/>
                <a:gd name="connsiteX784" fmla="*/ 2065501 w 2449768"/>
                <a:gd name="connsiteY784" fmla="*/ 379883 h 1050628"/>
                <a:gd name="connsiteX785" fmla="*/ 2071577 w 2449768"/>
                <a:gd name="connsiteY785" fmla="*/ 355578 h 1050628"/>
                <a:gd name="connsiteX786" fmla="*/ 2082590 w 2449768"/>
                <a:gd name="connsiteY786" fmla="*/ 352920 h 1050628"/>
                <a:gd name="connsiteX787" fmla="*/ 1080030 w 2449768"/>
                <a:gd name="connsiteY787" fmla="*/ 337729 h 1050628"/>
                <a:gd name="connsiteX788" fmla="*/ 1093322 w 2449768"/>
                <a:gd name="connsiteY788" fmla="*/ 346463 h 1050628"/>
                <a:gd name="connsiteX789" fmla="*/ 1087246 w 2449768"/>
                <a:gd name="connsiteY789" fmla="*/ 370768 h 1050628"/>
                <a:gd name="connsiteX790" fmla="*/ 1062941 w 2449768"/>
                <a:gd name="connsiteY790" fmla="*/ 364692 h 1050628"/>
                <a:gd name="connsiteX791" fmla="*/ 1069017 w 2449768"/>
                <a:gd name="connsiteY791" fmla="*/ 340387 h 1050628"/>
                <a:gd name="connsiteX792" fmla="*/ 1080030 w 2449768"/>
                <a:gd name="connsiteY792" fmla="*/ 337729 h 1050628"/>
                <a:gd name="connsiteX793" fmla="*/ 1787899 w 2449768"/>
                <a:gd name="connsiteY793" fmla="*/ 331653 h 1050628"/>
                <a:gd name="connsiteX794" fmla="*/ 1801191 w 2449768"/>
                <a:gd name="connsiteY794" fmla="*/ 340387 h 1050628"/>
                <a:gd name="connsiteX795" fmla="*/ 1795115 w 2449768"/>
                <a:gd name="connsiteY795" fmla="*/ 364692 h 1050628"/>
                <a:gd name="connsiteX796" fmla="*/ 1770810 w 2449768"/>
                <a:gd name="connsiteY796" fmla="*/ 358616 h 1050628"/>
                <a:gd name="connsiteX797" fmla="*/ 1776886 w 2449768"/>
                <a:gd name="connsiteY797" fmla="*/ 334311 h 1050628"/>
                <a:gd name="connsiteX798" fmla="*/ 1787899 w 2449768"/>
                <a:gd name="connsiteY798" fmla="*/ 331653 h 1050628"/>
                <a:gd name="connsiteX799" fmla="*/ 1879040 w 2449768"/>
                <a:gd name="connsiteY799" fmla="*/ 328615 h 1050628"/>
                <a:gd name="connsiteX800" fmla="*/ 1892332 w 2449768"/>
                <a:gd name="connsiteY800" fmla="*/ 337349 h 1050628"/>
                <a:gd name="connsiteX801" fmla="*/ 1886256 w 2449768"/>
                <a:gd name="connsiteY801" fmla="*/ 361654 h 1050628"/>
                <a:gd name="connsiteX802" fmla="*/ 1861951 w 2449768"/>
                <a:gd name="connsiteY802" fmla="*/ 355578 h 1050628"/>
                <a:gd name="connsiteX803" fmla="*/ 1868027 w 2449768"/>
                <a:gd name="connsiteY803" fmla="*/ 331273 h 1050628"/>
                <a:gd name="connsiteX804" fmla="*/ 1879040 w 2449768"/>
                <a:gd name="connsiteY804" fmla="*/ 328615 h 1050628"/>
                <a:gd name="connsiteX805" fmla="*/ 1265352 w 2449768"/>
                <a:gd name="connsiteY805" fmla="*/ 325577 h 1050628"/>
                <a:gd name="connsiteX806" fmla="*/ 1278644 w 2449768"/>
                <a:gd name="connsiteY806" fmla="*/ 334311 h 1050628"/>
                <a:gd name="connsiteX807" fmla="*/ 1272568 w 2449768"/>
                <a:gd name="connsiteY807" fmla="*/ 358616 h 1050628"/>
                <a:gd name="connsiteX808" fmla="*/ 1248263 w 2449768"/>
                <a:gd name="connsiteY808" fmla="*/ 352540 h 1050628"/>
                <a:gd name="connsiteX809" fmla="*/ 1254339 w 2449768"/>
                <a:gd name="connsiteY809" fmla="*/ 328235 h 1050628"/>
                <a:gd name="connsiteX810" fmla="*/ 1265352 w 2449768"/>
                <a:gd name="connsiteY810" fmla="*/ 325577 h 1050628"/>
                <a:gd name="connsiteX811" fmla="*/ 864328 w 2449768"/>
                <a:gd name="connsiteY811" fmla="*/ 319501 h 1050628"/>
                <a:gd name="connsiteX812" fmla="*/ 877620 w 2449768"/>
                <a:gd name="connsiteY812" fmla="*/ 328235 h 1050628"/>
                <a:gd name="connsiteX813" fmla="*/ 871544 w 2449768"/>
                <a:gd name="connsiteY813" fmla="*/ 352540 h 1050628"/>
                <a:gd name="connsiteX814" fmla="*/ 847239 w 2449768"/>
                <a:gd name="connsiteY814" fmla="*/ 346464 h 1050628"/>
                <a:gd name="connsiteX815" fmla="*/ 853315 w 2449768"/>
                <a:gd name="connsiteY815" fmla="*/ 322159 h 1050628"/>
                <a:gd name="connsiteX816" fmla="*/ 864328 w 2449768"/>
                <a:gd name="connsiteY816" fmla="*/ 319501 h 1050628"/>
                <a:gd name="connsiteX817" fmla="*/ 1459788 w 2449768"/>
                <a:gd name="connsiteY817" fmla="*/ 316463 h 1050628"/>
                <a:gd name="connsiteX818" fmla="*/ 1473080 w 2449768"/>
                <a:gd name="connsiteY818" fmla="*/ 325197 h 1050628"/>
                <a:gd name="connsiteX819" fmla="*/ 1467004 w 2449768"/>
                <a:gd name="connsiteY819" fmla="*/ 349502 h 1050628"/>
                <a:gd name="connsiteX820" fmla="*/ 1442699 w 2449768"/>
                <a:gd name="connsiteY820" fmla="*/ 343426 h 1050628"/>
                <a:gd name="connsiteX821" fmla="*/ 1448775 w 2449768"/>
                <a:gd name="connsiteY821" fmla="*/ 319121 h 1050628"/>
                <a:gd name="connsiteX822" fmla="*/ 1459788 w 2449768"/>
                <a:gd name="connsiteY822" fmla="*/ 316463 h 1050628"/>
                <a:gd name="connsiteX823" fmla="*/ 1702833 w 2449768"/>
                <a:gd name="connsiteY823" fmla="*/ 310387 h 1050628"/>
                <a:gd name="connsiteX824" fmla="*/ 1716125 w 2449768"/>
                <a:gd name="connsiteY824" fmla="*/ 319121 h 1050628"/>
                <a:gd name="connsiteX825" fmla="*/ 1710049 w 2449768"/>
                <a:gd name="connsiteY825" fmla="*/ 343426 h 1050628"/>
                <a:gd name="connsiteX826" fmla="*/ 1685744 w 2449768"/>
                <a:gd name="connsiteY826" fmla="*/ 337350 h 1050628"/>
                <a:gd name="connsiteX827" fmla="*/ 1691820 w 2449768"/>
                <a:gd name="connsiteY827" fmla="*/ 313045 h 1050628"/>
                <a:gd name="connsiteX828" fmla="*/ 1702833 w 2449768"/>
                <a:gd name="connsiteY828" fmla="*/ 310387 h 1050628"/>
                <a:gd name="connsiteX829" fmla="*/ 1577893 w 2449768"/>
                <a:gd name="connsiteY829" fmla="*/ 297095 h 1050628"/>
                <a:gd name="connsiteX830" fmla="*/ 1591565 w 2449768"/>
                <a:gd name="connsiteY830" fmla="*/ 306969 h 1050628"/>
                <a:gd name="connsiteX831" fmla="*/ 1585489 w 2449768"/>
                <a:gd name="connsiteY831" fmla="*/ 331274 h 1050628"/>
                <a:gd name="connsiteX832" fmla="*/ 1561184 w 2449768"/>
                <a:gd name="connsiteY832" fmla="*/ 325198 h 1050628"/>
                <a:gd name="connsiteX833" fmla="*/ 1564222 w 2449768"/>
                <a:gd name="connsiteY833" fmla="*/ 300893 h 1050628"/>
                <a:gd name="connsiteX834" fmla="*/ 1577893 w 2449768"/>
                <a:gd name="connsiteY834" fmla="*/ 297095 h 1050628"/>
                <a:gd name="connsiteX835" fmla="*/ 955470 w 2449768"/>
                <a:gd name="connsiteY835" fmla="*/ 295196 h 1050628"/>
                <a:gd name="connsiteX836" fmla="*/ 968762 w 2449768"/>
                <a:gd name="connsiteY836" fmla="*/ 303930 h 1050628"/>
                <a:gd name="connsiteX837" fmla="*/ 962686 w 2449768"/>
                <a:gd name="connsiteY837" fmla="*/ 328235 h 1050628"/>
                <a:gd name="connsiteX838" fmla="*/ 938381 w 2449768"/>
                <a:gd name="connsiteY838" fmla="*/ 322159 h 1050628"/>
                <a:gd name="connsiteX839" fmla="*/ 944457 w 2449768"/>
                <a:gd name="connsiteY839" fmla="*/ 297854 h 1050628"/>
                <a:gd name="connsiteX840" fmla="*/ 955470 w 2449768"/>
                <a:gd name="connsiteY840" fmla="*/ 295196 h 1050628"/>
                <a:gd name="connsiteX841" fmla="*/ 1365608 w 2449768"/>
                <a:gd name="connsiteY841" fmla="*/ 283044 h 1050628"/>
                <a:gd name="connsiteX842" fmla="*/ 1378900 w 2449768"/>
                <a:gd name="connsiteY842" fmla="*/ 291778 h 1050628"/>
                <a:gd name="connsiteX843" fmla="*/ 1372824 w 2449768"/>
                <a:gd name="connsiteY843" fmla="*/ 316083 h 1050628"/>
                <a:gd name="connsiteX844" fmla="*/ 1348519 w 2449768"/>
                <a:gd name="connsiteY844" fmla="*/ 310007 h 1050628"/>
                <a:gd name="connsiteX845" fmla="*/ 1354595 w 2449768"/>
                <a:gd name="connsiteY845" fmla="*/ 285702 h 1050628"/>
                <a:gd name="connsiteX846" fmla="*/ 1365608 w 2449768"/>
                <a:gd name="connsiteY846" fmla="*/ 283044 h 1050628"/>
                <a:gd name="connsiteX847" fmla="*/ 1979296 w 2449768"/>
                <a:gd name="connsiteY847" fmla="*/ 267854 h 1050628"/>
                <a:gd name="connsiteX848" fmla="*/ 1992588 w 2449768"/>
                <a:gd name="connsiteY848" fmla="*/ 276588 h 1050628"/>
                <a:gd name="connsiteX849" fmla="*/ 1986512 w 2449768"/>
                <a:gd name="connsiteY849" fmla="*/ 300893 h 1050628"/>
                <a:gd name="connsiteX850" fmla="*/ 1962207 w 2449768"/>
                <a:gd name="connsiteY850" fmla="*/ 294817 h 1050628"/>
                <a:gd name="connsiteX851" fmla="*/ 1968283 w 2449768"/>
                <a:gd name="connsiteY851" fmla="*/ 270512 h 1050628"/>
                <a:gd name="connsiteX852" fmla="*/ 1979296 w 2449768"/>
                <a:gd name="connsiteY852" fmla="*/ 267854 h 1050628"/>
                <a:gd name="connsiteX853" fmla="*/ 1173830 w 2449768"/>
                <a:gd name="connsiteY853" fmla="*/ 266714 h 1050628"/>
                <a:gd name="connsiteX854" fmla="*/ 1187502 w 2449768"/>
                <a:gd name="connsiteY854" fmla="*/ 276588 h 1050628"/>
                <a:gd name="connsiteX855" fmla="*/ 1181425 w 2449768"/>
                <a:gd name="connsiteY855" fmla="*/ 300893 h 1050628"/>
                <a:gd name="connsiteX856" fmla="*/ 1157121 w 2449768"/>
                <a:gd name="connsiteY856" fmla="*/ 294817 h 1050628"/>
                <a:gd name="connsiteX857" fmla="*/ 1160159 w 2449768"/>
                <a:gd name="connsiteY857" fmla="*/ 270512 h 1050628"/>
                <a:gd name="connsiteX858" fmla="*/ 1173830 w 2449768"/>
                <a:gd name="connsiteY858" fmla="*/ 266714 h 1050628"/>
                <a:gd name="connsiteX859" fmla="*/ 2167656 w 2449768"/>
                <a:gd name="connsiteY859" fmla="*/ 246587 h 1050628"/>
                <a:gd name="connsiteX860" fmla="*/ 2180948 w 2449768"/>
                <a:gd name="connsiteY860" fmla="*/ 255321 h 1050628"/>
                <a:gd name="connsiteX861" fmla="*/ 2174872 w 2449768"/>
                <a:gd name="connsiteY861" fmla="*/ 279626 h 1050628"/>
                <a:gd name="connsiteX862" fmla="*/ 2150567 w 2449768"/>
                <a:gd name="connsiteY862" fmla="*/ 273550 h 1050628"/>
                <a:gd name="connsiteX863" fmla="*/ 2156643 w 2449768"/>
                <a:gd name="connsiteY863" fmla="*/ 249245 h 1050628"/>
                <a:gd name="connsiteX864" fmla="*/ 2167656 w 2449768"/>
                <a:gd name="connsiteY864" fmla="*/ 246587 h 1050628"/>
                <a:gd name="connsiteX865" fmla="*/ 2073477 w 2449768"/>
                <a:gd name="connsiteY865" fmla="*/ 240511 h 1050628"/>
                <a:gd name="connsiteX866" fmla="*/ 2086768 w 2449768"/>
                <a:gd name="connsiteY866" fmla="*/ 249245 h 1050628"/>
                <a:gd name="connsiteX867" fmla="*/ 2080692 w 2449768"/>
                <a:gd name="connsiteY867" fmla="*/ 273550 h 1050628"/>
                <a:gd name="connsiteX868" fmla="*/ 2056387 w 2449768"/>
                <a:gd name="connsiteY868" fmla="*/ 267474 h 1050628"/>
                <a:gd name="connsiteX869" fmla="*/ 2062463 w 2449768"/>
                <a:gd name="connsiteY869" fmla="*/ 243169 h 1050628"/>
                <a:gd name="connsiteX870" fmla="*/ 2073477 w 2449768"/>
                <a:gd name="connsiteY870" fmla="*/ 240511 h 1050628"/>
                <a:gd name="connsiteX871" fmla="*/ 1505359 w 2449768"/>
                <a:gd name="connsiteY871" fmla="*/ 222283 h 1050628"/>
                <a:gd name="connsiteX872" fmla="*/ 1518651 w 2449768"/>
                <a:gd name="connsiteY872" fmla="*/ 231017 h 1050628"/>
                <a:gd name="connsiteX873" fmla="*/ 1512575 w 2449768"/>
                <a:gd name="connsiteY873" fmla="*/ 255322 h 1050628"/>
                <a:gd name="connsiteX874" fmla="*/ 1488270 w 2449768"/>
                <a:gd name="connsiteY874" fmla="*/ 249246 h 1050628"/>
                <a:gd name="connsiteX875" fmla="*/ 1494346 w 2449768"/>
                <a:gd name="connsiteY875" fmla="*/ 224941 h 1050628"/>
                <a:gd name="connsiteX876" fmla="*/ 1505359 w 2449768"/>
                <a:gd name="connsiteY876" fmla="*/ 222283 h 1050628"/>
                <a:gd name="connsiteX877" fmla="*/ 1007117 w 2449768"/>
                <a:gd name="connsiteY877" fmla="*/ 222283 h 1050628"/>
                <a:gd name="connsiteX878" fmla="*/ 1020409 w 2449768"/>
                <a:gd name="connsiteY878" fmla="*/ 231017 h 1050628"/>
                <a:gd name="connsiteX879" fmla="*/ 1014333 w 2449768"/>
                <a:gd name="connsiteY879" fmla="*/ 255322 h 1050628"/>
                <a:gd name="connsiteX880" fmla="*/ 990028 w 2449768"/>
                <a:gd name="connsiteY880" fmla="*/ 249246 h 1050628"/>
                <a:gd name="connsiteX881" fmla="*/ 996104 w 2449768"/>
                <a:gd name="connsiteY881" fmla="*/ 224941 h 1050628"/>
                <a:gd name="connsiteX882" fmla="*/ 1007117 w 2449768"/>
                <a:gd name="connsiteY882" fmla="*/ 222283 h 1050628"/>
                <a:gd name="connsiteX883" fmla="*/ 1298771 w 2449768"/>
                <a:gd name="connsiteY883" fmla="*/ 210131 h 1050628"/>
                <a:gd name="connsiteX884" fmla="*/ 1312063 w 2449768"/>
                <a:gd name="connsiteY884" fmla="*/ 218865 h 1050628"/>
                <a:gd name="connsiteX885" fmla="*/ 1305987 w 2449768"/>
                <a:gd name="connsiteY885" fmla="*/ 243170 h 1050628"/>
                <a:gd name="connsiteX886" fmla="*/ 1281682 w 2449768"/>
                <a:gd name="connsiteY886" fmla="*/ 237094 h 1050628"/>
                <a:gd name="connsiteX887" fmla="*/ 1287758 w 2449768"/>
                <a:gd name="connsiteY887" fmla="*/ 212789 h 1050628"/>
                <a:gd name="connsiteX888" fmla="*/ 1298771 w 2449768"/>
                <a:gd name="connsiteY888" fmla="*/ 210131 h 1050628"/>
                <a:gd name="connsiteX889" fmla="*/ 1881700 w 2449768"/>
                <a:gd name="connsiteY889" fmla="*/ 207472 h 1050628"/>
                <a:gd name="connsiteX890" fmla="*/ 1895371 w 2449768"/>
                <a:gd name="connsiteY890" fmla="*/ 218865 h 1050628"/>
                <a:gd name="connsiteX891" fmla="*/ 1889295 w 2449768"/>
                <a:gd name="connsiteY891" fmla="*/ 243170 h 1050628"/>
                <a:gd name="connsiteX892" fmla="*/ 1864990 w 2449768"/>
                <a:gd name="connsiteY892" fmla="*/ 237094 h 1050628"/>
                <a:gd name="connsiteX893" fmla="*/ 1868028 w 2449768"/>
                <a:gd name="connsiteY893" fmla="*/ 209751 h 1050628"/>
                <a:gd name="connsiteX894" fmla="*/ 1881700 w 2449768"/>
                <a:gd name="connsiteY894" fmla="*/ 207472 h 1050628"/>
                <a:gd name="connsiteX895" fmla="*/ 1657262 w 2449768"/>
                <a:gd name="connsiteY895" fmla="*/ 207093 h 1050628"/>
                <a:gd name="connsiteX896" fmla="*/ 1670554 w 2449768"/>
                <a:gd name="connsiteY896" fmla="*/ 215827 h 1050628"/>
                <a:gd name="connsiteX897" fmla="*/ 1664478 w 2449768"/>
                <a:gd name="connsiteY897" fmla="*/ 240132 h 1050628"/>
                <a:gd name="connsiteX898" fmla="*/ 1637135 w 2449768"/>
                <a:gd name="connsiteY898" fmla="*/ 234056 h 1050628"/>
                <a:gd name="connsiteX899" fmla="*/ 1646249 w 2449768"/>
                <a:gd name="connsiteY899" fmla="*/ 209751 h 1050628"/>
                <a:gd name="connsiteX900" fmla="*/ 1657262 w 2449768"/>
                <a:gd name="connsiteY900" fmla="*/ 207093 h 1050628"/>
                <a:gd name="connsiteX901" fmla="*/ 1769671 w 2449768"/>
                <a:gd name="connsiteY901" fmla="*/ 201017 h 1050628"/>
                <a:gd name="connsiteX902" fmla="*/ 1782962 w 2449768"/>
                <a:gd name="connsiteY902" fmla="*/ 209751 h 1050628"/>
                <a:gd name="connsiteX903" fmla="*/ 1776886 w 2449768"/>
                <a:gd name="connsiteY903" fmla="*/ 234056 h 1050628"/>
                <a:gd name="connsiteX904" fmla="*/ 1752581 w 2449768"/>
                <a:gd name="connsiteY904" fmla="*/ 227980 h 1050628"/>
                <a:gd name="connsiteX905" fmla="*/ 1758657 w 2449768"/>
                <a:gd name="connsiteY905" fmla="*/ 203675 h 1050628"/>
                <a:gd name="connsiteX906" fmla="*/ 1769671 w 2449768"/>
                <a:gd name="connsiteY906" fmla="*/ 201017 h 1050628"/>
                <a:gd name="connsiteX907" fmla="*/ 1089145 w 2449768"/>
                <a:gd name="connsiteY907" fmla="*/ 197978 h 1050628"/>
                <a:gd name="connsiteX908" fmla="*/ 1102437 w 2449768"/>
                <a:gd name="connsiteY908" fmla="*/ 206712 h 1050628"/>
                <a:gd name="connsiteX909" fmla="*/ 1096361 w 2449768"/>
                <a:gd name="connsiteY909" fmla="*/ 231017 h 1050628"/>
                <a:gd name="connsiteX910" fmla="*/ 1072056 w 2449768"/>
                <a:gd name="connsiteY910" fmla="*/ 224941 h 1050628"/>
                <a:gd name="connsiteX911" fmla="*/ 1078132 w 2449768"/>
                <a:gd name="connsiteY911" fmla="*/ 200636 h 1050628"/>
                <a:gd name="connsiteX912" fmla="*/ 1089145 w 2449768"/>
                <a:gd name="connsiteY912" fmla="*/ 197978 h 1050628"/>
                <a:gd name="connsiteX913" fmla="*/ 1395989 w 2449768"/>
                <a:gd name="connsiteY913" fmla="*/ 161522 h 1050628"/>
                <a:gd name="connsiteX914" fmla="*/ 1409281 w 2449768"/>
                <a:gd name="connsiteY914" fmla="*/ 170256 h 1050628"/>
                <a:gd name="connsiteX915" fmla="*/ 1403205 w 2449768"/>
                <a:gd name="connsiteY915" fmla="*/ 194561 h 1050628"/>
                <a:gd name="connsiteX916" fmla="*/ 1378900 w 2449768"/>
                <a:gd name="connsiteY916" fmla="*/ 188485 h 1050628"/>
                <a:gd name="connsiteX917" fmla="*/ 1384976 w 2449768"/>
                <a:gd name="connsiteY917" fmla="*/ 164180 h 1050628"/>
                <a:gd name="connsiteX918" fmla="*/ 1395989 w 2449768"/>
                <a:gd name="connsiteY918" fmla="*/ 161522 h 1050628"/>
                <a:gd name="connsiteX919" fmla="*/ 1967145 w 2449768"/>
                <a:gd name="connsiteY919" fmla="*/ 140255 h 1050628"/>
                <a:gd name="connsiteX920" fmla="*/ 1980436 w 2449768"/>
                <a:gd name="connsiteY920" fmla="*/ 148989 h 1050628"/>
                <a:gd name="connsiteX921" fmla="*/ 1974360 w 2449768"/>
                <a:gd name="connsiteY921" fmla="*/ 173294 h 1050628"/>
                <a:gd name="connsiteX922" fmla="*/ 1950055 w 2449768"/>
                <a:gd name="connsiteY922" fmla="*/ 170256 h 1050628"/>
                <a:gd name="connsiteX923" fmla="*/ 1956131 w 2449768"/>
                <a:gd name="connsiteY923" fmla="*/ 142913 h 1050628"/>
                <a:gd name="connsiteX924" fmla="*/ 1967145 w 2449768"/>
                <a:gd name="connsiteY924" fmla="*/ 140255 h 1050628"/>
                <a:gd name="connsiteX925" fmla="*/ 1234971 w 2449768"/>
                <a:gd name="connsiteY925" fmla="*/ 131141 h 1050628"/>
                <a:gd name="connsiteX926" fmla="*/ 1248263 w 2449768"/>
                <a:gd name="connsiteY926" fmla="*/ 139875 h 1050628"/>
                <a:gd name="connsiteX927" fmla="*/ 1242187 w 2449768"/>
                <a:gd name="connsiteY927" fmla="*/ 164180 h 1050628"/>
                <a:gd name="connsiteX928" fmla="*/ 1217882 w 2449768"/>
                <a:gd name="connsiteY928" fmla="*/ 158104 h 1050628"/>
                <a:gd name="connsiteX929" fmla="*/ 1223958 w 2449768"/>
                <a:gd name="connsiteY929" fmla="*/ 133799 h 1050628"/>
                <a:gd name="connsiteX930" fmla="*/ 1234971 w 2449768"/>
                <a:gd name="connsiteY930" fmla="*/ 131141 h 1050628"/>
                <a:gd name="connsiteX931" fmla="*/ 1149906 w 2449768"/>
                <a:gd name="connsiteY931" fmla="*/ 131141 h 1050628"/>
                <a:gd name="connsiteX932" fmla="*/ 1163198 w 2449768"/>
                <a:gd name="connsiteY932" fmla="*/ 139875 h 1050628"/>
                <a:gd name="connsiteX933" fmla="*/ 1157122 w 2449768"/>
                <a:gd name="connsiteY933" fmla="*/ 164180 h 1050628"/>
                <a:gd name="connsiteX934" fmla="*/ 1132817 w 2449768"/>
                <a:gd name="connsiteY934" fmla="*/ 158104 h 1050628"/>
                <a:gd name="connsiteX935" fmla="*/ 1138893 w 2449768"/>
                <a:gd name="connsiteY935" fmla="*/ 133799 h 1050628"/>
                <a:gd name="connsiteX936" fmla="*/ 1149906 w 2449768"/>
                <a:gd name="connsiteY936" fmla="*/ 131141 h 1050628"/>
                <a:gd name="connsiteX937" fmla="*/ 2064362 w 2449768"/>
                <a:gd name="connsiteY937" fmla="*/ 128103 h 1050628"/>
                <a:gd name="connsiteX938" fmla="*/ 2077654 w 2449768"/>
                <a:gd name="connsiteY938" fmla="*/ 136837 h 1050628"/>
                <a:gd name="connsiteX939" fmla="*/ 2071578 w 2449768"/>
                <a:gd name="connsiteY939" fmla="*/ 161142 h 1050628"/>
                <a:gd name="connsiteX940" fmla="*/ 2047273 w 2449768"/>
                <a:gd name="connsiteY940" fmla="*/ 155066 h 1050628"/>
                <a:gd name="connsiteX941" fmla="*/ 2053349 w 2449768"/>
                <a:gd name="connsiteY941" fmla="*/ 130761 h 1050628"/>
                <a:gd name="connsiteX942" fmla="*/ 2064362 w 2449768"/>
                <a:gd name="connsiteY942" fmla="*/ 128103 h 1050628"/>
                <a:gd name="connsiteX943" fmla="*/ 1496245 w 2449768"/>
                <a:gd name="connsiteY943" fmla="*/ 120887 h 1050628"/>
                <a:gd name="connsiteX944" fmla="*/ 1509537 w 2449768"/>
                <a:gd name="connsiteY944" fmla="*/ 130761 h 1050628"/>
                <a:gd name="connsiteX945" fmla="*/ 1503461 w 2449768"/>
                <a:gd name="connsiteY945" fmla="*/ 155066 h 1050628"/>
                <a:gd name="connsiteX946" fmla="*/ 1479156 w 2449768"/>
                <a:gd name="connsiteY946" fmla="*/ 148990 h 1050628"/>
                <a:gd name="connsiteX947" fmla="*/ 1485232 w 2449768"/>
                <a:gd name="connsiteY947" fmla="*/ 124685 h 1050628"/>
                <a:gd name="connsiteX948" fmla="*/ 1496245 w 2449768"/>
                <a:gd name="connsiteY948" fmla="*/ 120887 h 1050628"/>
                <a:gd name="connsiteX949" fmla="*/ 1599539 w 2449768"/>
                <a:gd name="connsiteY949" fmla="*/ 112913 h 1050628"/>
                <a:gd name="connsiteX950" fmla="*/ 1612831 w 2449768"/>
                <a:gd name="connsiteY950" fmla="*/ 121647 h 1050628"/>
                <a:gd name="connsiteX951" fmla="*/ 1606754 w 2449768"/>
                <a:gd name="connsiteY951" fmla="*/ 145952 h 1050628"/>
                <a:gd name="connsiteX952" fmla="*/ 1582450 w 2449768"/>
                <a:gd name="connsiteY952" fmla="*/ 139876 h 1050628"/>
                <a:gd name="connsiteX953" fmla="*/ 1588526 w 2449768"/>
                <a:gd name="connsiteY953" fmla="*/ 115571 h 1050628"/>
                <a:gd name="connsiteX954" fmla="*/ 1599539 w 2449768"/>
                <a:gd name="connsiteY954" fmla="*/ 112913 h 1050628"/>
                <a:gd name="connsiteX955" fmla="*/ 1836508 w 2449768"/>
                <a:gd name="connsiteY955" fmla="*/ 109875 h 1050628"/>
                <a:gd name="connsiteX956" fmla="*/ 1849800 w 2449768"/>
                <a:gd name="connsiteY956" fmla="*/ 118609 h 1050628"/>
                <a:gd name="connsiteX957" fmla="*/ 1843724 w 2449768"/>
                <a:gd name="connsiteY957" fmla="*/ 142914 h 1050628"/>
                <a:gd name="connsiteX958" fmla="*/ 1819419 w 2449768"/>
                <a:gd name="connsiteY958" fmla="*/ 136838 h 1050628"/>
                <a:gd name="connsiteX959" fmla="*/ 1825495 w 2449768"/>
                <a:gd name="connsiteY959" fmla="*/ 112533 h 1050628"/>
                <a:gd name="connsiteX960" fmla="*/ 1836508 w 2449768"/>
                <a:gd name="connsiteY960" fmla="*/ 109875 h 1050628"/>
                <a:gd name="connsiteX961" fmla="*/ 1708529 w 2449768"/>
                <a:gd name="connsiteY961" fmla="*/ 106837 h 1050628"/>
                <a:gd name="connsiteX962" fmla="*/ 1722201 w 2449768"/>
                <a:gd name="connsiteY962" fmla="*/ 115571 h 1050628"/>
                <a:gd name="connsiteX963" fmla="*/ 1716124 w 2449768"/>
                <a:gd name="connsiteY963" fmla="*/ 139876 h 1050628"/>
                <a:gd name="connsiteX964" fmla="*/ 1691820 w 2449768"/>
                <a:gd name="connsiteY964" fmla="*/ 133800 h 1050628"/>
                <a:gd name="connsiteX965" fmla="*/ 1694858 w 2449768"/>
                <a:gd name="connsiteY965" fmla="*/ 109495 h 1050628"/>
                <a:gd name="connsiteX966" fmla="*/ 1708529 w 2449768"/>
                <a:gd name="connsiteY966" fmla="*/ 106837 h 1050628"/>
                <a:gd name="connsiteX967" fmla="*/ 1301429 w 2449768"/>
                <a:gd name="connsiteY967" fmla="*/ 60126 h 1050628"/>
                <a:gd name="connsiteX968" fmla="*/ 1315101 w 2449768"/>
                <a:gd name="connsiteY968" fmla="*/ 70000 h 1050628"/>
                <a:gd name="connsiteX969" fmla="*/ 1309024 w 2449768"/>
                <a:gd name="connsiteY969" fmla="*/ 94305 h 1050628"/>
                <a:gd name="connsiteX970" fmla="*/ 1284720 w 2449768"/>
                <a:gd name="connsiteY970" fmla="*/ 88229 h 1050628"/>
                <a:gd name="connsiteX971" fmla="*/ 1287758 w 2449768"/>
                <a:gd name="connsiteY971" fmla="*/ 63924 h 1050628"/>
                <a:gd name="connsiteX972" fmla="*/ 1301429 w 2449768"/>
                <a:gd name="connsiteY972" fmla="*/ 60126 h 1050628"/>
                <a:gd name="connsiteX973" fmla="*/ 1930687 w 2449768"/>
                <a:gd name="connsiteY973" fmla="*/ 49113 h 1050628"/>
                <a:gd name="connsiteX974" fmla="*/ 1943979 w 2449768"/>
                <a:gd name="connsiteY974" fmla="*/ 57847 h 1050628"/>
                <a:gd name="connsiteX975" fmla="*/ 1937903 w 2449768"/>
                <a:gd name="connsiteY975" fmla="*/ 82152 h 1050628"/>
                <a:gd name="connsiteX976" fmla="*/ 1913598 w 2449768"/>
                <a:gd name="connsiteY976" fmla="*/ 76076 h 1050628"/>
                <a:gd name="connsiteX977" fmla="*/ 1919674 w 2449768"/>
                <a:gd name="connsiteY977" fmla="*/ 51771 h 1050628"/>
                <a:gd name="connsiteX978" fmla="*/ 1930687 w 2449768"/>
                <a:gd name="connsiteY978" fmla="*/ 49113 h 1050628"/>
                <a:gd name="connsiteX979" fmla="*/ 1402065 w 2449768"/>
                <a:gd name="connsiteY979" fmla="*/ 43037 h 1050628"/>
                <a:gd name="connsiteX980" fmla="*/ 1415357 w 2449768"/>
                <a:gd name="connsiteY980" fmla="*/ 51771 h 1050628"/>
                <a:gd name="connsiteX981" fmla="*/ 1409281 w 2449768"/>
                <a:gd name="connsiteY981" fmla="*/ 76076 h 1050628"/>
                <a:gd name="connsiteX982" fmla="*/ 1384976 w 2449768"/>
                <a:gd name="connsiteY982" fmla="*/ 70000 h 1050628"/>
                <a:gd name="connsiteX983" fmla="*/ 1391052 w 2449768"/>
                <a:gd name="connsiteY983" fmla="*/ 45695 h 1050628"/>
                <a:gd name="connsiteX984" fmla="*/ 1402065 w 2449768"/>
                <a:gd name="connsiteY984" fmla="*/ 43037 h 1050628"/>
                <a:gd name="connsiteX985" fmla="*/ 1806127 w 2449768"/>
                <a:gd name="connsiteY985" fmla="*/ 15695 h 1050628"/>
                <a:gd name="connsiteX986" fmla="*/ 1819419 w 2449768"/>
                <a:gd name="connsiteY986" fmla="*/ 24429 h 1050628"/>
                <a:gd name="connsiteX987" fmla="*/ 1813343 w 2449768"/>
                <a:gd name="connsiteY987" fmla="*/ 48734 h 1050628"/>
                <a:gd name="connsiteX988" fmla="*/ 1789038 w 2449768"/>
                <a:gd name="connsiteY988" fmla="*/ 42658 h 1050628"/>
                <a:gd name="connsiteX989" fmla="*/ 1795114 w 2449768"/>
                <a:gd name="connsiteY989" fmla="*/ 18353 h 1050628"/>
                <a:gd name="connsiteX990" fmla="*/ 1806127 w 2449768"/>
                <a:gd name="connsiteY990" fmla="*/ 15695 h 1050628"/>
                <a:gd name="connsiteX991" fmla="*/ 1499283 w 2449768"/>
                <a:gd name="connsiteY991" fmla="*/ 9619 h 1050628"/>
                <a:gd name="connsiteX992" fmla="*/ 1512575 w 2449768"/>
                <a:gd name="connsiteY992" fmla="*/ 18353 h 1050628"/>
                <a:gd name="connsiteX993" fmla="*/ 1506499 w 2449768"/>
                <a:gd name="connsiteY993" fmla="*/ 45696 h 1050628"/>
                <a:gd name="connsiteX994" fmla="*/ 1482194 w 2449768"/>
                <a:gd name="connsiteY994" fmla="*/ 39620 h 1050628"/>
                <a:gd name="connsiteX995" fmla="*/ 1488270 w 2449768"/>
                <a:gd name="connsiteY995" fmla="*/ 12277 h 1050628"/>
                <a:gd name="connsiteX996" fmla="*/ 1499283 w 2449768"/>
                <a:gd name="connsiteY996" fmla="*/ 9619 h 1050628"/>
                <a:gd name="connsiteX997" fmla="*/ 1699795 w 2449768"/>
                <a:gd name="connsiteY997" fmla="*/ 3543 h 1050628"/>
                <a:gd name="connsiteX998" fmla="*/ 1713087 w 2449768"/>
                <a:gd name="connsiteY998" fmla="*/ 12277 h 1050628"/>
                <a:gd name="connsiteX999" fmla="*/ 1707011 w 2449768"/>
                <a:gd name="connsiteY999" fmla="*/ 36582 h 1050628"/>
                <a:gd name="connsiteX1000" fmla="*/ 1682706 w 2449768"/>
                <a:gd name="connsiteY1000" fmla="*/ 30506 h 1050628"/>
                <a:gd name="connsiteX1001" fmla="*/ 1688782 w 2449768"/>
                <a:gd name="connsiteY1001" fmla="*/ 6201 h 1050628"/>
                <a:gd name="connsiteX1002" fmla="*/ 1699795 w 2449768"/>
                <a:gd name="connsiteY1002" fmla="*/ 3543 h 1050628"/>
                <a:gd name="connsiteX1003" fmla="*/ 1599539 w 2449768"/>
                <a:gd name="connsiteY1003" fmla="*/ 504 h 1050628"/>
                <a:gd name="connsiteX1004" fmla="*/ 1612831 w 2449768"/>
                <a:gd name="connsiteY1004" fmla="*/ 9238 h 1050628"/>
                <a:gd name="connsiteX1005" fmla="*/ 1606754 w 2449768"/>
                <a:gd name="connsiteY1005" fmla="*/ 33543 h 1050628"/>
                <a:gd name="connsiteX1006" fmla="*/ 1582450 w 2449768"/>
                <a:gd name="connsiteY1006" fmla="*/ 27467 h 1050628"/>
                <a:gd name="connsiteX1007" fmla="*/ 1588526 w 2449768"/>
                <a:gd name="connsiteY1007" fmla="*/ 3162 h 1050628"/>
                <a:gd name="connsiteX1008" fmla="*/ 1599539 w 2449768"/>
                <a:gd name="connsiteY1008" fmla="*/ 504 h 105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Lst>
              <a:rect l="l" t="t" r="r" b="b"/>
              <a:pathLst>
                <a:path w="2449768" h="1050628">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dirty="0"/>
            </a:p>
          </p:txBody>
        </p:sp>
        <p:sp>
          <p:nvSpPr>
            <p:cNvPr id="17" name="Freeform: Shape 16">
              <a:extLst>
                <a:ext uri="{FF2B5EF4-FFF2-40B4-BE49-F238E27FC236}">
                  <a16:creationId xmlns:a16="http://schemas.microsoft.com/office/drawing/2014/main" id="{2E1F7734-D897-4991-9131-0F341B742598}"/>
                </a:ext>
              </a:extLst>
            </p:cNvPr>
            <p:cNvSpPr/>
            <p:nvPr/>
          </p:nvSpPr>
          <p:spPr>
            <a:xfrm>
              <a:off x="3474720" y="0"/>
              <a:ext cx="6177282" cy="1778750"/>
            </a:xfrm>
            <a:custGeom>
              <a:avLst/>
              <a:gdLst>
                <a:gd name="connsiteX0" fmla="*/ 4421987 w 6386648"/>
                <a:gd name="connsiteY0" fmla="*/ 1813377 h 1849426"/>
                <a:gd name="connsiteX1" fmla="*/ 4440012 w 6386648"/>
                <a:gd name="connsiteY1" fmla="*/ 1831401 h 1849426"/>
                <a:gd name="connsiteX2" fmla="*/ 4421987 w 6386648"/>
                <a:gd name="connsiteY2" fmla="*/ 1849426 h 1849426"/>
                <a:gd name="connsiteX3" fmla="*/ 4403963 w 6386648"/>
                <a:gd name="connsiteY3" fmla="*/ 1831401 h 1849426"/>
                <a:gd name="connsiteX4" fmla="*/ 4421987 w 6386648"/>
                <a:gd name="connsiteY4" fmla="*/ 1813377 h 1849426"/>
                <a:gd name="connsiteX5" fmla="*/ 4235735 w 6386648"/>
                <a:gd name="connsiteY5" fmla="*/ 1807369 h 1849426"/>
                <a:gd name="connsiteX6" fmla="*/ 4253760 w 6386648"/>
                <a:gd name="connsiteY6" fmla="*/ 1825393 h 1849426"/>
                <a:gd name="connsiteX7" fmla="*/ 4235735 w 6386648"/>
                <a:gd name="connsiteY7" fmla="*/ 1843418 h 1849426"/>
                <a:gd name="connsiteX8" fmla="*/ 4217711 w 6386648"/>
                <a:gd name="connsiteY8" fmla="*/ 1825393 h 1849426"/>
                <a:gd name="connsiteX9" fmla="*/ 4235735 w 6386648"/>
                <a:gd name="connsiteY9" fmla="*/ 1807369 h 1849426"/>
                <a:gd name="connsiteX10" fmla="*/ 4566182 w 6386648"/>
                <a:gd name="connsiteY10" fmla="*/ 1795353 h 1849426"/>
                <a:gd name="connsiteX11" fmla="*/ 4584207 w 6386648"/>
                <a:gd name="connsiteY11" fmla="*/ 1813377 h 1849426"/>
                <a:gd name="connsiteX12" fmla="*/ 4566182 w 6386648"/>
                <a:gd name="connsiteY12" fmla="*/ 1831402 h 1849426"/>
                <a:gd name="connsiteX13" fmla="*/ 4548158 w 6386648"/>
                <a:gd name="connsiteY13" fmla="*/ 1813377 h 1849426"/>
                <a:gd name="connsiteX14" fmla="*/ 4566182 w 6386648"/>
                <a:gd name="connsiteY14" fmla="*/ 1795353 h 1849426"/>
                <a:gd name="connsiteX15" fmla="*/ 4698361 w 6386648"/>
                <a:gd name="connsiteY15" fmla="*/ 1777329 h 1849426"/>
                <a:gd name="connsiteX16" fmla="*/ 4716386 w 6386648"/>
                <a:gd name="connsiteY16" fmla="*/ 1795353 h 1849426"/>
                <a:gd name="connsiteX17" fmla="*/ 4698361 w 6386648"/>
                <a:gd name="connsiteY17" fmla="*/ 1813378 h 1849426"/>
                <a:gd name="connsiteX18" fmla="*/ 4680336 w 6386648"/>
                <a:gd name="connsiteY18" fmla="*/ 1795353 h 1849426"/>
                <a:gd name="connsiteX19" fmla="*/ 4698361 w 6386648"/>
                <a:gd name="connsiteY19" fmla="*/ 1777329 h 1849426"/>
                <a:gd name="connsiteX20" fmla="*/ 4085531 w 6386648"/>
                <a:gd name="connsiteY20" fmla="*/ 1759304 h 1849426"/>
                <a:gd name="connsiteX21" fmla="*/ 4103556 w 6386648"/>
                <a:gd name="connsiteY21" fmla="*/ 1777329 h 1849426"/>
                <a:gd name="connsiteX22" fmla="*/ 4085531 w 6386648"/>
                <a:gd name="connsiteY22" fmla="*/ 1795353 h 1849426"/>
                <a:gd name="connsiteX23" fmla="*/ 4067507 w 6386648"/>
                <a:gd name="connsiteY23" fmla="*/ 1777329 h 1849426"/>
                <a:gd name="connsiteX24" fmla="*/ 4085531 w 6386648"/>
                <a:gd name="connsiteY24" fmla="*/ 1759304 h 1849426"/>
                <a:gd name="connsiteX25" fmla="*/ 4301824 w 6386648"/>
                <a:gd name="connsiteY25" fmla="*/ 1723255 h 1849426"/>
                <a:gd name="connsiteX26" fmla="*/ 4319849 w 6386648"/>
                <a:gd name="connsiteY26" fmla="*/ 1741279 h 1849426"/>
                <a:gd name="connsiteX27" fmla="*/ 4301824 w 6386648"/>
                <a:gd name="connsiteY27" fmla="*/ 1759304 h 1849426"/>
                <a:gd name="connsiteX28" fmla="*/ 4283800 w 6386648"/>
                <a:gd name="connsiteY28" fmla="*/ 1741279 h 1849426"/>
                <a:gd name="connsiteX29" fmla="*/ 4301824 w 6386648"/>
                <a:gd name="connsiteY29" fmla="*/ 1723255 h 1849426"/>
                <a:gd name="connsiteX30" fmla="*/ 4440011 w 6386648"/>
                <a:gd name="connsiteY30" fmla="*/ 1717247 h 1849426"/>
                <a:gd name="connsiteX31" fmla="*/ 4458036 w 6386648"/>
                <a:gd name="connsiteY31" fmla="*/ 1735271 h 1849426"/>
                <a:gd name="connsiteX32" fmla="*/ 4440011 w 6386648"/>
                <a:gd name="connsiteY32" fmla="*/ 1753296 h 1849426"/>
                <a:gd name="connsiteX33" fmla="*/ 4421987 w 6386648"/>
                <a:gd name="connsiteY33" fmla="*/ 1735271 h 1849426"/>
                <a:gd name="connsiteX34" fmla="*/ 4440011 w 6386648"/>
                <a:gd name="connsiteY34" fmla="*/ 1717247 h 1849426"/>
                <a:gd name="connsiteX35" fmla="*/ 3965369 w 6386648"/>
                <a:gd name="connsiteY35" fmla="*/ 1711239 h 1849426"/>
                <a:gd name="connsiteX36" fmla="*/ 3983394 w 6386648"/>
                <a:gd name="connsiteY36" fmla="*/ 1729263 h 1849426"/>
                <a:gd name="connsiteX37" fmla="*/ 3965369 w 6386648"/>
                <a:gd name="connsiteY37" fmla="*/ 1747288 h 1849426"/>
                <a:gd name="connsiteX38" fmla="*/ 3947345 w 6386648"/>
                <a:gd name="connsiteY38" fmla="*/ 1729263 h 1849426"/>
                <a:gd name="connsiteX39" fmla="*/ 3965369 w 6386648"/>
                <a:gd name="connsiteY39" fmla="*/ 1711239 h 1849426"/>
                <a:gd name="connsiteX40" fmla="*/ 4836548 w 6386648"/>
                <a:gd name="connsiteY40" fmla="*/ 1705231 h 1849426"/>
                <a:gd name="connsiteX41" fmla="*/ 4854573 w 6386648"/>
                <a:gd name="connsiteY41" fmla="*/ 1723255 h 1849426"/>
                <a:gd name="connsiteX42" fmla="*/ 4836548 w 6386648"/>
                <a:gd name="connsiteY42" fmla="*/ 1741280 h 1849426"/>
                <a:gd name="connsiteX43" fmla="*/ 4818524 w 6386648"/>
                <a:gd name="connsiteY43" fmla="*/ 1723255 h 1849426"/>
                <a:gd name="connsiteX44" fmla="*/ 4836548 w 6386648"/>
                <a:gd name="connsiteY44" fmla="*/ 1705231 h 1849426"/>
                <a:gd name="connsiteX45" fmla="*/ 4175653 w 6386648"/>
                <a:gd name="connsiteY45" fmla="*/ 1681198 h 1849426"/>
                <a:gd name="connsiteX46" fmla="*/ 4193678 w 6386648"/>
                <a:gd name="connsiteY46" fmla="*/ 1699222 h 1849426"/>
                <a:gd name="connsiteX47" fmla="*/ 4175653 w 6386648"/>
                <a:gd name="connsiteY47" fmla="*/ 1717247 h 1849426"/>
                <a:gd name="connsiteX48" fmla="*/ 4157629 w 6386648"/>
                <a:gd name="connsiteY48" fmla="*/ 1699222 h 1849426"/>
                <a:gd name="connsiteX49" fmla="*/ 4175653 w 6386648"/>
                <a:gd name="connsiteY49" fmla="*/ 1681198 h 1849426"/>
                <a:gd name="connsiteX50" fmla="*/ 4602231 w 6386648"/>
                <a:gd name="connsiteY50" fmla="*/ 1675190 h 1849426"/>
                <a:gd name="connsiteX51" fmla="*/ 4620256 w 6386648"/>
                <a:gd name="connsiteY51" fmla="*/ 1693214 h 1849426"/>
                <a:gd name="connsiteX52" fmla="*/ 4602231 w 6386648"/>
                <a:gd name="connsiteY52" fmla="*/ 1711239 h 1849426"/>
                <a:gd name="connsiteX53" fmla="*/ 4584207 w 6386648"/>
                <a:gd name="connsiteY53" fmla="*/ 1693214 h 1849426"/>
                <a:gd name="connsiteX54" fmla="*/ 4602231 w 6386648"/>
                <a:gd name="connsiteY54" fmla="*/ 1675190 h 1849426"/>
                <a:gd name="connsiteX55" fmla="*/ 4734410 w 6386648"/>
                <a:gd name="connsiteY55" fmla="*/ 1663174 h 1849426"/>
                <a:gd name="connsiteX56" fmla="*/ 4752435 w 6386648"/>
                <a:gd name="connsiteY56" fmla="*/ 1681198 h 1849426"/>
                <a:gd name="connsiteX57" fmla="*/ 4734410 w 6386648"/>
                <a:gd name="connsiteY57" fmla="*/ 1699223 h 1849426"/>
                <a:gd name="connsiteX58" fmla="*/ 4716386 w 6386648"/>
                <a:gd name="connsiteY58" fmla="*/ 1681198 h 1849426"/>
                <a:gd name="connsiteX59" fmla="*/ 4734410 w 6386648"/>
                <a:gd name="connsiteY59" fmla="*/ 1663174 h 1849426"/>
                <a:gd name="connsiteX60" fmla="*/ 3851214 w 6386648"/>
                <a:gd name="connsiteY60" fmla="*/ 1663174 h 1849426"/>
                <a:gd name="connsiteX61" fmla="*/ 3869239 w 6386648"/>
                <a:gd name="connsiteY61" fmla="*/ 1681198 h 1849426"/>
                <a:gd name="connsiteX62" fmla="*/ 3851214 w 6386648"/>
                <a:gd name="connsiteY62" fmla="*/ 1699223 h 1849426"/>
                <a:gd name="connsiteX63" fmla="*/ 3833190 w 6386648"/>
                <a:gd name="connsiteY63" fmla="*/ 1681198 h 1849426"/>
                <a:gd name="connsiteX64" fmla="*/ 3851214 w 6386648"/>
                <a:gd name="connsiteY64" fmla="*/ 1663174 h 1849426"/>
                <a:gd name="connsiteX65" fmla="*/ 4061499 w 6386648"/>
                <a:gd name="connsiteY65" fmla="*/ 1627125 h 1849426"/>
                <a:gd name="connsiteX66" fmla="*/ 4079524 w 6386648"/>
                <a:gd name="connsiteY66" fmla="*/ 1645149 h 1849426"/>
                <a:gd name="connsiteX67" fmla="*/ 4061499 w 6386648"/>
                <a:gd name="connsiteY67" fmla="*/ 1663174 h 1849426"/>
                <a:gd name="connsiteX68" fmla="*/ 4043475 w 6386648"/>
                <a:gd name="connsiteY68" fmla="*/ 1645149 h 1849426"/>
                <a:gd name="connsiteX69" fmla="*/ 4061499 w 6386648"/>
                <a:gd name="connsiteY69" fmla="*/ 1627125 h 1849426"/>
                <a:gd name="connsiteX70" fmla="*/ 4482068 w 6386648"/>
                <a:gd name="connsiteY70" fmla="*/ 1621117 h 1849426"/>
                <a:gd name="connsiteX71" fmla="*/ 4500093 w 6386648"/>
                <a:gd name="connsiteY71" fmla="*/ 1639141 h 1849426"/>
                <a:gd name="connsiteX72" fmla="*/ 4482068 w 6386648"/>
                <a:gd name="connsiteY72" fmla="*/ 1657166 h 1849426"/>
                <a:gd name="connsiteX73" fmla="*/ 4464044 w 6386648"/>
                <a:gd name="connsiteY73" fmla="*/ 1639141 h 1849426"/>
                <a:gd name="connsiteX74" fmla="*/ 4482068 w 6386648"/>
                <a:gd name="connsiteY74" fmla="*/ 1621117 h 1849426"/>
                <a:gd name="connsiteX75" fmla="*/ 4926670 w 6386648"/>
                <a:gd name="connsiteY75" fmla="*/ 1615109 h 1849426"/>
                <a:gd name="connsiteX76" fmla="*/ 4944695 w 6386648"/>
                <a:gd name="connsiteY76" fmla="*/ 1633133 h 1849426"/>
                <a:gd name="connsiteX77" fmla="*/ 4926670 w 6386648"/>
                <a:gd name="connsiteY77" fmla="*/ 1651158 h 1849426"/>
                <a:gd name="connsiteX78" fmla="*/ 4908646 w 6386648"/>
                <a:gd name="connsiteY78" fmla="*/ 1633133 h 1849426"/>
                <a:gd name="connsiteX79" fmla="*/ 4926670 w 6386648"/>
                <a:gd name="connsiteY79" fmla="*/ 1615109 h 1849426"/>
                <a:gd name="connsiteX80" fmla="*/ 3719035 w 6386648"/>
                <a:gd name="connsiteY80" fmla="*/ 1615109 h 1849426"/>
                <a:gd name="connsiteX81" fmla="*/ 3737060 w 6386648"/>
                <a:gd name="connsiteY81" fmla="*/ 1633133 h 1849426"/>
                <a:gd name="connsiteX82" fmla="*/ 3719035 w 6386648"/>
                <a:gd name="connsiteY82" fmla="*/ 1651158 h 1849426"/>
                <a:gd name="connsiteX83" fmla="*/ 3701011 w 6386648"/>
                <a:gd name="connsiteY83" fmla="*/ 1633133 h 1849426"/>
                <a:gd name="connsiteX84" fmla="*/ 3719035 w 6386648"/>
                <a:gd name="connsiteY84" fmla="*/ 1615109 h 1849426"/>
                <a:gd name="connsiteX85" fmla="*/ 4343881 w 6386648"/>
                <a:gd name="connsiteY85" fmla="*/ 1603093 h 1849426"/>
                <a:gd name="connsiteX86" fmla="*/ 4361906 w 6386648"/>
                <a:gd name="connsiteY86" fmla="*/ 1621117 h 1849426"/>
                <a:gd name="connsiteX87" fmla="*/ 4343881 w 6386648"/>
                <a:gd name="connsiteY87" fmla="*/ 1639142 h 1849426"/>
                <a:gd name="connsiteX88" fmla="*/ 4325857 w 6386648"/>
                <a:gd name="connsiteY88" fmla="*/ 1621117 h 1849426"/>
                <a:gd name="connsiteX89" fmla="*/ 4343881 w 6386648"/>
                <a:gd name="connsiteY89" fmla="*/ 1603093 h 1849426"/>
                <a:gd name="connsiteX90" fmla="*/ 4235735 w 6386648"/>
                <a:gd name="connsiteY90" fmla="*/ 1579060 h 1849426"/>
                <a:gd name="connsiteX91" fmla="*/ 4253760 w 6386648"/>
                <a:gd name="connsiteY91" fmla="*/ 1597085 h 1849426"/>
                <a:gd name="connsiteX92" fmla="*/ 4235735 w 6386648"/>
                <a:gd name="connsiteY92" fmla="*/ 1615109 h 1849426"/>
                <a:gd name="connsiteX93" fmla="*/ 4217711 w 6386648"/>
                <a:gd name="connsiteY93" fmla="*/ 1597085 h 1849426"/>
                <a:gd name="connsiteX94" fmla="*/ 4235735 w 6386648"/>
                <a:gd name="connsiteY94" fmla="*/ 1579060 h 1849426"/>
                <a:gd name="connsiteX95" fmla="*/ 3941336 w 6386648"/>
                <a:gd name="connsiteY95" fmla="*/ 1573052 h 1849426"/>
                <a:gd name="connsiteX96" fmla="*/ 3959361 w 6386648"/>
                <a:gd name="connsiteY96" fmla="*/ 1591076 h 1849426"/>
                <a:gd name="connsiteX97" fmla="*/ 3941336 w 6386648"/>
                <a:gd name="connsiteY97" fmla="*/ 1609101 h 1849426"/>
                <a:gd name="connsiteX98" fmla="*/ 3923312 w 6386648"/>
                <a:gd name="connsiteY98" fmla="*/ 1591076 h 1849426"/>
                <a:gd name="connsiteX99" fmla="*/ 3941336 w 6386648"/>
                <a:gd name="connsiteY99" fmla="*/ 1573052 h 1849426"/>
                <a:gd name="connsiteX100" fmla="*/ 1057431 w 6386648"/>
                <a:gd name="connsiteY100" fmla="*/ 1567044 h 1849426"/>
                <a:gd name="connsiteX101" fmla="*/ 1075456 w 6386648"/>
                <a:gd name="connsiteY101" fmla="*/ 1585068 h 1849426"/>
                <a:gd name="connsiteX102" fmla="*/ 1057431 w 6386648"/>
                <a:gd name="connsiteY102" fmla="*/ 1603093 h 1849426"/>
                <a:gd name="connsiteX103" fmla="*/ 1039407 w 6386648"/>
                <a:gd name="connsiteY103" fmla="*/ 1585068 h 1849426"/>
                <a:gd name="connsiteX104" fmla="*/ 1057431 w 6386648"/>
                <a:gd name="connsiteY104" fmla="*/ 1567044 h 1849426"/>
                <a:gd name="connsiteX105" fmla="*/ 1201626 w 6386648"/>
                <a:gd name="connsiteY105" fmla="*/ 1561036 h 1849426"/>
                <a:gd name="connsiteX106" fmla="*/ 1219651 w 6386648"/>
                <a:gd name="connsiteY106" fmla="*/ 1579060 h 1849426"/>
                <a:gd name="connsiteX107" fmla="*/ 1201626 w 6386648"/>
                <a:gd name="connsiteY107" fmla="*/ 1597085 h 1849426"/>
                <a:gd name="connsiteX108" fmla="*/ 1183602 w 6386648"/>
                <a:gd name="connsiteY108" fmla="*/ 1579060 h 1849426"/>
                <a:gd name="connsiteX109" fmla="*/ 1201626 w 6386648"/>
                <a:gd name="connsiteY109" fmla="*/ 1561036 h 1849426"/>
                <a:gd name="connsiteX110" fmla="*/ 4716385 w 6386648"/>
                <a:gd name="connsiteY110" fmla="*/ 1555028 h 1849426"/>
                <a:gd name="connsiteX111" fmla="*/ 4734410 w 6386648"/>
                <a:gd name="connsiteY111" fmla="*/ 1573052 h 1849426"/>
                <a:gd name="connsiteX112" fmla="*/ 4716385 w 6386648"/>
                <a:gd name="connsiteY112" fmla="*/ 1591077 h 1849426"/>
                <a:gd name="connsiteX113" fmla="*/ 4698361 w 6386648"/>
                <a:gd name="connsiteY113" fmla="*/ 1573052 h 1849426"/>
                <a:gd name="connsiteX114" fmla="*/ 4716385 w 6386648"/>
                <a:gd name="connsiteY114" fmla="*/ 1555028 h 1849426"/>
                <a:gd name="connsiteX115" fmla="*/ 4578198 w 6386648"/>
                <a:gd name="connsiteY115" fmla="*/ 1555028 h 1849426"/>
                <a:gd name="connsiteX116" fmla="*/ 4596223 w 6386648"/>
                <a:gd name="connsiteY116" fmla="*/ 1573052 h 1849426"/>
                <a:gd name="connsiteX117" fmla="*/ 4578198 w 6386648"/>
                <a:gd name="connsiteY117" fmla="*/ 1591077 h 1849426"/>
                <a:gd name="connsiteX118" fmla="*/ 4560173 w 6386648"/>
                <a:gd name="connsiteY118" fmla="*/ 1573052 h 1849426"/>
                <a:gd name="connsiteX119" fmla="*/ 4578198 w 6386648"/>
                <a:gd name="connsiteY119" fmla="*/ 1555028 h 1849426"/>
                <a:gd name="connsiteX120" fmla="*/ 1333805 w 6386648"/>
                <a:gd name="connsiteY120" fmla="*/ 1555028 h 1849426"/>
                <a:gd name="connsiteX121" fmla="*/ 1351830 w 6386648"/>
                <a:gd name="connsiteY121" fmla="*/ 1573052 h 1849426"/>
                <a:gd name="connsiteX122" fmla="*/ 1333805 w 6386648"/>
                <a:gd name="connsiteY122" fmla="*/ 1591077 h 1849426"/>
                <a:gd name="connsiteX123" fmla="*/ 1315781 w 6386648"/>
                <a:gd name="connsiteY123" fmla="*/ 1573052 h 1849426"/>
                <a:gd name="connsiteX124" fmla="*/ 1333805 w 6386648"/>
                <a:gd name="connsiteY124" fmla="*/ 1555028 h 1849426"/>
                <a:gd name="connsiteX125" fmla="*/ 4842556 w 6386648"/>
                <a:gd name="connsiteY125" fmla="*/ 1543011 h 1849426"/>
                <a:gd name="connsiteX126" fmla="*/ 4860581 w 6386648"/>
                <a:gd name="connsiteY126" fmla="*/ 1561035 h 1849426"/>
                <a:gd name="connsiteX127" fmla="*/ 4842556 w 6386648"/>
                <a:gd name="connsiteY127" fmla="*/ 1579060 h 1849426"/>
                <a:gd name="connsiteX128" fmla="*/ 4824532 w 6386648"/>
                <a:gd name="connsiteY128" fmla="*/ 1561035 h 1849426"/>
                <a:gd name="connsiteX129" fmla="*/ 4842556 w 6386648"/>
                <a:gd name="connsiteY129" fmla="*/ 1543011 h 1849426"/>
                <a:gd name="connsiteX130" fmla="*/ 3803149 w 6386648"/>
                <a:gd name="connsiteY130" fmla="*/ 1537003 h 1849426"/>
                <a:gd name="connsiteX131" fmla="*/ 3821174 w 6386648"/>
                <a:gd name="connsiteY131" fmla="*/ 1555027 h 1849426"/>
                <a:gd name="connsiteX132" fmla="*/ 3803149 w 6386648"/>
                <a:gd name="connsiteY132" fmla="*/ 1573052 h 1849426"/>
                <a:gd name="connsiteX133" fmla="*/ 3785125 w 6386648"/>
                <a:gd name="connsiteY133" fmla="*/ 1555027 h 1849426"/>
                <a:gd name="connsiteX134" fmla="*/ 3803149 w 6386648"/>
                <a:gd name="connsiteY134" fmla="*/ 1537003 h 1849426"/>
                <a:gd name="connsiteX135" fmla="*/ 4127588 w 6386648"/>
                <a:gd name="connsiteY135" fmla="*/ 1530995 h 1849426"/>
                <a:gd name="connsiteX136" fmla="*/ 4145613 w 6386648"/>
                <a:gd name="connsiteY136" fmla="*/ 1549019 h 1849426"/>
                <a:gd name="connsiteX137" fmla="*/ 4127588 w 6386648"/>
                <a:gd name="connsiteY137" fmla="*/ 1567044 h 1849426"/>
                <a:gd name="connsiteX138" fmla="*/ 4109563 w 6386648"/>
                <a:gd name="connsiteY138" fmla="*/ 1549019 h 1849426"/>
                <a:gd name="connsiteX139" fmla="*/ 4127588 w 6386648"/>
                <a:gd name="connsiteY139" fmla="*/ 1530995 h 1849426"/>
                <a:gd name="connsiteX140" fmla="*/ 3634921 w 6386648"/>
                <a:gd name="connsiteY140" fmla="*/ 1530995 h 1849426"/>
                <a:gd name="connsiteX141" fmla="*/ 3652946 w 6386648"/>
                <a:gd name="connsiteY141" fmla="*/ 1549019 h 1849426"/>
                <a:gd name="connsiteX142" fmla="*/ 3634921 w 6386648"/>
                <a:gd name="connsiteY142" fmla="*/ 1567044 h 1849426"/>
                <a:gd name="connsiteX143" fmla="*/ 3616897 w 6386648"/>
                <a:gd name="connsiteY143" fmla="*/ 1549019 h 1849426"/>
                <a:gd name="connsiteX144" fmla="*/ 3634921 w 6386648"/>
                <a:gd name="connsiteY144" fmla="*/ 1530995 h 1849426"/>
                <a:gd name="connsiteX145" fmla="*/ 3532783 w 6386648"/>
                <a:gd name="connsiteY145" fmla="*/ 1530995 h 1849426"/>
                <a:gd name="connsiteX146" fmla="*/ 3550808 w 6386648"/>
                <a:gd name="connsiteY146" fmla="*/ 1549019 h 1849426"/>
                <a:gd name="connsiteX147" fmla="*/ 3532783 w 6386648"/>
                <a:gd name="connsiteY147" fmla="*/ 1567044 h 1849426"/>
                <a:gd name="connsiteX148" fmla="*/ 3514759 w 6386648"/>
                <a:gd name="connsiteY148" fmla="*/ 1549019 h 1849426"/>
                <a:gd name="connsiteX149" fmla="*/ 3532783 w 6386648"/>
                <a:gd name="connsiteY149" fmla="*/ 1530995 h 1849426"/>
                <a:gd name="connsiteX150" fmla="*/ 1478000 w 6386648"/>
                <a:gd name="connsiteY150" fmla="*/ 1530995 h 1849426"/>
                <a:gd name="connsiteX151" fmla="*/ 1496025 w 6386648"/>
                <a:gd name="connsiteY151" fmla="*/ 1549019 h 1849426"/>
                <a:gd name="connsiteX152" fmla="*/ 1478000 w 6386648"/>
                <a:gd name="connsiteY152" fmla="*/ 1567044 h 1849426"/>
                <a:gd name="connsiteX153" fmla="*/ 1459976 w 6386648"/>
                <a:gd name="connsiteY153" fmla="*/ 1549019 h 1849426"/>
                <a:gd name="connsiteX154" fmla="*/ 1478000 w 6386648"/>
                <a:gd name="connsiteY154" fmla="*/ 1530995 h 1849426"/>
                <a:gd name="connsiteX155" fmla="*/ 4427995 w 6386648"/>
                <a:gd name="connsiteY155" fmla="*/ 1518979 h 1849426"/>
                <a:gd name="connsiteX156" fmla="*/ 4446020 w 6386648"/>
                <a:gd name="connsiteY156" fmla="*/ 1537004 h 1849426"/>
                <a:gd name="connsiteX157" fmla="*/ 4427995 w 6386648"/>
                <a:gd name="connsiteY157" fmla="*/ 1555028 h 1849426"/>
                <a:gd name="connsiteX158" fmla="*/ 4409970 w 6386648"/>
                <a:gd name="connsiteY158" fmla="*/ 1537004 h 1849426"/>
                <a:gd name="connsiteX159" fmla="*/ 4427995 w 6386648"/>
                <a:gd name="connsiteY159" fmla="*/ 1518979 h 1849426"/>
                <a:gd name="connsiteX160" fmla="*/ 4980743 w 6386648"/>
                <a:gd name="connsiteY160" fmla="*/ 1506962 h 1849426"/>
                <a:gd name="connsiteX161" fmla="*/ 4998768 w 6386648"/>
                <a:gd name="connsiteY161" fmla="*/ 1524986 h 1849426"/>
                <a:gd name="connsiteX162" fmla="*/ 4980743 w 6386648"/>
                <a:gd name="connsiteY162" fmla="*/ 1543011 h 1849426"/>
                <a:gd name="connsiteX163" fmla="*/ 4962719 w 6386648"/>
                <a:gd name="connsiteY163" fmla="*/ 1524986 h 1849426"/>
                <a:gd name="connsiteX164" fmla="*/ 4980743 w 6386648"/>
                <a:gd name="connsiteY164" fmla="*/ 1506962 h 1849426"/>
                <a:gd name="connsiteX165" fmla="*/ 961301 w 6386648"/>
                <a:gd name="connsiteY165" fmla="*/ 1506962 h 1849426"/>
                <a:gd name="connsiteX166" fmla="*/ 979326 w 6386648"/>
                <a:gd name="connsiteY166" fmla="*/ 1524986 h 1849426"/>
                <a:gd name="connsiteX167" fmla="*/ 961301 w 6386648"/>
                <a:gd name="connsiteY167" fmla="*/ 1543011 h 1849426"/>
                <a:gd name="connsiteX168" fmla="*/ 943277 w 6386648"/>
                <a:gd name="connsiteY168" fmla="*/ 1524986 h 1849426"/>
                <a:gd name="connsiteX169" fmla="*/ 961301 w 6386648"/>
                <a:gd name="connsiteY169" fmla="*/ 1506962 h 1849426"/>
                <a:gd name="connsiteX170" fmla="*/ 859163 w 6386648"/>
                <a:gd name="connsiteY170" fmla="*/ 1500954 h 1849426"/>
                <a:gd name="connsiteX171" fmla="*/ 877188 w 6386648"/>
                <a:gd name="connsiteY171" fmla="*/ 1518978 h 1849426"/>
                <a:gd name="connsiteX172" fmla="*/ 859163 w 6386648"/>
                <a:gd name="connsiteY172" fmla="*/ 1537003 h 1849426"/>
                <a:gd name="connsiteX173" fmla="*/ 841139 w 6386648"/>
                <a:gd name="connsiteY173" fmla="*/ 1518978 h 1849426"/>
                <a:gd name="connsiteX174" fmla="*/ 859163 w 6386648"/>
                <a:gd name="connsiteY174" fmla="*/ 1500954 h 1849426"/>
                <a:gd name="connsiteX175" fmla="*/ 4013434 w 6386648"/>
                <a:gd name="connsiteY175" fmla="*/ 1482930 h 1849426"/>
                <a:gd name="connsiteX176" fmla="*/ 4031459 w 6386648"/>
                <a:gd name="connsiteY176" fmla="*/ 1500954 h 1849426"/>
                <a:gd name="connsiteX177" fmla="*/ 4013434 w 6386648"/>
                <a:gd name="connsiteY177" fmla="*/ 1518979 h 1849426"/>
                <a:gd name="connsiteX178" fmla="*/ 3995410 w 6386648"/>
                <a:gd name="connsiteY178" fmla="*/ 1500954 h 1849426"/>
                <a:gd name="connsiteX179" fmla="*/ 4013434 w 6386648"/>
                <a:gd name="connsiteY179" fmla="*/ 1482930 h 1849426"/>
                <a:gd name="connsiteX180" fmla="*/ 3412620 w 6386648"/>
                <a:gd name="connsiteY180" fmla="*/ 1482930 h 1849426"/>
                <a:gd name="connsiteX181" fmla="*/ 3430645 w 6386648"/>
                <a:gd name="connsiteY181" fmla="*/ 1500954 h 1849426"/>
                <a:gd name="connsiteX182" fmla="*/ 3412620 w 6386648"/>
                <a:gd name="connsiteY182" fmla="*/ 1518979 h 1849426"/>
                <a:gd name="connsiteX183" fmla="*/ 3394596 w 6386648"/>
                <a:gd name="connsiteY183" fmla="*/ 1500954 h 1849426"/>
                <a:gd name="connsiteX184" fmla="*/ 3412620 w 6386648"/>
                <a:gd name="connsiteY184" fmla="*/ 1482930 h 1849426"/>
                <a:gd name="connsiteX185" fmla="*/ 1586148 w 6386648"/>
                <a:gd name="connsiteY185" fmla="*/ 1476922 h 1849426"/>
                <a:gd name="connsiteX186" fmla="*/ 1604172 w 6386648"/>
                <a:gd name="connsiteY186" fmla="*/ 1494946 h 1849426"/>
                <a:gd name="connsiteX187" fmla="*/ 1586148 w 6386648"/>
                <a:gd name="connsiteY187" fmla="*/ 1512971 h 1849426"/>
                <a:gd name="connsiteX188" fmla="*/ 1568123 w 6386648"/>
                <a:gd name="connsiteY188" fmla="*/ 1494946 h 1849426"/>
                <a:gd name="connsiteX189" fmla="*/ 1586148 w 6386648"/>
                <a:gd name="connsiteY189" fmla="*/ 1476922 h 1849426"/>
                <a:gd name="connsiteX190" fmla="*/ 4271783 w 6386648"/>
                <a:gd name="connsiteY190" fmla="*/ 1464906 h 1849426"/>
                <a:gd name="connsiteX191" fmla="*/ 4289808 w 6386648"/>
                <a:gd name="connsiteY191" fmla="*/ 1482930 h 1849426"/>
                <a:gd name="connsiteX192" fmla="*/ 4271783 w 6386648"/>
                <a:gd name="connsiteY192" fmla="*/ 1500955 h 1849426"/>
                <a:gd name="connsiteX193" fmla="*/ 4253759 w 6386648"/>
                <a:gd name="connsiteY193" fmla="*/ 1482930 h 1849426"/>
                <a:gd name="connsiteX194" fmla="*/ 4271783 w 6386648"/>
                <a:gd name="connsiteY194" fmla="*/ 1464906 h 1849426"/>
                <a:gd name="connsiteX195" fmla="*/ 1105497 w 6386648"/>
                <a:gd name="connsiteY195" fmla="*/ 1464906 h 1849426"/>
                <a:gd name="connsiteX196" fmla="*/ 1123521 w 6386648"/>
                <a:gd name="connsiteY196" fmla="*/ 1482930 h 1849426"/>
                <a:gd name="connsiteX197" fmla="*/ 1105497 w 6386648"/>
                <a:gd name="connsiteY197" fmla="*/ 1500955 h 1849426"/>
                <a:gd name="connsiteX198" fmla="*/ 1087472 w 6386648"/>
                <a:gd name="connsiteY198" fmla="*/ 1482930 h 1849426"/>
                <a:gd name="connsiteX199" fmla="*/ 1105497 w 6386648"/>
                <a:gd name="connsiteY199" fmla="*/ 1464906 h 1849426"/>
                <a:gd name="connsiteX200" fmla="*/ 4602231 w 6386648"/>
                <a:gd name="connsiteY200" fmla="*/ 1452889 h 1849426"/>
                <a:gd name="connsiteX201" fmla="*/ 4620256 w 6386648"/>
                <a:gd name="connsiteY201" fmla="*/ 1470913 h 1849426"/>
                <a:gd name="connsiteX202" fmla="*/ 4602231 w 6386648"/>
                <a:gd name="connsiteY202" fmla="*/ 1488938 h 1849426"/>
                <a:gd name="connsiteX203" fmla="*/ 4584207 w 6386648"/>
                <a:gd name="connsiteY203" fmla="*/ 1470913 h 1849426"/>
                <a:gd name="connsiteX204" fmla="*/ 4602231 w 6386648"/>
                <a:gd name="connsiteY204" fmla="*/ 1452889 h 1849426"/>
                <a:gd name="connsiteX205" fmla="*/ 3875247 w 6386648"/>
                <a:gd name="connsiteY205" fmla="*/ 1452889 h 1849426"/>
                <a:gd name="connsiteX206" fmla="*/ 3893272 w 6386648"/>
                <a:gd name="connsiteY206" fmla="*/ 1470913 h 1849426"/>
                <a:gd name="connsiteX207" fmla="*/ 3875247 w 6386648"/>
                <a:gd name="connsiteY207" fmla="*/ 1488938 h 1849426"/>
                <a:gd name="connsiteX208" fmla="*/ 3857223 w 6386648"/>
                <a:gd name="connsiteY208" fmla="*/ 1470913 h 1849426"/>
                <a:gd name="connsiteX209" fmla="*/ 3875247 w 6386648"/>
                <a:gd name="connsiteY209" fmla="*/ 1452889 h 1849426"/>
                <a:gd name="connsiteX210" fmla="*/ 1706311 w 6386648"/>
                <a:gd name="connsiteY210" fmla="*/ 1452889 h 1849426"/>
                <a:gd name="connsiteX211" fmla="*/ 1724335 w 6386648"/>
                <a:gd name="connsiteY211" fmla="*/ 1470913 h 1849426"/>
                <a:gd name="connsiteX212" fmla="*/ 1706311 w 6386648"/>
                <a:gd name="connsiteY212" fmla="*/ 1488938 h 1849426"/>
                <a:gd name="connsiteX213" fmla="*/ 1688286 w 6386648"/>
                <a:gd name="connsiteY213" fmla="*/ 1470913 h 1849426"/>
                <a:gd name="connsiteX214" fmla="*/ 1706311 w 6386648"/>
                <a:gd name="connsiteY214" fmla="*/ 1452889 h 1849426"/>
                <a:gd name="connsiteX215" fmla="*/ 1411911 w 6386648"/>
                <a:gd name="connsiteY215" fmla="*/ 1452889 h 1849426"/>
                <a:gd name="connsiteX216" fmla="*/ 1429936 w 6386648"/>
                <a:gd name="connsiteY216" fmla="*/ 1470913 h 1849426"/>
                <a:gd name="connsiteX217" fmla="*/ 1411911 w 6386648"/>
                <a:gd name="connsiteY217" fmla="*/ 1488938 h 1849426"/>
                <a:gd name="connsiteX218" fmla="*/ 1393887 w 6386648"/>
                <a:gd name="connsiteY218" fmla="*/ 1470913 h 1849426"/>
                <a:gd name="connsiteX219" fmla="*/ 1411911 w 6386648"/>
                <a:gd name="connsiteY219" fmla="*/ 1452889 h 1849426"/>
                <a:gd name="connsiteX220" fmla="*/ 1249691 w 6386648"/>
                <a:gd name="connsiteY220" fmla="*/ 1452889 h 1849426"/>
                <a:gd name="connsiteX221" fmla="*/ 1267716 w 6386648"/>
                <a:gd name="connsiteY221" fmla="*/ 1470913 h 1849426"/>
                <a:gd name="connsiteX222" fmla="*/ 1249691 w 6386648"/>
                <a:gd name="connsiteY222" fmla="*/ 1488938 h 1849426"/>
                <a:gd name="connsiteX223" fmla="*/ 1231667 w 6386648"/>
                <a:gd name="connsiteY223" fmla="*/ 1470913 h 1849426"/>
                <a:gd name="connsiteX224" fmla="*/ 1249691 w 6386648"/>
                <a:gd name="connsiteY224" fmla="*/ 1452889 h 1849426"/>
                <a:gd name="connsiteX225" fmla="*/ 4764451 w 6386648"/>
                <a:gd name="connsiteY225" fmla="*/ 1446881 h 1849426"/>
                <a:gd name="connsiteX226" fmla="*/ 4782476 w 6386648"/>
                <a:gd name="connsiteY226" fmla="*/ 1464905 h 1849426"/>
                <a:gd name="connsiteX227" fmla="*/ 4764451 w 6386648"/>
                <a:gd name="connsiteY227" fmla="*/ 1482930 h 1849426"/>
                <a:gd name="connsiteX228" fmla="*/ 4746427 w 6386648"/>
                <a:gd name="connsiteY228" fmla="*/ 1464905 h 1849426"/>
                <a:gd name="connsiteX229" fmla="*/ 4764451 w 6386648"/>
                <a:gd name="connsiteY229" fmla="*/ 1446881 h 1849426"/>
                <a:gd name="connsiteX230" fmla="*/ 763032 w 6386648"/>
                <a:gd name="connsiteY230" fmla="*/ 1446881 h 1849426"/>
                <a:gd name="connsiteX231" fmla="*/ 781057 w 6386648"/>
                <a:gd name="connsiteY231" fmla="*/ 1464905 h 1849426"/>
                <a:gd name="connsiteX232" fmla="*/ 763032 w 6386648"/>
                <a:gd name="connsiteY232" fmla="*/ 1482930 h 1849426"/>
                <a:gd name="connsiteX233" fmla="*/ 745008 w 6386648"/>
                <a:gd name="connsiteY233" fmla="*/ 1464905 h 1849426"/>
                <a:gd name="connsiteX234" fmla="*/ 763032 w 6386648"/>
                <a:gd name="connsiteY234" fmla="*/ 1446881 h 1849426"/>
                <a:gd name="connsiteX235" fmla="*/ 3731051 w 6386648"/>
                <a:gd name="connsiteY235" fmla="*/ 1434865 h 1849426"/>
                <a:gd name="connsiteX236" fmla="*/ 3749076 w 6386648"/>
                <a:gd name="connsiteY236" fmla="*/ 1452889 h 1849426"/>
                <a:gd name="connsiteX237" fmla="*/ 3731051 w 6386648"/>
                <a:gd name="connsiteY237" fmla="*/ 1470914 h 1849426"/>
                <a:gd name="connsiteX238" fmla="*/ 3713027 w 6386648"/>
                <a:gd name="connsiteY238" fmla="*/ 1452889 h 1849426"/>
                <a:gd name="connsiteX239" fmla="*/ 3731051 w 6386648"/>
                <a:gd name="connsiteY239" fmla="*/ 1434865 h 1849426"/>
                <a:gd name="connsiteX240" fmla="*/ 3304474 w 6386648"/>
                <a:gd name="connsiteY240" fmla="*/ 1422849 h 1849426"/>
                <a:gd name="connsiteX241" fmla="*/ 3322499 w 6386648"/>
                <a:gd name="connsiteY241" fmla="*/ 1440873 h 1849426"/>
                <a:gd name="connsiteX242" fmla="*/ 3304474 w 6386648"/>
                <a:gd name="connsiteY242" fmla="*/ 1458898 h 1849426"/>
                <a:gd name="connsiteX243" fmla="*/ 3286450 w 6386648"/>
                <a:gd name="connsiteY243" fmla="*/ 1440873 h 1849426"/>
                <a:gd name="connsiteX244" fmla="*/ 3304474 w 6386648"/>
                <a:gd name="connsiteY244" fmla="*/ 1422849 h 1849426"/>
                <a:gd name="connsiteX245" fmla="*/ 4890621 w 6386648"/>
                <a:gd name="connsiteY245" fmla="*/ 1416840 h 1849426"/>
                <a:gd name="connsiteX246" fmla="*/ 4908646 w 6386648"/>
                <a:gd name="connsiteY246" fmla="*/ 1434864 h 1849426"/>
                <a:gd name="connsiteX247" fmla="*/ 4890621 w 6386648"/>
                <a:gd name="connsiteY247" fmla="*/ 1452889 h 1849426"/>
                <a:gd name="connsiteX248" fmla="*/ 4872597 w 6386648"/>
                <a:gd name="connsiteY248" fmla="*/ 1434864 h 1849426"/>
                <a:gd name="connsiteX249" fmla="*/ 4890621 w 6386648"/>
                <a:gd name="connsiteY249" fmla="*/ 1416840 h 1849426"/>
                <a:gd name="connsiteX250" fmla="*/ 3544799 w 6386648"/>
                <a:gd name="connsiteY250" fmla="*/ 1410832 h 1849426"/>
                <a:gd name="connsiteX251" fmla="*/ 3562824 w 6386648"/>
                <a:gd name="connsiteY251" fmla="*/ 1428856 h 1849426"/>
                <a:gd name="connsiteX252" fmla="*/ 3544799 w 6386648"/>
                <a:gd name="connsiteY252" fmla="*/ 1446881 h 1849426"/>
                <a:gd name="connsiteX253" fmla="*/ 3526775 w 6386648"/>
                <a:gd name="connsiteY253" fmla="*/ 1428856 h 1849426"/>
                <a:gd name="connsiteX254" fmla="*/ 3544799 w 6386648"/>
                <a:gd name="connsiteY254" fmla="*/ 1410832 h 1849426"/>
                <a:gd name="connsiteX255" fmla="*/ 4488076 w 6386648"/>
                <a:gd name="connsiteY255" fmla="*/ 1404824 h 1849426"/>
                <a:gd name="connsiteX256" fmla="*/ 4506101 w 6386648"/>
                <a:gd name="connsiteY256" fmla="*/ 1422848 h 1849426"/>
                <a:gd name="connsiteX257" fmla="*/ 4488076 w 6386648"/>
                <a:gd name="connsiteY257" fmla="*/ 1440873 h 1849426"/>
                <a:gd name="connsiteX258" fmla="*/ 4470051 w 6386648"/>
                <a:gd name="connsiteY258" fmla="*/ 1422848 h 1849426"/>
                <a:gd name="connsiteX259" fmla="*/ 4488076 w 6386648"/>
                <a:gd name="connsiteY259" fmla="*/ 1404824 h 1849426"/>
                <a:gd name="connsiteX260" fmla="*/ 5028808 w 6386648"/>
                <a:gd name="connsiteY260" fmla="*/ 1398816 h 1849426"/>
                <a:gd name="connsiteX261" fmla="*/ 5046833 w 6386648"/>
                <a:gd name="connsiteY261" fmla="*/ 1416841 h 1849426"/>
                <a:gd name="connsiteX262" fmla="*/ 5028808 w 6386648"/>
                <a:gd name="connsiteY262" fmla="*/ 1434865 h 1849426"/>
                <a:gd name="connsiteX263" fmla="*/ 5010783 w 6386648"/>
                <a:gd name="connsiteY263" fmla="*/ 1416841 h 1849426"/>
                <a:gd name="connsiteX264" fmla="*/ 5028808 w 6386648"/>
                <a:gd name="connsiteY264" fmla="*/ 1398816 h 1849426"/>
                <a:gd name="connsiteX265" fmla="*/ 4367914 w 6386648"/>
                <a:gd name="connsiteY265" fmla="*/ 1398816 h 1849426"/>
                <a:gd name="connsiteX266" fmla="*/ 4385939 w 6386648"/>
                <a:gd name="connsiteY266" fmla="*/ 1416841 h 1849426"/>
                <a:gd name="connsiteX267" fmla="*/ 4367914 w 6386648"/>
                <a:gd name="connsiteY267" fmla="*/ 1434865 h 1849426"/>
                <a:gd name="connsiteX268" fmla="*/ 4349889 w 6386648"/>
                <a:gd name="connsiteY268" fmla="*/ 1416841 h 1849426"/>
                <a:gd name="connsiteX269" fmla="*/ 4367914 w 6386648"/>
                <a:gd name="connsiteY269" fmla="*/ 1398816 h 1849426"/>
                <a:gd name="connsiteX270" fmla="*/ 4163637 w 6386648"/>
                <a:gd name="connsiteY270" fmla="*/ 1398816 h 1849426"/>
                <a:gd name="connsiteX271" fmla="*/ 4181662 w 6386648"/>
                <a:gd name="connsiteY271" fmla="*/ 1416841 h 1849426"/>
                <a:gd name="connsiteX272" fmla="*/ 4163637 w 6386648"/>
                <a:gd name="connsiteY272" fmla="*/ 1434865 h 1849426"/>
                <a:gd name="connsiteX273" fmla="*/ 4145613 w 6386648"/>
                <a:gd name="connsiteY273" fmla="*/ 1416841 h 1849426"/>
                <a:gd name="connsiteX274" fmla="*/ 4163637 w 6386648"/>
                <a:gd name="connsiteY274" fmla="*/ 1398816 h 1849426"/>
                <a:gd name="connsiteX275" fmla="*/ 672910 w 6386648"/>
                <a:gd name="connsiteY275" fmla="*/ 1398816 h 1849426"/>
                <a:gd name="connsiteX276" fmla="*/ 690935 w 6386648"/>
                <a:gd name="connsiteY276" fmla="*/ 1416841 h 1849426"/>
                <a:gd name="connsiteX277" fmla="*/ 672910 w 6386648"/>
                <a:gd name="connsiteY277" fmla="*/ 1434865 h 1849426"/>
                <a:gd name="connsiteX278" fmla="*/ 654886 w 6386648"/>
                <a:gd name="connsiteY278" fmla="*/ 1416841 h 1849426"/>
                <a:gd name="connsiteX279" fmla="*/ 672910 w 6386648"/>
                <a:gd name="connsiteY279" fmla="*/ 1398816 h 1849426"/>
                <a:gd name="connsiteX280" fmla="*/ 3190319 w 6386648"/>
                <a:gd name="connsiteY280" fmla="*/ 1392808 h 1849426"/>
                <a:gd name="connsiteX281" fmla="*/ 3208344 w 6386648"/>
                <a:gd name="connsiteY281" fmla="*/ 1410832 h 1849426"/>
                <a:gd name="connsiteX282" fmla="*/ 3190319 w 6386648"/>
                <a:gd name="connsiteY282" fmla="*/ 1428857 h 1849426"/>
                <a:gd name="connsiteX283" fmla="*/ 3172295 w 6386648"/>
                <a:gd name="connsiteY283" fmla="*/ 1410832 h 1849426"/>
                <a:gd name="connsiteX284" fmla="*/ 3190319 w 6386648"/>
                <a:gd name="connsiteY284" fmla="*/ 1392808 h 1849426"/>
                <a:gd name="connsiteX285" fmla="*/ 1814456 w 6386648"/>
                <a:gd name="connsiteY285" fmla="*/ 1392808 h 1849426"/>
                <a:gd name="connsiteX286" fmla="*/ 1832481 w 6386648"/>
                <a:gd name="connsiteY286" fmla="*/ 1410832 h 1849426"/>
                <a:gd name="connsiteX287" fmla="*/ 1814456 w 6386648"/>
                <a:gd name="connsiteY287" fmla="*/ 1428857 h 1849426"/>
                <a:gd name="connsiteX288" fmla="*/ 1796432 w 6386648"/>
                <a:gd name="connsiteY288" fmla="*/ 1410832 h 1849426"/>
                <a:gd name="connsiteX289" fmla="*/ 1814456 w 6386648"/>
                <a:gd name="connsiteY289" fmla="*/ 1392808 h 1849426"/>
                <a:gd name="connsiteX290" fmla="*/ 967309 w 6386648"/>
                <a:gd name="connsiteY290" fmla="*/ 1386800 h 1849426"/>
                <a:gd name="connsiteX291" fmla="*/ 985334 w 6386648"/>
                <a:gd name="connsiteY291" fmla="*/ 1404824 h 1849426"/>
                <a:gd name="connsiteX292" fmla="*/ 967309 w 6386648"/>
                <a:gd name="connsiteY292" fmla="*/ 1422849 h 1849426"/>
                <a:gd name="connsiteX293" fmla="*/ 949285 w 6386648"/>
                <a:gd name="connsiteY293" fmla="*/ 1404824 h 1849426"/>
                <a:gd name="connsiteX294" fmla="*/ 967309 w 6386648"/>
                <a:gd name="connsiteY294" fmla="*/ 1386800 h 1849426"/>
                <a:gd name="connsiteX295" fmla="*/ 4049482 w 6386648"/>
                <a:gd name="connsiteY295" fmla="*/ 1374784 h 1849426"/>
                <a:gd name="connsiteX296" fmla="*/ 4067507 w 6386648"/>
                <a:gd name="connsiteY296" fmla="*/ 1392808 h 1849426"/>
                <a:gd name="connsiteX297" fmla="*/ 4049482 w 6386648"/>
                <a:gd name="connsiteY297" fmla="*/ 1410833 h 1849426"/>
                <a:gd name="connsiteX298" fmla="*/ 4031458 w 6386648"/>
                <a:gd name="connsiteY298" fmla="*/ 1392808 h 1849426"/>
                <a:gd name="connsiteX299" fmla="*/ 4049482 w 6386648"/>
                <a:gd name="connsiteY299" fmla="*/ 1374784 h 1849426"/>
                <a:gd name="connsiteX300" fmla="*/ 4674329 w 6386648"/>
                <a:gd name="connsiteY300" fmla="*/ 1368775 h 1849426"/>
                <a:gd name="connsiteX301" fmla="*/ 4692354 w 6386648"/>
                <a:gd name="connsiteY301" fmla="*/ 1386800 h 1849426"/>
                <a:gd name="connsiteX302" fmla="*/ 4674329 w 6386648"/>
                <a:gd name="connsiteY302" fmla="*/ 1404824 h 1849426"/>
                <a:gd name="connsiteX303" fmla="*/ 4656305 w 6386648"/>
                <a:gd name="connsiteY303" fmla="*/ 1386800 h 1849426"/>
                <a:gd name="connsiteX304" fmla="*/ 4674329 w 6386648"/>
                <a:gd name="connsiteY304" fmla="*/ 1368775 h 1849426"/>
                <a:gd name="connsiteX305" fmla="*/ 1526067 w 6386648"/>
                <a:gd name="connsiteY305" fmla="*/ 1368775 h 1849426"/>
                <a:gd name="connsiteX306" fmla="*/ 1544091 w 6386648"/>
                <a:gd name="connsiteY306" fmla="*/ 1386800 h 1849426"/>
                <a:gd name="connsiteX307" fmla="*/ 1526067 w 6386648"/>
                <a:gd name="connsiteY307" fmla="*/ 1404824 h 1849426"/>
                <a:gd name="connsiteX308" fmla="*/ 1508042 w 6386648"/>
                <a:gd name="connsiteY308" fmla="*/ 1386800 h 1849426"/>
                <a:gd name="connsiteX309" fmla="*/ 1526067 w 6386648"/>
                <a:gd name="connsiteY309" fmla="*/ 1368775 h 1849426"/>
                <a:gd name="connsiteX310" fmla="*/ 1369854 w 6386648"/>
                <a:gd name="connsiteY310" fmla="*/ 1368775 h 1849426"/>
                <a:gd name="connsiteX311" fmla="*/ 1387879 w 6386648"/>
                <a:gd name="connsiteY311" fmla="*/ 1386800 h 1849426"/>
                <a:gd name="connsiteX312" fmla="*/ 1369854 w 6386648"/>
                <a:gd name="connsiteY312" fmla="*/ 1404824 h 1849426"/>
                <a:gd name="connsiteX313" fmla="*/ 1351830 w 6386648"/>
                <a:gd name="connsiteY313" fmla="*/ 1386800 h 1849426"/>
                <a:gd name="connsiteX314" fmla="*/ 1369854 w 6386648"/>
                <a:gd name="connsiteY314" fmla="*/ 1368775 h 1849426"/>
                <a:gd name="connsiteX315" fmla="*/ 3418628 w 6386648"/>
                <a:gd name="connsiteY315" fmla="*/ 1362767 h 1849426"/>
                <a:gd name="connsiteX316" fmla="*/ 3436653 w 6386648"/>
                <a:gd name="connsiteY316" fmla="*/ 1380791 h 1849426"/>
                <a:gd name="connsiteX317" fmla="*/ 3418628 w 6386648"/>
                <a:gd name="connsiteY317" fmla="*/ 1398816 h 1849426"/>
                <a:gd name="connsiteX318" fmla="*/ 3400604 w 6386648"/>
                <a:gd name="connsiteY318" fmla="*/ 1380791 h 1849426"/>
                <a:gd name="connsiteX319" fmla="*/ 3418628 w 6386648"/>
                <a:gd name="connsiteY319" fmla="*/ 1362767 h 1849426"/>
                <a:gd name="connsiteX320" fmla="*/ 1147553 w 6386648"/>
                <a:gd name="connsiteY320" fmla="*/ 1362767 h 1849426"/>
                <a:gd name="connsiteX321" fmla="*/ 1165578 w 6386648"/>
                <a:gd name="connsiteY321" fmla="*/ 1380791 h 1849426"/>
                <a:gd name="connsiteX322" fmla="*/ 1147553 w 6386648"/>
                <a:gd name="connsiteY322" fmla="*/ 1398816 h 1849426"/>
                <a:gd name="connsiteX323" fmla="*/ 1129529 w 6386648"/>
                <a:gd name="connsiteY323" fmla="*/ 1380791 h 1849426"/>
                <a:gd name="connsiteX324" fmla="*/ 1147553 w 6386648"/>
                <a:gd name="connsiteY324" fmla="*/ 1362767 h 1849426"/>
                <a:gd name="connsiteX325" fmla="*/ 3646937 w 6386648"/>
                <a:gd name="connsiteY325" fmla="*/ 1356759 h 1849426"/>
                <a:gd name="connsiteX326" fmla="*/ 3664962 w 6386648"/>
                <a:gd name="connsiteY326" fmla="*/ 1374783 h 1849426"/>
                <a:gd name="connsiteX327" fmla="*/ 3646937 w 6386648"/>
                <a:gd name="connsiteY327" fmla="*/ 1392808 h 1849426"/>
                <a:gd name="connsiteX328" fmla="*/ 3628912 w 6386648"/>
                <a:gd name="connsiteY328" fmla="*/ 1374783 h 1849426"/>
                <a:gd name="connsiteX329" fmla="*/ 3646937 w 6386648"/>
                <a:gd name="connsiteY329" fmla="*/ 1356759 h 1849426"/>
                <a:gd name="connsiteX330" fmla="*/ 1946636 w 6386648"/>
                <a:gd name="connsiteY330" fmla="*/ 1356759 h 1849426"/>
                <a:gd name="connsiteX331" fmla="*/ 1964660 w 6386648"/>
                <a:gd name="connsiteY331" fmla="*/ 1374783 h 1849426"/>
                <a:gd name="connsiteX332" fmla="*/ 1946636 w 6386648"/>
                <a:gd name="connsiteY332" fmla="*/ 1392808 h 1849426"/>
                <a:gd name="connsiteX333" fmla="*/ 1928611 w 6386648"/>
                <a:gd name="connsiteY333" fmla="*/ 1374783 h 1849426"/>
                <a:gd name="connsiteX334" fmla="*/ 1946636 w 6386648"/>
                <a:gd name="connsiteY334" fmla="*/ 1356759 h 1849426"/>
                <a:gd name="connsiteX335" fmla="*/ 1658245 w 6386648"/>
                <a:gd name="connsiteY335" fmla="*/ 1350751 h 1849426"/>
                <a:gd name="connsiteX336" fmla="*/ 1676270 w 6386648"/>
                <a:gd name="connsiteY336" fmla="*/ 1368775 h 1849426"/>
                <a:gd name="connsiteX337" fmla="*/ 1658245 w 6386648"/>
                <a:gd name="connsiteY337" fmla="*/ 1386800 h 1849426"/>
                <a:gd name="connsiteX338" fmla="*/ 1640221 w 6386648"/>
                <a:gd name="connsiteY338" fmla="*/ 1368775 h 1849426"/>
                <a:gd name="connsiteX339" fmla="*/ 1658245 w 6386648"/>
                <a:gd name="connsiteY339" fmla="*/ 1350751 h 1849426"/>
                <a:gd name="connsiteX340" fmla="*/ 3929320 w 6386648"/>
                <a:gd name="connsiteY340" fmla="*/ 1344743 h 1849426"/>
                <a:gd name="connsiteX341" fmla="*/ 3947345 w 6386648"/>
                <a:gd name="connsiteY341" fmla="*/ 1362767 h 1849426"/>
                <a:gd name="connsiteX342" fmla="*/ 3929320 w 6386648"/>
                <a:gd name="connsiteY342" fmla="*/ 1380792 h 1849426"/>
                <a:gd name="connsiteX343" fmla="*/ 3911296 w 6386648"/>
                <a:gd name="connsiteY343" fmla="*/ 1362767 h 1849426"/>
                <a:gd name="connsiteX344" fmla="*/ 3929320 w 6386648"/>
                <a:gd name="connsiteY344" fmla="*/ 1344743 h 1849426"/>
                <a:gd name="connsiteX345" fmla="*/ 3088181 w 6386648"/>
                <a:gd name="connsiteY345" fmla="*/ 1344743 h 1849426"/>
                <a:gd name="connsiteX346" fmla="*/ 3106206 w 6386648"/>
                <a:gd name="connsiteY346" fmla="*/ 1362767 h 1849426"/>
                <a:gd name="connsiteX347" fmla="*/ 3088181 w 6386648"/>
                <a:gd name="connsiteY347" fmla="*/ 1380792 h 1849426"/>
                <a:gd name="connsiteX348" fmla="*/ 3070157 w 6386648"/>
                <a:gd name="connsiteY348" fmla="*/ 1362767 h 1849426"/>
                <a:gd name="connsiteX349" fmla="*/ 3088181 w 6386648"/>
                <a:gd name="connsiteY349" fmla="*/ 1344743 h 1849426"/>
                <a:gd name="connsiteX350" fmla="*/ 853154 w 6386648"/>
                <a:gd name="connsiteY350" fmla="*/ 1344743 h 1849426"/>
                <a:gd name="connsiteX351" fmla="*/ 871179 w 6386648"/>
                <a:gd name="connsiteY351" fmla="*/ 1362767 h 1849426"/>
                <a:gd name="connsiteX352" fmla="*/ 853154 w 6386648"/>
                <a:gd name="connsiteY352" fmla="*/ 1380792 h 1849426"/>
                <a:gd name="connsiteX353" fmla="*/ 835130 w 6386648"/>
                <a:gd name="connsiteY353" fmla="*/ 1362767 h 1849426"/>
                <a:gd name="connsiteX354" fmla="*/ 853154 w 6386648"/>
                <a:gd name="connsiteY354" fmla="*/ 1344743 h 1849426"/>
                <a:gd name="connsiteX355" fmla="*/ 4283800 w 6386648"/>
                <a:gd name="connsiteY355" fmla="*/ 1326718 h 1849426"/>
                <a:gd name="connsiteX356" fmla="*/ 4301825 w 6386648"/>
                <a:gd name="connsiteY356" fmla="*/ 1344742 h 1849426"/>
                <a:gd name="connsiteX357" fmla="*/ 4283800 w 6386648"/>
                <a:gd name="connsiteY357" fmla="*/ 1362767 h 1849426"/>
                <a:gd name="connsiteX358" fmla="*/ 4265776 w 6386648"/>
                <a:gd name="connsiteY358" fmla="*/ 1344742 h 1849426"/>
                <a:gd name="connsiteX359" fmla="*/ 4283800 w 6386648"/>
                <a:gd name="connsiteY359" fmla="*/ 1326718 h 1849426"/>
                <a:gd name="connsiteX360" fmla="*/ 3815165 w 6386648"/>
                <a:gd name="connsiteY360" fmla="*/ 1326718 h 1849426"/>
                <a:gd name="connsiteX361" fmla="*/ 3833190 w 6386648"/>
                <a:gd name="connsiteY361" fmla="*/ 1344742 h 1849426"/>
                <a:gd name="connsiteX362" fmla="*/ 3815165 w 6386648"/>
                <a:gd name="connsiteY362" fmla="*/ 1362767 h 1849426"/>
                <a:gd name="connsiteX363" fmla="*/ 3797141 w 6386648"/>
                <a:gd name="connsiteY363" fmla="*/ 1344742 h 1849426"/>
                <a:gd name="connsiteX364" fmla="*/ 3815165 w 6386648"/>
                <a:gd name="connsiteY364" fmla="*/ 1326718 h 1849426"/>
                <a:gd name="connsiteX365" fmla="*/ 2980034 w 6386648"/>
                <a:gd name="connsiteY365" fmla="*/ 1326718 h 1849426"/>
                <a:gd name="connsiteX366" fmla="*/ 2998059 w 6386648"/>
                <a:gd name="connsiteY366" fmla="*/ 1344742 h 1849426"/>
                <a:gd name="connsiteX367" fmla="*/ 2980034 w 6386648"/>
                <a:gd name="connsiteY367" fmla="*/ 1362767 h 1849426"/>
                <a:gd name="connsiteX368" fmla="*/ 2962010 w 6386648"/>
                <a:gd name="connsiteY368" fmla="*/ 1344742 h 1849426"/>
                <a:gd name="connsiteX369" fmla="*/ 2980034 w 6386648"/>
                <a:gd name="connsiteY369" fmla="*/ 1326718 h 1849426"/>
                <a:gd name="connsiteX370" fmla="*/ 594806 w 6386648"/>
                <a:gd name="connsiteY370" fmla="*/ 1326718 h 1849426"/>
                <a:gd name="connsiteX371" fmla="*/ 612830 w 6386648"/>
                <a:gd name="connsiteY371" fmla="*/ 1344742 h 1849426"/>
                <a:gd name="connsiteX372" fmla="*/ 594806 w 6386648"/>
                <a:gd name="connsiteY372" fmla="*/ 1362767 h 1849426"/>
                <a:gd name="connsiteX373" fmla="*/ 576781 w 6386648"/>
                <a:gd name="connsiteY373" fmla="*/ 1344742 h 1849426"/>
                <a:gd name="connsiteX374" fmla="*/ 594806 w 6386648"/>
                <a:gd name="connsiteY374" fmla="*/ 1326718 h 1849426"/>
                <a:gd name="connsiteX375" fmla="*/ 4836548 w 6386648"/>
                <a:gd name="connsiteY375" fmla="*/ 1314702 h 1849426"/>
                <a:gd name="connsiteX376" fmla="*/ 4854573 w 6386648"/>
                <a:gd name="connsiteY376" fmla="*/ 1332726 h 1849426"/>
                <a:gd name="connsiteX377" fmla="*/ 4836548 w 6386648"/>
                <a:gd name="connsiteY377" fmla="*/ 1350751 h 1849426"/>
                <a:gd name="connsiteX378" fmla="*/ 4818524 w 6386648"/>
                <a:gd name="connsiteY378" fmla="*/ 1332726 h 1849426"/>
                <a:gd name="connsiteX379" fmla="*/ 4836548 w 6386648"/>
                <a:gd name="connsiteY379" fmla="*/ 1314702 h 1849426"/>
                <a:gd name="connsiteX380" fmla="*/ 4980743 w 6386648"/>
                <a:gd name="connsiteY380" fmla="*/ 1308694 h 1849426"/>
                <a:gd name="connsiteX381" fmla="*/ 4998768 w 6386648"/>
                <a:gd name="connsiteY381" fmla="*/ 1326719 h 1849426"/>
                <a:gd name="connsiteX382" fmla="*/ 4980743 w 6386648"/>
                <a:gd name="connsiteY382" fmla="*/ 1344743 h 1849426"/>
                <a:gd name="connsiteX383" fmla="*/ 4962719 w 6386648"/>
                <a:gd name="connsiteY383" fmla="*/ 1326719 h 1849426"/>
                <a:gd name="connsiteX384" fmla="*/ 4980743 w 6386648"/>
                <a:gd name="connsiteY384" fmla="*/ 1308694 h 1849426"/>
                <a:gd name="connsiteX385" fmla="*/ 2871888 w 6386648"/>
                <a:gd name="connsiteY385" fmla="*/ 1302686 h 1849426"/>
                <a:gd name="connsiteX386" fmla="*/ 2889913 w 6386648"/>
                <a:gd name="connsiteY386" fmla="*/ 1320710 h 1849426"/>
                <a:gd name="connsiteX387" fmla="*/ 2871888 w 6386648"/>
                <a:gd name="connsiteY387" fmla="*/ 1338735 h 1849426"/>
                <a:gd name="connsiteX388" fmla="*/ 2853864 w 6386648"/>
                <a:gd name="connsiteY388" fmla="*/ 1320710 h 1849426"/>
                <a:gd name="connsiteX389" fmla="*/ 2871888 w 6386648"/>
                <a:gd name="connsiteY389" fmla="*/ 1302686 h 1849426"/>
                <a:gd name="connsiteX390" fmla="*/ 2102847 w 6386648"/>
                <a:gd name="connsiteY390" fmla="*/ 1302686 h 1849426"/>
                <a:gd name="connsiteX391" fmla="*/ 2120872 w 6386648"/>
                <a:gd name="connsiteY391" fmla="*/ 1320710 h 1849426"/>
                <a:gd name="connsiteX392" fmla="*/ 2102847 w 6386648"/>
                <a:gd name="connsiteY392" fmla="*/ 1338735 h 1849426"/>
                <a:gd name="connsiteX393" fmla="*/ 2084823 w 6386648"/>
                <a:gd name="connsiteY393" fmla="*/ 1320710 h 1849426"/>
                <a:gd name="connsiteX394" fmla="*/ 2102847 w 6386648"/>
                <a:gd name="connsiteY394" fmla="*/ 1302686 h 1849426"/>
                <a:gd name="connsiteX395" fmla="*/ 1273724 w 6386648"/>
                <a:gd name="connsiteY395" fmla="*/ 1302686 h 1849426"/>
                <a:gd name="connsiteX396" fmla="*/ 1291749 w 6386648"/>
                <a:gd name="connsiteY396" fmla="*/ 1320710 h 1849426"/>
                <a:gd name="connsiteX397" fmla="*/ 1273724 w 6386648"/>
                <a:gd name="connsiteY397" fmla="*/ 1338735 h 1849426"/>
                <a:gd name="connsiteX398" fmla="*/ 1255700 w 6386648"/>
                <a:gd name="connsiteY398" fmla="*/ 1320710 h 1849426"/>
                <a:gd name="connsiteX399" fmla="*/ 1273724 w 6386648"/>
                <a:gd name="connsiteY399" fmla="*/ 1302686 h 1849426"/>
                <a:gd name="connsiteX400" fmla="*/ 1033398 w 6386648"/>
                <a:gd name="connsiteY400" fmla="*/ 1302686 h 1849426"/>
                <a:gd name="connsiteX401" fmla="*/ 1051423 w 6386648"/>
                <a:gd name="connsiteY401" fmla="*/ 1320710 h 1849426"/>
                <a:gd name="connsiteX402" fmla="*/ 1033398 w 6386648"/>
                <a:gd name="connsiteY402" fmla="*/ 1338735 h 1849426"/>
                <a:gd name="connsiteX403" fmla="*/ 1015374 w 6386648"/>
                <a:gd name="connsiteY403" fmla="*/ 1320710 h 1849426"/>
                <a:gd name="connsiteX404" fmla="*/ 1033398 w 6386648"/>
                <a:gd name="connsiteY404" fmla="*/ 1302686 h 1849426"/>
                <a:gd name="connsiteX405" fmla="*/ 4548158 w 6386648"/>
                <a:gd name="connsiteY405" fmla="*/ 1296678 h 1849426"/>
                <a:gd name="connsiteX406" fmla="*/ 4566183 w 6386648"/>
                <a:gd name="connsiteY406" fmla="*/ 1314702 h 1849426"/>
                <a:gd name="connsiteX407" fmla="*/ 4548158 w 6386648"/>
                <a:gd name="connsiteY407" fmla="*/ 1332727 h 1849426"/>
                <a:gd name="connsiteX408" fmla="*/ 4530133 w 6386648"/>
                <a:gd name="connsiteY408" fmla="*/ 1314702 h 1849426"/>
                <a:gd name="connsiteX409" fmla="*/ 4548158 w 6386648"/>
                <a:gd name="connsiteY409" fmla="*/ 1296678 h 1849426"/>
                <a:gd name="connsiteX410" fmla="*/ 3520767 w 6386648"/>
                <a:gd name="connsiteY410" fmla="*/ 1290670 h 1849426"/>
                <a:gd name="connsiteX411" fmla="*/ 3538792 w 6386648"/>
                <a:gd name="connsiteY411" fmla="*/ 1308694 h 1849426"/>
                <a:gd name="connsiteX412" fmla="*/ 3520767 w 6386648"/>
                <a:gd name="connsiteY412" fmla="*/ 1326719 h 1849426"/>
                <a:gd name="connsiteX413" fmla="*/ 3502743 w 6386648"/>
                <a:gd name="connsiteY413" fmla="*/ 1308694 h 1849426"/>
                <a:gd name="connsiteX414" fmla="*/ 3520767 w 6386648"/>
                <a:gd name="connsiteY414" fmla="*/ 1290670 h 1849426"/>
                <a:gd name="connsiteX415" fmla="*/ 3244392 w 6386648"/>
                <a:gd name="connsiteY415" fmla="*/ 1290670 h 1849426"/>
                <a:gd name="connsiteX416" fmla="*/ 3262417 w 6386648"/>
                <a:gd name="connsiteY416" fmla="*/ 1308694 h 1849426"/>
                <a:gd name="connsiteX417" fmla="*/ 3244392 w 6386648"/>
                <a:gd name="connsiteY417" fmla="*/ 1326719 h 1849426"/>
                <a:gd name="connsiteX418" fmla="*/ 3226368 w 6386648"/>
                <a:gd name="connsiteY418" fmla="*/ 1308694 h 1849426"/>
                <a:gd name="connsiteX419" fmla="*/ 3244392 w 6386648"/>
                <a:gd name="connsiteY419" fmla="*/ 1290670 h 1849426"/>
                <a:gd name="connsiteX420" fmla="*/ 757024 w 6386648"/>
                <a:gd name="connsiteY420" fmla="*/ 1290670 h 1849426"/>
                <a:gd name="connsiteX421" fmla="*/ 775049 w 6386648"/>
                <a:gd name="connsiteY421" fmla="*/ 1308694 h 1849426"/>
                <a:gd name="connsiteX422" fmla="*/ 757024 w 6386648"/>
                <a:gd name="connsiteY422" fmla="*/ 1326719 h 1849426"/>
                <a:gd name="connsiteX423" fmla="*/ 739000 w 6386648"/>
                <a:gd name="connsiteY423" fmla="*/ 1308694 h 1849426"/>
                <a:gd name="connsiteX424" fmla="*/ 757024 w 6386648"/>
                <a:gd name="connsiteY424" fmla="*/ 1290670 h 1849426"/>
                <a:gd name="connsiteX425" fmla="*/ 4427995 w 6386648"/>
                <a:gd name="connsiteY425" fmla="*/ 1284661 h 1849426"/>
                <a:gd name="connsiteX426" fmla="*/ 4446020 w 6386648"/>
                <a:gd name="connsiteY426" fmla="*/ 1302685 h 1849426"/>
                <a:gd name="connsiteX427" fmla="*/ 4427995 w 6386648"/>
                <a:gd name="connsiteY427" fmla="*/ 1320710 h 1849426"/>
                <a:gd name="connsiteX428" fmla="*/ 4409970 w 6386648"/>
                <a:gd name="connsiteY428" fmla="*/ 1302685 h 1849426"/>
                <a:gd name="connsiteX429" fmla="*/ 4427995 w 6386648"/>
                <a:gd name="connsiteY429" fmla="*/ 1284661 h 1849426"/>
                <a:gd name="connsiteX430" fmla="*/ 2763741 w 6386648"/>
                <a:gd name="connsiteY430" fmla="*/ 1278653 h 1849426"/>
                <a:gd name="connsiteX431" fmla="*/ 2781766 w 6386648"/>
                <a:gd name="connsiteY431" fmla="*/ 1296678 h 1849426"/>
                <a:gd name="connsiteX432" fmla="*/ 2763741 w 6386648"/>
                <a:gd name="connsiteY432" fmla="*/ 1314702 h 1849426"/>
                <a:gd name="connsiteX433" fmla="*/ 2745717 w 6386648"/>
                <a:gd name="connsiteY433" fmla="*/ 1296678 h 1849426"/>
                <a:gd name="connsiteX434" fmla="*/ 2763741 w 6386648"/>
                <a:gd name="connsiteY434" fmla="*/ 1278653 h 1849426"/>
                <a:gd name="connsiteX435" fmla="*/ 2217002 w 6386648"/>
                <a:gd name="connsiteY435" fmla="*/ 1272645 h 1849426"/>
                <a:gd name="connsiteX436" fmla="*/ 2235026 w 6386648"/>
                <a:gd name="connsiteY436" fmla="*/ 1290669 h 1849426"/>
                <a:gd name="connsiteX437" fmla="*/ 2217002 w 6386648"/>
                <a:gd name="connsiteY437" fmla="*/ 1308694 h 1849426"/>
                <a:gd name="connsiteX438" fmla="*/ 2198977 w 6386648"/>
                <a:gd name="connsiteY438" fmla="*/ 1290669 h 1849426"/>
                <a:gd name="connsiteX439" fmla="*/ 2217002 w 6386648"/>
                <a:gd name="connsiteY439" fmla="*/ 1272645 h 1849426"/>
                <a:gd name="connsiteX440" fmla="*/ 1874537 w 6386648"/>
                <a:gd name="connsiteY440" fmla="*/ 1272645 h 1849426"/>
                <a:gd name="connsiteX441" fmla="*/ 1892562 w 6386648"/>
                <a:gd name="connsiteY441" fmla="*/ 1290669 h 1849426"/>
                <a:gd name="connsiteX442" fmla="*/ 1874537 w 6386648"/>
                <a:gd name="connsiteY442" fmla="*/ 1308694 h 1849426"/>
                <a:gd name="connsiteX443" fmla="*/ 1856513 w 6386648"/>
                <a:gd name="connsiteY443" fmla="*/ 1290669 h 1849426"/>
                <a:gd name="connsiteX444" fmla="*/ 1874537 w 6386648"/>
                <a:gd name="connsiteY444" fmla="*/ 1272645 h 1849426"/>
                <a:gd name="connsiteX445" fmla="*/ 3376571 w 6386648"/>
                <a:gd name="connsiteY445" fmla="*/ 1266637 h 1849426"/>
                <a:gd name="connsiteX446" fmla="*/ 3394596 w 6386648"/>
                <a:gd name="connsiteY446" fmla="*/ 1284661 h 1849426"/>
                <a:gd name="connsiteX447" fmla="*/ 3376571 w 6386648"/>
                <a:gd name="connsiteY447" fmla="*/ 1302686 h 1849426"/>
                <a:gd name="connsiteX448" fmla="*/ 3358546 w 6386648"/>
                <a:gd name="connsiteY448" fmla="*/ 1284661 h 1849426"/>
                <a:gd name="connsiteX449" fmla="*/ 3376571 w 6386648"/>
                <a:gd name="connsiteY449" fmla="*/ 1266637 h 1849426"/>
                <a:gd name="connsiteX450" fmla="*/ 2643579 w 6386648"/>
                <a:gd name="connsiteY450" fmla="*/ 1266637 h 1849426"/>
                <a:gd name="connsiteX451" fmla="*/ 2661604 w 6386648"/>
                <a:gd name="connsiteY451" fmla="*/ 1284661 h 1849426"/>
                <a:gd name="connsiteX452" fmla="*/ 2643579 w 6386648"/>
                <a:gd name="connsiteY452" fmla="*/ 1302686 h 1849426"/>
                <a:gd name="connsiteX453" fmla="*/ 2625555 w 6386648"/>
                <a:gd name="connsiteY453" fmla="*/ 1284661 h 1849426"/>
                <a:gd name="connsiteX454" fmla="*/ 2643579 w 6386648"/>
                <a:gd name="connsiteY454" fmla="*/ 1266637 h 1849426"/>
                <a:gd name="connsiteX455" fmla="*/ 1754375 w 6386648"/>
                <a:gd name="connsiteY455" fmla="*/ 1266637 h 1849426"/>
                <a:gd name="connsiteX456" fmla="*/ 1772400 w 6386648"/>
                <a:gd name="connsiteY456" fmla="*/ 1284661 h 1849426"/>
                <a:gd name="connsiteX457" fmla="*/ 1754375 w 6386648"/>
                <a:gd name="connsiteY457" fmla="*/ 1302686 h 1849426"/>
                <a:gd name="connsiteX458" fmla="*/ 1736351 w 6386648"/>
                <a:gd name="connsiteY458" fmla="*/ 1284661 h 1849426"/>
                <a:gd name="connsiteX459" fmla="*/ 1754375 w 6386648"/>
                <a:gd name="connsiteY459" fmla="*/ 1266637 h 1849426"/>
                <a:gd name="connsiteX460" fmla="*/ 4740418 w 6386648"/>
                <a:gd name="connsiteY460" fmla="*/ 1260629 h 1849426"/>
                <a:gd name="connsiteX461" fmla="*/ 4758443 w 6386648"/>
                <a:gd name="connsiteY461" fmla="*/ 1278653 h 1849426"/>
                <a:gd name="connsiteX462" fmla="*/ 4740418 w 6386648"/>
                <a:gd name="connsiteY462" fmla="*/ 1296678 h 1849426"/>
                <a:gd name="connsiteX463" fmla="*/ 4722394 w 6386648"/>
                <a:gd name="connsiteY463" fmla="*/ 1278653 h 1849426"/>
                <a:gd name="connsiteX464" fmla="*/ 4740418 w 6386648"/>
                <a:gd name="connsiteY464" fmla="*/ 1260629 h 1849426"/>
                <a:gd name="connsiteX465" fmla="*/ 4103556 w 6386648"/>
                <a:gd name="connsiteY465" fmla="*/ 1260629 h 1849426"/>
                <a:gd name="connsiteX466" fmla="*/ 4121581 w 6386648"/>
                <a:gd name="connsiteY466" fmla="*/ 1278653 h 1849426"/>
                <a:gd name="connsiteX467" fmla="*/ 4103556 w 6386648"/>
                <a:gd name="connsiteY467" fmla="*/ 1296678 h 1849426"/>
                <a:gd name="connsiteX468" fmla="*/ 4085532 w 6386648"/>
                <a:gd name="connsiteY468" fmla="*/ 1278653 h 1849426"/>
                <a:gd name="connsiteX469" fmla="*/ 4103556 w 6386648"/>
                <a:gd name="connsiteY469" fmla="*/ 1260629 h 1849426"/>
                <a:gd name="connsiteX470" fmla="*/ 3725043 w 6386648"/>
                <a:gd name="connsiteY470" fmla="*/ 1260629 h 1849426"/>
                <a:gd name="connsiteX471" fmla="*/ 3743068 w 6386648"/>
                <a:gd name="connsiteY471" fmla="*/ 1278653 h 1849426"/>
                <a:gd name="connsiteX472" fmla="*/ 3725043 w 6386648"/>
                <a:gd name="connsiteY472" fmla="*/ 1296678 h 1849426"/>
                <a:gd name="connsiteX473" fmla="*/ 3707019 w 6386648"/>
                <a:gd name="connsiteY473" fmla="*/ 1278653 h 1849426"/>
                <a:gd name="connsiteX474" fmla="*/ 3725043 w 6386648"/>
                <a:gd name="connsiteY474" fmla="*/ 1260629 h 1849426"/>
                <a:gd name="connsiteX475" fmla="*/ 1405904 w 6386648"/>
                <a:gd name="connsiteY475" fmla="*/ 1260629 h 1849426"/>
                <a:gd name="connsiteX476" fmla="*/ 1423928 w 6386648"/>
                <a:gd name="connsiteY476" fmla="*/ 1278653 h 1849426"/>
                <a:gd name="connsiteX477" fmla="*/ 1405904 w 6386648"/>
                <a:gd name="connsiteY477" fmla="*/ 1296678 h 1849426"/>
                <a:gd name="connsiteX478" fmla="*/ 1387879 w 6386648"/>
                <a:gd name="connsiteY478" fmla="*/ 1278653 h 1849426"/>
                <a:gd name="connsiteX479" fmla="*/ 1405904 w 6386648"/>
                <a:gd name="connsiteY479" fmla="*/ 1260629 h 1849426"/>
                <a:gd name="connsiteX480" fmla="*/ 492666 w 6386648"/>
                <a:gd name="connsiteY480" fmla="*/ 1260629 h 1849426"/>
                <a:gd name="connsiteX481" fmla="*/ 510691 w 6386648"/>
                <a:gd name="connsiteY481" fmla="*/ 1278653 h 1849426"/>
                <a:gd name="connsiteX482" fmla="*/ 492666 w 6386648"/>
                <a:gd name="connsiteY482" fmla="*/ 1296678 h 1849426"/>
                <a:gd name="connsiteX483" fmla="*/ 474642 w 6386648"/>
                <a:gd name="connsiteY483" fmla="*/ 1278653 h 1849426"/>
                <a:gd name="connsiteX484" fmla="*/ 492666 w 6386648"/>
                <a:gd name="connsiteY484" fmla="*/ 1260629 h 1849426"/>
                <a:gd name="connsiteX485" fmla="*/ 4229726 w 6386648"/>
                <a:gd name="connsiteY485" fmla="*/ 1248613 h 1849426"/>
                <a:gd name="connsiteX486" fmla="*/ 4247751 w 6386648"/>
                <a:gd name="connsiteY486" fmla="*/ 1266638 h 1849426"/>
                <a:gd name="connsiteX487" fmla="*/ 4229726 w 6386648"/>
                <a:gd name="connsiteY487" fmla="*/ 1284662 h 1849426"/>
                <a:gd name="connsiteX488" fmla="*/ 4211702 w 6386648"/>
                <a:gd name="connsiteY488" fmla="*/ 1266638 h 1849426"/>
                <a:gd name="connsiteX489" fmla="*/ 4229726 w 6386648"/>
                <a:gd name="connsiteY489" fmla="*/ 1248613 h 1849426"/>
                <a:gd name="connsiteX490" fmla="*/ 2439302 w 6386648"/>
                <a:gd name="connsiteY490" fmla="*/ 1248613 h 1849426"/>
                <a:gd name="connsiteX491" fmla="*/ 2457327 w 6386648"/>
                <a:gd name="connsiteY491" fmla="*/ 1266638 h 1849426"/>
                <a:gd name="connsiteX492" fmla="*/ 2439302 w 6386648"/>
                <a:gd name="connsiteY492" fmla="*/ 1284662 h 1849426"/>
                <a:gd name="connsiteX493" fmla="*/ 2421278 w 6386648"/>
                <a:gd name="connsiteY493" fmla="*/ 1266638 h 1849426"/>
                <a:gd name="connsiteX494" fmla="*/ 2439302 w 6386648"/>
                <a:gd name="connsiteY494" fmla="*/ 1248613 h 1849426"/>
                <a:gd name="connsiteX495" fmla="*/ 2337165 w 6386648"/>
                <a:gd name="connsiteY495" fmla="*/ 1248613 h 1849426"/>
                <a:gd name="connsiteX496" fmla="*/ 2355189 w 6386648"/>
                <a:gd name="connsiteY496" fmla="*/ 1266638 h 1849426"/>
                <a:gd name="connsiteX497" fmla="*/ 2337165 w 6386648"/>
                <a:gd name="connsiteY497" fmla="*/ 1284662 h 1849426"/>
                <a:gd name="connsiteX498" fmla="*/ 2319140 w 6386648"/>
                <a:gd name="connsiteY498" fmla="*/ 1266638 h 1849426"/>
                <a:gd name="connsiteX499" fmla="*/ 2337165 w 6386648"/>
                <a:gd name="connsiteY499" fmla="*/ 1248613 h 1849426"/>
                <a:gd name="connsiteX500" fmla="*/ 2012725 w 6386648"/>
                <a:gd name="connsiteY500" fmla="*/ 1248613 h 1849426"/>
                <a:gd name="connsiteX501" fmla="*/ 2030750 w 6386648"/>
                <a:gd name="connsiteY501" fmla="*/ 1266638 h 1849426"/>
                <a:gd name="connsiteX502" fmla="*/ 2012725 w 6386648"/>
                <a:gd name="connsiteY502" fmla="*/ 1284662 h 1849426"/>
                <a:gd name="connsiteX503" fmla="*/ 1994701 w 6386648"/>
                <a:gd name="connsiteY503" fmla="*/ 1266638 h 1849426"/>
                <a:gd name="connsiteX504" fmla="*/ 2012725 w 6386648"/>
                <a:gd name="connsiteY504" fmla="*/ 1248613 h 1849426"/>
                <a:gd name="connsiteX505" fmla="*/ 1165578 w 6386648"/>
                <a:gd name="connsiteY505" fmla="*/ 1248613 h 1849426"/>
                <a:gd name="connsiteX506" fmla="*/ 1183602 w 6386648"/>
                <a:gd name="connsiteY506" fmla="*/ 1266638 h 1849426"/>
                <a:gd name="connsiteX507" fmla="*/ 1165578 w 6386648"/>
                <a:gd name="connsiteY507" fmla="*/ 1284662 h 1849426"/>
                <a:gd name="connsiteX508" fmla="*/ 1147553 w 6386648"/>
                <a:gd name="connsiteY508" fmla="*/ 1266638 h 1849426"/>
                <a:gd name="connsiteX509" fmla="*/ 1165578 w 6386648"/>
                <a:gd name="connsiteY509" fmla="*/ 1248613 h 1849426"/>
                <a:gd name="connsiteX510" fmla="*/ 3989401 w 6386648"/>
                <a:gd name="connsiteY510" fmla="*/ 1242605 h 1849426"/>
                <a:gd name="connsiteX511" fmla="*/ 4007426 w 6386648"/>
                <a:gd name="connsiteY511" fmla="*/ 1260629 h 1849426"/>
                <a:gd name="connsiteX512" fmla="*/ 3989401 w 6386648"/>
                <a:gd name="connsiteY512" fmla="*/ 1278654 h 1849426"/>
                <a:gd name="connsiteX513" fmla="*/ 3971377 w 6386648"/>
                <a:gd name="connsiteY513" fmla="*/ 1260629 h 1849426"/>
                <a:gd name="connsiteX514" fmla="*/ 3989401 w 6386648"/>
                <a:gd name="connsiteY514" fmla="*/ 1242605 h 1849426"/>
                <a:gd name="connsiteX515" fmla="*/ 1514049 w 6386648"/>
                <a:gd name="connsiteY515" fmla="*/ 1242605 h 1849426"/>
                <a:gd name="connsiteX516" fmla="*/ 1532074 w 6386648"/>
                <a:gd name="connsiteY516" fmla="*/ 1260629 h 1849426"/>
                <a:gd name="connsiteX517" fmla="*/ 1514049 w 6386648"/>
                <a:gd name="connsiteY517" fmla="*/ 1278654 h 1849426"/>
                <a:gd name="connsiteX518" fmla="*/ 1496025 w 6386648"/>
                <a:gd name="connsiteY518" fmla="*/ 1260629 h 1849426"/>
                <a:gd name="connsiteX519" fmla="*/ 1514049 w 6386648"/>
                <a:gd name="connsiteY519" fmla="*/ 1242605 h 1849426"/>
                <a:gd name="connsiteX520" fmla="*/ 3088181 w 6386648"/>
                <a:gd name="connsiteY520" fmla="*/ 1230588 h 1849426"/>
                <a:gd name="connsiteX521" fmla="*/ 3106206 w 6386648"/>
                <a:gd name="connsiteY521" fmla="*/ 1248612 h 1849426"/>
                <a:gd name="connsiteX522" fmla="*/ 3088181 w 6386648"/>
                <a:gd name="connsiteY522" fmla="*/ 1266637 h 1849426"/>
                <a:gd name="connsiteX523" fmla="*/ 3070157 w 6386648"/>
                <a:gd name="connsiteY523" fmla="*/ 1248612 h 1849426"/>
                <a:gd name="connsiteX524" fmla="*/ 3088181 w 6386648"/>
                <a:gd name="connsiteY524" fmla="*/ 1230588 h 1849426"/>
                <a:gd name="connsiteX525" fmla="*/ 895212 w 6386648"/>
                <a:gd name="connsiteY525" fmla="*/ 1230588 h 1849426"/>
                <a:gd name="connsiteX526" fmla="*/ 913236 w 6386648"/>
                <a:gd name="connsiteY526" fmla="*/ 1248612 h 1849426"/>
                <a:gd name="connsiteX527" fmla="*/ 895212 w 6386648"/>
                <a:gd name="connsiteY527" fmla="*/ 1266637 h 1849426"/>
                <a:gd name="connsiteX528" fmla="*/ 877187 w 6386648"/>
                <a:gd name="connsiteY528" fmla="*/ 1248612 h 1849426"/>
                <a:gd name="connsiteX529" fmla="*/ 895212 w 6386648"/>
                <a:gd name="connsiteY529" fmla="*/ 1230588 h 1849426"/>
                <a:gd name="connsiteX530" fmla="*/ 4626263 w 6386648"/>
                <a:gd name="connsiteY530" fmla="*/ 1224580 h 1849426"/>
                <a:gd name="connsiteX531" fmla="*/ 4644288 w 6386648"/>
                <a:gd name="connsiteY531" fmla="*/ 1242604 h 1849426"/>
                <a:gd name="connsiteX532" fmla="*/ 4626263 w 6386648"/>
                <a:gd name="connsiteY532" fmla="*/ 1260629 h 1849426"/>
                <a:gd name="connsiteX533" fmla="*/ 4608239 w 6386648"/>
                <a:gd name="connsiteY533" fmla="*/ 1242604 h 1849426"/>
                <a:gd name="connsiteX534" fmla="*/ 4626263 w 6386648"/>
                <a:gd name="connsiteY534" fmla="*/ 1224580 h 1849426"/>
                <a:gd name="connsiteX535" fmla="*/ 2547449 w 6386648"/>
                <a:gd name="connsiteY535" fmla="*/ 1224580 h 1849426"/>
                <a:gd name="connsiteX536" fmla="*/ 2565474 w 6386648"/>
                <a:gd name="connsiteY536" fmla="*/ 1242604 h 1849426"/>
                <a:gd name="connsiteX537" fmla="*/ 2547449 w 6386648"/>
                <a:gd name="connsiteY537" fmla="*/ 1260629 h 1849426"/>
                <a:gd name="connsiteX538" fmla="*/ 2529425 w 6386648"/>
                <a:gd name="connsiteY538" fmla="*/ 1242604 h 1849426"/>
                <a:gd name="connsiteX539" fmla="*/ 2547449 w 6386648"/>
                <a:gd name="connsiteY539" fmla="*/ 1224580 h 1849426"/>
                <a:gd name="connsiteX540" fmla="*/ 1628204 w 6386648"/>
                <a:gd name="connsiteY540" fmla="*/ 1224580 h 1849426"/>
                <a:gd name="connsiteX541" fmla="*/ 1646229 w 6386648"/>
                <a:gd name="connsiteY541" fmla="*/ 1242604 h 1849426"/>
                <a:gd name="connsiteX542" fmla="*/ 1628204 w 6386648"/>
                <a:gd name="connsiteY542" fmla="*/ 1260629 h 1849426"/>
                <a:gd name="connsiteX543" fmla="*/ 1610180 w 6386648"/>
                <a:gd name="connsiteY543" fmla="*/ 1242604 h 1849426"/>
                <a:gd name="connsiteX544" fmla="*/ 1628204 w 6386648"/>
                <a:gd name="connsiteY544" fmla="*/ 1224580 h 1849426"/>
                <a:gd name="connsiteX545" fmla="*/ 5052841 w 6386648"/>
                <a:gd name="connsiteY545" fmla="*/ 1212564 h 1849426"/>
                <a:gd name="connsiteX546" fmla="*/ 5070866 w 6386648"/>
                <a:gd name="connsiteY546" fmla="*/ 1230588 h 1849426"/>
                <a:gd name="connsiteX547" fmla="*/ 5052841 w 6386648"/>
                <a:gd name="connsiteY547" fmla="*/ 1248613 h 1849426"/>
                <a:gd name="connsiteX548" fmla="*/ 5034817 w 6386648"/>
                <a:gd name="connsiteY548" fmla="*/ 1230588 h 1849426"/>
                <a:gd name="connsiteX549" fmla="*/ 5052841 w 6386648"/>
                <a:gd name="connsiteY549" fmla="*/ 1212564 h 1849426"/>
                <a:gd name="connsiteX550" fmla="*/ 3845206 w 6386648"/>
                <a:gd name="connsiteY550" fmla="*/ 1206556 h 1849426"/>
                <a:gd name="connsiteX551" fmla="*/ 3863231 w 6386648"/>
                <a:gd name="connsiteY551" fmla="*/ 1224580 h 1849426"/>
                <a:gd name="connsiteX552" fmla="*/ 3845206 w 6386648"/>
                <a:gd name="connsiteY552" fmla="*/ 1242605 h 1849426"/>
                <a:gd name="connsiteX553" fmla="*/ 3827182 w 6386648"/>
                <a:gd name="connsiteY553" fmla="*/ 1224580 h 1849426"/>
                <a:gd name="connsiteX554" fmla="*/ 3845206 w 6386648"/>
                <a:gd name="connsiteY554" fmla="*/ 1206556 h 1849426"/>
                <a:gd name="connsiteX555" fmla="*/ 3604880 w 6386648"/>
                <a:gd name="connsiteY555" fmla="*/ 1206556 h 1849426"/>
                <a:gd name="connsiteX556" fmla="*/ 3622905 w 6386648"/>
                <a:gd name="connsiteY556" fmla="*/ 1224580 h 1849426"/>
                <a:gd name="connsiteX557" fmla="*/ 3604880 w 6386648"/>
                <a:gd name="connsiteY557" fmla="*/ 1242605 h 1849426"/>
                <a:gd name="connsiteX558" fmla="*/ 3586856 w 6386648"/>
                <a:gd name="connsiteY558" fmla="*/ 1224580 h 1849426"/>
                <a:gd name="connsiteX559" fmla="*/ 3604880 w 6386648"/>
                <a:gd name="connsiteY559" fmla="*/ 1206556 h 1849426"/>
                <a:gd name="connsiteX560" fmla="*/ 600813 w 6386648"/>
                <a:gd name="connsiteY560" fmla="*/ 1200548 h 1849426"/>
                <a:gd name="connsiteX561" fmla="*/ 618838 w 6386648"/>
                <a:gd name="connsiteY561" fmla="*/ 1218572 h 1849426"/>
                <a:gd name="connsiteX562" fmla="*/ 600813 w 6386648"/>
                <a:gd name="connsiteY562" fmla="*/ 1236597 h 1849426"/>
                <a:gd name="connsiteX563" fmla="*/ 582789 w 6386648"/>
                <a:gd name="connsiteY563" fmla="*/ 1218572 h 1849426"/>
                <a:gd name="connsiteX564" fmla="*/ 600813 w 6386648"/>
                <a:gd name="connsiteY564" fmla="*/ 1200548 h 1849426"/>
                <a:gd name="connsiteX565" fmla="*/ 2949994 w 6386648"/>
                <a:gd name="connsiteY565" fmla="*/ 1194539 h 1849426"/>
                <a:gd name="connsiteX566" fmla="*/ 2968019 w 6386648"/>
                <a:gd name="connsiteY566" fmla="*/ 1212563 h 1849426"/>
                <a:gd name="connsiteX567" fmla="*/ 2949994 w 6386648"/>
                <a:gd name="connsiteY567" fmla="*/ 1230588 h 1849426"/>
                <a:gd name="connsiteX568" fmla="*/ 2931970 w 6386648"/>
                <a:gd name="connsiteY568" fmla="*/ 1212563 h 1849426"/>
                <a:gd name="connsiteX569" fmla="*/ 2949994 w 6386648"/>
                <a:gd name="connsiteY569" fmla="*/ 1194539 h 1849426"/>
                <a:gd name="connsiteX570" fmla="*/ 1009366 w 6386648"/>
                <a:gd name="connsiteY570" fmla="*/ 1194539 h 1849426"/>
                <a:gd name="connsiteX571" fmla="*/ 1027391 w 6386648"/>
                <a:gd name="connsiteY571" fmla="*/ 1212563 h 1849426"/>
                <a:gd name="connsiteX572" fmla="*/ 1009366 w 6386648"/>
                <a:gd name="connsiteY572" fmla="*/ 1230588 h 1849426"/>
                <a:gd name="connsiteX573" fmla="*/ 991342 w 6386648"/>
                <a:gd name="connsiteY573" fmla="*/ 1212563 h 1849426"/>
                <a:gd name="connsiteX574" fmla="*/ 1009366 w 6386648"/>
                <a:gd name="connsiteY574" fmla="*/ 1194539 h 1849426"/>
                <a:gd name="connsiteX575" fmla="*/ 4932678 w 6386648"/>
                <a:gd name="connsiteY575" fmla="*/ 1188531 h 1849426"/>
                <a:gd name="connsiteX576" fmla="*/ 4950703 w 6386648"/>
                <a:gd name="connsiteY576" fmla="*/ 1206556 h 1849426"/>
                <a:gd name="connsiteX577" fmla="*/ 4932678 w 6386648"/>
                <a:gd name="connsiteY577" fmla="*/ 1224580 h 1849426"/>
                <a:gd name="connsiteX578" fmla="*/ 4914654 w 6386648"/>
                <a:gd name="connsiteY578" fmla="*/ 1206556 h 1849426"/>
                <a:gd name="connsiteX579" fmla="*/ 4932678 w 6386648"/>
                <a:gd name="connsiteY579" fmla="*/ 1188531 h 1849426"/>
                <a:gd name="connsiteX580" fmla="*/ 4361905 w 6386648"/>
                <a:gd name="connsiteY580" fmla="*/ 1188531 h 1849426"/>
                <a:gd name="connsiteX581" fmla="*/ 4379930 w 6386648"/>
                <a:gd name="connsiteY581" fmla="*/ 1206556 h 1849426"/>
                <a:gd name="connsiteX582" fmla="*/ 4361905 w 6386648"/>
                <a:gd name="connsiteY582" fmla="*/ 1224580 h 1849426"/>
                <a:gd name="connsiteX583" fmla="*/ 4343881 w 6386648"/>
                <a:gd name="connsiteY583" fmla="*/ 1206556 h 1849426"/>
                <a:gd name="connsiteX584" fmla="*/ 4361905 w 6386648"/>
                <a:gd name="connsiteY584" fmla="*/ 1188531 h 1849426"/>
                <a:gd name="connsiteX585" fmla="*/ 3220360 w 6386648"/>
                <a:gd name="connsiteY585" fmla="*/ 1188531 h 1849426"/>
                <a:gd name="connsiteX586" fmla="*/ 3238385 w 6386648"/>
                <a:gd name="connsiteY586" fmla="*/ 1206556 h 1849426"/>
                <a:gd name="connsiteX587" fmla="*/ 3220360 w 6386648"/>
                <a:gd name="connsiteY587" fmla="*/ 1224580 h 1849426"/>
                <a:gd name="connsiteX588" fmla="*/ 3202336 w 6386648"/>
                <a:gd name="connsiteY588" fmla="*/ 1206556 h 1849426"/>
                <a:gd name="connsiteX589" fmla="*/ 3220360 w 6386648"/>
                <a:gd name="connsiteY589" fmla="*/ 1188531 h 1849426"/>
                <a:gd name="connsiteX590" fmla="*/ 708959 w 6386648"/>
                <a:gd name="connsiteY590" fmla="*/ 1188531 h 1849426"/>
                <a:gd name="connsiteX591" fmla="*/ 726984 w 6386648"/>
                <a:gd name="connsiteY591" fmla="*/ 1206556 h 1849426"/>
                <a:gd name="connsiteX592" fmla="*/ 708959 w 6386648"/>
                <a:gd name="connsiteY592" fmla="*/ 1224580 h 1849426"/>
                <a:gd name="connsiteX593" fmla="*/ 690935 w 6386648"/>
                <a:gd name="connsiteY593" fmla="*/ 1206556 h 1849426"/>
                <a:gd name="connsiteX594" fmla="*/ 708959 w 6386648"/>
                <a:gd name="connsiteY594" fmla="*/ 1188531 h 1849426"/>
                <a:gd name="connsiteX595" fmla="*/ 4824532 w 6386648"/>
                <a:gd name="connsiteY595" fmla="*/ 1182523 h 1849426"/>
                <a:gd name="connsiteX596" fmla="*/ 4842557 w 6386648"/>
                <a:gd name="connsiteY596" fmla="*/ 1200547 h 1849426"/>
                <a:gd name="connsiteX597" fmla="*/ 4824532 w 6386648"/>
                <a:gd name="connsiteY597" fmla="*/ 1218572 h 1849426"/>
                <a:gd name="connsiteX598" fmla="*/ 4806508 w 6386648"/>
                <a:gd name="connsiteY598" fmla="*/ 1200547 h 1849426"/>
                <a:gd name="connsiteX599" fmla="*/ 4824532 w 6386648"/>
                <a:gd name="connsiteY599" fmla="*/ 1182523 h 1849426"/>
                <a:gd name="connsiteX600" fmla="*/ 1279732 w 6386648"/>
                <a:gd name="connsiteY600" fmla="*/ 1170507 h 1849426"/>
                <a:gd name="connsiteX601" fmla="*/ 1297757 w 6386648"/>
                <a:gd name="connsiteY601" fmla="*/ 1188531 h 1849426"/>
                <a:gd name="connsiteX602" fmla="*/ 1279732 w 6386648"/>
                <a:gd name="connsiteY602" fmla="*/ 1206556 h 1849426"/>
                <a:gd name="connsiteX603" fmla="*/ 1261708 w 6386648"/>
                <a:gd name="connsiteY603" fmla="*/ 1188531 h 1849426"/>
                <a:gd name="connsiteX604" fmla="*/ 1279732 w 6386648"/>
                <a:gd name="connsiteY604" fmla="*/ 1170507 h 1849426"/>
                <a:gd name="connsiteX605" fmla="*/ 3478710 w 6386648"/>
                <a:gd name="connsiteY605" fmla="*/ 1164499 h 1849426"/>
                <a:gd name="connsiteX606" fmla="*/ 3496735 w 6386648"/>
                <a:gd name="connsiteY606" fmla="*/ 1182523 h 1849426"/>
                <a:gd name="connsiteX607" fmla="*/ 3478710 w 6386648"/>
                <a:gd name="connsiteY607" fmla="*/ 1200548 h 1849426"/>
                <a:gd name="connsiteX608" fmla="*/ 3460686 w 6386648"/>
                <a:gd name="connsiteY608" fmla="*/ 1182523 h 1849426"/>
                <a:gd name="connsiteX609" fmla="*/ 3478710 w 6386648"/>
                <a:gd name="connsiteY609" fmla="*/ 1164499 h 1849426"/>
                <a:gd name="connsiteX610" fmla="*/ 2703660 w 6386648"/>
                <a:gd name="connsiteY610" fmla="*/ 1164499 h 1849426"/>
                <a:gd name="connsiteX611" fmla="*/ 2721685 w 6386648"/>
                <a:gd name="connsiteY611" fmla="*/ 1182523 h 1849426"/>
                <a:gd name="connsiteX612" fmla="*/ 2703660 w 6386648"/>
                <a:gd name="connsiteY612" fmla="*/ 1200548 h 1849426"/>
                <a:gd name="connsiteX613" fmla="*/ 2685636 w 6386648"/>
                <a:gd name="connsiteY613" fmla="*/ 1182523 h 1849426"/>
                <a:gd name="connsiteX614" fmla="*/ 2703660 w 6386648"/>
                <a:gd name="connsiteY614" fmla="*/ 1164499 h 1849426"/>
                <a:gd name="connsiteX615" fmla="*/ 4500093 w 6386648"/>
                <a:gd name="connsiteY615" fmla="*/ 1158491 h 1849426"/>
                <a:gd name="connsiteX616" fmla="*/ 4518118 w 6386648"/>
                <a:gd name="connsiteY616" fmla="*/ 1176516 h 1849426"/>
                <a:gd name="connsiteX617" fmla="*/ 4500093 w 6386648"/>
                <a:gd name="connsiteY617" fmla="*/ 1194540 h 1849426"/>
                <a:gd name="connsiteX618" fmla="*/ 4482069 w 6386648"/>
                <a:gd name="connsiteY618" fmla="*/ 1176516 h 1849426"/>
                <a:gd name="connsiteX619" fmla="*/ 4500093 w 6386648"/>
                <a:gd name="connsiteY619" fmla="*/ 1158491 h 1849426"/>
                <a:gd name="connsiteX620" fmla="*/ 4199686 w 6386648"/>
                <a:gd name="connsiteY620" fmla="*/ 1158491 h 1849426"/>
                <a:gd name="connsiteX621" fmla="*/ 4217711 w 6386648"/>
                <a:gd name="connsiteY621" fmla="*/ 1176516 h 1849426"/>
                <a:gd name="connsiteX622" fmla="*/ 4199686 w 6386648"/>
                <a:gd name="connsiteY622" fmla="*/ 1194540 h 1849426"/>
                <a:gd name="connsiteX623" fmla="*/ 4181662 w 6386648"/>
                <a:gd name="connsiteY623" fmla="*/ 1176516 h 1849426"/>
                <a:gd name="connsiteX624" fmla="*/ 4199686 w 6386648"/>
                <a:gd name="connsiteY624" fmla="*/ 1158491 h 1849426"/>
                <a:gd name="connsiteX625" fmla="*/ 2132887 w 6386648"/>
                <a:gd name="connsiteY625" fmla="*/ 1158491 h 1849426"/>
                <a:gd name="connsiteX626" fmla="*/ 2150912 w 6386648"/>
                <a:gd name="connsiteY626" fmla="*/ 1176516 h 1849426"/>
                <a:gd name="connsiteX627" fmla="*/ 2132887 w 6386648"/>
                <a:gd name="connsiteY627" fmla="*/ 1194540 h 1849426"/>
                <a:gd name="connsiteX628" fmla="*/ 2114863 w 6386648"/>
                <a:gd name="connsiteY628" fmla="*/ 1176516 h 1849426"/>
                <a:gd name="connsiteX629" fmla="*/ 2132887 w 6386648"/>
                <a:gd name="connsiteY629" fmla="*/ 1158491 h 1849426"/>
                <a:gd name="connsiteX630" fmla="*/ 1850505 w 6386648"/>
                <a:gd name="connsiteY630" fmla="*/ 1158491 h 1849426"/>
                <a:gd name="connsiteX631" fmla="*/ 1868530 w 6386648"/>
                <a:gd name="connsiteY631" fmla="*/ 1176516 h 1849426"/>
                <a:gd name="connsiteX632" fmla="*/ 1850505 w 6386648"/>
                <a:gd name="connsiteY632" fmla="*/ 1194540 h 1849426"/>
                <a:gd name="connsiteX633" fmla="*/ 1832481 w 6386648"/>
                <a:gd name="connsiteY633" fmla="*/ 1176516 h 1849426"/>
                <a:gd name="connsiteX634" fmla="*/ 1850505 w 6386648"/>
                <a:gd name="connsiteY634" fmla="*/ 1158491 h 1849426"/>
                <a:gd name="connsiteX635" fmla="*/ 3340522 w 6386648"/>
                <a:gd name="connsiteY635" fmla="*/ 1152483 h 1849426"/>
                <a:gd name="connsiteX636" fmla="*/ 3358547 w 6386648"/>
                <a:gd name="connsiteY636" fmla="*/ 1170507 h 1849426"/>
                <a:gd name="connsiteX637" fmla="*/ 3340522 w 6386648"/>
                <a:gd name="connsiteY637" fmla="*/ 1188532 h 1849426"/>
                <a:gd name="connsiteX638" fmla="*/ 3322498 w 6386648"/>
                <a:gd name="connsiteY638" fmla="*/ 1170507 h 1849426"/>
                <a:gd name="connsiteX639" fmla="*/ 3340522 w 6386648"/>
                <a:gd name="connsiteY639" fmla="*/ 1152483 h 1849426"/>
                <a:gd name="connsiteX640" fmla="*/ 2829831 w 6386648"/>
                <a:gd name="connsiteY640" fmla="*/ 1152483 h 1849426"/>
                <a:gd name="connsiteX641" fmla="*/ 2847856 w 6386648"/>
                <a:gd name="connsiteY641" fmla="*/ 1170507 h 1849426"/>
                <a:gd name="connsiteX642" fmla="*/ 2829831 w 6386648"/>
                <a:gd name="connsiteY642" fmla="*/ 1188532 h 1849426"/>
                <a:gd name="connsiteX643" fmla="*/ 2811807 w 6386648"/>
                <a:gd name="connsiteY643" fmla="*/ 1170507 h 1849426"/>
                <a:gd name="connsiteX644" fmla="*/ 2829831 w 6386648"/>
                <a:gd name="connsiteY644" fmla="*/ 1152483 h 1849426"/>
                <a:gd name="connsiteX645" fmla="*/ 2253050 w 6386648"/>
                <a:gd name="connsiteY645" fmla="*/ 1152483 h 1849426"/>
                <a:gd name="connsiteX646" fmla="*/ 2271075 w 6386648"/>
                <a:gd name="connsiteY646" fmla="*/ 1170507 h 1849426"/>
                <a:gd name="connsiteX647" fmla="*/ 2253050 w 6386648"/>
                <a:gd name="connsiteY647" fmla="*/ 1188532 h 1849426"/>
                <a:gd name="connsiteX648" fmla="*/ 2235026 w 6386648"/>
                <a:gd name="connsiteY648" fmla="*/ 1170507 h 1849426"/>
                <a:gd name="connsiteX649" fmla="*/ 2253050 w 6386648"/>
                <a:gd name="connsiteY649" fmla="*/ 1152483 h 1849426"/>
                <a:gd name="connsiteX650" fmla="*/ 1994700 w 6386648"/>
                <a:gd name="connsiteY650" fmla="*/ 1146474 h 1849426"/>
                <a:gd name="connsiteX651" fmla="*/ 2012725 w 6386648"/>
                <a:gd name="connsiteY651" fmla="*/ 1164498 h 1849426"/>
                <a:gd name="connsiteX652" fmla="*/ 1994700 w 6386648"/>
                <a:gd name="connsiteY652" fmla="*/ 1182523 h 1849426"/>
                <a:gd name="connsiteX653" fmla="*/ 1976676 w 6386648"/>
                <a:gd name="connsiteY653" fmla="*/ 1164498 h 1849426"/>
                <a:gd name="connsiteX654" fmla="*/ 1994700 w 6386648"/>
                <a:gd name="connsiteY654" fmla="*/ 1146474 h 1849426"/>
                <a:gd name="connsiteX655" fmla="*/ 1718326 w 6386648"/>
                <a:gd name="connsiteY655" fmla="*/ 1146474 h 1849426"/>
                <a:gd name="connsiteX656" fmla="*/ 1736351 w 6386648"/>
                <a:gd name="connsiteY656" fmla="*/ 1164498 h 1849426"/>
                <a:gd name="connsiteX657" fmla="*/ 1718326 w 6386648"/>
                <a:gd name="connsiteY657" fmla="*/ 1182523 h 1849426"/>
                <a:gd name="connsiteX658" fmla="*/ 1700302 w 6386648"/>
                <a:gd name="connsiteY658" fmla="*/ 1164498 h 1849426"/>
                <a:gd name="connsiteX659" fmla="*/ 1718326 w 6386648"/>
                <a:gd name="connsiteY659" fmla="*/ 1146474 h 1849426"/>
                <a:gd name="connsiteX660" fmla="*/ 1129529 w 6386648"/>
                <a:gd name="connsiteY660" fmla="*/ 1146474 h 1849426"/>
                <a:gd name="connsiteX661" fmla="*/ 1147554 w 6386648"/>
                <a:gd name="connsiteY661" fmla="*/ 1164498 h 1849426"/>
                <a:gd name="connsiteX662" fmla="*/ 1129529 w 6386648"/>
                <a:gd name="connsiteY662" fmla="*/ 1182523 h 1849426"/>
                <a:gd name="connsiteX663" fmla="*/ 1111505 w 6386648"/>
                <a:gd name="connsiteY663" fmla="*/ 1164498 h 1849426"/>
                <a:gd name="connsiteX664" fmla="*/ 1129529 w 6386648"/>
                <a:gd name="connsiteY664" fmla="*/ 1146474 h 1849426"/>
                <a:gd name="connsiteX665" fmla="*/ 498674 w 6386648"/>
                <a:gd name="connsiteY665" fmla="*/ 1140466 h 1849426"/>
                <a:gd name="connsiteX666" fmla="*/ 516699 w 6386648"/>
                <a:gd name="connsiteY666" fmla="*/ 1158490 h 1849426"/>
                <a:gd name="connsiteX667" fmla="*/ 498674 w 6386648"/>
                <a:gd name="connsiteY667" fmla="*/ 1176515 h 1849426"/>
                <a:gd name="connsiteX668" fmla="*/ 480650 w 6386648"/>
                <a:gd name="connsiteY668" fmla="*/ 1158490 h 1849426"/>
                <a:gd name="connsiteX669" fmla="*/ 498674 w 6386648"/>
                <a:gd name="connsiteY669" fmla="*/ 1140466 h 1849426"/>
                <a:gd name="connsiteX670" fmla="*/ 3707019 w 6386648"/>
                <a:gd name="connsiteY670" fmla="*/ 1134458 h 1849426"/>
                <a:gd name="connsiteX671" fmla="*/ 3725044 w 6386648"/>
                <a:gd name="connsiteY671" fmla="*/ 1152482 h 1849426"/>
                <a:gd name="connsiteX672" fmla="*/ 3707019 w 6386648"/>
                <a:gd name="connsiteY672" fmla="*/ 1170507 h 1849426"/>
                <a:gd name="connsiteX673" fmla="*/ 3688994 w 6386648"/>
                <a:gd name="connsiteY673" fmla="*/ 1152482 h 1849426"/>
                <a:gd name="connsiteX674" fmla="*/ 3707019 w 6386648"/>
                <a:gd name="connsiteY674" fmla="*/ 1134458 h 1849426"/>
                <a:gd name="connsiteX675" fmla="*/ 799081 w 6386648"/>
                <a:gd name="connsiteY675" fmla="*/ 1134458 h 1849426"/>
                <a:gd name="connsiteX676" fmla="*/ 817106 w 6386648"/>
                <a:gd name="connsiteY676" fmla="*/ 1152482 h 1849426"/>
                <a:gd name="connsiteX677" fmla="*/ 799081 w 6386648"/>
                <a:gd name="connsiteY677" fmla="*/ 1170507 h 1849426"/>
                <a:gd name="connsiteX678" fmla="*/ 781057 w 6386648"/>
                <a:gd name="connsiteY678" fmla="*/ 1152482 h 1849426"/>
                <a:gd name="connsiteX679" fmla="*/ 799081 w 6386648"/>
                <a:gd name="connsiteY679" fmla="*/ 1134458 h 1849426"/>
                <a:gd name="connsiteX680" fmla="*/ 384520 w 6386648"/>
                <a:gd name="connsiteY680" fmla="*/ 1134458 h 1849426"/>
                <a:gd name="connsiteX681" fmla="*/ 402545 w 6386648"/>
                <a:gd name="connsiteY681" fmla="*/ 1152482 h 1849426"/>
                <a:gd name="connsiteX682" fmla="*/ 384520 w 6386648"/>
                <a:gd name="connsiteY682" fmla="*/ 1170507 h 1849426"/>
                <a:gd name="connsiteX683" fmla="*/ 366496 w 6386648"/>
                <a:gd name="connsiteY683" fmla="*/ 1152482 h 1849426"/>
                <a:gd name="connsiteX684" fmla="*/ 384520 w 6386648"/>
                <a:gd name="connsiteY684" fmla="*/ 1134458 h 1849426"/>
                <a:gd name="connsiteX685" fmla="*/ 3935328 w 6386648"/>
                <a:gd name="connsiteY685" fmla="*/ 1128450 h 1849426"/>
                <a:gd name="connsiteX686" fmla="*/ 3953353 w 6386648"/>
                <a:gd name="connsiteY686" fmla="*/ 1146475 h 1849426"/>
                <a:gd name="connsiteX687" fmla="*/ 3935328 w 6386648"/>
                <a:gd name="connsiteY687" fmla="*/ 1164499 h 1849426"/>
                <a:gd name="connsiteX688" fmla="*/ 3917304 w 6386648"/>
                <a:gd name="connsiteY688" fmla="*/ 1146475 h 1849426"/>
                <a:gd name="connsiteX689" fmla="*/ 3935328 w 6386648"/>
                <a:gd name="connsiteY689" fmla="*/ 1128450 h 1849426"/>
                <a:gd name="connsiteX690" fmla="*/ 1514049 w 6386648"/>
                <a:gd name="connsiteY690" fmla="*/ 1128450 h 1849426"/>
                <a:gd name="connsiteX691" fmla="*/ 1532074 w 6386648"/>
                <a:gd name="connsiteY691" fmla="*/ 1146475 h 1849426"/>
                <a:gd name="connsiteX692" fmla="*/ 1514049 w 6386648"/>
                <a:gd name="connsiteY692" fmla="*/ 1164499 h 1849426"/>
                <a:gd name="connsiteX693" fmla="*/ 1496025 w 6386648"/>
                <a:gd name="connsiteY693" fmla="*/ 1146475 h 1849426"/>
                <a:gd name="connsiteX694" fmla="*/ 1514049 w 6386648"/>
                <a:gd name="connsiteY694" fmla="*/ 1128450 h 1849426"/>
                <a:gd name="connsiteX695" fmla="*/ 4650296 w 6386648"/>
                <a:gd name="connsiteY695" fmla="*/ 1122442 h 1849426"/>
                <a:gd name="connsiteX696" fmla="*/ 4668321 w 6386648"/>
                <a:gd name="connsiteY696" fmla="*/ 1140466 h 1849426"/>
                <a:gd name="connsiteX697" fmla="*/ 4650296 w 6386648"/>
                <a:gd name="connsiteY697" fmla="*/ 1158491 h 1849426"/>
                <a:gd name="connsiteX698" fmla="*/ 4632272 w 6386648"/>
                <a:gd name="connsiteY698" fmla="*/ 1140466 h 1849426"/>
                <a:gd name="connsiteX699" fmla="*/ 4650296 w 6386648"/>
                <a:gd name="connsiteY699" fmla="*/ 1122442 h 1849426"/>
                <a:gd name="connsiteX700" fmla="*/ 4073515 w 6386648"/>
                <a:gd name="connsiteY700" fmla="*/ 1122442 h 1849426"/>
                <a:gd name="connsiteX701" fmla="*/ 4091540 w 6386648"/>
                <a:gd name="connsiteY701" fmla="*/ 1140466 h 1849426"/>
                <a:gd name="connsiteX702" fmla="*/ 4073515 w 6386648"/>
                <a:gd name="connsiteY702" fmla="*/ 1158491 h 1849426"/>
                <a:gd name="connsiteX703" fmla="*/ 4055491 w 6386648"/>
                <a:gd name="connsiteY703" fmla="*/ 1140466 h 1849426"/>
                <a:gd name="connsiteX704" fmla="*/ 4073515 w 6386648"/>
                <a:gd name="connsiteY704" fmla="*/ 1122442 h 1849426"/>
                <a:gd name="connsiteX705" fmla="*/ 2475351 w 6386648"/>
                <a:gd name="connsiteY705" fmla="*/ 1122442 h 1849426"/>
                <a:gd name="connsiteX706" fmla="*/ 2493376 w 6386648"/>
                <a:gd name="connsiteY706" fmla="*/ 1140466 h 1849426"/>
                <a:gd name="connsiteX707" fmla="*/ 2475351 w 6386648"/>
                <a:gd name="connsiteY707" fmla="*/ 1158491 h 1849426"/>
                <a:gd name="connsiteX708" fmla="*/ 2457326 w 6386648"/>
                <a:gd name="connsiteY708" fmla="*/ 1140466 h 1849426"/>
                <a:gd name="connsiteX709" fmla="*/ 2475351 w 6386648"/>
                <a:gd name="connsiteY709" fmla="*/ 1122442 h 1849426"/>
                <a:gd name="connsiteX710" fmla="*/ 1393887 w 6386648"/>
                <a:gd name="connsiteY710" fmla="*/ 1122442 h 1849426"/>
                <a:gd name="connsiteX711" fmla="*/ 1411912 w 6386648"/>
                <a:gd name="connsiteY711" fmla="*/ 1140466 h 1849426"/>
                <a:gd name="connsiteX712" fmla="*/ 1393887 w 6386648"/>
                <a:gd name="connsiteY712" fmla="*/ 1158491 h 1849426"/>
                <a:gd name="connsiteX713" fmla="*/ 1375863 w 6386648"/>
                <a:gd name="connsiteY713" fmla="*/ 1140466 h 1849426"/>
                <a:gd name="connsiteX714" fmla="*/ 1393887 w 6386648"/>
                <a:gd name="connsiteY714" fmla="*/ 1122442 h 1849426"/>
                <a:gd name="connsiteX715" fmla="*/ 3058140 w 6386648"/>
                <a:gd name="connsiteY715" fmla="*/ 1116434 h 1849426"/>
                <a:gd name="connsiteX716" fmla="*/ 3076165 w 6386648"/>
                <a:gd name="connsiteY716" fmla="*/ 1134458 h 1849426"/>
                <a:gd name="connsiteX717" fmla="*/ 3058140 w 6386648"/>
                <a:gd name="connsiteY717" fmla="*/ 1152483 h 1849426"/>
                <a:gd name="connsiteX718" fmla="*/ 3040116 w 6386648"/>
                <a:gd name="connsiteY718" fmla="*/ 1134458 h 1849426"/>
                <a:gd name="connsiteX719" fmla="*/ 3058140 w 6386648"/>
                <a:gd name="connsiteY719" fmla="*/ 1116434 h 1849426"/>
                <a:gd name="connsiteX720" fmla="*/ 4800499 w 6386648"/>
                <a:gd name="connsiteY720" fmla="*/ 1092401 h 1849426"/>
                <a:gd name="connsiteX721" fmla="*/ 4818524 w 6386648"/>
                <a:gd name="connsiteY721" fmla="*/ 1110425 h 1849426"/>
                <a:gd name="connsiteX722" fmla="*/ 4800499 w 6386648"/>
                <a:gd name="connsiteY722" fmla="*/ 1128450 h 1849426"/>
                <a:gd name="connsiteX723" fmla="*/ 4782475 w 6386648"/>
                <a:gd name="connsiteY723" fmla="*/ 1110425 h 1849426"/>
                <a:gd name="connsiteX724" fmla="*/ 4800499 w 6386648"/>
                <a:gd name="connsiteY724" fmla="*/ 1092401 h 1849426"/>
                <a:gd name="connsiteX725" fmla="*/ 2349180 w 6386648"/>
                <a:gd name="connsiteY725" fmla="*/ 1092401 h 1849426"/>
                <a:gd name="connsiteX726" fmla="*/ 2367205 w 6386648"/>
                <a:gd name="connsiteY726" fmla="*/ 1110425 h 1849426"/>
                <a:gd name="connsiteX727" fmla="*/ 2349180 w 6386648"/>
                <a:gd name="connsiteY727" fmla="*/ 1128450 h 1849426"/>
                <a:gd name="connsiteX728" fmla="*/ 2331156 w 6386648"/>
                <a:gd name="connsiteY728" fmla="*/ 1110425 h 1849426"/>
                <a:gd name="connsiteX729" fmla="*/ 2349180 w 6386648"/>
                <a:gd name="connsiteY729" fmla="*/ 1092401 h 1849426"/>
                <a:gd name="connsiteX730" fmla="*/ 931260 w 6386648"/>
                <a:gd name="connsiteY730" fmla="*/ 1092401 h 1849426"/>
                <a:gd name="connsiteX731" fmla="*/ 949285 w 6386648"/>
                <a:gd name="connsiteY731" fmla="*/ 1110425 h 1849426"/>
                <a:gd name="connsiteX732" fmla="*/ 931260 w 6386648"/>
                <a:gd name="connsiteY732" fmla="*/ 1128450 h 1849426"/>
                <a:gd name="connsiteX733" fmla="*/ 913236 w 6386648"/>
                <a:gd name="connsiteY733" fmla="*/ 1110425 h 1849426"/>
                <a:gd name="connsiteX734" fmla="*/ 931260 w 6386648"/>
                <a:gd name="connsiteY734" fmla="*/ 1092401 h 1849426"/>
                <a:gd name="connsiteX735" fmla="*/ 4986752 w 6386648"/>
                <a:gd name="connsiteY735" fmla="*/ 1086393 h 1849426"/>
                <a:gd name="connsiteX736" fmla="*/ 5004777 w 6386648"/>
                <a:gd name="connsiteY736" fmla="*/ 1104417 h 1849426"/>
                <a:gd name="connsiteX737" fmla="*/ 4986752 w 6386648"/>
                <a:gd name="connsiteY737" fmla="*/ 1122442 h 1849426"/>
                <a:gd name="connsiteX738" fmla="*/ 4968728 w 6386648"/>
                <a:gd name="connsiteY738" fmla="*/ 1104417 h 1849426"/>
                <a:gd name="connsiteX739" fmla="*/ 4986752 w 6386648"/>
                <a:gd name="connsiteY739" fmla="*/ 1086393 h 1849426"/>
                <a:gd name="connsiteX740" fmla="*/ 3815165 w 6386648"/>
                <a:gd name="connsiteY740" fmla="*/ 1086393 h 1849426"/>
                <a:gd name="connsiteX741" fmla="*/ 3833190 w 6386648"/>
                <a:gd name="connsiteY741" fmla="*/ 1104417 h 1849426"/>
                <a:gd name="connsiteX742" fmla="*/ 3815165 w 6386648"/>
                <a:gd name="connsiteY742" fmla="*/ 1122442 h 1849426"/>
                <a:gd name="connsiteX743" fmla="*/ 3797141 w 6386648"/>
                <a:gd name="connsiteY743" fmla="*/ 1104417 h 1849426"/>
                <a:gd name="connsiteX744" fmla="*/ 3815165 w 6386648"/>
                <a:gd name="connsiteY744" fmla="*/ 1086393 h 1849426"/>
                <a:gd name="connsiteX745" fmla="*/ 3586856 w 6386648"/>
                <a:gd name="connsiteY745" fmla="*/ 1086393 h 1849426"/>
                <a:gd name="connsiteX746" fmla="*/ 3604881 w 6386648"/>
                <a:gd name="connsiteY746" fmla="*/ 1104417 h 1849426"/>
                <a:gd name="connsiteX747" fmla="*/ 3586856 w 6386648"/>
                <a:gd name="connsiteY747" fmla="*/ 1122442 h 1849426"/>
                <a:gd name="connsiteX748" fmla="*/ 3568831 w 6386648"/>
                <a:gd name="connsiteY748" fmla="*/ 1104417 h 1849426"/>
                <a:gd name="connsiteX749" fmla="*/ 3586856 w 6386648"/>
                <a:gd name="connsiteY749" fmla="*/ 1086393 h 1849426"/>
                <a:gd name="connsiteX750" fmla="*/ 3166287 w 6386648"/>
                <a:gd name="connsiteY750" fmla="*/ 1086393 h 1849426"/>
                <a:gd name="connsiteX751" fmla="*/ 3184312 w 6386648"/>
                <a:gd name="connsiteY751" fmla="*/ 1104417 h 1849426"/>
                <a:gd name="connsiteX752" fmla="*/ 3166287 w 6386648"/>
                <a:gd name="connsiteY752" fmla="*/ 1122442 h 1849426"/>
                <a:gd name="connsiteX753" fmla="*/ 3148262 w 6386648"/>
                <a:gd name="connsiteY753" fmla="*/ 1104417 h 1849426"/>
                <a:gd name="connsiteX754" fmla="*/ 3166287 w 6386648"/>
                <a:gd name="connsiteY754" fmla="*/ 1086393 h 1849426"/>
                <a:gd name="connsiteX755" fmla="*/ 2595514 w 6386648"/>
                <a:gd name="connsiteY755" fmla="*/ 1086393 h 1849426"/>
                <a:gd name="connsiteX756" fmla="*/ 2613539 w 6386648"/>
                <a:gd name="connsiteY756" fmla="*/ 1104417 h 1849426"/>
                <a:gd name="connsiteX757" fmla="*/ 2595514 w 6386648"/>
                <a:gd name="connsiteY757" fmla="*/ 1122442 h 1849426"/>
                <a:gd name="connsiteX758" fmla="*/ 2577489 w 6386648"/>
                <a:gd name="connsiteY758" fmla="*/ 1104417 h 1849426"/>
                <a:gd name="connsiteX759" fmla="*/ 2595514 w 6386648"/>
                <a:gd name="connsiteY759" fmla="*/ 1086393 h 1849426"/>
                <a:gd name="connsiteX760" fmla="*/ 1628204 w 6386648"/>
                <a:gd name="connsiteY760" fmla="*/ 1074377 h 1849426"/>
                <a:gd name="connsiteX761" fmla="*/ 1646229 w 6386648"/>
                <a:gd name="connsiteY761" fmla="*/ 1092401 h 1849426"/>
                <a:gd name="connsiteX762" fmla="*/ 1628204 w 6386648"/>
                <a:gd name="connsiteY762" fmla="*/ 1110426 h 1849426"/>
                <a:gd name="connsiteX763" fmla="*/ 1610180 w 6386648"/>
                <a:gd name="connsiteY763" fmla="*/ 1092401 h 1849426"/>
                <a:gd name="connsiteX764" fmla="*/ 1628204 w 6386648"/>
                <a:gd name="connsiteY764" fmla="*/ 1074377 h 1849426"/>
                <a:gd name="connsiteX765" fmla="*/ 642870 w 6386648"/>
                <a:gd name="connsiteY765" fmla="*/ 1074377 h 1849426"/>
                <a:gd name="connsiteX766" fmla="*/ 660895 w 6386648"/>
                <a:gd name="connsiteY766" fmla="*/ 1092401 h 1849426"/>
                <a:gd name="connsiteX767" fmla="*/ 642870 w 6386648"/>
                <a:gd name="connsiteY767" fmla="*/ 1110426 h 1849426"/>
                <a:gd name="connsiteX768" fmla="*/ 624846 w 6386648"/>
                <a:gd name="connsiteY768" fmla="*/ 1092401 h 1849426"/>
                <a:gd name="connsiteX769" fmla="*/ 642870 w 6386648"/>
                <a:gd name="connsiteY769" fmla="*/ 1074377 h 1849426"/>
                <a:gd name="connsiteX770" fmla="*/ 2925961 w 6386648"/>
                <a:gd name="connsiteY770" fmla="*/ 1068369 h 1849426"/>
                <a:gd name="connsiteX771" fmla="*/ 2943986 w 6386648"/>
                <a:gd name="connsiteY771" fmla="*/ 1086394 h 1849426"/>
                <a:gd name="connsiteX772" fmla="*/ 2925961 w 6386648"/>
                <a:gd name="connsiteY772" fmla="*/ 1104418 h 1849426"/>
                <a:gd name="connsiteX773" fmla="*/ 2907936 w 6386648"/>
                <a:gd name="connsiteY773" fmla="*/ 1086394 h 1849426"/>
                <a:gd name="connsiteX774" fmla="*/ 2925961 w 6386648"/>
                <a:gd name="connsiteY774" fmla="*/ 1068369 h 1849426"/>
                <a:gd name="connsiteX775" fmla="*/ 3424636 w 6386648"/>
                <a:gd name="connsiteY775" fmla="*/ 1062360 h 1849426"/>
                <a:gd name="connsiteX776" fmla="*/ 3442661 w 6386648"/>
                <a:gd name="connsiteY776" fmla="*/ 1080384 h 1849426"/>
                <a:gd name="connsiteX777" fmla="*/ 3424636 w 6386648"/>
                <a:gd name="connsiteY777" fmla="*/ 1098409 h 1849426"/>
                <a:gd name="connsiteX778" fmla="*/ 3406612 w 6386648"/>
                <a:gd name="connsiteY778" fmla="*/ 1080384 h 1849426"/>
                <a:gd name="connsiteX779" fmla="*/ 3424636 w 6386648"/>
                <a:gd name="connsiteY779" fmla="*/ 1062360 h 1849426"/>
                <a:gd name="connsiteX780" fmla="*/ 1249691 w 6386648"/>
                <a:gd name="connsiteY780" fmla="*/ 1062360 h 1849426"/>
                <a:gd name="connsiteX781" fmla="*/ 1267716 w 6386648"/>
                <a:gd name="connsiteY781" fmla="*/ 1080384 h 1849426"/>
                <a:gd name="connsiteX782" fmla="*/ 1249691 w 6386648"/>
                <a:gd name="connsiteY782" fmla="*/ 1098409 h 1849426"/>
                <a:gd name="connsiteX783" fmla="*/ 1231667 w 6386648"/>
                <a:gd name="connsiteY783" fmla="*/ 1080384 h 1849426"/>
                <a:gd name="connsiteX784" fmla="*/ 1249691 w 6386648"/>
                <a:gd name="connsiteY784" fmla="*/ 1062360 h 1849426"/>
                <a:gd name="connsiteX785" fmla="*/ 1075456 w 6386648"/>
                <a:gd name="connsiteY785" fmla="*/ 1062360 h 1849426"/>
                <a:gd name="connsiteX786" fmla="*/ 1093480 w 6386648"/>
                <a:gd name="connsiteY786" fmla="*/ 1080384 h 1849426"/>
                <a:gd name="connsiteX787" fmla="*/ 1075456 w 6386648"/>
                <a:gd name="connsiteY787" fmla="*/ 1098409 h 1849426"/>
                <a:gd name="connsiteX788" fmla="*/ 1057431 w 6386648"/>
                <a:gd name="connsiteY788" fmla="*/ 1080384 h 1849426"/>
                <a:gd name="connsiteX789" fmla="*/ 1075456 w 6386648"/>
                <a:gd name="connsiteY789" fmla="*/ 1062360 h 1849426"/>
                <a:gd name="connsiteX790" fmla="*/ 1928611 w 6386648"/>
                <a:gd name="connsiteY790" fmla="*/ 1056352 h 1849426"/>
                <a:gd name="connsiteX791" fmla="*/ 1946636 w 6386648"/>
                <a:gd name="connsiteY791" fmla="*/ 1074376 h 1849426"/>
                <a:gd name="connsiteX792" fmla="*/ 1928611 w 6386648"/>
                <a:gd name="connsiteY792" fmla="*/ 1092401 h 1849426"/>
                <a:gd name="connsiteX793" fmla="*/ 1910587 w 6386648"/>
                <a:gd name="connsiteY793" fmla="*/ 1074376 h 1849426"/>
                <a:gd name="connsiteX794" fmla="*/ 1928611 w 6386648"/>
                <a:gd name="connsiteY794" fmla="*/ 1056352 h 1849426"/>
                <a:gd name="connsiteX795" fmla="*/ 2709668 w 6386648"/>
                <a:gd name="connsiteY795" fmla="*/ 1044336 h 1849426"/>
                <a:gd name="connsiteX796" fmla="*/ 2727693 w 6386648"/>
                <a:gd name="connsiteY796" fmla="*/ 1062360 h 1849426"/>
                <a:gd name="connsiteX797" fmla="*/ 2709668 w 6386648"/>
                <a:gd name="connsiteY797" fmla="*/ 1080385 h 1849426"/>
                <a:gd name="connsiteX798" fmla="*/ 2691644 w 6386648"/>
                <a:gd name="connsiteY798" fmla="*/ 1062360 h 1849426"/>
                <a:gd name="connsiteX799" fmla="*/ 2709668 w 6386648"/>
                <a:gd name="connsiteY799" fmla="*/ 1044336 h 1849426"/>
                <a:gd name="connsiteX800" fmla="*/ 1784415 w 6386648"/>
                <a:gd name="connsiteY800" fmla="*/ 1044336 h 1849426"/>
                <a:gd name="connsiteX801" fmla="*/ 1802440 w 6386648"/>
                <a:gd name="connsiteY801" fmla="*/ 1062360 h 1849426"/>
                <a:gd name="connsiteX802" fmla="*/ 1784415 w 6386648"/>
                <a:gd name="connsiteY802" fmla="*/ 1080385 h 1849426"/>
                <a:gd name="connsiteX803" fmla="*/ 1766391 w 6386648"/>
                <a:gd name="connsiteY803" fmla="*/ 1062360 h 1849426"/>
                <a:gd name="connsiteX804" fmla="*/ 1784415 w 6386648"/>
                <a:gd name="connsiteY804" fmla="*/ 1044336 h 1849426"/>
                <a:gd name="connsiteX805" fmla="*/ 3292457 w 6386648"/>
                <a:gd name="connsiteY805" fmla="*/ 1038328 h 1849426"/>
                <a:gd name="connsiteX806" fmla="*/ 3310482 w 6386648"/>
                <a:gd name="connsiteY806" fmla="*/ 1056353 h 1849426"/>
                <a:gd name="connsiteX807" fmla="*/ 3292457 w 6386648"/>
                <a:gd name="connsiteY807" fmla="*/ 1074377 h 1849426"/>
                <a:gd name="connsiteX808" fmla="*/ 3274433 w 6386648"/>
                <a:gd name="connsiteY808" fmla="*/ 1056353 h 1849426"/>
                <a:gd name="connsiteX809" fmla="*/ 3292457 w 6386648"/>
                <a:gd name="connsiteY809" fmla="*/ 1038328 h 1849426"/>
                <a:gd name="connsiteX810" fmla="*/ 2198977 w 6386648"/>
                <a:gd name="connsiteY810" fmla="*/ 1038328 h 1849426"/>
                <a:gd name="connsiteX811" fmla="*/ 2217002 w 6386648"/>
                <a:gd name="connsiteY811" fmla="*/ 1056353 h 1849426"/>
                <a:gd name="connsiteX812" fmla="*/ 2198977 w 6386648"/>
                <a:gd name="connsiteY812" fmla="*/ 1074377 h 1849426"/>
                <a:gd name="connsiteX813" fmla="*/ 2180953 w 6386648"/>
                <a:gd name="connsiteY813" fmla="*/ 1056353 h 1849426"/>
                <a:gd name="connsiteX814" fmla="*/ 2198977 w 6386648"/>
                <a:gd name="connsiteY814" fmla="*/ 1038328 h 1849426"/>
                <a:gd name="connsiteX815" fmla="*/ 2078814 w 6386648"/>
                <a:gd name="connsiteY815" fmla="*/ 1032320 h 1849426"/>
                <a:gd name="connsiteX816" fmla="*/ 2096839 w 6386648"/>
                <a:gd name="connsiteY816" fmla="*/ 1050344 h 1849426"/>
                <a:gd name="connsiteX817" fmla="*/ 2078814 w 6386648"/>
                <a:gd name="connsiteY817" fmla="*/ 1068369 h 1849426"/>
                <a:gd name="connsiteX818" fmla="*/ 2060790 w 6386648"/>
                <a:gd name="connsiteY818" fmla="*/ 1050344 h 1849426"/>
                <a:gd name="connsiteX819" fmla="*/ 2078814 w 6386648"/>
                <a:gd name="connsiteY819" fmla="*/ 1032320 h 1849426"/>
                <a:gd name="connsiteX820" fmla="*/ 3983393 w 6386648"/>
                <a:gd name="connsiteY820" fmla="*/ 1026312 h 1849426"/>
                <a:gd name="connsiteX821" fmla="*/ 4001418 w 6386648"/>
                <a:gd name="connsiteY821" fmla="*/ 1044336 h 1849426"/>
                <a:gd name="connsiteX822" fmla="*/ 3983393 w 6386648"/>
                <a:gd name="connsiteY822" fmla="*/ 1062361 h 1849426"/>
                <a:gd name="connsiteX823" fmla="*/ 3965369 w 6386648"/>
                <a:gd name="connsiteY823" fmla="*/ 1044336 h 1849426"/>
                <a:gd name="connsiteX824" fmla="*/ 3983393 w 6386648"/>
                <a:gd name="connsiteY824" fmla="*/ 1026312 h 1849426"/>
                <a:gd name="connsiteX825" fmla="*/ 817106 w 6386648"/>
                <a:gd name="connsiteY825" fmla="*/ 1020304 h 1849426"/>
                <a:gd name="connsiteX826" fmla="*/ 829123 w 6386648"/>
                <a:gd name="connsiteY826" fmla="*/ 1032320 h 1849426"/>
                <a:gd name="connsiteX827" fmla="*/ 817106 w 6386648"/>
                <a:gd name="connsiteY827" fmla="*/ 1044336 h 1849426"/>
                <a:gd name="connsiteX828" fmla="*/ 805090 w 6386648"/>
                <a:gd name="connsiteY828" fmla="*/ 1032320 h 1849426"/>
                <a:gd name="connsiteX829" fmla="*/ 817106 w 6386648"/>
                <a:gd name="connsiteY829" fmla="*/ 1020304 h 1849426"/>
                <a:gd name="connsiteX830" fmla="*/ 2817815 w 6386648"/>
                <a:gd name="connsiteY830" fmla="*/ 1014295 h 1849426"/>
                <a:gd name="connsiteX831" fmla="*/ 2835840 w 6386648"/>
                <a:gd name="connsiteY831" fmla="*/ 1032319 h 1849426"/>
                <a:gd name="connsiteX832" fmla="*/ 2817815 w 6386648"/>
                <a:gd name="connsiteY832" fmla="*/ 1050344 h 1849426"/>
                <a:gd name="connsiteX833" fmla="*/ 2799791 w 6386648"/>
                <a:gd name="connsiteY833" fmla="*/ 1032319 h 1849426"/>
                <a:gd name="connsiteX834" fmla="*/ 2817815 w 6386648"/>
                <a:gd name="connsiteY834" fmla="*/ 1014295 h 1849426"/>
                <a:gd name="connsiteX835" fmla="*/ 2445310 w 6386648"/>
                <a:gd name="connsiteY835" fmla="*/ 1014295 h 1849426"/>
                <a:gd name="connsiteX836" fmla="*/ 2463335 w 6386648"/>
                <a:gd name="connsiteY836" fmla="*/ 1032319 h 1849426"/>
                <a:gd name="connsiteX837" fmla="*/ 2445310 w 6386648"/>
                <a:gd name="connsiteY837" fmla="*/ 1050344 h 1849426"/>
                <a:gd name="connsiteX838" fmla="*/ 2427285 w 6386648"/>
                <a:gd name="connsiteY838" fmla="*/ 1032319 h 1849426"/>
                <a:gd name="connsiteX839" fmla="*/ 2445310 w 6386648"/>
                <a:gd name="connsiteY839" fmla="*/ 1014295 h 1849426"/>
                <a:gd name="connsiteX840" fmla="*/ 420569 w 6386648"/>
                <a:gd name="connsiteY840" fmla="*/ 1014295 h 1849426"/>
                <a:gd name="connsiteX841" fmla="*/ 438594 w 6386648"/>
                <a:gd name="connsiteY841" fmla="*/ 1032319 h 1849426"/>
                <a:gd name="connsiteX842" fmla="*/ 420569 w 6386648"/>
                <a:gd name="connsiteY842" fmla="*/ 1050344 h 1849426"/>
                <a:gd name="connsiteX843" fmla="*/ 402545 w 6386648"/>
                <a:gd name="connsiteY843" fmla="*/ 1032319 h 1849426"/>
                <a:gd name="connsiteX844" fmla="*/ 420569 w 6386648"/>
                <a:gd name="connsiteY844" fmla="*/ 1014295 h 1849426"/>
                <a:gd name="connsiteX845" fmla="*/ 1520057 w 6386648"/>
                <a:gd name="connsiteY845" fmla="*/ 1008287 h 1849426"/>
                <a:gd name="connsiteX846" fmla="*/ 1538082 w 6386648"/>
                <a:gd name="connsiteY846" fmla="*/ 1026312 h 1849426"/>
                <a:gd name="connsiteX847" fmla="*/ 1520057 w 6386648"/>
                <a:gd name="connsiteY847" fmla="*/ 1044336 h 1849426"/>
                <a:gd name="connsiteX848" fmla="*/ 1502033 w 6386648"/>
                <a:gd name="connsiteY848" fmla="*/ 1026312 h 1849426"/>
                <a:gd name="connsiteX849" fmla="*/ 1520057 w 6386648"/>
                <a:gd name="connsiteY849" fmla="*/ 1008287 h 1849426"/>
                <a:gd name="connsiteX850" fmla="*/ 1387878 w 6386648"/>
                <a:gd name="connsiteY850" fmla="*/ 1008287 h 1849426"/>
                <a:gd name="connsiteX851" fmla="*/ 1405903 w 6386648"/>
                <a:gd name="connsiteY851" fmla="*/ 1026312 h 1849426"/>
                <a:gd name="connsiteX852" fmla="*/ 1387878 w 6386648"/>
                <a:gd name="connsiteY852" fmla="*/ 1044336 h 1849426"/>
                <a:gd name="connsiteX853" fmla="*/ 1369854 w 6386648"/>
                <a:gd name="connsiteY853" fmla="*/ 1026312 h 1849426"/>
                <a:gd name="connsiteX854" fmla="*/ 1387878 w 6386648"/>
                <a:gd name="connsiteY854" fmla="*/ 1008287 h 1849426"/>
                <a:gd name="connsiteX855" fmla="*/ 534724 w 6386648"/>
                <a:gd name="connsiteY855" fmla="*/ 1008287 h 1849426"/>
                <a:gd name="connsiteX856" fmla="*/ 552748 w 6386648"/>
                <a:gd name="connsiteY856" fmla="*/ 1026312 h 1849426"/>
                <a:gd name="connsiteX857" fmla="*/ 534724 w 6386648"/>
                <a:gd name="connsiteY857" fmla="*/ 1044336 h 1849426"/>
                <a:gd name="connsiteX858" fmla="*/ 516699 w 6386648"/>
                <a:gd name="connsiteY858" fmla="*/ 1026312 h 1849426"/>
                <a:gd name="connsiteX859" fmla="*/ 534724 w 6386648"/>
                <a:gd name="connsiteY859" fmla="*/ 1008287 h 1849426"/>
                <a:gd name="connsiteX860" fmla="*/ 3016083 w 6386648"/>
                <a:gd name="connsiteY860" fmla="*/ 1002279 h 1849426"/>
                <a:gd name="connsiteX861" fmla="*/ 3034108 w 6386648"/>
                <a:gd name="connsiteY861" fmla="*/ 1020303 h 1849426"/>
                <a:gd name="connsiteX862" fmla="*/ 3016083 w 6386648"/>
                <a:gd name="connsiteY862" fmla="*/ 1038328 h 1849426"/>
                <a:gd name="connsiteX863" fmla="*/ 2998058 w 6386648"/>
                <a:gd name="connsiteY863" fmla="*/ 1020303 h 1849426"/>
                <a:gd name="connsiteX864" fmla="*/ 3016083 w 6386648"/>
                <a:gd name="connsiteY864" fmla="*/ 1002279 h 1849426"/>
                <a:gd name="connsiteX865" fmla="*/ 294398 w 6386648"/>
                <a:gd name="connsiteY865" fmla="*/ 996271 h 1849426"/>
                <a:gd name="connsiteX866" fmla="*/ 312423 w 6386648"/>
                <a:gd name="connsiteY866" fmla="*/ 1014295 h 1849426"/>
                <a:gd name="connsiteX867" fmla="*/ 294398 w 6386648"/>
                <a:gd name="connsiteY867" fmla="*/ 1032320 h 1849426"/>
                <a:gd name="connsiteX868" fmla="*/ 276374 w 6386648"/>
                <a:gd name="connsiteY868" fmla="*/ 1014295 h 1849426"/>
                <a:gd name="connsiteX869" fmla="*/ 294398 w 6386648"/>
                <a:gd name="connsiteY869" fmla="*/ 996271 h 1849426"/>
                <a:gd name="connsiteX870" fmla="*/ 3676978 w 6386648"/>
                <a:gd name="connsiteY870" fmla="*/ 990263 h 1849426"/>
                <a:gd name="connsiteX871" fmla="*/ 3695003 w 6386648"/>
                <a:gd name="connsiteY871" fmla="*/ 1008287 h 1849426"/>
                <a:gd name="connsiteX872" fmla="*/ 3676978 w 6386648"/>
                <a:gd name="connsiteY872" fmla="*/ 1026312 h 1849426"/>
                <a:gd name="connsiteX873" fmla="*/ 3658953 w 6386648"/>
                <a:gd name="connsiteY873" fmla="*/ 1008287 h 1849426"/>
                <a:gd name="connsiteX874" fmla="*/ 3676978 w 6386648"/>
                <a:gd name="connsiteY874" fmla="*/ 990263 h 1849426"/>
                <a:gd name="connsiteX875" fmla="*/ 3544799 w 6386648"/>
                <a:gd name="connsiteY875" fmla="*/ 984255 h 1849426"/>
                <a:gd name="connsiteX876" fmla="*/ 3562824 w 6386648"/>
                <a:gd name="connsiteY876" fmla="*/ 1002279 h 1849426"/>
                <a:gd name="connsiteX877" fmla="*/ 3544799 w 6386648"/>
                <a:gd name="connsiteY877" fmla="*/ 1020304 h 1849426"/>
                <a:gd name="connsiteX878" fmla="*/ 3526775 w 6386648"/>
                <a:gd name="connsiteY878" fmla="*/ 1002279 h 1849426"/>
                <a:gd name="connsiteX879" fmla="*/ 3544799 w 6386648"/>
                <a:gd name="connsiteY879" fmla="*/ 984255 h 1849426"/>
                <a:gd name="connsiteX880" fmla="*/ 708959 w 6386648"/>
                <a:gd name="connsiteY880" fmla="*/ 984255 h 1849426"/>
                <a:gd name="connsiteX881" fmla="*/ 726984 w 6386648"/>
                <a:gd name="connsiteY881" fmla="*/ 1002279 h 1849426"/>
                <a:gd name="connsiteX882" fmla="*/ 708959 w 6386648"/>
                <a:gd name="connsiteY882" fmla="*/ 1020304 h 1849426"/>
                <a:gd name="connsiteX883" fmla="*/ 690935 w 6386648"/>
                <a:gd name="connsiteY883" fmla="*/ 1002279 h 1849426"/>
                <a:gd name="connsiteX884" fmla="*/ 708959 w 6386648"/>
                <a:gd name="connsiteY884" fmla="*/ 984255 h 1849426"/>
                <a:gd name="connsiteX885" fmla="*/ 3803149 w 6386648"/>
                <a:gd name="connsiteY885" fmla="*/ 978247 h 1849426"/>
                <a:gd name="connsiteX886" fmla="*/ 3821174 w 6386648"/>
                <a:gd name="connsiteY886" fmla="*/ 996272 h 1849426"/>
                <a:gd name="connsiteX887" fmla="*/ 3803149 w 6386648"/>
                <a:gd name="connsiteY887" fmla="*/ 1014296 h 1849426"/>
                <a:gd name="connsiteX888" fmla="*/ 3785125 w 6386648"/>
                <a:gd name="connsiteY888" fmla="*/ 996272 h 1849426"/>
                <a:gd name="connsiteX889" fmla="*/ 3803149 w 6386648"/>
                <a:gd name="connsiteY889" fmla="*/ 978247 h 1849426"/>
                <a:gd name="connsiteX890" fmla="*/ 1003358 w 6386648"/>
                <a:gd name="connsiteY890" fmla="*/ 978247 h 1849426"/>
                <a:gd name="connsiteX891" fmla="*/ 1021383 w 6386648"/>
                <a:gd name="connsiteY891" fmla="*/ 996272 h 1849426"/>
                <a:gd name="connsiteX892" fmla="*/ 1003358 w 6386648"/>
                <a:gd name="connsiteY892" fmla="*/ 1014296 h 1849426"/>
                <a:gd name="connsiteX893" fmla="*/ 985334 w 6386648"/>
                <a:gd name="connsiteY893" fmla="*/ 996272 h 1849426"/>
                <a:gd name="connsiteX894" fmla="*/ 1003358 w 6386648"/>
                <a:gd name="connsiteY894" fmla="*/ 978247 h 1849426"/>
                <a:gd name="connsiteX895" fmla="*/ 3196327 w 6386648"/>
                <a:gd name="connsiteY895" fmla="*/ 972238 h 1849426"/>
                <a:gd name="connsiteX896" fmla="*/ 3214352 w 6386648"/>
                <a:gd name="connsiteY896" fmla="*/ 990262 h 1849426"/>
                <a:gd name="connsiteX897" fmla="*/ 3196327 w 6386648"/>
                <a:gd name="connsiteY897" fmla="*/ 1008287 h 1849426"/>
                <a:gd name="connsiteX898" fmla="*/ 3178302 w 6386648"/>
                <a:gd name="connsiteY898" fmla="*/ 990262 h 1849426"/>
                <a:gd name="connsiteX899" fmla="*/ 3196327 w 6386648"/>
                <a:gd name="connsiteY899" fmla="*/ 972238 h 1849426"/>
                <a:gd name="connsiteX900" fmla="*/ 1183602 w 6386648"/>
                <a:gd name="connsiteY900" fmla="*/ 972238 h 1849426"/>
                <a:gd name="connsiteX901" fmla="*/ 1201627 w 6386648"/>
                <a:gd name="connsiteY901" fmla="*/ 990262 h 1849426"/>
                <a:gd name="connsiteX902" fmla="*/ 1183602 w 6386648"/>
                <a:gd name="connsiteY902" fmla="*/ 1008287 h 1849426"/>
                <a:gd name="connsiteX903" fmla="*/ 1165578 w 6386648"/>
                <a:gd name="connsiteY903" fmla="*/ 990262 h 1849426"/>
                <a:gd name="connsiteX904" fmla="*/ 1183602 w 6386648"/>
                <a:gd name="connsiteY904" fmla="*/ 972238 h 1849426"/>
                <a:gd name="connsiteX905" fmla="*/ 2271074 w 6386648"/>
                <a:gd name="connsiteY905" fmla="*/ 960222 h 1849426"/>
                <a:gd name="connsiteX906" fmla="*/ 2289099 w 6386648"/>
                <a:gd name="connsiteY906" fmla="*/ 978246 h 1849426"/>
                <a:gd name="connsiteX907" fmla="*/ 2271074 w 6386648"/>
                <a:gd name="connsiteY907" fmla="*/ 996271 h 1849426"/>
                <a:gd name="connsiteX908" fmla="*/ 2253050 w 6386648"/>
                <a:gd name="connsiteY908" fmla="*/ 978246 h 1849426"/>
                <a:gd name="connsiteX909" fmla="*/ 2271074 w 6386648"/>
                <a:gd name="connsiteY909" fmla="*/ 960222 h 1849426"/>
                <a:gd name="connsiteX910" fmla="*/ 1658245 w 6386648"/>
                <a:gd name="connsiteY910" fmla="*/ 960222 h 1849426"/>
                <a:gd name="connsiteX911" fmla="*/ 1676270 w 6386648"/>
                <a:gd name="connsiteY911" fmla="*/ 978246 h 1849426"/>
                <a:gd name="connsiteX912" fmla="*/ 1658245 w 6386648"/>
                <a:gd name="connsiteY912" fmla="*/ 996271 h 1849426"/>
                <a:gd name="connsiteX913" fmla="*/ 1640221 w 6386648"/>
                <a:gd name="connsiteY913" fmla="*/ 978246 h 1849426"/>
                <a:gd name="connsiteX914" fmla="*/ 1658245 w 6386648"/>
                <a:gd name="connsiteY914" fmla="*/ 960222 h 1849426"/>
                <a:gd name="connsiteX915" fmla="*/ 1958651 w 6386648"/>
                <a:gd name="connsiteY915" fmla="*/ 954214 h 1849426"/>
                <a:gd name="connsiteX916" fmla="*/ 1976676 w 6386648"/>
                <a:gd name="connsiteY916" fmla="*/ 972238 h 1849426"/>
                <a:gd name="connsiteX917" fmla="*/ 1958651 w 6386648"/>
                <a:gd name="connsiteY917" fmla="*/ 990263 h 1849426"/>
                <a:gd name="connsiteX918" fmla="*/ 1940627 w 6386648"/>
                <a:gd name="connsiteY918" fmla="*/ 972238 h 1849426"/>
                <a:gd name="connsiteX919" fmla="*/ 1958651 w 6386648"/>
                <a:gd name="connsiteY919" fmla="*/ 954214 h 1849426"/>
                <a:gd name="connsiteX920" fmla="*/ 2631562 w 6386648"/>
                <a:gd name="connsiteY920" fmla="*/ 948206 h 1849426"/>
                <a:gd name="connsiteX921" fmla="*/ 2649587 w 6386648"/>
                <a:gd name="connsiteY921" fmla="*/ 966231 h 1849426"/>
                <a:gd name="connsiteX922" fmla="*/ 2631562 w 6386648"/>
                <a:gd name="connsiteY922" fmla="*/ 984255 h 1849426"/>
                <a:gd name="connsiteX923" fmla="*/ 2613538 w 6386648"/>
                <a:gd name="connsiteY923" fmla="*/ 966231 h 1849426"/>
                <a:gd name="connsiteX924" fmla="*/ 2631562 w 6386648"/>
                <a:gd name="connsiteY924" fmla="*/ 948206 h 1849426"/>
                <a:gd name="connsiteX925" fmla="*/ 1838489 w 6386648"/>
                <a:gd name="connsiteY925" fmla="*/ 948206 h 1849426"/>
                <a:gd name="connsiteX926" fmla="*/ 1856514 w 6386648"/>
                <a:gd name="connsiteY926" fmla="*/ 966231 h 1849426"/>
                <a:gd name="connsiteX927" fmla="*/ 1838489 w 6386648"/>
                <a:gd name="connsiteY927" fmla="*/ 984255 h 1849426"/>
                <a:gd name="connsiteX928" fmla="*/ 1820465 w 6386648"/>
                <a:gd name="connsiteY928" fmla="*/ 966231 h 1849426"/>
                <a:gd name="connsiteX929" fmla="*/ 1838489 w 6386648"/>
                <a:gd name="connsiteY929" fmla="*/ 948206 h 1849426"/>
                <a:gd name="connsiteX930" fmla="*/ 3430644 w 6386648"/>
                <a:gd name="connsiteY930" fmla="*/ 942198 h 1849426"/>
                <a:gd name="connsiteX931" fmla="*/ 3448669 w 6386648"/>
                <a:gd name="connsiteY931" fmla="*/ 960222 h 1849426"/>
                <a:gd name="connsiteX932" fmla="*/ 3430644 w 6386648"/>
                <a:gd name="connsiteY932" fmla="*/ 978247 h 1849426"/>
                <a:gd name="connsiteX933" fmla="*/ 3412620 w 6386648"/>
                <a:gd name="connsiteY933" fmla="*/ 960222 h 1849426"/>
                <a:gd name="connsiteX934" fmla="*/ 3430644 w 6386648"/>
                <a:gd name="connsiteY934" fmla="*/ 942198 h 1849426"/>
                <a:gd name="connsiteX935" fmla="*/ 2529424 w 6386648"/>
                <a:gd name="connsiteY935" fmla="*/ 942198 h 1849426"/>
                <a:gd name="connsiteX936" fmla="*/ 2547449 w 6386648"/>
                <a:gd name="connsiteY936" fmla="*/ 960222 h 1849426"/>
                <a:gd name="connsiteX937" fmla="*/ 2529424 w 6386648"/>
                <a:gd name="connsiteY937" fmla="*/ 978247 h 1849426"/>
                <a:gd name="connsiteX938" fmla="*/ 2511400 w 6386648"/>
                <a:gd name="connsiteY938" fmla="*/ 960222 h 1849426"/>
                <a:gd name="connsiteX939" fmla="*/ 2529424 w 6386648"/>
                <a:gd name="connsiteY939" fmla="*/ 942198 h 1849426"/>
                <a:gd name="connsiteX940" fmla="*/ 889203 w 6386648"/>
                <a:gd name="connsiteY940" fmla="*/ 942198 h 1849426"/>
                <a:gd name="connsiteX941" fmla="*/ 907228 w 6386648"/>
                <a:gd name="connsiteY941" fmla="*/ 960222 h 1849426"/>
                <a:gd name="connsiteX942" fmla="*/ 889203 w 6386648"/>
                <a:gd name="connsiteY942" fmla="*/ 978247 h 1849426"/>
                <a:gd name="connsiteX943" fmla="*/ 871179 w 6386648"/>
                <a:gd name="connsiteY943" fmla="*/ 960222 h 1849426"/>
                <a:gd name="connsiteX944" fmla="*/ 889203 w 6386648"/>
                <a:gd name="connsiteY944" fmla="*/ 942198 h 1849426"/>
                <a:gd name="connsiteX945" fmla="*/ 3935328 w 6386648"/>
                <a:gd name="connsiteY945" fmla="*/ 936190 h 1849426"/>
                <a:gd name="connsiteX946" fmla="*/ 3953353 w 6386648"/>
                <a:gd name="connsiteY946" fmla="*/ 954214 h 1849426"/>
                <a:gd name="connsiteX947" fmla="*/ 3935328 w 6386648"/>
                <a:gd name="connsiteY947" fmla="*/ 972239 h 1849426"/>
                <a:gd name="connsiteX948" fmla="*/ 3917304 w 6386648"/>
                <a:gd name="connsiteY948" fmla="*/ 954214 h 1849426"/>
                <a:gd name="connsiteX949" fmla="*/ 3935328 w 6386648"/>
                <a:gd name="connsiteY949" fmla="*/ 936190 h 1849426"/>
                <a:gd name="connsiteX950" fmla="*/ 1303765 w 6386648"/>
                <a:gd name="connsiteY950" fmla="*/ 936190 h 1849426"/>
                <a:gd name="connsiteX951" fmla="*/ 1321790 w 6386648"/>
                <a:gd name="connsiteY951" fmla="*/ 954214 h 1849426"/>
                <a:gd name="connsiteX952" fmla="*/ 1303765 w 6386648"/>
                <a:gd name="connsiteY952" fmla="*/ 972239 h 1849426"/>
                <a:gd name="connsiteX953" fmla="*/ 1285741 w 6386648"/>
                <a:gd name="connsiteY953" fmla="*/ 954214 h 1849426"/>
                <a:gd name="connsiteX954" fmla="*/ 1303765 w 6386648"/>
                <a:gd name="connsiteY954" fmla="*/ 936190 h 1849426"/>
                <a:gd name="connsiteX955" fmla="*/ 600813 w 6386648"/>
                <a:gd name="connsiteY955" fmla="*/ 924173 h 1849426"/>
                <a:gd name="connsiteX956" fmla="*/ 618838 w 6386648"/>
                <a:gd name="connsiteY956" fmla="*/ 942197 h 1849426"/>
                <a:gd name="connsiteX957" fmla="*/ 600813 w 6386648"/>
                <a:gd name="connsiteY957" fmla="*/ 960222 h 1849426"/>
                <a:gd name="connsiteX958" fmla="*/ 582789 w 6386648"/>
                <a:gd name="connsiteY958" fmla="*/ 942197 h 1849426"/>
                <a:gd name="connsiteX959" fmla="*/ 600813 w 6386648"/>
                <a:gd name="connsiteY959" fmla="*/ 924173 h 1849426"/>
                <a:gd name="connsiteX960" fmla="*/ 3088181 w 6386648"/>
                <a:gd name="connsiteY960" fmla="*/ 918165 h 1849426"/>
                <a:gd name="connsiteX961" fmla="*/ 3106206 w 6386648"/>
                <a:gd name="connsiteY961" fmla="*/ 936190 h 1849426"/>
                <a:gd name="connsiteX962" fmla="*/ 3088181 w 6386648"/>
                <a:gd name="connsiteY962" fmla="*/ 954214 h 1849426"/>
                <a:gd name="connsiteX963" fmla="*/ 3070157 w 6386648"/>
                <a:gd name="connsiteY963" fmla="*/ 936190 h 1849426"/>
                <a:gd name="connsiteX964" fmla="*/ 3088181 w 6386648"/>
                <a:gd name="connsiteY964" fmla="*/ 918165 h 1849426"/>
                <a:gd name="connsiteX965" fmla="*/ 2883904 w 6386648"/>
                <a:gd name="connsiteY965" fmla="*/ 918165 h 1849426"/>
                <a:gd name="connsiteX966" fmla="*/ 2901929 w 6386648"/>
                <a:gd name="connsiteY966" fmla="*/ 936190 h 1849426"/>
                <a:gd name="connsiteX967" fmla="*/ 2883904 w 6386648"/>
                <a:gd name="connsiteY967" fmla="*/ 954214 h 1849426"/>
                <a:gd name="connsiteX968" fmla="*/ 2865880 w 6386648"/>
                <a:gd name="connsiteY968" fmla="*/ 936190 h 1849426"/>
                <a:gd name="connsiteX969" fmla="*/ 2883904 w 6386648"/>
                <a:gd name="connsiteY969" fmla="*/ 918165 h 1849426"/>
                <a:gd name="connsiteX970" fmla="*/ 2379221 w 6386648"/>
                <a:gd name="connsiteY970" fmla="*/ 918165 h 1849426"/>
                <a:gd name="connsiteX971" fmla="*/ 2397246 w 6386648"/>
                <a:gd name="connsiteY971" fmla="*/ 936190 h 1849426"/>
                <a:gd name="connsiteX972" fmla="*/ 2379221 w 6386648"/>
                <a:gd name="connsiteY972" fmla="*/ 954214 h 1849426"/>
                <a:gd name="connsiteX973" fmla="*/ 2361197 w 6386648"/>
                <a:gd name="connsiteY973" fmla="*/ 936190 h 1849426"/>
                <a:gd name="connsiteX974" fmla="*/ 2379221 w 6386648"/>
                <a:gd name="connsiteY974" fmla="*/ 918165 h 1849426"/>
                <a:gd name="connsiteX975" fmla="*/ 2120871 w 6386648"/>
                <a:gd name="connsiteY975" fmla="*/ 918165 h 1849426"/>
                <a:gd name="connsiteX976" fmla="*/ 2138896 w 6386648"/>
                <a:gd name="connsiteY976" fmla="*/ 936190 h 1849426"/>
                <a:gd name="connsiteX977" fmla="*/ 2120871 w 6386648"/>
                <a:gd name="connsiteY977" fmla="*/ 954214 h 1849426"/>
                <a:gd name="connsiteX978" fmla="*/ 2102847 w 6386648"/>
                <a:gd name="connsiteY978" fmla="*/ 936190 h 1849426"/>
                <a:gd name="connsiteX979" fmla="*/ 2120871 w 6386648"/>
                <a:gd name="connsiteY979" fmla="*/ 918165 h 1849426"/>
                <a:gd name="connsiteX980" fmla="*/ 3328506 w 6386648"/>
                <a:gd name="connsiteY980" fmla="*/ 906149 h 1849426"/>
                <a:gd name="connsiteX981" fmla="*/ 3346531 w 6386648"/>
                <a:gd name="connsiteY981" fmla="*/ 924173 h 1849426"/>
                <a:gd name="connsiteX982" fmla="*/ 3328506 w 6386648"/>
                <a:gd name="connsiteY982" fmla="*/ 942198 h 1849426"/>
                <a:gd name="connsiteX983" fmla="*/ 3310482 w 6386648"/>
                <a:gd name="connsiteY983" fmla="*/ 924173 h 1849426"/>
                <a:gd name="connsiteX984" fmla="*/ 3328506 w 6386648"/>
                <a:gd name="connsiteY984" fmla="*/ 906149 h 1849426"/>
                <a:gd name="connsiteX985" fmla="*/ 1508041 w 6386648"/>
                <a:gd name="connsiteY985" fmla="*/ 900141 h 1849426"/>
                <a:gd name="connsiteX986" fmla="*/ 1526066 w 6386648"/>
                <a:gd name="connsiteY986" fmla="*/ 918165 h 1849426"/>
                <a:gd name="connsiteX987" fmla="*/ 1508041 w 6386648"/>
                <a:gd name="connsiteY987" fmla="*/ 936190 h 1849426"/>
                <a:gd name="connsiteX988" fmla="*/ 1490017 w 6386648"/>
                <a:gd name="connsiteY988" fmla="*/ 918165 h 1849426"/>
                <a:gd name="connsiteX989" fmla="*/ 1508041 w 6386648"/>
                <a:gd name="connsiteY989" fmla="*/ 900141 h 1849426"/>
                <a:gd name="connsiteX990" fmla="*/ 2739709 w 6386648"/>
                <a:gd name="connsiteY990" fmla="*/ 894133 h 1849426"/>
                <a:gd name="connsiteX991" fmla="*/ 2757734 w 6386648"/>
                <a:gd name="connsiteY991" fmla="*/ 912157 h 1849426"/>
                <a:gd name="connsiteX992" fmla="*/ 2739709 w 6386648"/>
                <a:gd name="connsiteY992" fmla="*/ 930182 h 1849426"/>
                <a:gd name="connsiteX993" fmla="*/ 2721685 w 6386648"/>
                <a:gd name="connsiteY993" fmla="*/ 912157 h 1849426"/>
                <a:gd name="connsiteX994" fmla="*/ 2739709 w 6386648"/>
                <a:gd name="connsiteY994" fmla="*/ 894133 h 1849426"/>
                <a:gd name="connsiteX995" fmla="*/ 360487 w 6386648"/>
                <a:gd name="connsiteY995" fmla="*/ 894133 h 1849426"/>
                <a:gd name="connsiteX996" fmla="*/ 378512 w 6386648"/>
                <a:gd name="connsiteY996" fmla="*/ 912157 h 1849426"/>
                <a:gd name="connsiteX997" fmla="*/ 360487 w 6386648"/>
                <a:gd name="connsiteY997" fmla="*/ 930182 h 1849426"/>
                <a:gd name="connsiteX998" fmla="*/ 342463 w 6386648"/>
                <a:gd name="connsiteY998" fmla="*/ 912157 h 1849426"/>
                <a:gd name="connsiteX999" fmla="*/ 360487 w 6386648"/>
                <a:gd name="connsiteY999" fmla="*/ 894133 h 1849426"/>
                <a:gd name="connsiteX1000" fmla="*/ 1093480 w 6386648"/>
                <a:gd name="connsiteY1000" fmla="*/ 888125 h 1849426"/>
                <a:gd name="connsiteX1001" fmla="*/ 1111505 w 6386648"/>
                <a:gd name="connsiteY1001" fmla="*/ 906150 h 1849426"/>
                <a:gd name="connsiteX1002" fmla="*/ 1093480 w 6386648"/>
                <a:gd name="connsiteY1002" fmla="*/ 924174 h 1849426"/>
                <a:gd name="connsiteX1003" fmla="*/ 1075456 w 6386648"/>
                <a:gd name="connsiteY1003" fmla="*/ 906150 h 1849426"/>
                <a:gd name="connsiteX1004" fmla="*/ 1093480 w 6386648"/>
                <a:gd name="connsiteY1004" fmla="*/ 888125 h 1849426"/>
                <a:gd name="connsiteX1005" fmla="*/ 3707019 w 6386648"/>
                <a:gd name="connsiteY1005" fmla="*/ 882116 h 1849426"/>
                <a:gd name="connsiteX1006" fmla="*/ 3725044 w 6386648"/>
                <a:gd name="connsiteY1006" fmla="*/ 900140 h 1849426"/>
                <a:gd name="connsiteX1007" fmla="*/ 3707019 w 6386648"/>
                <a:gd name="connsiteY1007" fmla="*/ 918165 h 1849426"/>
                <a:gd name="connsiteX1008" fmla="*/ 3688994 w 6386648"/>
                <a:gd name="connsiteY1008" fmla="*/ 900140 h 1849426"/>
                <a:gd name="connsiteX1009" fmla="*/ 3707019 w 6386648"/>
                <a:gd name="connsiteY1009" fmla="*/ 882116 h 1849426"/>
                <a:gd name="connsiteX1010" fmla="*/ 1742358 w 6386648"/>
                <a:gd name="connsiteY1010" fmla="*/ 882116 h 1849426"/>
                <a:gd name="connsiteX1011" fmla="*/ 1760383 w 6386648"/>
                <a:gd name="connsiteY1011" fmla="*/ 900140 h 1849426"/>
                <a:gd name="connsiteX1012" fmla="*/ 1742358 w 6386648"/>
                <a:gd name="connsiteY1012" fmla="*/ 918165 h 1849426"/>
                <a:gd name="connsiteX1013" fmla="*/ 1724334 w 6386648"/>
                <a:gd name="connsiteY1013" fmla="*/ 900140 h 1849426"/>
                <a:gd name="connsiteX1014" fmla="*/ 1742358 w 6386648"/>
                <a:gd name="connsiteY1014" fmla="*/ 882116 h 1849426"/>
                <a:gd name="connsiteX1015" fmla="*/ 757024 w 6386648"/>
                <a:gd name="connsiteY1015" fmla="*/ 876108 h 1849426"/>
                <a:gd name="connsiteX1016" fmla="*/ 775049 w 6386648"/>
                <a:gd name="connsiteY1016" fmla="*/ 894132 h 1849426"/>
                <a:gd name="connsiteX1017" fmla="*/ 757024 w 6386648"/>
                <a:gd name="connsiteY1017" fmla="*/ 912157 h 1849426"/>
                <a:gd name="connsiteX1018" fmla="*/ 739000 w 6386648"/>
                <a:gd name="connsiteY1018" fmla="*/ 894132 h 1849426"/>
                <a:gd name="connsiteX1019" fmla="*/ 757024 w 6386648"/>
                <a:gd name="connsiteY1019" fmla="*/ 876108 h 1849426"/>
                <a:gd name="connsiteX1020" fmla="*/ 6104265 w 6386648"/>
                <a:gd name="connsiteY1020" fmla="*/ 870100 h 1849426"/>
                <a:gd name="connsiteX1021" fmla="*/ 6122290 w 6386648"/>
                <a:gd name="connsiteY1021" fmla="*/ 888124 h 1849426"/>
                <a:gd name="connsiteX1022" fmla="*/ 6104265 w 6386648"/>
                <a:gd name="connsiteY1022" fmla="*/ 906149 h 1849426"/>
                <a:gd name="connsiteX1023" fmla="*/ 6086241 w 6386648"/>
                <a:gd name="connsiteY1023" fmla="*/ 888124 h 1849426"/>
                <a:gd name="connsiteX1024" fmla="*/ 6104265 w 6386648"/>
                <a:gd name="connsiteY1024" fmla="*/ 870100 h 1849426"/>
                <a:gd name="connsiteX1025" fmla="*/ 474642 w 6386648"/>
                <a:gd name="connsiteY1025" fmla="*/ 870100 h 1849426"/>
                <a:gd name="connsiteX1026" fmla="*/ 492667 w 6386648"/>
                <a:gd name="connsiteY1026" fmla="*/ 888124 h 1849426"/>
                <a:gd name="connsiteX1027" fmla="*/ 474642 w 6386648"/>
                <a:gd name="connsiteY1027" fmla="*/ 906149 h 1849426"/>
                <a:gd name="connsiteX1028" fmla="*/ 456618 w 6386648"/>
                <a:gd name="connsiteY1028" fmla="*/ 888124 h 1849426"/>
                <a:gd name="connsiteX1029" fmla="*/ 474642 w 6386648"/>
                <a:gd name="connsiteY1029" fmla="*/ 870100 h 1849426"/>
                <a:gd name="connsiteX1030" fmla="*/ 3568832 w 6386648"/>
                <a:gd name="connsiteY1030" fmla="*/ 864092 h 1849426"/>
                <a:gd name="connsiteX1031" fmla="*/ 3586857 w 6386648"/>
                <a:gd name="connsiteY1031" fmla="*/ 882116 h 1849426"/>
                <a:gd name="connsiteX1032" fmla="*/ 3568832 w 6386648"/>
                <a:gd name="connsiteY1032" fmla="*/ 900141 h 1849426"/>
                <a:gd name="connsiteX1033" fmla="*/ 3550808 w 6386648"/>
                <a:gd name="connsiteY1033" fmla="*/ 882116 h 1849426"/>
                <a:gd name="connsiteX1034" fmla="*/ 3568832 w 6386648"/>
                <a:gd name="connsiteY1034" fmla="*/ 864092 h 1849426"/>
                <a:gd name="connsiteX1035" fmla="*/ 2980034 w 6386648"/>
                <a:gd name="connsiteY1035" fmla="*/ 864092 h 1849426"/>
                <a:gd name="connsiteX1036" fmla="*/ 2998059 w 6386648"/>
                <a:gd name="connsiteY1036" fmla="*/ 882116 h 1849426"/>
                <a:gd name="connsiteX1037" fmla="*/ 2980034 w 6386648"/>
                <a:gd name="connsiteY1037" fmla="*/ 900141 h 1849426"/>
                <a:gd name="connsiteX1038" fmla="*/ 2962010 w 6386648"/>
                <a:gd name="connsiteY1038" fmla="*/ 882116 h 1849426"/>
                <a:gd name="connsiteX1039" fmla="*/ 2980034 w 6386648"/>
                <a:gd name="connsiteY1039" fmla="*/ 864092 h 1849426"/>
                <a:gd name="connsiteX1040" fmla="*/ 2012725 w 6386648"/>
                <a:gd name="connsiteY1040" fmla="*/ 864092 h 1849426"/>
                <a:gd name="connsiteX1041" fmla="*/ 2030750 w 6386648"/>
                <a:gd name="connsiteY1041" fmla="*/ 882116 h 1849426"/>
                <a:gd name="connsiteX1042" fmla="*/ 2012725 w 6386648"/>
                <a:gd name="connsiteY1042" fmla="*/ 900141 h 1849426"/>
                <a:gd name="connsiteX1043" fmla="*/ 1994701 w 6386648"/>
                <a:gd name="connsiteY1043" fmla="*/ 882116 h 1849426"/>
                <a:gd name="connsiteX1044" fmla="*/ 2012725 w 6386648"/>
                <a:gd name="connsiteY1044" fmla="*/ 864092 h 1849426"/>
                <a:gd name="connsiteX1045" fmla="*/ 3857222 w 6386648"/>
                <a:gd name="connsiteY1045" fmla="*/ 858084 h 1849426"/>
                <a:gd name="connsiteX1046" fmla="*/ 3875247 w 6386648"/>
                <a:gd name="connsiteY1046" fmla="*/ 876109 h 1849426"/>
                <a:gd name="connsiteX1047" fmla="*/ 3857222 w 6386648"/>
                <a:gd name="connsiteY1047" fmla="*/ 894133 h 1849426"/>
                <a:gd name="connsiteX1048" fmla="*/ 3839197 w 6386648"/>
                <a:gd name="connsiteY1048" fmla="*/ 876109 h 1849426"/>
                <a:gd name="connsiteX1049" fmla="*/ 3857222 w 6386648"/>
                <a:gd name="connsiteY1049" fmla="*/ 858084 h 1849426"/>
                <a:gd name="connsiteX1050" fmla="*/ 1387878 w 6386648"/>
                <a:gd name="connsiteY1050" fmla="*/ 858084 h 1849426"/>
                <a:gd name="connsiteX1051" fmla="*/ 1405903 w 6386648"/>
                <a:gd name="connsiteY1051" fmla="*/ 876109 h 1849426"/>
                <a:gd name="connsiteX1052" fmla="*/ 1387878 w 6386648"/>
                <a:gd name="connsiteY1052" fmla="*/ 894133 h 1849426"/>
                <a:gd name="connsiteX1053" fmla="*/ 1369854 w 6386648"/>
                <a:gd name="connsiteY1053" fmla="*/ 876109 h 1849426"/>
                <a:gd name="connsiteX1054" fmla="*/ 1387878 w 6386648"/>
                <a:gd name="connsiteY1054" fmla="*/ 858084 h 1849426"/>
                <a:gd name="connsiteX1055" fmla="*/ 973317 w 6386648"/>
                <a:gd name="connsiteY1055" fmla="*/ 852076 h 1849426"/>
                <a:gd name="connsiteX1056" fmla="*/ 991342 w 6386648"/>
                <a:gd name="connsiteY1056" fmla="*/ 870100 h 1849426"/>
                <a:gd name="connsiteX1057" fmla="*/ 973317 w 6386648"/>
                <a:gd name="connsiteY1057" fmla="*/ 888125 h 1849426"/>
                <a:gd name="connsiteX1058" fmla="*/ 955293 w 6386648"/>
                <a:gd name="connsiteY1058" fmla="*/ 870100 h 1849426"/>
                <a:gd name="connsiteX1059" fmla="*/ 973317 w 6386648"/>
                <a:gd name="connsiteY1059" fmla="*/ 852076 h 1849426"/>
                <a:gd name="connsiteX1060" fmla="*/ 228308 w 6386648"/>
                <a:gd name="connsiteY1060" fmla="*/ 852076 h 1849426"/>
                <a:gd name="connsiteX1061" fmla="*/ 246333 w 6386648"/>
                <a:gd name="connsiteY1061" fmla="*/ 870100 h 1849426"/>
                <a:gd name="connsiteX1062" fmla="*/ 228308 w 6386648"/>
                <a:gd name="connsiteY1062" fmla="*/ 888125 h 1849426"/>
                <a:gd name="connsiteX1063" fmla="*/ 210284 w 6386648"/>
                <a:gd name="connsiteY1063" fmla="*/ 870100 h 1849426"/>
                <a:gd name="connsiteX1064" fmla="*/ 228308 w 6386648"/>
                <a:gd name="connsiteY1064" fmla="*/ 852076 h 1849426"/>
                <a:gd name="connsiteX1065" fmla="*/ 3196327 w 6386648"/>
                <a:gd name="connsiteY1065" fmla="*/ 846068 h 1849426"/>
                <a:gd name="connsiteX1066" fmla="*/ 3214352 w 6386648"/>
                <a:gd name="connsiteY1066" fmla="*/ 864092 h 1849426"/>
                <a:gd name="connsiteX1067" fmla="*/ 3196327 w 6386648"/>
                <a:gd name="connsiteY1067" fmla="*/ 882117 h 1849426"/>
                <a:gd name="connsiteX1068" fmla="*/ 3178302 w 6386648"/>
                <a:gd name="connsiteY1068" fmla="*/ 864092 h 1849426"/>
                <a:gd name="connsiteX1069" fmla="*/ 3196327 w 6386648"/>
                <a:gd name="connsiteY1069" fmla="*/ 846068 h 1849426"/>
                <a:gd name="connsiteX1070" fmla="*/ 6218419 w 6386648"/>
                <a:gd name="connsiteY1070" fmla="*/ 840059 h 1849426"/>
                <a:gd name="connsiteX1071" fmla="*/ 6236444 w 6386648"/>
                <a:gd name="connsiteY1071" fmla="*/ 858083 h 1849426"/>
                <a:gd name="connsiteX1072" fmla="*/ 6218419 w 6386648"/>
                <a:gd name="connsiteY1072" fmla="*/ 876108 h 1849426"/>
                <a:gd name="connsiteX1073" fmla="*/ 6200395 w 6386648"/>
                <a:gd name="connsiteY1073" fmla="*/ 858083 h 1849426"/>
                <a:gd name="connsiteX1074" fmla="*/ 6218419 w 6386648"/>
                <a:gd name="connsiteY1074" fmla="*/ 840059 h 1849426"/>
                <a:gd name="connsiteX1075" fmla="*/ 5978094 w 6386648"/>
                <a:gd name="connsiteY1075" fmla="*/ 834051 h 1849426"/>
                <a:gd name="connsiteX1076" fmla="*/ 5996119 w 6386648"/>
                <a:gd name="connsiteY1076" fmla="*/ 852075 h 1849426"/>
                <a:gd name="connsiteX1077" fmla="*/ 5978094 w 6386648"/>
                <a:gd name="connsiteY1077" fmla="*/ 870100 h 1849426"/>
                <a:gd name="connsiteX1078" fmla="*/ 5960070 w 6386648"/>
                <a:gd name="connsiteY1078" fmla="*/ 852075 h 1849426"/>
                <a:gd name="connsiteX1079" fmla="*/ 5978094 w 6386648"/>
                <a:gd name="connsiteY1079" fmla="*/ 834051 h 1849426"/>
                <a:gd name="connsiteX1080" fmla="*/ 2198977 w 6386648"/>
                <a:gd name="connsiteY1080" fmla="*/ 834051 h 1849426"/>
                <a:gd name="connsiteX1081" fmla="*/ 2217002 w 6386648"/>
                <a:gd name="connsiteY1081" fmla="*/ 852075 h 1849426"/>
                <a:gd name="connsiteX1082" fmla="*/ 2198977 w 6386648"/>
                <a:gd name="connsiteY1082" fmla="*/ 870100 h 1849426"/>
                <a:gd name="connsiteX1083" fmla="*/ 2180953 w 6386648"/>
                <a:gd name="connsiteY1083" fmla="*/ 852075 h 1849426"/>
                <a:gd name="connsiteX1084" fmla="*/ 2198977 w 6386648"/>
                <a:gd name="connsiteY1084" fmla="*/ 834051 h 1849426"/>
                <a:gd name="connsiteX1085" fmla="*/ 1622196 w 6386648"/>
                <a:gd name="connsiteY1085" fmla="*/ 834051 h 1849426"/>
                <a:gd name="connsiteX1086" fmla="*/ 1640221 w 6386648"/>
                <a:gd name="connsiteY1086" fmla="*/ 852075 h 1849426"/>
                <a:gd name="connsiteX1087" fmla="*/ 1622196 w 6386648"/>
                <a:gd name="connsiteY1087" fmla="*/ 870100 h 1849426"/>
                <a:gd name="connsiteX1088" fmla="*/ 1604172 w 6386648"/>
                <a:gd name="connsiteY1088" fmla="*/ 852075 h 1849426"/>
                <a:gd name="connsiteX1089" fmla="*/ 1622196 w 6386648"/>
                <a:gd name="connsiteY1089" fmla="*/ 834051 h 1849426"/>
                <a:gd name="connsiteX1090" fmla="*/ 1201626 w 6386648"/>
                <a:gd name="connsiteY1090" fmla="*/ 834051 h 1849426"/>
                <a:gd name="connsiteX1091" fmla="*/ 1219651 w 6386648"/>
                <a:gd name="connsiteY1091" fmla="*/ 852075 h 1849426"/>
                <a:gd name="connsiteX1092" fmla="*/ 1201626 w 6386648"/>
                <a:gd name="connsiteY1092" fmla="*/ 870100 h 1849426"/>
                <a:gd name="connsiteX1093" fmla="*/ 1183602 w 6386648"/>
                <a:gd name="connsiteY1093" fmla="*/ 852075 h 1849426"/>
                <a:gd name="connsiteX1094" fmla="*/ 1201626 w 6386648"/>
                <a:gd name="connsiteY1094" fmla="*/ 834051 h 1849426"/>
                <a:gd name="connsiteX1095" fmla="*/ 2469343 w 6386648"/>
                <a:gd name="connsiteY1095" fmla="*/ 828043 h 1849426"/>
                <a:gd name="connsiteX1096" fmla="*/ 2487368 w 6386648"/>
                <a:gd name="connsiteY1096" fmla="*/ 846068 h 1849426"/>
                <a:gd name="connsiteX1097" fmla="*/ 2469343 w 6386648"/>
                <a:gd name="connsiteY1097" fmla="*/ 864092 h 1849426"/>
                <a:gd name="connsiteX1098" fmla="*/ 2451319 w 6386648"/>
                <a:gd name="connsiteY1098" fmla="*/ 846068 h 1849426"/>
                <a:gd name="connsiteX1099" fmla="*/ 2469343 w 6386648"/>
                <a:gd name="connsiteY1099" fmla="*/ 828043 h 1849426"/>
                <a:gd name="connsiteX1100" fmla="*/ 3448669 w 6386648"/>
                <a:gd name="connsiteY1100" fmla="*/ 822035 h 1849426"/>
                <a:gd name="connsiteX1101" fmla="*/ 3466694 w 6386648"/>
                <a:gd name="connsiteY1101" fmla="*/ 840059 h 1849426"/>
                <a:gd name="connsiteX1102" fmla="*/ 3448669 w 6386648"/>
                <a:gd name="connsiteY1102" fmla="*/ 858084 h 1849426"/>
                <a:gd name="connsiteX1103" fmla="*/ 3430645 w 6386648"/>
                <a:gd name="connsiteY1103" fmla="*/ 840059 h 1849426"/>
                <a:gd name="connsiteX1104" fmla="*/ 3448669 w 6386648"/>
                <a:gd name="connsiteY1104" fmla="*/ 822035 h 1849426"/>
                <a:gd name="connsiteX1105" fmla="*/ 1874537 w 6386648"/>
                <a:gd name="connsiteY1105" fmla="*/ 822035 h 1849426"/>
                <a:gd name="connsiteX1106" fmla="*/ 1892562 w 6386648"/>
                <a:gd name="connsiteY1106" fmla="*/ 840059 h 1849426"/>
                <a:gd name="connsiteX1107" fmla="*/ 1874537 w 6386648"/>
                <a:gd name="connsiteY1107" fmla="*/ 858084 h 1849426"/>
                <a:gd name="connsiteX1108" fmla="*/ 1856513 w 6386648"/>
                <a:gd name="connsiteY1108" fmla="*/ 840059 h 1849426"/>
                <a:gd name="connsiteX1109" fmla="*/ 1874537 w 6386648"/>
                <a:gd name="connsiteY1109" fmla="*/ 822035 h 1849426"/>
                <a:gd name="connsiteX1110" fmla="*/ 2823823 w 6386648"/>
                <a:gd name="connsiteY1110" fmla="*/ 816027 h 1849426"/>
                <a:gd name="connsiteX1111" fmla="*/ 2841848 w 6386648"/>
                <a:gd name="connsiteY1111" fmla="*/ 834051 h 1849426"/>
                <a:gd name="connsiteX1112" fmla="*/ 2823823 w 6386648"/>
                <a:gd name="connsiteY1112" fmla="*/ 852076 h 1849426"/>
                <a:gd name="connsiteX1113" fmla="*/ 2805799 w 6386648"/>
                <a:gd name="connsiteY1113" fmla="*/ 834051 h 1849426"/>
                <a:gd name="connsiteX1114" fmla="*/ 2823823 w 6386648"/>
                <a:gd name="connsiteY1114" fmla="*/ 816027 h 1849426"/>
                <a:gd name="connsiteX1115" fmla="*/ 2595514 w 6386648"/>
                <a:gd name="connsiteY1115" fmla="*/ 816027 h 1849426"/>
                <a:gd name="connsiteX1116" fmla="*/ 2613539 w 6386648"/>
                <a:gd name="connsiteY1116" fmla="*/ 834051 h 1849426"/>
                <a:gd name="connsiteX1117" fmla="*/ 2595514 w 6386648"/>
                <a:gd name="connsiteY1117" fmla="*/ 852076 h 1849426"/>
                <a:gd name="connsiteX1118" fmla="*/ 2577489 w 6386648"/>
                <a:gd name="connsiteY1118" fmla="*/ 834051 h 1849426"/>
                <a:gd name="connsiteX1119" fmla="*/ 2595514 w 6386648"/>
                <a:gd name="connsiteY1119" fmla="*/ 816027 h 1849426"/>
                <a:gd name="connsiteX1120" fmla="*/ 2307124 w 6386648"/>
                <a:gd name="connsiteY1120" fmla="*/ 816027 h 1849426"/>
                <a:gd name="connsiteX1121" fmla="*/ 2325148 w 6386648"/>
                <a:gd name="connsiteY1121" fmla="*/ 834051 h 1849426"/>
                <a:gd name="connsiteX1122" fmla="*/ 2307124 w 6386648"/>
                <a:gd name="connsiteY1122" fmla="*/ 852076 h 1849426"/>
                <a:gd name="connsiteX1123" fmla="*/ 2289099 w 6386648"/>
                <a:gd name="connsiteY1123" fmla="*/ 834051 h 1849426"/>
                <a:gd name="connsiteX1124" fmla="*/ 2307124 w 6386648"/>
                <a:gd name="connsiteY1124" fmla="*/ 816027 h 1849426"/>
                <a:gd name="connsiteX1125" fmla="*/ 606821 w 6386648"/>
                <a:gd name="connsiteY1125" fmla="*/ 816027 h 1849426"/>
                <a:gd name="connsiteX1126" fmla="*/ 624846 w 6386648"/>
                <a:gd name="connsiteY1126" fmla="*/ 834051 h 1849426"/>
                <a:gd name="connsiteX1127" fmla="*/ 606821 w 6386648"/>
                <a:gd name="connsiteY1127" fmla="*/ 852076 h 1849426"/>
                <a:gd name="connsiteX1128" fmla="*/ 588797 w 6386648"/>
                <a:gd name="connsiteY1128" fmla="*/ 834051 h 1849426"/>
                <a:gd name="connsiteX1129" fmla="*/ 606821 w 6386648"/>
                <a:gd name="connsiteY1129" fmla="*/ 816027 h 1849426"/>
                <a:gd name="connsiteX1130" fmla="*/ 3292457 w 6386648"/>
                <a:gd name="connsiteY1130" fmla="*/ 791994 h 1849426"/>
                <a:gd name="connsiteX1131" fmla="*/ 3310482 w 6386648"/>
                <a:gd name="connsiteY1131" fmla="*/ 810018 h 1849426"/>
                <a:gd name="connsiteX1132" fmla="*/ 3292457 w 6386648"/>
                <a:gd name="connsiteY1132" fmla="*/ 828043 h 1849426"/>
                <a:gd name="connsiteX1133" fmla="*/ 3274433 w 6386648"/>
                <a:gd name="connsiteY1133" fmla="*/ 810018 h 1849426"/>
                <a:gd name="connsiteX1134" fmla="*/ 3292457 w 6386648"/>
                <a:gd name="connsiteY1134" fmla="*/ 791994 h 1849426"/>
                <a:gd name="connsiteX1135" fmla="*/ 859163 w 6386648"/>
                <a:gd name="connsiteY1135" fmla="*/ 791994 h 1849426"/>
                <a:gd name="connsiteX1136" fmla="*/ 877188 w 6386648"/>
                <a:gd name="connsiteY1136" fmla="*/ 810018 h 1849426"/>
                <a:gd name="connsiteX1137" fmla="*/ 859163 w 6386648"/>
                <a:gd name="connsiteY1137" fmla="*/ 828043 h 1849426"/>
                <a:gd name="connsiteX1138" fmla="*/ 841139 w 6386648"/>
                <a:gd name="connsiteY1138" fmla="*/ 810018 h 1849426"/>
                <a:gd name="connsiteX1139" fmla="*/ 859163 w 6386648"/>
                <a:gd name="connsiteY1139" fmla="*/ 791994 h 1849426"/>
                <a:gd name="connsiteX1140" fmla="*/ 1297756 w 6386648"/>
                <a:gd name="connsiteY1140" fmla="*/ 785986 h 1849426"/>
                <a:gd name="connsiteX1141" fmla="*/ 1315781 w 6386648"/>
                <a:gd name="connsiteY1141" fmla="*/ 804010 h 1849426"/>
                <a:gd name="connsiteX1142" fmla="*/ 1297756 w 6386648"/>
                <a:gd name="connsiteY1142" fmla="*/ 822035 h 1849426"/>
                <a:gd name="connsiteX1143" fmla="*/ 1279732 w 6386648"/>
                <a:gd name="connsiteY1143" fmla="*/ 804010 h 1849426"/>
                <a:gd name="connsiteX1144" fmla="*/ 1297756 w 6386648"/>
                <a:gd name="connsiteY1144" fmla="*/ 785986 h 1849426"/>
                <a:gd name="connsiteX1145" fmla="*/ 324438 w 6386648"/>
                <a:gd name="connsiteY1145" fmla="*/ 785986 h 1849426"/>
                <a:gd name="connsiteX1146" fmla="*/ 342463 w 6386648"/>
                <a:gd name="connsiteY1146" fmla="*/ 804010 h 1849426"/>
                <a:gd name="connsiteX1147" fmla="*/ 324438 w 6386648"/>
                <a:gd name="connsiteY1147" fmla="*/ 822035 h 1849426"/>
                <a:gd name="connsiteX1148" fmla="*/ 306414 w 6386648"/>
                <a:gd name="connsiteY1148" fmla="*/ 804010 h 1849426"/>
                <a:gd name="connsiteX1149" fmla="*/ 324438 w 6386648"/>
                <a:gd name="connsiteY1149" fmla="*/ 785986 h 1849426"/>
                <a:gd name="connsiteX1150" fmla="*/ 3755084 w 6386648"/>
                <a:gd name="connsiteY1150" fmla="*/ 779978 h 1849426"/>
                <a:gd name="connsiteX1151" fmla="*/ 3773109 w 6386648"/>
                <a:gd name="connsiteY1151" fmla="*/ 798002 h 1849426"/>
                <a:gd name="connsiteX1152" fmla="*/ 3755084 w 6386648"/>
                <a:gd name="connsiteY1152" fmla="*/ 816027 h 1849426"/>
                <a:gd name="connsiteX1153" fmla="*/ 3737060 w 6386648"/>
                <a:gd name="connsiteY1153" fmla="*/ 798002 h 1849426"/>
                <a:gd name="connsiteX1154" fmla="*/ 3755084 w 6386648"/>
                <a:gd name="connsiteY1154" fmla="*/ 779978 h 1849426"/>
                <a:gd name="connsiteX1155" fmla="*/ 1496026 w 6386648"/>
                <a:gd name="connsiteY1155" fmla="*/ 779978 h 1849426"/>
                <a:gd name="connsiteX1156" fmla="*/ 1514050 w 6386648"/>
                <a:gd name="connsiteY1156" fmla="*/ 798002 h 1849426"/>
                <a:gd name="connsiteX1157" fmla="*/ 1496026 w 6386648"/>
                <a:gd name="connsiteY1157" fmla="*/ 816027 h 1849426"/>
                <a:gd name="connsiteX1158" fmla="*/ 1478001 w 6386648"/>
                <a:gd name="connsiteY1158" fmla="*/ 798002 h 1849426"/>
                <a:gd name="connsiteX1159" fmla="*/ 1496026 w 6386648"/>
                <a:gd name="connsiteY1159" fmla="*/ 779978 h 1849426"/>
                <a:gd name="connsiteX1160" fmla="*/ 3622905 w 6386648"/>
                <a:gd name="connsiteY1160" fmla="*/ 767962 h 1849426"/>
                <a:gd name="connsiteX1161" fmla="*/ 3640930 w 6386648"/>
                <a:gd name="connsiteY1161" fmla="*/ 785987 h 1849426"/>
                <a:gd name="connsiteX1162" fmla="*/ 3622905 w 6386648"/>
                <a:gd name="connsiteY1162" fmla="*/ 804011 h 1849426"/>
                <a:gd name="connsiteX1163" fmla="*/ 3604881 w 6386648"/>
                <a:gd name="connsiteY1163" fmla="*/ 785987 h 1849426"/>
                <a:gd name="connsiteX1164" fmla="*/ 3622905 w 6386648"/>
                <a:gd name="connsiteY1164" fmla="*/ 767962 h 1849426"/>
                <a:gd name="connsiteX1165" fmla="*/ 3112213 w 6386648"/>
                <a:gd name="connsiteY1165" fmla="*/ 767962 h 1849426"/>
                <a:gd name="connsiteX1166" fmla="*/ 3130238 w 6386648"/>
                <a:gd name="connsiteY1166" fmla="*/ 785987 h 1849426"/>
                <a:gd name="connsiteX1167" fmla="*/ 3112213 w 6386648"/>
                <a:gd name="connsiteY1167" fmla="*/ 804011 h 1849426"/>
                <a:gd name="connsiteX1168" fmla="*/ 3094189 w 6386648"/>
                <a:gd name="connsiteY1168" fmla="*/ 785987 h 1849426"/>
                <a:gd name="connsiteX1169" fmla="*/ 3112213 w 6386648"/>
                <a:gd name="connsiteY1169" fmla="*/ 767962 h 1849426"/>
                <a:gd name="connsiteX1170" fmla="*/ 714968 w 6386648"/>
                <a:gd name="connsiteY1170" fmla="*/ 767962 h 1849426"/>
                <a:gd name="connsiteX1171" fmla="*/ 732992 w 6386648"/>
                <a:gd name="connsiteY1171" fmla="*/ 785987 h 1849426"/>
                <a:gd name="connsiteX1172" fmla="*/ 714968 w 6386648"/>
                <a:gd name="connsiteY1172" fmla="*/ 804011 h 1849426"/>
                <a:gd name="connsiteX1173" fmla="*/ 696943 w 6386648"/>
                <a:gd name="connsiteY1173" fmla="*/ 785987 h 1849426"/>
                <a:gd name="connsiteX1174" fmla="*/ 714968 w 6386648"/>
                <a:gd name="connsiteY1174" fmla="*/ 767962 h 1849426"/>
                <a:gd name="connsiteX1175" fmla="*/ 2986042 w 6386648"/>
                <a:gd name="connsiteY1175" fmla="*/ 761954 h 1849426"/>
                <a:gd name="connsiteX1176" fmla="*/ 3004067 w 6386648"/>
                <a:gd name="connsiteY1176" fmla="*/ 779978 h 1849426"/>
                <a:gd name="connsiteX1177" fmla="*/ 2986042 w 6386648"/>
                <a:gd name="connsiteY1177" fmla="*/ 798003 h 1849426"/>
                <a:gd name="connsiteX1178" fmla="*/ 2968017 w 6386648"/>
                <a:gd name="connsiteY1178" fmla="*/ 779978 h 1849426"/>
                <a:gd name="connsiteX1179" fmla="*/ 2986042 w 6386648"/>
                <a:gd name="connsiteY1179" fmla="*/ 761954 h 1849426"/>
                <a:gd name="connsiteX1180" fmla="*/ 1736351 w 6386648"/>
                <a:gd name="connsiteY1180" fmla="*/ 761954 h 1849426"/>
                <a:gd name="connsiteX1181" fmla="*/ 1754375 w 6386648"/>
                <a:gd name="connsiteY1181" fmla="*/ 779978 h 1849426"/>
                <a:gd name="connsiteX1182" fmla="*/ 1736351 w 6386648"/>
                <a:gd name="connsiteY1182" fmla="*/ 798003 h 1849426"/>
                <a:gd name="connsiteX1183" fmla="*/ 1718326 w 6386648"/>
                <a:gd name="connsiteY1183" fmla="*/ 779978 h 1849426"/>
                <a:gd name="connsiteX1184" fmla="*/ 1736351 w 6386648"/>
                <a:gd name="connsiteY1184" fmla="*/ 761954 h 1849426"/>
                <a:gd name="connsiteX1185" fmla="*/ 5863939 w 6386648"/>
                <a:gd name="connsiteY1185" fmla="*/ 755946 h 1849426"/>
                <a:gd name="connsiteX1186" fmla="*/ 5881964 w 6386648"/>
                <a:gd name="connsiteY1186" fmla="*/ 773970 h 1849426"/>
                <a:gd name="connsiteX1187" fmla="*/ 5863939 w 6386648"/>
                <a:gd name="connsiteY1187" fmla="*/ 791995 h 1849426"/>
                <a:gd name="connsiteX1188" fmla="*/ 5845915 w 6386648"/>
                <a:gd name="connsiteY1188" fmla="*/ 773970 h 1849426"/>
                <a:gd name="connsiteX1189" fmla="*/ 5863939 w 6386648"/>
                <a:gd name="connsiteY1189" fmla="*/ 755946 h 1849426"/>
                <a:gd name="connsiteX1190" fmla="*/ 2685636 w 6386648"/>
                <a:gd name="connsiteY1190" fmla="*/ 755946 h 1849426"/>
                <a:gd name="connsiteX1191" fmla="*/ 2703661 w 6386648"/>
                <a:gd name="connsiteY1191" fmla="*/ 773970 h 1849426"/>
                <a:gd name="connsiteX1192" fmla="*/ 2685636 w 6386648"/>
                <a:gd name="connsiteY1192" fmla="*/ 791995 h 1849426"/>
                <a:gd name="connsiteX1193" fmla="*/ 2667611 w 6386648"/>
                <a:gd name="connsiteY1193" fmla="*/ 773970 h 1849426"/>
                <a:gd name="connsiteX1194" fmla="*/ 2685636 w 6386648"/>
                <a:gd name="connsiteY1194" fmla="*/ 755946 h 1849426"/>
                <a:gd name="connsiteX1195" fmla="*/ 1069447 w 6386648"/>
                <a:gd name="connsiteY1195" fmla="*/ 755946 h 1849426"/>
                <a:gd name="connsiteX1196" fmla="*/ 1087472 w 6386648"/>
                <a:gd name="connsiteY1196" fmla="*/ 773970 h 1849426"/>
                <a:gd name="connsiteX1197" fmla="*/ 1069447 w 6386648"/>
                <a:gd name="connsiteY1197" fmla="*/ 791995 h 1849426"/>
                <a:gd name="connsiteX1198" fmla="*/ 1051423 w 6386648"/>
                <a:gd name="connsiteY1198" fmla="*/ 773970 h 1849426"/>
                <a:gd name="connsiteX1199" fmla="*/ 1069447 w 6386648"/>
                <a:gd name="connsiteY1199" fmla="*/ 755946 h 1849426"/>
                <a:gd name="connsiteX1200" fmla="*/ 3935328 w 6386648"/>
                <a:gd name="connsiteY1200" fmla="*/ 749937 h 1849426"/>
                <a:gd name="connsiteX1201" fmla="*/ 3953353 w 6386648"/>
                <a:gd name="connsiteY1201" fmla="*/ 767961 h 1849426"/>
                <a:gd name="connsiteX1202" fmla="*/ 3935328 w 6386648"/>
                <a:gd name="connsiteY1202" fmla="*/ 785986 h 1849426"/>
                <a:gd name="connsiteX1203" fmla="*/ 3917304 w 6386648"/>
                <a:gd name="connsiteY1203" fmla="*/ 767961 h 1849426"/>
                <a:gd name="connsiteX1204" fmla="*/ 3935328 w 6386648"/>
                <a:gd name="connsiteY1204" fmla="*/ 749937 h 1849426"/>
                <a:gd name="connsiteX1205" fmla="*/ 2114863 w 6386648"/>
                <a:gd name="connsiteY1205" fmla="*/ 749937 h 1849426"/>
                <a:gd name="connsiteX1206" fmla="*/ 2132888 w 6386648"/>
                <a:gd name="connsiteY1206" fmla="*/ 767961 h 1849426"/>
                <a:gd name="connsiteX1207" fmla="*/ 2114863 w 6386648"/>
                <a:gd name="connsiteY1207" fmla="*/ 785986 h 1849426"/>
                <a:gd name="connsiteX1208" fmla="*/ 2096839 w 6386648"/>
                <a:gd name="connsiteY1208" fmla="*/ 767961 h 1849426"/>
                <a:gd name="connsiteX1209" fmla="*/ 2114863 w 6386648"/>
                <a:gd name="connsiteY1209" fmla="*/ 749937 h 1849426"/>
                <a:gd name="connsiteX1210" fmla="*/ 2006717 w 6386648"/>
                <a:gd name="connsiteY1210" fmla="*/ 749937 h 1849426"/>
                <a:gd name="connsiteX1211" fmla="*/ 2024741 w 6386648"/>
                <a:gd name="connsiteY1211" fmla="*/ 767961 h 1849426"/>
                <a:gd name="connsiteX1212" fmla="*/ 2006717 w 6386648"/>
                <a:gd name="connsiteY1212" fmla="*/ 785986 h 1849426"/>
                <a:gd name="connsiteX1213" fmla="*/ 1988692 w 6386648"/>
                <a:gd name="connsiteY1213" fmla="*/ 767961 h 1849426"/>
                <a:gd name="connsiteX1214" fmla="*/ 2006717 w 6386648"/>
                <a:gd name="connsiteY1214" fmla="*/ 749937 h 1849426"/>
                <a:gd name="connsiteX1215" fmla="*/ 6116281 w 6386648"/>
                <a:gd name="connsiteY1215" fmla="*/ 737921 h 1849426"/>
                <a:gd name="connsiteX1216" fmla="*/ 6134306 w 6386648"/>
                <a:gd name="connsiteY1216" fmla="*/ 755946 h 1849426"/>
                <a:gd name="connsiteX1217" fmla="*/ 6116281 w 6386648"/>
                <a:gd name="connsiteY1217" fmla="*/ 773970 h 1849426"/>
                <a:gd name="connsiteX1218" fmla="*/ 6098257 w 6386648"/>
                <a:gd name="connsiteY1218" fmla="*/ 755946 h 1849426"/>
                <a:gd name="connsiteX1219" fmla="*/ 6116281 w 6386648"/>
                <a:gd name="connsiteY1219" fmla="*/ 737921 h 1849426"/>
                <a:gd name="connsiteX1220" fmla="*/ 2397246 w 6386648"/>
                <a:gd name="connsiteY1220" fmla="*/ 737921 h 1849426"/>
                <a:gd name="connsiteX1221" fmla="*/ 2415270 w 6386648"/>
                <a:gd name="connsiteY1221" fmla="*/ 755946 h 1849426"/>
                <a:gd name="connsiteX1222" fmla="*/ 2397246 w 6386648"/>
                <a:gd name="connsiteY1222" fmla="*/ 773970 h 1849426"/>
                <a:gd name="connsiteX1223" fmla="*/ 2379221 w 6386648"/>
                <a:gd name="connsiteY1223" fmla="*/ 755946 h 1849426"/>
                <a:gd name="connsiteX1224" fmla="*/ 2397246 w 6386648"/>
                <a:gd name="connsiteY1224" fmla="*/ 737921 h 1849426"/>
                <a:gd name="connsiteX1225" fmla="*/ 522707 w 6386648"/>
                <a:gd name="connsiteY1225" fmla="*/ 731913 h 1849426"/>
                <a:gd name="connsiteX1226" fmla="*/ 540732 w 6386648"/>
                <a:gd name="connsiteY1226" fmla="*/ 749937 h 1849426"/>
                <a:gd name="connsiteX1227" fmla="*/ 522707 w 6386648"/>
                <a:gd name="connsiteY1227" fmla="*/ 767962 h 1849426"/>
                <a:gd name="connsiteX1228" fmla="*/ 504683 w 6386648"/>
                <a:gd name="connsiteY1228" fmla="*/ 749937 h 1849426"/>
                <a:gd name="connsiteX1229" fmla="*/ 522707 w 6386648"/>
                <a:gd name="connsiteY1229" fmla="*/ 731913 h 1849426"/>
                <a:gd name="connsiteX1230" fmla="*/ 414561 w 6386648"/>
                <a:gd name="connsiteY1230" fmla="*/ 731913 h 1849426"/>
                <a:gd name="connsiteX1231" fmla="*/ 432586 w 6386648"/>
                <a:gd name="connsiteY1231" fmla="*/ 749937 h 1849426"/>
                <a:gd name="connsiteX1232" fmla="*/ 414561 w 6386648"/>
                <a:gd name="connsiteY1232" fmla="*/ 767962 h 1849426"/>
                <a:gd name="connsiteX1233" fmla="*/ 396537 w 6386648"/>
                <a:gd name="connsiteY1233" fmla="*/ 749937 h 1849426"/>
                <a:gd name="connsiteX1234" fmla="*/ 414561 w 6386648"/>
                <a:gd name="connsiteY1234" fmla="*/ 731913 h 1849426"/>
                <a:gd name="connsiteX1235" fmla="*/ 6236444 w 6386648"/>
                <a:gd name="connsiteY1235" fmla="*/ 725905 h 1849426"/>
                <a:gd name="connsiteX1236" fmla="*/ 6254469 w 6386648"/>
                <a:gd name="connsiteY1236" fmla="*/ 743929 h 1849426"/>
                <a:gd name="connsiteX1237" fmla="*/ 6236444 w 6386648"/>
                <a:gd name="connsiteY1237" fmla="*/ 761954 h 1849426"/>
                <a:gd name="connsiteX1238" fmla="*/ 6218420 w 6386648"/>
                <a:gd name="connsiteY1238" fmla="*/ 743929 h 1849426"/>
                <a:gd name="connsiteX1239" fmla="*/ 6236444 w 6386648"/>
                <a:gd name="connsiteY1239" fmla="*/ 725905 h 1849426"/>
                <a:gd name="connsiteX1240" fmla="*/ 961301 w 6386648"/>
                <a:gd name="connsiteY1240" fmla="*/ 725905 h 1849426"/>
                <a:gd name="connsiteX1241" fmla="*/ 979326 w 6386648"/>
                <a:gd name="connsiteY1241" fmla="*/ 743929 h 1849426"/>
                <a:gd name="connsiteX1242" fmla="*/ 961301 w 6386648"/>
                <a:gd name="connsiteY1242" fmla="*/ 761954 h 1849426"/>
                <a:gd name="connsiteX1243" fmla="*/ 943277 w 6386648"/>
                <a:gd name="connsiteY1243" fmla="*/ 743929 h 1849426"/>
                <a:gd name="connsiteX1244" fmla="*/ 961301 w 6386648"/>
                <a:gd name="connsiteY1244" fmla="*/ 725905 h 1849426"/>
                <a:gd name="connsiteX1245" fmla="*/ 3400604 w 6386648"/>
                <a:gd name="connsiteY1245" fmla="*/ 719897 h 1849426"/>
                <a:gd name="connsiteX1246" fmla="*/ 3418629 w 6386648"/>
                <a:gd name="connsiteY1246" fmla="*/ 737921 h 1849426"/>
                <a:gd name="connsiteX1247" fmla="*/ 3400604 w 6386648"/>
                <a:gd name="connsiteY1247" fmla="*/ 755946 h 1849426"/>
                <a:gd name="connsiteX1248" fmla="*/ 3382580 w 6386648"/>
                <a:gd name="connsiteY1248" fmla="*/ 737921 h 1849426"/>
                <a:gd name="connsiteX1249" fmla="*/ 3400604 w 6386648"/>
                <a:gd name="connsiteY1249" fmla="*/ 719897 h 1849426"/>
                <a:gd name="connsiteX1250" fmla="*/ 6002126 w 6386648"/>
                <a:gd name="connsiteY1250" fmla="*/ 713889 h 1849426"/>
                <a:gd name="connsiteX1251" fmla="*/ 6020151 w 6386648"/>
                <a:gd name="connsiteY1251" fmla="*/ 731913 h 1849426"/>
                <a:gd name="connsiteX1252" fmla="*/ 6002126 w 6386648"/>
                <a:gd name="connsiteY1252" fmla="*/ 749938 h 1849426"/>
                <a:gd name="connsiteX1253" fmla="*/ 5984102 w 6386648"/>
                <a:gd name="connsiteY1253" fmla="*/ 731913 h 1849426"/>
                <a:gd name="connsiteX1254" fmla="*/ 6002126 w 6386648"/>
                <a:gd name="connsiteY1254" fmla="*/ 713889 h 1849426"/>
                <a:gd name="connsiteX1255" fmla="*/ 1610179 w 6386648"/>
                <a:gd name="connsiteY1255" fmla="*/ 713889 h 1849426"/>
                <a:gd name="connsiteX1256" fmla="*/ 1628204 w 6386648"/>
                <a:gd name="connsiteY1256" fmla="*/ 731913 h 1849426"/>
                <a:gd name="connsiteX1257" fmla="*/ 1610179 w 6386648"/>
                <a:gd name="connsiteY1257" fmla="*/ 749938 h 1849426"/>
                <a:gd name="connsiteX1258" fmla="*/ 1592155 w 6386648"/>
                <a:gd name="connsiteY1258" fmla="*/ 731913 h 1849426"/>
                <a:gd name="connsiteX1259" fmla="*/ 1610179 w 6386648"/>
                <a:gd name="connsiteY1259" fmla="*/ 713889 h 1849426"/>
                <a:gd name="connsiteX1260" fmla="*/ 3520767 w 6386648"/>
                <a:gd name="connsiteY1260" fmla="*/ 707881 h 1849426"/>
                <a:gd name="connsiteX1261" fmla="*/ 3538792 w 6386648"/>
                <a:gd name="connsiteY1261" fmla="*/ 725906 h 1849426"/>
                <a:gd name="connsiteX1262" fmla="*/ 3520767 w 6386648"/>
                <a:gd name="connsiteY1262" fmla="*/ 743930 h 1849426"/>
                <a:gd name="connsiteX1263" fmla="*/ 3502743 w 6386648"/>
                <a:gd name="connsiteY1263" fmla="*/ 725906 h 1849426"/>
                <a:gd name="connsiteX1264" fmla="*/ 3520767 w 6386648"/>
                <a:gd name="connsiteY1264" fmla="*/ 707881 h 1849426"/>
                <a:gd name="connsiteX1265" fmla="*/ 2895920 w 6386648"/>
                <a:gd name="connsiteY1265" fmla="*/ 701872 h 1849426"/>
                <a:gd name="connsiteX1266" fmla="*/ 2913945 w 6386648"/>
                <a:gd name="connsiteY1266" fmla="*/ 719896 h 1849426"/>
                <a:gd name="connsiteX1267" fmla="*/ 2895920 w 6386648"/>
                <a:gd name="connsiteY1267" fmla="*/ 737921 h 1849426"/>
                <a:gd name="connsiteX1268" fmla="*/ 2877895 w 6386648"/>
                <a:gd name="connsiteY1268" fmla="*/ 719896 h 1849426"/>
                <a:gd name="connsiteX1269" fmla="*/ 2895920 w 6386648"/>
                <a:gd name="connsiteY1269" fmla="*/ 701872 h 1849426"/>
                <a:gd name="connsiteX1270" fmla="*/ 2547449 w 6386648"/>
                <a:gd name="connsiteY1270" fmla="*/ 701872 h 1849426"/>
                <a:gd name="connsiteX1271" fmla="*/ 2565474 w 6386648"/>
                <a:gd name="connsiteY1271" fmla="*/ 719896 h 1849426"/>
                <a:gd name="connsiteX1272" fmla="*/ 2547449 w 6386648"/>
                <a:gd name="connsiteY1272" fmla="*/ 737921 h 1849426"/>
                <a:gd name="connsiteX1273" fmla="*/ 2529425 w 6386648"/>
                <a:gd name="connsiteY1273" fmla="*/ 719896 h 1849426"/>
                <a:gd name="connsiteX1274" fmla="*/ 2547449 w 6386648"/>
                <a:gd name="connsiteY1274" fmla="*/ 701872 h 1849426"/>
                <a:gd name="connsiteX1275" fmla="*/ 2241034 w 6386648"/>
                <a:gd name="connsiteY1275" fmla="*/ 701872 h 1849426"/>
                <a:gd name="connsiteX1276" fmla="*/ 2259059 w 6386648"/>
                <a:gd name="connsiteY1276" fmla="*/ 719896 h 1849426"/>
                <a:gd name="connsiteX1277" fmla="*/ 2241034 w 6386648"/>
                <a:gd name="connsiteY1277" fmla="*/ 737921 h 1849426"/>
                <a:gd name="connsiteX1278" fmla="*/ 2223010 w 6386648"/>
                <a:gd name="connsiteY1278" fmla="*/ 719896 h 1849426"/>
                <a:gd name="connsiteX1279" fmla="*/ 2241034 w 6386648"/>
                <a:gd name="connsiteY1279" fmla="*/ 701872 h 1849426"/>
                <a:gd name="connsiteX1280" fmla="*/ 1411911 w 6386648"/>
                <a:gd name="connsiteY1280" fmla="*/ 701872 h 1849426"/>
                <a:gd name="connsiteX1281" fmla="*/ 1429936 w 6386648"/>
                <a:gd name="connsiteY1281" fmla="*/ 719896 h 1849426"/>
                <a:gd name="connsiteX1282" fmla="*/ 1411911 w 6386648"/>
                <a:gd name="connsiteY1282" fmla="*/ 737921 h 1849426"/>
                <a:gd name="connsiteX1283" fmla="*/ 1393887 w 6386648"/>
                <a:gd name="connsiteY1283" fmla="*/ 719896 h 1849426"/>
                <a:gd name="connsiteX1284" fmla="*/ 1411911 w 6386648"/>
                <a:gd name="connsiteY1284" fmla="*/ 701872 h 1849426"/>
                <a:gd name="connsiteX1285" fmla="*/ 1165578 w 6386648"/>
                <a:gd name="connsiteY1285" fmla="*/ 701872 h 1849426"/>
                <a:gd name="connsiteX1286" fmla="*/ 1183602 w 6386648"/>
                <a:gd name="connsiteY1286" fmla="*/ 719896 h 1849426"/>
                <a:gd name="connsiteX1287" fmla="*/ 1165578 w 6386648"/>
                <a:gd name="connsiteY1287" fmla="*/ 737921 h 1849426"/>
                <a:gd name="connsiteX1288" fmla="*/ 1147553 w 6386648"/>
                <a:gd name="connsiteY1288" fmla="*/ 719896 h 1849426"/>
                <a:gd name="connsiteX1289" fmla="*/ 1165578 w 6386648"/>
                <a:gd name="connsiteY1289" fmla="*/ 701872 h 1849426"/>
                <a:gd name="connsiteX1290" fmla="*/ 168227 w 6386648"/>
                <a:gd name="connsiteY1290" fmla="*/ 701872 h 1849426"/>
                <a:gd name="connsiteX1291" fmla="*/ 186252 w 6386648"/>
                <a:gd name="connsiteY1291" fmla="*/ 719896 h 1849426"/>
                <a:gd name="connsiteX1292" fmla="*/ 168227 w 6386648"/>
                <a:gd name="connsiteY1292" fmla="*/ 737921 h 1849426"/>
                <a:gd name="connsiteX1293" fmla="*/ 150203 w 6386648"/>
                <a:gd name="connsiteY1293" fmla="*/ 719896 h 1849426"/>
                <a:gd name="connsiteX1294" fmla="*/ 168227 w 6386648"/>
                <a:gd name="connsiteY1294" fmla="*/ 701872 h 1849426"/>
                <a:gd name="connsiteX1295" fmla="*/ 1910586 w 6386648"/>
                <a:gd name="connsiteY1295" fmla="*/ 695864 h 1849426"/>
                <a:gd name="connsiteX1296" fmla="*/ 1928611 w 6386648"/>
                <a:gd name="connsiteY1296" fmla="*/ 713888 h 1849426"/>
                <a:gd name="connsiteX1297" fmla="*/ 1910586 w 6386648"/>
                <a:gd name="connsiteY1297" fmla="*/ 731913 h 1849426"/>
                <a:gd name="connsiteX1298" fmla="*/ 1892562 w 6386648"/>
                <a:gd name="connsiteY1298" fmla="*/ 713888 h 1849426"/>
                <a:gd name="connsiteX1299" fmla="*/ 1910586 w 6386648"/>
                <a:gd name="connsiteY1299" fmla="*/ 695864 h 1849426"/>
                <a:gd name="connsiteX1300" fmla="*/ 3833190 w 6386648"/>
                <a:gd name="connsiteY1300" fmla="*/ 689856 h 1849426"/>
                <a:gd name="connsiteX1301" fmla="*/ 3851215 w 6386648"/>
                <a:gd name="connsiteY1301" fmla="*/ 707880 h 1849426"/>
                <a:gd name="connsiteX1302" fmla="*/ 3833190 w 6386648"/>
                <a:gd name="connsiteY1302" fmla="*/ 725905 h 1849426"/>
                <a:gd name="connsiteX1303" fmla="*/ 3815166 w 6386648"/>
                <a:gd name="connsiteY1303" fmla="*/ 707880 h 1849426"/>
                <a:gd name="connsiteX1304" fmla="*/ 3833190 w 6386648"/>
                <a:gd name="connsiteY1304" fmla="*/ 689856 h 1849426"/>
                <a:gd name="connsiteX1305" fmla="*/ 2787774 w 6386648"/>
                <a:gd name="connsiteY1305" fmla="*/ 689856 h 1849426"/>
                <a:gd name="connsiteX1306" fmla="*/ 2805799 w 6386648"/>
                <a:gd name="connsiteY1306" fmla="*/ 707880 h 1849426"/>
                <a:gd name="connsiteX1307" fmla="*/ 2787774 w 6386648"/>
                <a:gd name="connsiteY1307" fmla="*/ 725905 h 1849426"/>
                <a:gd name="connsiteX1308" fmla="*/ 2769750 w 6386648"/>
                <a:gd name="connsiteY1308" fmla="*/ 707880 h 1849426"/>
                <a:gd name="connsiteX1309" fmla="*/ 2787774 w 6386648"/>
                <a:gd name="connsiteY1309" fmla="*/ 689856 h 1849426"/>
                <a:gd name="connsiteX1310" fmla="*/ 5737768 w 6386648"/>
                <a:gd name="connsiteY1310" fmla="*/ 677840 h 1849426"/>
                <a:gd name="connsiteX1311" fmla="*/ 5755793 w 6386648"/>
                <a:gd name="connsiteY1311" fmla="*/ 695865 h 1849426"/>
                <a:gd name="connsiteX1312" fmla="*/ 5737768 w 6386648"/>
                <a:gd name="connsiteY1312" fmla="*/ 713889 h 1849426"/>
                <a:gd name="connsiteX1313" fmla="*/ 5719744 w 6386648"/>
                <a:gd name="connsiteY1313" fmla="*/ 695865 h 1849426"/>
                <a:gd name="connsiteX1314" fmla="*/ 5737768 w 6386648"/>
                <a:gd name="connsiteY1314" fmla="*/ 677840 h 1849426"/>
                <a:gd name="connsiteX1315" fmla="*/ 781057 w 6386648"/>
                <a:gd name="connsiteY1315" fmla="*/ 677840 h 1849426"/>
                <a:gd name="connsiteX1316" fmla="*/ 799082 w 6386648"/>
                <a:gd name="connsiteY1316" fmla="*/ 695865 h 1849426"/>
                <a:gd name="connsiteX1317" fmla="*/ 781057 w 6386648"/>
                <a:gd name="connsiteY1317" fmla="*/ 713889 h 1849426"/>
                <a:gd name="connsiteX1318" fmla="*/ 763033 w 6386648"/>
                <a:gd name="connsiteY1318" fmla="*/ 695865 h 1849426"/>
                <a:gd name="connsiteX1319" fmla="*/ 781057 w 6386648"/>
                <a:gd name="connsiteY1319" fmla="*/ 677840 h 1849426"/>
                <a:gd name="connsiteX1320" fmla="*/ 276373 w 6386648"/>
                <a:gd name="connsiteY1320" fmla="*/ 677840 h 1849426"/>
                <a:gd name="connsiteX1321" fmla="*/ 294398 w 6386648"/>
                <a:gd name="connsiteY1321" fmla="*/ 695865 h 1849426"/>
                <a:gd name="connsiteX1322" fmla="*/ 276373 w 6386648"/>
                <a:gd name="connsiteY1322" fmla="*/ 713889 h 1849426"/>
                <a:gd name="connsiteX1323" fmla="*/ 258349 w 6386648"/>
                <a:gd name="connsiteY1323" fmla="*/ 695865 h 1849426"/>
                <a:gd name="connsiteX1324" fmla="*/ 276373 w 6386648"/>
                <a:gd name="connsiteY1324" fmla="*/ 677840 h 1849426"/>
                <a:gd name="connsiteX1325" fmla="*/ 1784415 w 6386648"/>
                <a:gd name="connsiteY1325" fmla="*/ 671832 h 1849426"/>
                <a:gd name="connsiteX1326" fmla="*/ 1802440 w 6386648"/>
                <a:gd name="connsiteY1326" fmla="*/ 689856 h 1849426"/>
                <a:gd name="connsiteX1327" fmla="*/ 1784415 w 6386648"/>
                <a:gd name="connsiteY1327" fmla="*/ 707881 h 1849426"/>
                <a:gd name="connsiteX1328" fmla="*/ 1766391 w 6386648"/>
                <a:gd name="connsiteY1328" fmla="*/ 689856 h 1849426"/>
                <a:gd name="connsiteX1329" fmla="*/ 1784415 w 6386648"/>
                <a:gd name="connsiteY1329" fmla="*/ 671832 h 1849426"/>
                <a:gd name="connsiteX1330" fmla="*/ 3713027 w 6386648"/>
                <a:gd name="connsiteY1330" fmla="*/ 665824 h 1849426"/>
                <a:gd name="connsiteX1331" fmla="*/ 3731052 w 6386648"/>
                <a:gd name="connsiteY1331" fmla="*/ 683848 h 1849426"/>
                <a:gd name="connsiteX1332" fmla="*/ 3713027 w 6386648"/>
                <a:gd name="connsiteY1332" fmla="*/ 701873 h 1849426"/>
                <a:gd name="connsiteX1333" fmla="*/ 3695003 w 6386648"/>
                <a:gd name="connsiteY1333" fmla="*/ 683848 h 1849426"/>
                <a:gd name="connsiteX1334" fmla="*/ 3713027 w 6386648"/>
                <a:gd name="connsiteY1334" fmla="*/ 665824 h 1849426"/>
                <a:gd name="connsiteX1335" fmla="*/ 3274433 w 6386648"/>
                <a:gd name="connsiteY1335" fmla="*/ 665824 h 1849426"/>
                <a:gd name="connsiteX1336" fmla="*/ 3292458 w 6386648"/>
                <a:gd name="connsiteY1336" fmla="*/ 683848 h 1849426"/>
                <a:gd name="connsiteX1337" fmla="*/ 3274433 w 6386648"/>
                <a:gd name="connsiteY1337" fmla="*/ 701873 h 1849426"/>
                <a:gd name="connsiteX1338" fmla="*/ 3256409 w 6386648"/>
                <a:gd name="connsiteY1338" fmla="*/ 683848 h 1849426"/>
                <a:gd name="connsiteX1339" fmla="*/ 3274433 w 6386648"/>
                <a:gd name="connsiteY1339" fmla="*/ 665824 h 1849426"/>
                <a:gd name="connsiteX1340" fmla="*/ 1291748 w 6386648"/>
                <a:gd name="connsiteY1340" fmla="*/ 665824 h 1849426"/>
                <a:gd name="connsiteX1341" fmla="*/ 1309773 w 6386648"/>
                <a:gd name="connsiteY1341" fmla="*/ 683848 h 1849426"/>
                <a:gd name="connsiteX1342" fmla="*/ 1291748 w 6386648"/>
                <a:gd name="connsiteY1342" fmla="*/ 701873 h 1849426"/>
                <a:gd name="connsiteX1343" fmla="*/ 1273724 w 6386648"/>
                <a:gd name="connsiteY1343" fmla="*/ 683848 h 1849426"/>
                <a:gd name="connsiteX1344" fmla="*/ 1291748 w 6386648"/>
                <a:gd name="connsiteY1344" fmla="*/ 665824 h 1849426"/>
                <a:gd name="connsiteX1345" fmla="*/ 636862 w 6386648"/>
                <a:gd name="connsiteY1345" fmla="*/ 665824 h 1849426"/>
                <a:gd name="connsiteX1346" fmla="*/ 654887 w 6386648"/>
                <a:gd name="connsiteY1346" fmla="*/ 683848 h 1849426"/>
                <a:gd name="connsiteX1347" fmla="*/ 636862 w 6386648"/>
                <a:gd name="connsiteY1347" fmla="*/ 701873 h 1849426"/>
                <a:gd name="connsiteX1348" fmla="*/ 618838 w 6386648"/>
                <a:gd name="connsiteY1348" fmla="*/ 683848 h 1849426"/>
                <a:gd name="connsiteX1349" fmla="*/ 636862 w 6386648"/>
                <a:gd name="connsiteY1349" fmla="*/ 665824 h 1849426"/>
                <a:gd name="connsiteX1350" fmla="*/ 3172295 w 6386648"/>
                <a:gd name="connsiteY1350" fmla="*/ 659815 h 1849426"/>
                <a:gd name="connsiteX1351" fmla="*/ 3190320 w 6386648"/>
                <a:gd name="connsiteY1351" fmla="*/ 677839 h 1849426"/>
                <a:gd name="connsiteX1352" fmla="*/ 3172295 w 6386648"/>
                <a:gd name="connsiteY1352" fmla="*/ 695864 h 1849426"/>
                <a:gd name="connsiteX1353" fmla="*/ 3154271 w 6386648"/>
                <a:gd name="connsiteY1353" fmla="*/ 677839 h 1849426"/>
                <a:gd name="connsiteX1354" fmla="*/ 3172295 w 6386648"/>
                <a:gd name="connsiteY1354" fmla="*/ 659815 h 1849426"/>
                <a:gd name="connsiteX1355" fmla="*/ 6314550 w 6386648"/>
                <a:gd name="connsiteY1355" fmla="*/ 647799 h 1849426"/>
                <a:gd name="connsiteX1356" fmla="*/ 6332574 w 6386648"/>
                <a:gd name="connsiteY1356" fmla="*/ 665824 h 1849426"/>
                <a:gd name="connsiteX1357" fmla="*/ 6314550 w 6386648"/>
                <a:gd name="connsiteY1357" fmla="*/ 683848 h 1849426"/>
                <a:gd name="connsiteX1358" fmla="*/ 6296525 w 6386648"/>
                <a:gd name="connsiteY1358" fmla="*/ 665824 h 1849426"/>
                <a:gd name="connsiteX1359" fmla="*/ 6314550 w 6386648"/>
                <a:gd name="connsiteY1359" fmla="*/ 647799 h 1849426"/>
                <a:gd name="connsiteX1360" fmla="*/ 3040116 w 6386648"/>
                <a:gd name="connsiteY1360" fmla="*/ 647799 h 1849426"/>
                <a:gd name="connsiteX1361" fmla="*/ 3058141 w 6386648"/>
                <a:gd name="connsiteY1361" fmla="*/ 665824 h 1849426"/>
                <a:gd name="connsiteX1362" fmla="*/ 3040116 w 6386648"/>
                <a:gd name="connsiteY1362" fmla="*/ 683848 h 1849426"/>
                <a:gd name="connsiteX1363" fmla="*/ 3022092 w 6386648"/>
                <a:gd name="connsiteY1363" fmla="*/ 665824 h 1849426"/>
                <a:gd name="connsiteX1364" fmla="*/ 3040116 w 6386648"/>
                <a:gd name="connsiteY1364" fmla="*/ 647799 h 1849426"/>
                <a:gd name="connsiteX1365" fmla="*/ 4025450 w 6386648"/>
                <a:gd name="connsiteY1365" fmla="*/ 641791 h 1849426"/>
                <a:gd name="connsiteX1366" fmla="*/ 4043475 w 6386648"/>
                <a:gd name="connsiteY1366" fmla="*/ 659815 h 1849426"/>
                <a:gd name="connsiteX1367" fmla="*/ 4025450 w 6386648"/>
                <a:gd name="connsiteY1367" fmla="*/ 677840 h 1849426"/>
                <a:gd name="connsiteX1368" fmla="*/ 4007426 w 6386648"/>
                <a:gd name="connsiteY1368" fmla="*/ 659815 h 1849426"/>
                <a:gd name="connsiteX1369" fmla="*/ 4025450 w 6386648"/>
                <a:gd name="connsiteY1369" fmla="*/ 641791 h 1849426"/>
                <a:gd name="connsiteX1370" fmla="*/ 5948053 w 6386648"/>
                <a:gd name="connsiteY1370" fmla="*/ 629775 h 1849426"/>
                <a:gd name="connsiteX1371" fmla="*/ 5966078 w 6386648"/>
                <a:gd name="connsiteY1371" fmla="*/ 647799 h 1849426"/>
                <a:gd name="connsiteX1372" fmla="*/ 5948053 w 6386648"/>
                <a:gd name="connsiteY1372" fmla="*/ 665824 h 1849426"/>
                <a:gd name="connsiteX1373" fmla="*/ 5930029 w 6386648"/>
                <a:gd name="connsiteY1373" fmla="*/ 647799 h 1849426"/>
                <a:gd name="connsiteX1374" fmla="*/ 5948053 w 6386648"/>
                <a:gd name="connsiteY1374" fmla="*/ 629775 h 1849426"/>
                <a:gd name="connsiteX1375" fmla="*/ 2673619 w 6386648"/>
                <a:gd name="connsiteY1375" fmla="*/ 629775 h 1849426"/>
                <a:gd name="connsiteX1376" fmla="*/ 2691644 w 6386648"/>
                <a:gd name="connsiteY1376" fmla="*/ 647799 h 1849426"/>
                <a:gd name="connsiteX1377" fmla="*/ 2673619 w 6386648"/>
                <a:gd name="connsiteY1377" fmla="*/ 665824 h 1849426"/>
                <a:gd name="connsiteX1378" fmla="*/ 2655595 w 6386648"/>
                <a:gd name="connsiteY1378" fmla="*/ 647799 h 1849426"/>
                <a:gd name="connsiteX1379" fmla="*/ 2673619 w 6386648"/>
                <a:gd name="connsiteY1379" fmla="*/ 629775 h 1849426"/>
                <a:gd name="connsiteX1380" fmla="*/ 2331156 w 6386648"/>
                <a:gd name="connsiteY1380" fmla="*/ 629775 h 1849426"/>
                <a:gd name="connsiteX1381" fmla="*/ 2349181 w 6386648"/>
                <a:gd name="connsiteY1381" fmla="*/ 647799 h 1849426"/>
                <a:gd name="connsiteX1382" fmla="*/ 2331156 w 6386648"/>
                <a:gd name="connsiteY1382" fmla="*/ 665824 h 1849426"/>
                <a:gd name="connsiteX1383" fmla="*/ 2313132 w 6386648"/>
                <a:gd name="connsiteY1383" fmla="*/ 647799 h 1849426"/>
                <a:gd name="connsiteX1384" fmla="*/ 2331156 w 6386648"/>
                <a:gd name="connsiteY1384" fmla="*/ 629775 h 1849426"/>
                <a:gd name="connsiteX1385" fmla="*/ 1514049 w 6386648"/>
                <a:gd name="connsiteY1385" fmla="*/ 629775 h 1849426"/>
                <a:gd name="connsiteX1386" fmla="*/ 1532074 w 6386648"/>
                <a:gd name="connsiteY1386" fmla="*/ 647799 h 1849426"/>
                <a:gd name="connsiteX1387" fmla="*/ 1514049 w 6386648"/>
                <a:gd name="connsiteY1387" fmla="*/ 665824 h 1849426"/>
                <a:gd name="connsiteX1388" fmla="*/ 1496025 w 6386648"/>
                <a:gd name="connsiteY1388" fmla="*/ 647799 h 1849426"/>
                <a:gd name="connsiteX1389" fmla="*/ 1514049 w 6386648"/>
                <a:gd name="connsiteY1389" fmla="*/ 629775 h 1849426"/>
                <a:gd name="connsiteX1390" fmla="*/ 901219 w 6386648"/>
                <a:gd name="connsiteY1390" fmla="*/ 629775 h 1849426"/>
                <a:gd name="connsiteX1391" fmla="*/ 919244 w 6386648"/>
                <a:gd name="connsiteY1391" fmla="*/ 647799 h 1849426"/>
                <a:gd name="connsiteX1392" fmla="*/ 901219 w 6386648"/>
                <a:gd name="connsiteY1392" fmla="*/ 665824 h 1849426"/>
                <a:gd name="connsiteX1393" fmla="*/ 883195 w 6386648"/>
                <a:gd name="connsiteY1393" fmla="*/ 647799 h 1849426"/>
                <a:gd name="connsiteX1394" fmla="*/ 901219 w 6386648"/>
                <a:gd name="connsiteY1394" fmla="*/ 629775 h 1849426"/>
                <a:gd name="connsiteX1395" fmla="*/ 5827891 w 6386648"/>
                <a:gd name="connsiteY1395" fmla="*/ 617758 h 1849426"/>
                <a:gd name="connsiteX1396" fmla="*/ 5845916 w 6386648"/>
                <a:gd name="connsiteY1396" fmla="*/ 635783 h 1849426"/>
                <a:gd name="connsiteX1397" fmla="*/ 5827891 w 6386648"/>
                <a:gd name="connsiteY1397" fmla="*/ 653807 h 1849426"/>
                <a:gd name="connsiteX1398" fmla="*/ 5809867 w 6386648"/>
                <a:gd name="connsiteY1398" fmla="*/ 635783 h 1849426"/>
                <a:gd name="connsiteX1399" fmla="*/ 5827891 w 6386648"/>
                <a:gd name="connsiteY1399" fmla="*/ 617758 h 1849426"/>
                <a:gd name="connsiteX1400" fmla="*/ 2469343 w 6386648"/>
                <a:gd name="connsiteY1400" fmla="*/ 617758 h 1849426"/>
                <a:gd name="connsiteX1401" fmla="*/ 2487368 w 6386648"/>
                <a:gd name="connsiteY1401" fmla="*/ 635783 h 1849426"/>
                <a:gd name="connsiteX1402" fmla="*/ 2469343 w 6386648"/>
                <a:gd name="connsiteY1402" fmla="*/ 653807 h 1849426"/>
                <a:gd name="connsiteX1403" fmla="*/ 2451319 w 6386648"/>
                <a:gd name="connsiteY1403" fmla="*/ 635783 h 1849426"/>
                <a:gd name="connsiteX1404" fmla="*/ 2469343 w 6386648"/>
                <a:gd name="connsiteY1404" fmla="*/ 617758 h 1849426"/>
                <a:gd name="connsiteX1405" fmla="*/ 6110273 w 6386648"/>
                <a:gd name="connsiteY1405" fmla="*/ 611750 h 1849426"/>
                <a:gd name="connsiteX1406" fmla="*/ 6128298 w 6386648"/>
                <a:gd name="connsiteY1406" fmla="*/ 629774 h 1849426"/>
                <a:gd name="connsiteX1407" fmla="*/ 6110273 w 6386648"/>
                <a:gd name="connsiteY1407" fmla="*/ 647799 h 1849426"/>
                <a:gd name="connsiteX1408" fmla="*/ 6092248 w 6386648"/>
                <a:gd name="connsiteY1408" fmla="*/ 629774 h 1849426"/>
                <a:gd name="connsiteX1409" fmla="*/ 6110273 w 6386648"/>
                <a:gd name="connsiteY1409" fmla="*/ 611750 h 1849426"/>
                <a:gd name="connsiteX1410" fmla="*/ 3598872 w 6386648"/>
                <a:gd name="connsiteY1410" fmla="*/ 611750 h 1849426"/>
                <a:gd name="connsiteX1411" fmla="*/ 3616897 w 6386648"/>
                <a:gd name="connsiteY1411" fmla="*/ 629774 h 1849426"/>
                <a:gd name="connsiteX1412" fmla="*/ 3598872 w 6386648"/>
                <a:gd name="connsiteY1412" fmla="*/ 647799 h 1849426"/>
                <a:gd name="connsiteX1413" fmla="*/ 3580848 w 6386648"/>
                <a:gd name="connsiteY1413" fmla="*/ 629774 h 1849426"/>
                <a:gd name="connsiteX1414" fmla="*/ 3598872 w 6386648"/>
                <a:gd name="connsiteY1414" fmla="*/ 611750 h 1849426"/>
                <a:gd name="connsiteX1415" fmla="*/ 2150912 w 6386648"/>
                <a:gd name="connsiteY1415" fmla="*/ 611750 h 1849426"/>
                <a:gd name="connsiteX1416" fmla="*/ 2168937 w 6386648"/>
                <a:gd name="connsiteY1416" fmla="*/ 629774 h 1849426"/>
                <a:gd name="connsiteX1417" fmla="*/ 2150912 w 6386648"/>
                <a:gd name="connsiteY1417" fmla="*/ 647799 h 1849426"/>
                <a:gd name="connsiteX1418" fmla="*/ 2132888 w 6386648"/>
                <a:gd name="connsiteY1418" fmla="*/ 629774 h 1849426"/>
                <a:gd name="connsiteX1419" fmla="*/ 2150912 w 6386648"/>
                <a:gd name="connsiteY1419" fmla="*/ 611750 h 1849426"/>
                <a:gd name="connsiteX1420" fmla="*/ 2036758 w 6386648"/>
                <a:gd name="connsiteY1420" fmla="*/ 605742 h 1849426"/>
                <a:gd name="connsiteX1421" fmla="*/ 2054782 w 6386648"/>
                <a:gd name="connsiteY1421" fmla="*/ 623766 h 1849426"/>
                <a:gd name="connsiteX1422" fmla="*/ 2036758 w 6386648"/>
                <a:gd name="connsiteY1422" fmla="*/ 641791 h 1849426"/>
                <a:gd name="connsiteX1423" fmla="*/ 2018733 w 6386648"/>
                <a:gd name="connsiteY1423" fmla="*/ 623766 h 1849426"/>
                <a:gd name="connsiteX1424" fmla="*/ 2036758 w 6386648"/>
                <a:gd name="connsiteY1424" fmla="*/ 605742 h 1849426"/>
                <a:gd name="connsiteX1425" fmla="*/ 1652236 w 6386648"/>
                <a:gd name="connsiteY1425" fmla="*/ 605742 h 1849426"/>
                <a:gd name="connsiteX1426" fmla="*/ 1670261 w 6386648"/>
                <a:gd name="connsiteY1426" fmla="*/ 623766 h 1849426"/>
                <a:gd name="connsiteX1427" fmla="*/ 1652236 w 6386648"/>
                <a:gd name="connsiteY1427" fmla="*/ 641791 h 1849426"/>
                <a:gd name="connsiteX1428" fmla="*/ 1634212 w 6386648"/>
                <a:gd name="connsiteY1428" fmla="*/ 623766 h 1849426"/>
                <a:gd name="connsiteX1429" fmla="*/ 1652236 w 6386648"/>
                <a:gd name="connsiteY1429" fmla="*/ 605742 h 1849426"/>
                <a:gd name="connsiteX1430" fmla="*/ 1027390 w 6386648"/>
                <a:gd name="connsiteY1430" fmla="*/ 605742 h 1849426"/>
                <a:gd name="connsiteX1431" fmla="*/ 1045415 w 6386648"/>
                <a:gd name="connsiteY1431" fmla="*/ 623766 h 1849426"/>
                <a:gd name="connsiteX1432" fmla="*/ 1027390 w 6386648"/>
                <a:gd name="connsiteY1432" fmla="*/ 641791 h 1849426"/>
                <a:gd name="connsiteX1433" fmla="*/ 1009366 w 6386648"/>
                <a:gd name="connsiteY1433" fmla="*/ 623766 h 1849426"/>
                <a:gd name="connsiteX1434" fmla="*/ 1027390 w 6386648"/>
                <a:gd name="connsiteY1434" fmla="*/ 605742 h 1849426"/>
                <a:gd name="connsiteX1435" fmla="*/ 504684 w 6386648"/>
                <a:gd name="connsiteY1435" fmla="*/ 605742 h 1849426"/>
                <a:gd name="connsiteX1436" fmla="*/ 522708 w 6386648"/>
                <a:gd name="connsiteY1436" fmla="*/ 623766 h 1849426"/>
                <a:gd name="connsiteX1437" fmla="*/ 504684 w 6386648"/>
                <a:gd name="connsiteY1437" fmla="*/ 641791 h 1849426"/>
                <a:gd name="connsiteX1438" fmla="*/ 486659 w 6386648"/>
                <a:gd name="connsiteY1438" fmla="*/ 623766 h 1849426"/>
                <a:gd name="connsiteX1439" fmla="*/ 504684 w 6386648"/>
                <a:gd name="connsiteY1439" fmla="*/ 605742 h 1849426"/>
                <a:gd name="connsiteX1440" fmla="*/ 378512 w 6386648"/>
                <a:gd name="connsiteY1440" fmla="*/ 605742 h 1849426"/>
                <a:gd name="connsiteX1441" fmla="*/ 396537 w 6386648"/>
                <a:gd name="connsiteY1441" fmla="*/ 623766 h 1849426"/>
                <a:gd name="connsiteX1442" fmla="*/ 378512 w 6386648"/>
                <a:gd name="connsiteY1442" fmla="*/ 641791 h 1849426"/>
                <a:gd name="connsiteX1443" fmla="*/ 360488 w 6386648"/>
                <a:gd name="connsiteY1443" fmla="*/ 623766 h 1849426"/>
                <a:gd name="connsiteX1444" fmla="*/ 378512 w 6386648"/>
                <a:gd name="connsiteY1444" fmla="*/ 605742 h 1849426"/>
                <a:gd name="connsiteX1445" fmla="*/ 3358547 w 6386648"/>
                <a:gd name="connsiteY1445" fmla="*/ 599734 h 1849426"/>
                <a:gd name="connsiteX1446" fmla="*/ 3376572 w 6386648"/>
                <a:gd name="connsiteY1446" fmla="*/ 617758 h 1849426"/>
                <a:gd name="connsiteX1447" fmla="*/ 3358547 w 6386648"/>
                <a:gd name="connsiteY1447" fmla="*/ 635783 h 1849426"/>
                <a:gd name="connsiteX1448" fmla="*/ 3340523 w 6386648"/>
                <a:gd name="connsiteY1448" fmla="*/ 617758 h 1849426"/>
                <a:gd name="connsiteX1449" fmla="*/ 3358547 w 6386648"/>
                <a:gd name="connsiteY1449" fmla="*/ 599734 h 1849426"/>
                <a:gd name="connsiteX1450" fmla="*/ 3887263 w 6386648"/>
                <a:gd name="connsiteY1450" fmla="*/ 593726 h 1849426"/>
                <a:gd name="connsiteX1451" fmla="*/ 3905288 w 6386648"/>
                <a:gd name="connsiteY1451" fmla="*/ 611750 h 1849426"/>
                <a:gd name="connsiteX1452" fmla="*/ 3887263 w 6386648"/>
                <a:gd name="connsiteY1452" fmla="*/ 629775 h 1849426"/>
                <a:gd name="connsiteX1453" fmla="*/ 3869238 w 6386648"/>
                <a:gd name="connsiteY1453" fmla="*/ 611750 h 1849426"/>
                <a:gd name="connsiteX1454" fmla="*/ 3887263 w 6386648"/>
                <a:gd name="connsiteY1454" fmla="*/ 593726 h 1849426"/>
                <a:gd name="connsiteX1455" fmla="*/ 5623614 w 6386648"/>
                <a:gd name="connsiteY1455" fmla="*/ 587718 h 1849426"/>
                <a:gd name="connsiteX1456" fmla="*/ 5641639 w 6386648"/>
                <a:gd name="connsiteY1456" fmla="*/ 605743 h 1849426"/>
                <a:gd name="connsiteX1457" fmla="*/ 5623614 w 6386648"/>
                <a:gd name="connsiteY1457" fmla="*/ 623767 h 1849426"/>
                <a:gd name="connsiteX1458" fmla="*/ 5605590 w 6386648"/>
                <a:gd name="connsiteY1458" fmla="*/ 605743 h 1849426"/>
                <a:gd name="connsiteX1459" fmla="*/ 5623614 w 6386648"/>
                <a:gd name="connsiteY1459" fmla="*/ 587718 h 1849426"/>
                <a:gd name="connsiteX1460" fmla="*/ 4157629 w 6386648"/>
                <a:gd name="connsiteY1460" fmla="*/ 587718 h 1849426"/>
                <a:gd name="connsiteX1461" fmla="*/ 4175654 w 6386648"/>
                <a:gd name="connsiteY1461" fmla="*/ 605743 h 1849426"/>
                <a:gd name="connsiteX1462" fmla="*/ 4157629 w 6386648"/>
                <a:gd name="connsiteY1462" fmla="*/ 623767 h 1849426"/>
                <a:gd name="connsiteX1463" fmla="*/ 4139604 w 6386648"/>
                <a:gd name="connsiteY1463" fmla="*/ 605743 h 1849426"/>
                <a:gd name="connsiteX1464" fmla="*/ 4157629 w 6386648"/>
                <a:gd name="connsiteY1464" fmla="*/ 587718 h 1849426"/>
                <a:gd name="connsiteX1465" fmla="*/ 1886555 w 6386648"/>
                <a:gd name="connsiteY1465" fmla="*/ 587718 h 1849426"/>
                <a:gd name="connsiteX1466" fmla="*/ 1904579 w 6386648"/>
                <a:gd name="connsiteY1466" fmla="*/ 605743 h 1849426"/>
                <a:gd name="connsiteX1467" fmla="*/ 1886555 w 6386648"/>
                <a:gd name="connsiteY1467" fmla="*/ 623767 h 1849426"/>
                <a:gd name="connsiteX1468" fmla="*/ 1868530 w 6386648"/>
                <a:gd name="connsiteY1468" fmla="*/ 605743 h 1849426"/>
                <a:gd name="connsiteX1469" fmla="*/ 1886555 w 6386648"/>
                <a:gd name="connsiteY1469" fmla="*/ 587718 h 1849426"/>
                <a:gd name="connsiteX1470" fmla="*/ 1147553 w 6386648"/>
                <a:gd name="connsiteY1470" fmla="*/ 587718 h 1849426"/>
                <a:gd name="connsiteX1471" fmla="*/ 1165578 w 6386648"/>
                <a:gd name="connsiteY1471" fmla="*/ 605743 h 1849426"/>
                <a:gd name="connsiteX1472" fmla="*/ 1147553 w 6386648"/>
                <a:gd name="connsiteY1472" fmla="*/ 623767 h 1849426"/>
                <a:gd name="connsiteX1473" fmla="*/ 1129529 w 6386648"/>
                <a:gd name="connsiteY1473" fmla="*/ 605743 h 1849426"/>
                <a:gd name="connsiteX1474" fmla="*/ 1147553 w 6386648"/>
                <a:gd name="connsiteY1474" fmla="*/ 587718 h 1849426"/>
                <a:gd name="connsiteX1475" fmla="*/ 6212411 w 6386648"/>
                <a:gd name="connsiteY1475" fmla="*/ 581710 h 1849426"/>
                <a:gd name="connsiteX1476" fmla="*/ 6230436 w 6386648"/>
                <a:gd name="connsiteY1476" fmla="*/ 599734 h 1849426"/>
                <a:gd name="connsiteX1477" fmla="*/ 6212411 w 6386648"/>
                <a:gd name="connsiteY1477" fmla="*/ 617759 h 1849426"/>
                <a:gd name="connsiteX1478" fmla="*/ 6194387 w 6386648"/>
                <a:gd name="connsiteY1478" fmla="*/ 599734 h 1849426"/>
                <a:gd name="connsiteX1479" fmla="*/ 6212411 w 6386648"/>
                <a:gd name="connsiteY1479" fmla="*/ 581710 h 1849426"/>
                <a:gd name="connsiteX1480" fmla="*/ 3478710 w 6386648"/>
                <a:gd name="connsiteY1480" fmla="*/ 581710 h 1849426"/>
                <a:gd name="connsiteX1481" fmla="*/ 3496735 w 6386648"/>
                <a:gd name="connsiteY1481" fmla="*/ 599734 h 1849426"/>
                <a:gd name="connsiteX1482" fmla="*/ 3478710 w 6386648"/>
                <a:gd name="connsiteY1482" fmla="*/ 617759 h 1849426"/>
                <a:gd name="connsiteX1483" fmla="*/ 3460686 w 6386648"/>
                <a:gd name="connsiteY1483" fmla="*/ 599734 h 1849426"/>
                <a:gd name="connsiteX1484" fmla="*/ 3478710 w 6386648"/>
                <a:gd name="connsiteY1484" fmla="*/ 581710 h 1849426"/>
                <a:gd name="connsiteX1485" fmla="*/ 2883904 w 6386648"/>
                <a:gd name="connsiteY1485" fmla="*/ 581710 h 1849426"/>
                <a:gd name="connsiteX1486" fmla="*/ 2901929 w 6386648"/>
                <a:gd name="connsiteY1486" fmla="*/ 599734 h 1849426"/>
                <a:gd name="connsiteX1487" fmla="*/ 2883904 w 6386648"/>
                <a:gd name="connsiteY1487" fmla="*/ 617759 h 1849426"/>
                <a:gd name="connsiteX1488" fmla="*/ 2865880 w 6386648"/>
                <a:gd name="connsiteY1488" fmla="*/ 599734 h 1849426"/>
                <a:gd name="connsiteX1489" fmla="*/ 2883904 w 6386648"/>
                <a:gd name="connsiteY1489" fmla="*/ 581710 h 1849426"/>
                <a:gd name="connsiteX1490" fmla="*/ 4488076 w 6386648"/>
                <a:gd name="connsiteY1490" fmla="*/ 575702 h 1849426"/>
                <a:gd name="connsiteX1491" fmla="*/ 4506101 w 6386648"/>
                <a:gd name="connsiteY1491" fmla="*/ 593726 h 1849426"/>
                <a:gd name="connsiteX1492" fmla="*/ 4488076 w 6386648"/>
                <a:gd name="connsiteY1492" fmla="*/ 611751 h 1849426"/>
                <a:gd name="connsiteX1493" fmla="*/ 4470051 w 6386648"/>
                <a:gd name="connsiteY1493" fmla="*/ 593726 h 1849426"/>
                <a:gd name="connsiteX1494" fmla="*/ 4488076 w 6386648"/>
                <a:gd name="connsiteY1494" fmla="*/ 575702 h 1849426"/>
                <a:gd name="connsiteX1495" fmla="*/ 4313840 w 6386648"/>
                <a:gd name="connsiteY1495" fmla="*/ 575702 h 1849426"/>
                <a:gd name="connsiteX1496" fmla="*/ 4331865 w 6386648"/>
                <a:gd name="connsiteY1496" fmla="*/ 593726 h 1849426"/>
                <a:gd name="connsiteX1497" fmla="*/ 4313840 w 6386648"/>
                <a:gd name="connsiteY1497" fmla="*/ 611751 h 1849426"/>
                <a:gd name="connsiteX1498" fmla="*/ 4295816 w 6386648"/>
                <a:gd name="connsiteY1498" fmla="*/ 593726 h 1849426"/>
                <a:gd name="connsiteX1499" fmla="*/ 4313840 w 6386648"/>
                <a:gd name="connsiteY1499" fmla="*/ 575702 h 1849426"/>
                <a:gd name="connsiteX1500" fmla="*/ 1381870 w 6386648"/>
                <a:gd name="connsiteY1500" fmla="*/ 569693 h 1849426"/>
                <a:gd name="connsiteX1501" fmla="*/ 1399895 w 6386648"/>
                <a:gd name="connsiteY1501" fmla="*/ 587717 h 1849426"/>
                <a:gd name="connsiteX1502" fmla="*/ 1381870 w 6386648"/>
                <a:gd name="connsiteY1502" fmla="*/ 605742 h 1849426"/>
                <a:gd name="connsiteX1503" fmla="*/ 1363846 w 6386648"/>
                <a:gd name="connsiteY1503" fmla="*/ 587717 h 1849426"/>
                <a:gd name="connsiteX1504" fmla="*/ 1381870 w 6386648"/>
                <a:gd name="connsiteY1504" fmla="*/ 569693 h 1849426"/>
                <a:gd name="connsiteX1505" fmla="*/ 126170 w 6386648"/>
                <a:gd name="connsiteY1505" fmla="*/ 563685 h 1849426"/>
                <a:gd name="connsiteX1506" fmla="*/ 144195 w 6386648"/>
                <a:gd name="connsiteY1506" fmla="*/ 581709 h 1849426"/>
                <a:gd name="connsiteX1507" fmla="*/ 126170 w 6386648"/>
                <a:gd name="connsiteY1507" fmla="*/ 599734 h 1849426"/>
                <a:gd name="connsiteX1508" fmla="*/ 108146 w 6386648"/>
                <a:gd name="connsiteY1508" fmla="*/ 581709 h 1849426"/>
                <a:gd name="connsiteX1509" fmla="*/ 126170 w 6386648"/>
                <a:gd name="connsiteY1509" fmla="*/ 563685 h 1849426"/>
                <a:gd name="connsiteX1510" fmla="*/ 2583497 w 6386648"/>
                <a:gd name="connsiteY1510" fmla="*/ 557677 h 1849426"/>
                <a:gd name="connsiteX1511" fmla="*/ 2601522 w 6386648"/>
                <a:gd name="connsiteY1511" fmla="*/ 575702 h 1849426"/>
                <a:gd name="connsiteX1512" fmla="*/ 2583497 w 6386648"/>
                <a:gd name="connsiteY1512" fmla="*/ 593726 h 1849426"/>
                <a:gd name="connsiteX1513" fmla="*/ 2565473 w 6386648"/>
                <a:gd name="connsiteY1513" fmla="*/ 575702 h 1849426"/>
                <a:gd name="connsiteX1514" fmla="*/ 2583497 w 6386648"/>
                <a:gd name="connsiteY1514" fmla="*/ 557677 h 1849426"/>
                <a:gd name="connsiteX1515" fmla="*/ 246333 w 6386648"/>
                <a:gd name="connsiteY1515" fmla="*/ 557677 h 1849426"/>
                <a:gd name="connsiteX1516" fmla="*/ 264358 w 6386648"/>
                <a:gd name="connsiteY1516" fmla="*/ 575702 h 1849426"/>
                <a:gd name="connsiteX1517" fmla="*/ 246333 w 6386648"/>
                <a:gd name="connsiteY1517" fmla="*/ 593726 h 1849426"/>
                <a:gd name="connsiteX1518" fmla="*/ 228309 w 6386648"/>
                <a:gd name="connsiteY1518" fmla="*/ 575702 h 1849426"/>
                <a:gd name="connsiteX1519" fmla="*/ 246333 w 6386648"/>
                <a:gd name="connsiteY1519" fmla="*/ 557677 h 1849426"/>
                <a:gd name="connsiteX1520" fmla="*/ 1736351 w 6386648"/>
                <a:gd name="connsiteY1520" fmla="*/ 551669 h 1849426"/>
                <a:gd name="connsiteX1521" fmla="*/ 1754375 w 6386648"/>
                <a:gd name="connsiteY1521" fmla="*/ 569693 h 1849426"/>
                <a:gd name="connsiteX1522" fmla="*/ 1736351 w 6386648"/>
                <a:gd name="connsiteY1522" fmla="*/ 587718 h 1849426"/>
                <a:gd name="connsiteX1523" fmla="*/ 1718326 w 6386648"/>
                <a:gd name="connsiteY1523" fmla="*/ 569693 h 1849426"/>
                <a:gd name="connsiteX1524" fmla="*/ 1736351 w 6386648"/>
                <a:gd name="connsiteY1524" fmla="*/ 551669 h 1849426"/>
                <a:gd name="connsiteX1525" fmla="*/ 3731051 w 6386648"/>
                <a:gd name="connsiteY1525" fmla="*/ 545661 h 1849426"/>
                <a:gd name="connsiteX1526" fmla="*/ 3749076 w 6386648"/>
                <a:gd name="connsiteY1526" fmla="*/ 563685 h 1849426"/>
                <a:gd name="connsiteX1527" fmla="*/ 3731051 w 6386648"/>
                <a:gd name="connsiteY1527" fmla="*/ 581710 h 1849426"/>
                <a:gd name="connsiteX1528" fmla="*/ 3713027 w 6386648"/>
                <a:gd name="connsiteY1528" fmla="*/ 563685 h 1849426"/>
                <a:gd name="connsiteX1529" fmla="*/ 3731051 w 6386648"/>
                <a:gd name="connsiteY1529" fmla="*/ 545661 h 1849426"/>
                <a:gd name="connsiteX1530" fmla="*/ 2763741 w 6386648"/>
                <a:gd name="connsiteY1530" fmla="*/ 545661 h 1849426"/>
                <a:gd name="connsiteX1531" fmla="*/ 2781766 w 6386648"/>
                <a:gd name="connsiteY1531" fmla="*/ 563685 h 1849426"/>
                <a:gd name="connsiteX1532" fmla="*/ 2763741 w 6386648"/>
                <a:gd name="connsiteY1532" fmla="*/ 581710 h 1849426"/>
                <a:gd name="connsiteX1533" fmla="*/ 2745717 w 6386648"/>
                <a:gd name="connsiteY1533" fmla="*/ 563685 h 1849426"/>
                <a:gd name="connsiteX1534" fmla="*/ 2763741 w 6386648"/>
                <a:gd name="connsiteY1534" fmla="*/ 545661 h 1849426"/>
                <a:gd name="connsiteX1535" fmla="*/ 726984 w 6386648"/>
                <a:gd name="connsiteY1535" fmla="*/ 545661 h 1849426"/>
                <a:gd name="connsiteX1536" fmla="*/ 745009 w 6386648"/>
                <a:gd name="connsiteY1536" fmla="*/ 563685 h 1849426"/>
                <a:gd name="connsiteX1537" fmla="*/ 726984 w 6386648"/>
                <a:gd name="connsiteY1537" fmla="*/ 581710 h 1849426"/>
                <a:gd name="connsiteX1538" fmla="*/ 708960 w 6386648"/>
                <a:gd name="connsiteY1538" fmla="*/ 563685 h 1849426"/>
                <a:gd name="connsiteX1539" fmla="*/ 726984 w 6386648"/>
                <a:gd name="connsiteY1539" fmla="*/ 545661 h 1849426"/>
                <a:gd name="connsiteX1540" fmla="*/ 3136246 w 6386648"/>
                <a:gd name="connsiteY1540" fmla="*/ 539653 h 1849426"/>
                <a:gd name="connsiteX1541" fmla="*/ 3154271 w 6386648"/>
                <a:gd name="connsiteY1541" fmla="*/ 557677 h 1849426"/>
                <a:gd name="connsiteX1542" fmla="*/ 3136246 w 6386648"/>
                <a:gd name="connsiteY1542" fmla="*/ 575702 h 1849426"/>
                <a:gd name="connsiteX1543" fmla="*/ 3118221 w 6386648"/>
                <a:gd name="connsiteY1543" fmla="*/ 557677 h 1849426"/>
                <a:gd name="connsiteX1544" fmla="*/ 3136246 w 6386648"/>
                <a:gd name="connsiteY1544" fmla="*/ 539653 h 1849426"/>
                <a:gd name="connsiteX1545" fmla="*/ 3004067 w 6386648"/>
                <a:gd name="connsiteY1545" fmla="*/ 539653 h 1849426"/>
                <a:gd name="connsiteX1546" fmla="*/ 3022092 w 6386648"/>
                <a:gd name="connsiteY1546" fmla="*/ 557677 h 1849426"/>
                <a:gd name="connsiteX1547" fmla="*/ 3004067 w 6386648"/>
                <a:gd name="connsiteY1547" fmla="*/ 575702 h 1849426"/>
                <a:gd name="connsiteX1548" fmla="*/ 2986043 w 6386648"/>
                <a:gd name="connsiteY1548" fmla="*/ 557677 h 1849426"/>
                <a:gd name="connsiteX1549" fmla="*/ 3004067 w 6386648"/>
                <a:gd name="connsiteY1549" fmla="*/ 539653 h 1849426"/>
                <a:gd name="connsiteX1550" fmla="*/ 835130 w 6386648"/>
                <a:gd name="connsiteY1550" fmla="*/ 539653 h 1849426"/>
                <a:gd name="connsiteX1551" fmla="*/ 847146 w 6386648"/>
                <a:gd name="connsiteY1551" fmla="*/ 551669 h 1849426"/>
                <a:gd name="connsiteX1552" fmla="*/ 835130 w 6386648"/>
                <a:gd name="connsiteY1552" fmla="*/ 563685 h 1849426"/>
                <a:gd name="connsiteX1553" fmla="*/ 823114 w 6386648"/>
                <a:gd name="connsiteY1553" fmla="*/ 551669 h 1849426"/>
                <a:gd name="connsiteX1554" fmla="*/ 835130 w 6386648"/>
                <a:gd name="connsiteY1554" fmla="*/ 539653 h 1849426"/>
                <a:gd name="connsiteX1555" fmla="*/ 612829 w 6386648"/>
                <a:gd name="connsiteY1555" fmla="*/ 539653 h 1849426"/>
                <a:gd name="connsiteX1556" fmla="*/ 630854 w 6386648"/>
                <a:gd name="connsiteY1556" fmla="*/ 557677 h 1849426"/>
                <a:gd name="connsiteX1557" fmla="*/ 612829 w 6386648"/>
                <a:gd name="connsiteY1557" fmla="*/ 575702 h 1849426"/>
                <a:gd name="connsiteX1558" fmla="*/ 594805 w 6386648"/>
                <a:gd name="connsiteY1558" fmla="*/ 557677 h 1849426"/>
                <a:gd name="connsiteX1559" fmla="*/ 612829 w 6386648"/>
                <a:gd name="connsiteY1559" fmla="*/ 539653 h 1849426"/>
                <a:gd name="connsiteX1560" fmla="*/ 6014143 w 6386648"/>
                <a:gd name="connsiteY1560" fmla="*/ 533645 h 1849426"/>
                <a:gd name="connsiteX1561" fmla="*/ 6032168 w 6386648"/>
                <a:gd name="connsiteY1561" fmla="*/ 551669 h 1849426"/>
                <a:gd name="connsiteX1562" fmla="*/ 6014143 w 6386648"/>
                <a:gd name="connsiteY1562" fmla="*/ 569694 h 1849426"/>
                <a:gd name="connsiteX1563" fmla="*/ 5996119 w 6386648"/>
                <a:gd name="connsiteY1563" fmla="*/ 551669 h 1849426"/>
                <a:gd name="connsiteX1564" fmla="*/ 6014143 w 6386648"/>
                <a:gd name="connsiteY1564" fmla="*/ 533645 h 1849426"/>
                <a:gd name="connsiteX1565" fmla="*/ 5725752 w 6386648"/>
                <a:gd name="connsiteY1565" fmla="*/ 533645 h 1849426"/>
                <a:gd name="connsiteX1566" fmla="*/ 5743777 w 6386648"/>
                <a:gd name="connsiteY1566" fmla="*/ 551669 h 1849426"/>
                <a:gd name="connsiteX1567" fmla="*/ 5725752 w 6386648"/>
                <a:gd name="connsiteY1567" fmla="*/ 569694 h 1849426"/>
                <a:gd name="connsiteX1568" fmla="*/ 5707728 w 6386648"/>
                <a:gd name="connsiteY1568" fmla="*/ 551669 h 1849426"/>
                <a:gd name="connsiteX1569" fmla="*/ 5725752 w 6386648"/>
                <a:gd name="connsiteY1569" fmla="*/ 533645 h 1849426"/>
                <a:gd name="connsiteX1570" fmla="*/ 4013434 w 6386648"/>
                <a:gd name="connsiteY1570" fmla="*/ 533645 h 1849426"/>
                <a:gd name="connsiteX1571" fmla="*/ 4031459 w 6386648"/>
                <a:gd name="connsiteY1571" fmla="*/ 551669 h 1849426"/>
                <a:gd name="connsiteX1572" fmla="*/ 4013434 w 6386648"/>
                <a:gd name="connsiteY1572" fmla="*/ 569694 h 1849426"/>
                <a:gd name="connsiteX1573" fmla="*/ 3995410 w 6386648"/>
                <a:gd name="connsiteY1573" fmla="*/ 551669 h 1849426"/>
                <a:gd name="connsiteX1574" fmla="*/ 4013434 w 6386648"/>
                <a:gd name="connsiteY1574" fmla="*/ 533645 h 1849426"/>
                <a:gd name="connsiteX1575" fmla="*/ 2223009 w 6386648"/>
                <a:gd name="connsiteY1575" fmla="*/ 533645 h 1849426"/>
                <a:gd name="connsiteX1576" fmla="*/ 2241034 w 6386648"/>
                <a:gd name="connsiteY1576" fmla="*/ 551669 h 1849426"/>
                <a:gd name="connsiteX1577" fmla="*/ 2223009 w 6386648"/>
                <a:gd name="connsiteY1577" fmla="*/ 569694 h 1849426"/>
                <a:gd name="connsiteX1578" fmla="*/ 2204985 w 6386648"/>
                <a:gd name="connsiteY1578" fmla="*/ 551669 h 1849426"/>
                <a:gd name="connsiteX1579" fmla="*/ 2223009 w 6386648"/>
                <a:gd name="connsiteY1579" fmla="*/ 533645 h 1849426"/>
                <a:gd name="connsiteX1580" fmla="*/ 1249691 w 6386648"/>
                <a:gd name="connsiteY1580" fmla="*/ 533645 h 1849426"/>
                <a:gd name="connsiteX1581" fmla="*/ 1267716 w 6386648"/>
                <a:gd name="connsiteY1581" fmla="*/ 551669 h 1849426"/>
                <a:gd name="connsiteX1582" fmla="*/ 1249691 w 6386648"/>
                <a:gd name="connsiteY1582" fmla="*/ 569694 h 1849426"/>
                <a:gd name="connsiteX1583" fmla="*/ 1231667 w 6386648"/>
                <a:gd name="connsiteY1583" fmla="*/ 551669 h 1849426"/>
                <a:gd name="connsiteX1584" fmla="*/ 1249691 w 6386648"/>
                <a:gd name="connsiteY1584" fmla="*/ 533645 h 1849426"/>
                <a:gd name="connsiteX1585" fmla="*/ 2409261 w 6386648"/>
                <a:gd name="connsiteY1585" fmla="*/ 527636 h 1849426"/>
                <a:gd name="connsiteX1586" fmla="*/ 2427286 w 6386648"/>
                <a:gd name="connsiteY1586" fmla="*/ 545661 h 1849426"/>
                <a:gd name="connsiteX1587" fmla="*/ 2409261 w 6386648"/>
                <a:gd name="connsiteY1587" fmla="*/ 563685 h 1849426"/>
                <a:gd name="connsiteX1588" fmla="*/ 2391237 w 6386648"/>
                <a:gd name="connsiteY1588" fmla="*/ 545661 h 1849426"/>
                <a:gd name="connsiteX1589" fmla="*/ 2409261 w 6386648"/>
                <a:gd name="connsiteY1589" fmla="*/ 527636 h 1849426"/>
                <a:gd name="connsiteX1590" fmla="*/ 5527484 w 6386648"/>
                <a:gd name="connsiteY1590" fmla="*/ 521628 h 1849426"/>
                <a:gd name="connsiteX1591" fmla="*/ 5545509 w 6386648"/>
                <a:gd name="connsiteY1591" fmla="*/ 539652 h 1849426"/>
                <a:gd name="connsiteX1592" fmla="*/ 5527484 w 6386648"/>
                <a:gd name="connsiteY1592" fmla="*/ 557677 h 1849426"/>
                <a:gd name="connsiteX1593" fmla="*/ 5509460 w 6386648"/>
                <a:gd name="connsiteY1593" fmla="*/ 539652 h 1849426"/>
                <a:gd name="connsiteX1594" fmla="*/ 5527484 w 6386648"/>
                <a:gd name="connsiteY1594" fmla="*/ 521628 h 1849426"/>
                <a:gd name="connsiteX1595" fmla="*/ 4830540 w 6386648"/>
                <a:gd name="connsiteY1595" fmla="*/ 521628 h 1849426"/>
                <a:gd name="connsiteX1596" fmla="*/ 4848565 w 6386648"/>
                <a:gd name="connsiteY1596" fmla="*/ 539652 h 1849426"/>
                <a:gd name="connsiteX1597" fmla="*/ 4830540 w 6386648"/>
                <a:gd name="connsiteY1597" fmla="*/ 557677 h 1849426"/>
                <a:gd name="connsiteX1598" fmla="*/ 4812516 w 6386648"/>
                <a:gd name="connsiteY1598" fmla="*/ 539652 h 1849426"/>
                <a:gd name="connsiteX1599" fmla="*/ 4830540 w 6386648"/>
                <a:gd name="connsiteY1599" fmla="*/ 521628 h 1849426"/>
                <a:gd name="connsiteX1600" fmla="*/ 1514049 w 6386648"/>
                <a:gd name="connsiteY1600" fmla="*/ 521628 h 1849426"/>
                <a:gd name="connsiteX1601" fmla="*/ 1532074 w 6386648"/>
                <a:gd name="connsiteY1601" fmla="*/ 539652 h 1849426"/>
                <a:gd name="connsiteX1602" fmla="*/ 1514049 w 6386648"/>
                <a:gd name="connsiteY1602" fmla="*/ 557677 h 1849426"/>
                <a:gd name="connsiteX1603" fmla="*/ 1496025 w 6386648"/>
                <a:gd name="connsiteY1603" fmla="*/ 539652 h 1849426"/>
                <a:gd name="connsiteX1604" fmla="*/ 1514049 w 6386648"/>
                <a:gd name="connsiteY1604" fmla="*/ 521628 h 1849426"/>
                <a:gd name="connsiteX1605" fmla="*/ 6332574 w 6386648"/>
                <a:gd name="connsiteY1605" fmla="*/ 515620 h 1849426"/>
                <a:gd name="connsiteX1606" fmla="*/ 6350598 w 6386648"/>
                <a:gd name="connsiteY1606" fmla="*/ 533644 h 1849426"/>
                <a:gd name="connsiteX1607" fmla="*/ 6332574 w 6386648"/>
                <a:gd name="connsiteY1607" fmla="*/ 551669 h 1849426"/>
                <a:gd name="connsiteX1608" fmla="*/ 6314549 w 6386648"/>
                <a:gd name="connsiteY1608" fmla="*/ 533644 h 1849426"/>
                <a:gd name="connsiteX1609" fmla="*/ 6332574 w 6386648"/>
                <a:gd name="connsiteY1609" fmla="*/ 515620 h 1849426"/>
                <a:gd name="connsiteX1610" fmla="*/ 5893980 w 6386648"/>
                <a:gd name="connsiteY1610" fmla="*/ 509612 h 1849426"/>
                <a:gd name="connsiteX1611" fmla="*/ 5912005 w 6386648"/>
                <a:gd name="connsiteY1611" fmla="*/ 527636 h 1849426"/>
                <a:gd name="connsiteX1612" fmla="*/ 5893980 w 6386648"/>
                <a:gd name="connsiteY1612" fmla="*/ 545661 h 1849426"/>
                <a:gd name="connsiteX1613" fmla="*/ 5875956 w 6386648"/>
                <a:gd name="connsiteY1613" fmla="*/ 527636 h 1849426"/>
                <a:gd name="connsiteX1614" fmla="*/ 5893980 w 6386648"/>
                <a:gd name="connsiteY1614" fmla="*/ 509612 h 1849426"/>
                <a:gd name="connsiteX1615" fmla="*/ 3244392 w 6386648"/>
                <a:gd name="connsiteY1615" fmla="*/ 509612 h 1849426"/>
                <a:gd name="connsiteX1616" fmla="*/ 3262417 w 6386648"/>
                <a:gd name="connsiteY1616" fmla="*/ 527636 h 1849426"/>
                <a:gd name="connsiteX1617" fmla="*/ 3244392 w 6386648"/>
                <a:gd name="connsiteY1617" fmla="*/ 545661 h 1849426"/>
                <a:gd name="connsiteX1618" fmla="*/ 3226368 w 6386648"/>
                <a:gd name="connsiteY1618" fmla="*/ 527636 h 1849426"/>
                <a:gd name="connsiteX1619" fmla="*/ 3244392 w 6386648"/>
                <a:gd name="connsiteY1619" fmla="*/ 509612 h 1849426"/>
                <a:gd name="connsiteX1620" fmla="*/ 1982684 w 6386648"/>
                <a:gd name="connsiteY1620" fmla="*/ 509612 h 1849426"/>
                <a:gd name="connsiteX1621" fmla="*/ 2000709 w 6386648"/>
                <a:gd name="connsiteY1621" fmla="*/ 527636 h 1849426"/>
                <a:gd name="connsiteX1622" fmla="*/ 1982684 w 6386648"/>
                <a:gd name="connsiteY1622" fmla="*/ 545661 h 1849426"/>
                <a:gd name="connsiteX1623" fmla="*/ 1964660 w 6386648"/>
                <a:gd name="connsiteY1623" fmla="*/ 527636 h 1849426"/>
                <a:gd name="connsiteX1624" fmla="*/ 1982684 w 6386648"/>
                <a:gd name="connsiteY1624" fmla="*/ 509612 h 1849426"/>
                <a:gd name="connsiteX1625" fmla="*/ 5040825 w 6386648"/>
                <a:gd name="connsiteY1625" fmla="*/ 503604 h 1849426"/>
                <a:gd name="connsiteX1626" fmla="*/ 5058850 w 6386648"/>
                <a:gd name="connsiteY1626" fmla="*/ 521628 h 1849426"/>
                <a:gd name="connsiteX1627" fmla="*/ 5040825 w 6386648"/>
                <a:gd name="connsiteY1627" fmla="*/ 539653 h 1849426"/>
                <a:gd name="connsiteX1628" fmla="*/ 5022801 w 6386648"/>
                <a:gd name="connsiteY1628" fmla="*/ 521628 h 1849426"/>
                <a:gd name="connsiteX1629" fmla="*/ 5040825 w 6386648"/>
                <a:gd name="connsiteY1629" fmla="*/ 503604 h 1849426"/>
                <a:gd name="connsiteX1630" fmla="*/ 4926670 w 6386648"/>
                <a:gd name="connsiteY1630" fmla="*/ 503604 h 1849426"/>
                <a:gd name="connsiteX1631" fmla="*/ 4944695 w 6386648"/>
                <a:gd name="connsiteY1631" fmla="*/ 521628 h 1849426"/>
                <a:gd name="connsiteX1632" fmla="*/ 4926670 w 6386648"/>
                <a:gd name="connsiteY1632" fmla="*/ 539653 h 1849426"/>
                <a:gd name="connsiteX1633" fmla="*/ 4908646 w 6386648"/>
                <a:gd name="connsiteY1633" fmla="*/ 521628 h 1849426"/>
                <a:gd name="connsiteX1634" fmla="*/ 4926670 w 6386648"/>
                <a:gd name="connsiteY1634" fmla="*/ 503604 h 1849426"/>
                <a:gd name="connsiteX1635" fmla="*/ 5419337 w 6386648"/>
                <a:gd name="connsiteY1635" fmla="*/ 497596 h 1849426"/>
                <a:gd name="connsiteX1636" fmla="*/ 5437362 w 6386648"/>
                <a:gd name="connsiteY1636" fmla="*/ 515621 h 1849426"/>
                <a:gd name="connsiteX1637" fmla="*/ 5419337 w 6386648"/>
                <a:gd name="connsiteY1637" fmla="*/ 533645 h 1849426"/>
                <a:gd name="connsiteX1638" fmla="*/ 5401312 w 6386648"/>
                <a:gd name="connsiteY1638" fmla="*/ 515621 h 1849426"/>
                <a:gd name="connsiteX1639" fmla="*/ 5419337 w 6386648"/>
                <a:gd name="connsiteY1639" fmla="*/ 497596 h 1849426"/>
                <a:gd name="connsiteX1640" fmla="*/ 3610889 w 6386648"/>
                <a:gd name="connsiteY1640" fmla="*/ 497596 h 1849426"/>
                <a:gd name="connsiteX1641" fmla="*/ 3628914 w 6386648"/>
                <a:gd name="connsiteY1641" fmla="*/ 515621 h 1849426"/>
                <a:gd name="connsiteX1642" fmla="*/ 3610889 w 6386648"/>
                <a:gd name="connsiteY1642" fmla="*/ 533645 h 1849426"/>
                <a:gd name="connsiteX1643" fmla="*/ 3592865 w 6386648"/>
                <a:gd name="connsiteY1643" fmla="*/ 515621 h 1849426"/>
                <a:gd name="connsiteX1644" fmla="*/ 3610889 w 6386648"/>
                <a:gd name="connsiteY1644" fmla="*/ 497596 h 1849426"/>
                <a:gd name="connsiteX1645" fmla="*/ 967309 w 6386648"/>
                <a:gd name="connsiteY1645" fmla="*/ 497596 h 1849426"/>
                <a:gd name="connsiteX1646" fmla="*/ 985334 w 6386648"/>
                <a:gd name="connsiteY1646" fmla="*/ 515621 h 1849426"/>
                <a:gd name="connsiteX1647" fmla="*/ 967309 w 6386648"/>
                <a:gd name="connsiteY1647" fmla="*/ 533645 h 1849426"/>
                <a:gd name="connsiteX1648" fmla="*/ 949285 w 6386648"/>
                <a:gd name="connsiteY1648" fmla="*/ 515621 h 1849426"/>
                <a:gd name="connsiteX1649" fmla="*/ 967309 w 6386648"/>
                <a:gd name="connsiteY1649" fmla="*/ 497596 h 1849426"/>
                <a:gd name="connsiteX1650" fmla="*/ 450609 w 6386648"/>
                <a:gd name="connsiteY1650" fmla="*/ 497596 h 1849426"/>
                <a:gd name="connsiteX1651" fmla="*/ 468634 w 6386648"/>
                <a:gd name="connsiteY1651" fmla="*/ 515621 h 1849426"/>
                <a:gd name="connsiteX1652" fmla="*/ 450609 w 6386648"/>
                <a:gd name="connsiteY1652" fmla="*/ 533645 h 1849426"/>
                <a:gd name="connsiteX1653" fmla="*/ 432585 w 6386648"/>
                <a:gd name="connsiteY1653" fmla="*/ 515621 h 1849426"/>
                <a:gd name="connsiteX1654" fmla="*/ 450609 w 6386648"/>
                <a:gd name="connsiteY1654" fmla="*/ 497596 h 1849426"/>
                <a:gd name="connsiteX1655" fmla="*/ 4632272 w 6386648"/>
                <a:gd name="connsiteY1655" fmla="*/ 485580 h 1849426"/>
                <a:gd name="connsiteX1656" fmla="*/ 4650297 w 6386648"/>
                <a:gd name="connsiteY1656" fmla="*/ 503604 h 1849426"/>
                <a:gd name="connsiteX1657" fmla="*/ 4632272 w 6386648"/>
                <a:gd name="connsiteY1657" fmla="*/ 521629 h 1849426"/>
                <a:gd name="connsiteX1658" fmla="*/ 4614248 w 6386648"/>
                <a:gd name="connsiteY1658" fmla="*/ 503604 h 1849426"/>
                <a:gd name="connsiteX1659" fmla="*/ 4632272 w 6386648"/>
                <a:gd name="connsiteY1659" fmla="*/ 485580 h 1849426"/>
                <a:gd name="connsiteX1660" fmla="*/ 4379930 w 6386648"/>
                <a:gd name="connsiteY1660" fmla="*/ 485580 h 1849426"/>
                <a:gd name="connsiteX1661" fmla="*/ 4397955 w 6386648"/>
                <a:gd name="connsiteY1661" fmla="*/ 503604 h 1849426"/>
                <a:gd name="connsiteX1662" fmla="*/ 4379930 w 6386648"/>
                <a:gd name="connsiteY1662" fmla="*/ 521629 h 1849426"/>
                <a:gd name="connsiteX1663" fmla="*/ 4361906 w 6386648"/>
                <a:gd name="connsiteY1663" fmla="*/ 503604 h 1849426"/>
                <a:gd name="connsiteX1664" fmla="*/ 4379930 w 6386648"/>
                <a:gd name="connsiteY1664" fmla="*/ 485580 h 1849426"/>
                <a:gd name="connsiteX1665" fmla="*/ 5160987 w 6386648"/>
                <a:gd name="connsiteY1665" fmla="*/ 479571 h 1849426"/>
                <a:gd name="connsiteX1666" fmla="*/ 5179012 w 6386648"/>
                <a:gd name="connsiteY1666" fmla="*/ 497595 h 1849426"/>
                <a:gd name="connsiteX1667" fmla="*/ 5160987 w 6386648"/>
                <a:gd name="connsiteY1667" fmla="*/ 515620 h 1849426"/>
                <a:gd name="connsiteX1668" fmla="*/ 5142963 w 6386648"/>
                <a:gd name="connsiteY1668" fmla="*/ 497595 h 1849426"/>
                <a:gd name="connsiteX1669" fmla="*/ 5160987 w 6386648"/>
                <a:gd name="connsiteY1669" fmla="*/ 479571 h 1849426"/>
                <a:gd name="connsiteX1670" fmla="*/ 4241743 w 6386648"/>
                <a:gd name="connsiteY1670" fmla="*/ 479571 h 1849426"/>
                <a:gd name="connsiteX1671" fmla="*/ 4259768 w 6386648"/>
                <a:gd name="connsiteY1671" fmla="*/ 497595 h 1849426"/>
                <a:gd name="connsiteX1672" fmla="*/ 4241743 w 6386648"/>
                <a:gd name="connsiteY1672" fmla="*/ 515620 h 1849426"/>
                <a:gd name="connsiteX1673" fmla="*/ 4223719 w 6386648"/>
                <a:gd name="connsiteY1673" fmla="*/ 497595 h 1849426"/>
                <a:gd name="connsiteX1674" fmla="*/ 4241743 w 6386648"/>
                <a:gd name="connsiteY1674" fmla="*/ 479571 h 1849426"/>
                <a:gd name="connsiteX1675" fmla="*/ 3821173 w 6386648"/>
                <a:gd name="connsiteY1675" fmla="*/ 479571 h 1849426"/>
                <a:gd name="connsiteX1676" fmla="*/ 3839198 w 6386648"/>
                <a:gd name="connsiteY1676" fmla="*/ 497595 h 1849426"/>
                <a:gd name="connsiteX1677" fmla="*/ 3821173 w 6386648"/>
                <a:gd name="connsiteY1677" fmla="*/ 515620 h 1849426"/>
                <a:gd name="connsiteX1678" fmla="*/ 3803149 w 6386648"/>
                <a:gd name="connsiteY1678" fmla="*/ 497595 h 1849426"/>
                <a:gd name="connsiteX1679" fmla="*/ 3821173 w 6386648"/>
                <a:gd name="connsiteY1679" fmla="*/ 479571 h 1849426"/>
                <a:gd name="connsiteX1680" fmla="*/ 3364555 w 6386648"/>
                <a:gd name="connsiteY1680" fmla="*/ 479571 h 1849426"/>
                <a:gd name="connsiteX1681" fmla="*/ 3382580 w 6386648"/>
                <a:gd name="connsiteY1681" fmla="*/ 497595 h 1849426"/>
                <a:gd name="connsiteX1682" fmla="*/ 3364555 w 6386648"/>
                <a:gd name="connsiteY1682" fmla="*/ 515620 h 1849426"/>
                <a:gd name="connsiteX1683" fmla="*/ 3346531 w 6386648"/>
                <a:gd name="connsiteY1683" fmla="*/ 497595 h 1849426"/>
                <a:gd name="connsiteX1684" fmla="*/ 3364555 w 6386648"/>
                <a:gd name="connsiteY1684" fmla="*/ 479571 h 1849426"/>
                <a:gd name="connsiteX1685" fmla="*/ 1093480 w 6386648"/>
                <a:gd name="connsiteY1685" fmla="*/ 479571 h 1849426"/>
                <a:gd name="connsiteX1686" fmla="*/ 1111505 w 6386648"/>
                <a:gd name="connsiteY1686" fmla="*/ 497595 h 1849426"/>
                <a:gd name="connsiteX1687" fmla="*/ 1093480 w 6386648"/>
                <a:gd name="connsiteY1687" fmla="*/ 515620 h 1849426"/>
                <a:gd name="connsiteX1688" fmla="*/ 1075456 w 6386648"/>
                <a:gd name="connsiteY1688" fmla="*/ 497595 h 1849426"/>
                <a:gd name="connsiteX1689" fmla="*/ 1093480 w 6386648"/>
                <a:gd name="connsiteY1689" fmla="*/ 479571 h 1849426"/>
                <a:gd name="connsiteX1690" fmla="*/ 5299175 w 6386648"/>
                <a:gd name="connsiteY1690" fmla="*/ 473563 h 1849426"/>
                <a:gd name="connsiteX1691" fmla="*/ 5317200 w 6386648"/>
                <a:gd name="connsiteY1691" fmla="*/ 491587 h 1849426"/>
                <a:gd name="connsiteX1692" fmla="*/ 5299175 w 6386648"/>
                <a:gd name="connsiteY1692" fmla="*/ 509612 h 1849426"/>
                <a:gd name="connsiteX1693" fmla="*/ 5281150 w 6386648"/>
                <a:gd name="connsiteY1693" fmla="*/ 491587 h 1849426"/>
                <a:gd name="connsiteX1694" fmla="*/ 5299175 w 6386648"/>
                <a:gd name="connsiteY1694" fmla="*/ 473563 h 1849426"/>
                <a:gd name="connsiteX1695" fmla="*/ 4506101 w 6386648"/>
                <a:gd name="connsiteY1695" fmla="*/ 473563 h 1849426"/>
                <a:gd name="connsiteX1696" fmla="*/ 4524126 w 6386648"/>
                <a:gd name="connsiteY1696" fmla="*/ 491587 h 1849426"/>
                <a:gd name="connsiteX1697" fmla="*/ 4506101 w 6386648"/>
                <a:gd name="connsiteY1697" fmla="*/ 509612 h 1849426"/>
                <a:gd name="connsiteX1698" fmla="*/ 4488077 w 6386648"/>
                <a:gd name="connsiteY1698" fmla="*/ 491587 h 1849426"/>
                <a:gd name="connsiteX1699" fmla="*/ 4506101 w 6386648"/>
                <a:gd name="connsiteY1699" fmla="*/ 473563 h 1849426"/>
                <a:gd name="connsiteX1700" fmla="*/ 4115572 w 6386648"/>
                <a:gd name="connsiteY1700" fmla="*/ 473563 h 1849426"/>
                <a:gd name="connsiteX1701" fmla="*/ 4133597 w 6386648"/>
                <a:gd name="connsiteY1701" fmla="*/ 491587 h 1849426"/>
                <a:gd name="connsiteX1702" fmla="*/ 4115572 w 6386648"/>
                <a:gd name="connsiteY1702" fmla="*/ 509612 h 1849426"/>
                <a:gd name="connsiteX1703" fmla="*/ 4097548 w 6386648"/>
                <a:gd name="connsiteY1703" fmla="*/ 491587 h 1849426"/>
                <a:gd name="connsiteX1704" fmla="*/ 4115572 w 6386648"/>
                <a:gd name="connsiteY1704" fmla="*/ 473563 h 1849426"/>
                <a:gd name="connsiteX1705" fmla="*/ 2295107 w 6386648"/>
                <a:gd name="connsiteY1705" fmla="*/ 473563 h 1849426"/>
                <a:gd name="connsiteX1706" fmla="*/ 2313132 w 6386648"/>
                <a:gd name="connsiteY1706" fmla="*/ 491587 h 1849426"/>
                <a:gd name="connsiteX1707" fmla="*/ 2295107 w 6386648"/>
                <a:gd name="connsiteY1707" fmla="*/ 509612 h 1849426"/>
                <a:gd name="connsiteX1708" fmla="*/ 2277083 w 6386648"/>
                <a:gd name="connsiteY1708" fmla="*/ 491587 h 1849426"/>
                <a:gd name="connsiteX1709" fmla="*/ 2295107 w 6386648"/>
                <a:gd name="connsiteY1709" fmla="*/ 473563 h 1849426"/>
                <a:gd name="connsiteX1710" fmla="*/ 1838489 w 6386648"/>
                <a:gd name="connsiteY1710" fmla="*/ 473563 h 1849426"/>
                <a:gd name="connsiteX1711" fmla="*/ 1856514 w 6386648"/>
                <a:gd name="connsiteY1711" fmla="*/ 491587 h 1849426"/>
                <a:gd name="connsiteX1712" fmla="*/ 1838489 w 6386648"/>
                <a:gd name="connsiteY1712" fmla="*/ 509612 h 1849426"/>
                <a:gd name="connsiteX1713" fmla="*/ 1820465 w 6386648"/>
                <a:gd name="connsiteY1713" fmla="*/ 491587 h 1849426"/>
                <a:gd name="connsiteX1714" fmla="*/ 1838489 w 6386648"/>
                <a:gd name="connsiteY1714" fmla="*/ 473563 h 1849426"/>
                <a:gd name="connsiteX1715" fmla="*/ 2889912 w 6386648"/>
                <a:gd name="connsiteY1715" fmla="*/ 467555 h 1849426"/>
                <a:gd name="connsiteX1716" fmla="*/ 2907937 w 6386648"/>
                <a:gd name="connsiteY1716" fmla="*/ 485580 h 1849426"/>
                <a:gd name="connsiteX1717" fmla="*/ 2889912 w 6386648"/>
                <a:gd name="connsiteY1717" fmla="*/ 503604 h 1849426"/>
                <a:gd name="connsiteX1718" fmla="*/ 2871888 w 6386648"/>
                <a:gd name="connsiteY1718" fmla="*/ 485580 h 1849426"/>
                <a:gd name="connsiteX1719" fmla="*/ 2889912 w 6386648"/>
                <a:gd name="connsiteY1719" fmla="*/ 467555 h 1849426"/>
                <a:gd name="connsiteX1720" fmla="*/ 2108855 w 6386648"/>
                <a:gd name="connsiteY1720" fmla="*/ 467555 h 1849426"/>
                <a:gd name="connsiteX1721" fmla="*/ 2126880 w 6386648"/>
                <a:gd name="connsiteY1721" fmla="*/ 485580 h 1849426"/>
                <a:gd name="connsiteX1722" fmla="*/ 2108855 w 6386648"/>
                <a:gd name="connsiteY1722" fmla="*/ 503604 h 1849426"/>
                <a:gd name="connsiteX1723" fmla="*/ 2090831 w 6386648"/>
                <a:gd name="connsiteY1723" fmla="*/ 485580 h 1849426"/>
                <a:gd name="connsiteX1724" fmla="*/ 2108855 w 6386648"/>
                <a:gd name="connsiteY1724" fmla="*/ 467555 h 1849426"/>
                <a:gd name="connsiteX1725" fmla="*/ 1616189 w 6386648"/>
                <a:gd name="connsiteY1725" fmla="*/ 467555 h 1849426"/>
                <a:gd name="connsiteX1726" fmla="*/ 1634213 w 6386648"/>
                <a:gd name="connsiteY1726" fmla="*/ 485580 h 1849426"/>
                <a:gd name="connsiteX1727" fmla="*/ 1616189 w 6386648"/>
                <a:gd name="connsiteY1727" fmla="*/ 503604 h 1849426"/>
                <a:gd name="connsiteX1728" fmla="*/ 1598164 w 6386648"/>
                <a:gd name="connsiteY1728" fmla="*/ 485580 h 1849426"/>
                <a:gd name="connsiteX1729" fmla="*/ 1616189 w 6386648"/>
                <a:gd name="connsiteY1729" fmla="*/ 467555 h 1849426"/>
                <a:gd name="connsiteX1730" fmla="*/ 330447 w 6386648"/>
                <a:gd name="connsiteY1730" fmla="*/ 467555 h 1849426"/>
                <a:gd name="connsiteX1731" fmla="*/ 348472 w 6386648"/>
                <a:gd name="connsiteY1731" fmla="*/ 485580 h 1849426"/>
                <a:gd name="connsiteX1732" fmla="*/ 330447 w 6386648"/>
                <a:gd name="connsiteY1732" fmla="*/ 503604 h 1849426"/>
                <a:gd name="connsiteX1733" fmla="*/ 312423 w 6386648"/>
                <a:gd name="connsiteY1733" fmla="*/ 485580 h 1849426"/>
                <a:gd name="connsiteX1734" fmla="*/ 330447 w 6386648"/>
                <a:gd name="connsiteY1734" fmla="*/ 467555 h 1849426"/>
                <a:gd name="connsiteX1735" fmla="*/ 3935328 w 6386648"/>
                <a:gd name="connsiteY1735" fmla="*/ 461547 h 1849426"/>
                <a:gd name="connsiteX1736" fmla="*/ 3953353 w 6386648"/>
                <a:gd name="connsiteY1736" fmla="*/ 479571 h 1849426"/>
                <a:gd name="connsiteX1737" fmla="*/ 3935328 w 6386648"/>
                <a:gd name="connsiteY1737" fmla="*/ 497596 h 1849426"/>
                <a:gd name="connsiteX1738" fmla="*/ 3917304 w 6386648"/>
                <a:gd name="connsiteY1738" fmla="*/ 479571 h 1849426"/>
                <a:gd name="connsiteX1739" fmla="*/ 3935328 w 6386648"/>
                <a:gd name="connsiteY1739" fmla="*/ 461547 h 1849426"/>
                <a:gd name="connsiteX1740" fmla="*/ 6224427 w 6386648"/>
                <a:gd name="connsiteY1740" fmla="*/ 455539 h 1849426"/>
                <a:gd name="connsiteX1741" fmla="*/ 6242452 w 6386648"/>
                <a:gd name="connsiteY1741" fmla="*/ 473563 h 1849426"/>
                <a:gd name="connsiteX1742" fmla="*/ 6224427 w 6386648"/>
                <a:gd name="connsiteY1742" fmla="*/ 491588 h 1849426"/>
                <a:gd name="connsiteX1743" fmla="*/ 6206403 w 6386648"/>
                <a:gd name="connsiteY1743" fmla="*/ 473563 h 1849426"/>
                <a:gd name="connsiteX1744" fmla="*/ 6224427 w 6386648"/>
                <a:gd name="connsiteY1744" fmla="*/ 455539 h 1849426"/>
                <a:gd name="connsiteX1745" fmla="*/ 6110273 w 6386648"/>
                <a:gd name="connsiteY1745" fmla="*/ 455539 h 1849426"/>
                <a:gd name="connsiteX1746" fmla="*/ 6128298 w 6386648"/>
                <a:gd name="connsiteY1746" fmla="*/ 473563 h 1849426"/>
                <a:gd name="connsiteX1747" fmla="*/ 6110273 w 6386648"/>
                <a:gd name="connsiteY1747" fmla="*/ 491588 h 1849426"/>
                <a:gd name="connsiteX1748" fmla="*/ 6092248 w 6386648"/>
                <a:gd name="connsiteY1748" fmla="*/ 473563 h 1849426"/>
                <a:gd name="connsiteX1749" fmla="*/ 6110273 w 6386648"/>
                <a:gd name="connsiteY1749" fmla="*/ 455539 h 1849426"/>
                <a:gd name="connsiteX1750" fmla="*/ 3496734 w 6386648"/>
                <a:gd name="connsiteY1750" fmla="*/ 455539 h 1849426"/>
                <a:gd name="connsiteX1751" fmla="*/ 3514759 w 6386648"/>
                <a:gd name="connsiteY1751" fmla="*/ 473563 h 1849426"/>
                <a:gd name="connsiteX1752" fmla="*/ 3496734 w 6386648"/>
                <a:gd name="connsiteY1752" fmla="*/ 491588 h 1849426"/>
                <a:gd name="connsiteX1753" fmla="*/ 3478709 w 6386648"/>
                <a:gd name="connsiteY1753" fmla="*/ 473563 h 1849426"/>
                <a:gd name="connsiteX1754" fmla="*/ 3496734 w 6386648"/>
                <a:gd name="connsiteY1754" fmla="*/ 455539 h 1849426"/>
                <a:gd name="connsiteX1755" fmla="*/ 1333805 w 6386648"/>
                <a:gd name="connsiteY1755" fmla="*/ 455539 h 1849426"/>
                <a:gd name="connsiteX1756" fmla="*/ 1351830 w 6386648"/>
                <a:gd name="connsiteY1756" fmla="*/ 473563 h 1849426"/>
                <a:gd name="connsiteX1757" fmla="*/ 1333805 w 6386648"/>
                <a:gd name="connsiteY1757" fmla="*/ 491588 h 1849426"/>
                <a:gd name="connsiteX1758" fmla="*/ 1315781 w 6386648"/>
                <a:gd name="connsiteY1758" fmla="*/ 473563 h 1849426"/>
                <a:gd name="connsiteX1759" fmla="*/ 1333805 w 6386648"/>
                <a:gd name="connsiteY1759" fmla="*/ 455539 h 1849426"/>
                <a:gd name="connsiteX1760" fmla="*/ 2727693 w 6386648"/>
                <a:gd name="connsiteY1760" fmla="*/ 449531 h 1849426"/>
                <a:gd name="connsiteX1761" fmla="*/ 2745718 w 6386648"/>
                <a:gd name="connsiteY1761" fmla="*/ 467555 h 1849426"/>
                <a:gd name="connsiteX1762" fmla="*/ 2727693 w 6386648"/>
                <a:gd name="connsiteY1762" fmla="*/ 485580 h 1849426"/>
                <a:gd name="connsiteX1763" fmla="*/ 2709669 w 6386648"/>
                <a:gd name="connsiteY1763" fmla="*/ 467555 h 1849426"/>
                <a:gd name="connsiteX1764" fmla="*/ 2727693 w 6386648"/>
                <a:gd name="connsiteY1764" fmla="*/ 449531 h 1849426"/>
                <a:gd name="connsiteX1765" fmla="*/ 2607530 w 6386648"/>
                <a:gd name="connsiteY1765" fmla="*/ 449531 h 1849426"/>
                <a:gd name="connsiteX1766" fmla="*/ 2625555 w 6386648"/>
                <a:gd name="connsiteY1766" fmla="*/ 467555 h 1849426"/>
                <a:gd name="connsiteX1767" fmla="*/ 2607530 w 6386648"/>
                <a:gd name="connsiteY1767" fmla="*/ 485580 h 1849426"/>
                <a:gd name="connsiteX1768" fmla="*/ 2589506 w 6386648"/>
                <a:gd name="connsiteY1768" fmla="*/ 467555 h 1849426"/>
                <a:gd name="connsiteX1769" fmla="*/ 2607530 w 6386648"/>
                <a:gd name="connsiteY1769" fmla="*/ 449531 h 1849426"/>
                <a:gd name="connsiteX1770" fmla="*/ 5797850 w 6386648"/>
                <a:gd name="connsiteY1770" fmla="*/ 443523 h 1849426"/>
                <a:gd name="connsiteX1771" fmla="*/ 5815875 w 6386648"/>
                <a:gd name="connsiteY1771" fmla="*/ 461547 h 1849426"/>
                <a:gd name="connsiteX1772" fmla="*/ 5797850 w 6386648"/>
                <a:gd name="connsiteY1772" fmla="*/ 479572 h 1849426"/>
                <a:gd name="connsiteX1773" fmla="*/ 5779826 w 6386648"/>
                <a:gd name="connsiteY1773" fmla="*/ 461547 h 1849426"/>
                <a:gd name="connsiteX1774" fmla="*/ 5797850 w 6386648"/>
                <a:gd name="connsiteY1774" fmla="*/ 443523 h 1849426"/>
                <a:gd name="connsiteX1775" fmla="*/ 5653655 w 6386648"/>
                <a:gd name="connsiteY1775" fmla="*/ 443523 h 1849426"/>
                <a:gd name="connsiteX1776" fmla="*/ 5671680 w 6386648"/>
                <a:gd name="connsiteY1776" fmla="*/ 461547 h 1849426"/>
                <a:gd name="connsiteX1777" fmla="*/ 5653655 w 6386648"/>
                <a:gd name="connsiteY1777" fmla="*/ 479572 h 1849426"/>
                <a:gd name="connsiteX1778" fmla="*/ 5635631 w 6386648"/>
                <a:gd name="connsiteY1778" fmla="*/ 461547 h 1849426"/>
                <a:gd name="connsiteX1779" fmla="*/ 5653655 w 6386648"/>
                <a:gd name="connsiteY1779" fmla="*/ 443523 h 1849426"/>
                <a:gd name="connsiteX1780" fmla="*/ 96129 w 6386648"/>
                <a:gd name="connsiteY1780" fmla="*/ 437514 h 1849426"/>
                <a:gd name="connsiteX1781" fmla="*/ 114154 w 6386648"/>
                <a:gd name="connsiteY1781" fmla="*/ 455539 h 1849426"/>
                <a:gd name="connsiteX1782" fmla="*/ 96129 w 6386648"/>
                <a:gd name="connsiteY1782" fmla="*/ 473563 h 1849426"/>
                <a:gd name="connsiteX1783" fmla="*/ 78105 w 6386648"/>
                <a:gd name="connsiteY1783" fmla="*/ 455539 h 1849426"/>
                <a:gd name="connsiteX1784" fmla="*/ 96129 w 6386648"/>
                <a:gd name="connsiteY1784" fmla="*/ 437514 h 1849426"/>
                <a:gd name="connsiteX1785" fmla="*/ 3058140 w 6386648"/>
                <a:gd name="connsiteY1785" fmla="*/ 431506 h 1849426"/>
                <a:gd name="connsiteX1786" fmla="*/ 3076165 w 6386648"/>
                <a:gd name="connsiteY1786" fmla="*/ 449530 h 1849426"/>
                <a:gd name="connsiteX1787" fmla="*/ 3058140 w 6386648"/>
                <a:gd name="connsiteY1787" fmla="*/ 467555 h 1849426"/>
                <a:gd name="connsiteX1788" fmla="*/ 3040116 w 6386648"/>
                <a:gd name="connsiteY1788" fmla="*/ 449530 h 1849426"/>
                <a:gd name="connsiteX1789" fmla="*/ 3058140 w 6386648"/>
                <a:gd name="connsiteY1789" fmla="*/ 431506 h 1849426"/>
                <a:gd name="connsiteX1790" fmla="*/ 2493375 w 6386648"/>
                <a:gd name="connsiteY1790" fmla="*/ 431506 h 1849426"/>
                <a:gd name="connsiteX1791" fmla="*/ 2511400 w 6386648"/>
                <a:gd name="connsiteY1791" fmla="*/ 449530 h 1849426"/>
                <a:gd name="connsiteX1792" fmla="*/ 2493375 w 6386648"/>
                <a:gd name="connsiteY1792" fmla="*/ 467555 h 1849426"/>
                <a:gd name="connsiteX1793" fmla="*/ 2475351 w 6386648"/>
                <a:gd name="connsiteY1793" fmla="*/ 449530 h 1849426"/>
                <a:gd name="connsiteX1794" fmla="*/ 2493375 w 6386648"/>
                <a:gd name="connsiteY1794" fmla="*/ 431506 h 1849426"/>
                <a:gd name="connsiteX1795" fmla="*/ 216292 w 6386648"/>
                <a:gd name="connsiteY1795" fmla="*/ 431506 h 1849426"/>
                <a:gd name="connsiteX1796" fmla="*/ 234317 w 6386648"/>
                <a:gd name="connsiteY1796" fmla="*/ 449530 h 1849426"/>
                <a:gd name="connsiteX1797" fmla="*/ 216292 w 6386648"/>
                <a:gd name="connsiteY1797" fmla="*/ 467555 h 1849426"/>
                <a:gd name="connsiteX1798" fmla="*/ 198268 w 6386648"/>
                <a:gd name="connsiteY1798" fmla="*/ 449530 h 1849426"/>
                <a:gd name="connsiteX1799" fmla="*/ 216292 w 6386648"/>
                <a:gd name="connsiteY1799" fmla="*/ 431506 h 1849426"/>
                <a:gd name="connsiteX1800" fmla="*/ 4758442 w 6386648"/>
                <a:gd name="connsiteY1800" fmla="*/ 425498 h 1849426"/>
                <a:gd name="connsiteX1801" fmla="*/ 4776467 w 6386648"/>
                <a:gd name="connsiteY1801" fmla="*/ 443522 h 1849426"/>
                <a:gd name="connsiteX1802" fmla="*/ 4758442 w 6386648"/>
                <a:gd name="connsiteY1802" fmla="*/ 461547 h 1849426"/>
                <a:gd name="connsiteX1803" fmla="*/ 4740417 w 6386648"/>
                <a:gd name="connsiteY1803" fmla="*/ 443522 h 1849426"/>
                <a:gd name="connsiteX1804" fmla="*/ 4758442 w 6386648"/>
                <a:gd name="connsiteY1804" fmla="*/ 425498 h 1849426"/>
                <a:gd name="connsiteX1805" fmla="*/ 1453968 w 6386648"/>
                <a:gd name="connsiteY1805" fmla="*/ 425498 h 1849426"/>
                <a:gd name="connsiteX1806" fmla="*/ 1471993 w 6386648"/>
                <a:gd name="connsiteY1806" fmla="*/ 443522 h 1849426"/>
                <a:gd name="connsiteX1807" fmla="*/ 1453968 w 6386648"/>
                <a:gd name="connsiteY1807" fmla="*/ 461547 h 1849426"/>
                <a:gd name="connsiteX1808" fmla="*/ 1435944 w 6386648"/>
                <a:gd name="connsiteY1808" fmla="*/ 443522 h 1849426"/>
                <a:gd name="connsiteX1809" fmla="*/ 1453968 w 6386648"/>
                <a:gd name="connsiteY1809" fmla="*/ 425498 h 1849426"/>
                <a:gd name="connsiteX1810" fmla="*/ 552748 w 6386648"/>
                <a:gd name="connsiteY1810" fmla="*/ 425498 h 1849426"/>
                <a:gd name="connsiteX1811" fmla="*/ 570773 w 6386648"/>
                <a:gd name="connsiteY1811" fmla="*/ 443522 h 1849426"/>
                <a:gd name="connsiteX1812" fmla="*/ 552748 w 6386648"/>
                <a:gd name="connsiteY1812" fmla="*/ 461547 h 1849426"/>
                <a:gd name="connsiteX1813" fmla="*/ 534724 w 6386648"/>
                <a:gd name="connsiteY1813" fmla="*/ 443522 h 1849426"/>
                <a:gd name="connsiteX1814" fmla="*/ 552748 w 6386648"/>
                <a:gd name="connsiteY1814" fmla="*/ 425498 h 1849426"/>
                <a:gd name="connsiteX1815" fmla="*/ 1742358 w 6386648"/>
                <a:gd name="connsiteY1815" fmla="*/ 419490 h 1849426"/>
                <a:gd name="connsiteX1816" fmla="*/ 1760383 w 6386648"/>
                <a:gd name="connsiteY1816" fmla="*/ 437514 h 1849426"/>
                <a:gd name="connsiteX1817" fmla="*/ 1742358 w 6386648"/>
                <a:gd name="connsiteY1817" fmla="*/ 455539 h 1849426"/>
                <a:gd name="connsiteX1818" fmla="*/ 1724334 w 6386648"/>
                <a:gd name="connsiteY1818" fmla="*/ 437514 h 1849426"/>
                <a:gd name="connsiteX1819" fmla="*/ 1742358 w 6386648"/>
                <a:gd name="connsiteY1819" fmla="*/ 419490 h 1849426"/>
                <a:gd name="connsiteX1820" fmla="*/ 1183602 w 6386648"/>
                <a:gd name="connsiteY1820" fmla="*/ 413482 h 1849426"/>
                <a:gd name="connsiteX1821" fmla="*/ 1201627 w 6386648"/>
                <a:gd name="connsiteY1821" fmla="*/ 431506 h 1849426"/>
                <a:gd name="connsiteX1822" fmla="*/ 1183602 w 6386648"/>
                <a:gd name="connsiteY1822" fmla="*/ 449531 h 1849426"/>
                <a:gd name="connsiteX1823" fmla="*/ 1165578 w 6386648"/>
                <a:gd name="connsiteY1823" fmla="*/ 431506 h 1849426"/>
                <a:gd name="connsiteX1824" fmla="*/ 1183602 w 6386648"/>
                <a:gd name="connsiteY1824" fmla="*/ 413482 h 1849426"/>
                <a:gd name="connsiteX1825" fmla="*/ 895212 w 6386648"/>
                <a:gd name="connsiteY1825" fmla="*/ 413482 h 1849426"/>
                <a:gd name="connsiteX1826" fmla="*/ 913236 w 6386648"/>
                <a:gd name="connsiteY1826" fmla="*/ 431506 h 1849426"/>
                <a:gd name="connsiteX1827" fmla="*/ 895212 w 6386648"/>
                <a:gd name="connsiteY1827" fmla="*/ 449531 h 1849426"/>
                <a:gd name="connsiteX1828" fmla="*/ 877187 w 6386648"/>
                <a:gd name="connsiteY1828" fmla="*/ 431506 h 1849426"/>
                <a:gd name="connsiteX1829" fmla="*/ 895212 w 6386648"/>
                <a:gd name="connsiteY1829" fmla="*/ 413482 h 1849426"/>
                <a:gd name="connsiteX1830" fmla="*/ 672910 w 6386648"/>
                <a:gd name="connsiteY1830" fmla="*/ 413482 h 1849426"/>
                <a:gd name="connsiteX1831" fmla="*/ 690935 w 6386648"/>
                <a:gd name="connsiteY1831" fmla="*/ 431506 h 1849426"/>
                <a:gd name="connsiteX1832" fmla="*/ 672910 w 6386648"/>
                <a:gd name="connsiteY1832" fmla="*/ 449531 h 1849426"/>
                <a:gd name="connsiteX1833" fmla="*/ 654886 w 6386648"/>
                <a:gd name="connsiteY1833" fmla="*/ 431506 h 1849426"/>
                <a:gd name="connsiteX1834" fmla="*/ 672910 w 6386648"/>
                <a:gd name="connsiteY1834" fmla="*/ 413482 h 1849426"/>
                <a:gd name="connsiteX1835" fmla="*/ 3719035 w 6386648"/>
                <a:gd name="connsiteY1835" fmla="*/ 407474 h 1849426"/>
                <a:gd name="connsiteX1836" fmla="*/ 3737060 w 6386648"/>
                <a:gd name="connsiteY1836" fmla="*/ 425499 h 1849426"/>
                <a:gd name="connsiteX1837" fmla="*/ 3719035 w 6386648"/>
                <a:gd name="connsiteY1837" fmla="*/ 443523 h 1849426"/>
                <a:gd name="connsiteX1838" fmla="*/ 3701011 w 6386648"/>
                <a:gd name="connsiteY1838" fmla="*/ 425499 h 1849426"/>
                <a:gd name="connsiteX1839" fmla="*/ 3719035 w 6386648"/>
                <a:gd name="connsiteY1839" fmla="*/ 407474 h 1849426"/>
                <a:gd name="connsiteX1840" fmla="*/ 6002126 w 6386648"/>
                <a:gd name="connsiteY1840" fmla="*/ 401466 h 1849426"/>
                <a:gd name="connsiteX1841" fmla="*/ 6020151 w 6386648"/>
                <a:gd name="connsiteY1841" fmla="*/ 419490 h 1849426"/>
                <a:gd name="connsiteX1842" fmla="*/ 6002126 w 6386648"/>
                <a:gd name="connsiteY1842" fmla="*/ 437515 h 1849426"/>
                <a:gd name="connsiteX1843" fmla="*/ 5984102 w 6386648"/>
                <a:gd name="connsiteY1843" fmla="*/ 419490 h 1849426"/>
                <a:gd name="connsiteX1844" fmla="*/ 6002126 w 6386648"/>
                <a:gd name="connsiteY1844" fmla="*/ 401466 h 1849426"/>
                <a:gd name="connsiteX1845" fmla="*/ 1970668 w 6386648"/>
                <a:gd name="connsiteY1845" fmla="*/ 401466 h 1849426"/>
                <a:gd name="connsiteX1846" fmla="*/ 1988693 w 6386648"/>
                <a:gd name="connsiteY1846" fmla="*/ 419490 h 1849426"/>
                <a:gd name="connsiteX1847" fmla="*/ 1970668 w 6386648"/>
                <a:gd name="connsiteY1847" fmla="*/ 437515 h 1849426"/>
                <a:gd name="connsiteX1848" fmla="*/ 1952644 w 6386648"/>
                <a:gd name="connsiteY1848" fmla="*/ 419490 h 1849426"/>
                <a:gd name="connsiteX1849" fmla="*/ 1970668 w 6386648"/>
                <a:gd name="connsiteY1849" fmla="*/ 401466 h 1849426"/>
                <a:gd name="connsiteX1850" fmla="*/ 5533492 w 6386648"/>
                <a:gd name="connsiteY1850" fmla="*/ 395457 h 1849426"/>
                <a:gd name="connsiteX1851" fmla="*/ 5551517 w 6386648"/>
                <a:gd name="connsiteY1851" fmla="*/ 413481 h 1849426"/>
                <a:gd name="connsiteX1852" fmla="*/ 5533492 w 6386648"/>
                <a:gd name="connsiteY1852" fmla="*/ 431506 h 1849426"/>
                <a:gd name="connsiteX1853" fmla="*/ 5515468 w 6386648"/>
                <a:gd name="connsiteY1853" fmla="*/ 413481 h 1849426"/>
                <a:gd name="connsiteX1854" fmla="*/ 5533492 w 6386648"/>
                <a:gd name="connsiteY1854" fmla="*/ 395457 h 1849426"/>
                <a:gd name="connsiteX1855" fmla="*/ 3166287 w 6386648"/>
                <a:gd name="connsiteY1855" fmla="*/ 395457 h 1849426"/>
                <a:gd name="connsiteX1856" fmla="*/ 3184312 w 6386648"/>
                <a:gd name="connsiteY1856" fmla="*/ 413481 h 1849426"/>
                <a:gd name="connsiteX1857" fmla="*/ 3166287 w 6386648"/>
                <a:gd name="connsiteY1857" fmla="*/ 431506 h 1849426"/>
                <a:gd name="connsiteX1858" fmla="*/ 3148262 w 6386648"/>
                <a:gd name="connsiteY1858" fmla="*/ 413481 h 1849426"/>
                <a:gd name="connsiteX1859" fmla="*/ 3166287 w 6386648"/>
                <a:gd name="connsiteY1859" fmla="*/ 395457 h 1849426"/>
                <a:gd name="connsiteX1860" fmla="*/ 2373213 w 6386648"/>
                <a:gd name="connsiteY1860" fmla="*/ 395457 h 1849426"/>
                <a:gd name="connsiteX1861" fmla="*/ 2391238 w 6386648"/>
                <a:gd name="connsiteY1861" fmla="*/ 413481 h 1849426"/>
                <a:gd name="connsiteX1862" fmla="*/ 2373213 w 6386648"/>
                <a:gd name="connsiteY1862" fmla="*/ 431506 h 1849426"/>
                <a:gd name="connsiteX1863" fmla="*/ 2355189 w 6386648"/>
                <a:gd name="connsiteY1863" fmla="*/ 413481 h 1849426"/>
                <a:gd name="connsiteX1864" fmla="*/ 2373213 w 6386648"/>
                <a:gd name="connsiteY1864" fmla="*/ 395457 h 1849426"/>
                <a:gd name="connsiteX1865" fmla="*/ 787065 w 6386648"/>
                <a:gd name="connsiteY1865" fmla="*/ 395457 h 1849426"/>
                <a:gd name="connsiteX1866" fmla="*/ 805090 w 6386648"/>
                <a:gd name="connsiteY1866" fmla="*/ 413481 h 1849426"/>
                <a:gd name="connsiteX1867" fmla="*/ 787065 w 6386648"/>
                <a:gd name="connsiteY1867" fmla="*/ 431506 h 1849426"/>
                <a:gd name="connsiteX1868" fmla="*/ 769041 w 6386648"/>
                <a:gd name="connsiteY1868" fmla="*/ 413481 h 1849426"/>
                <a:gd name="connsiteX1869" fmla="*/ 787065 w 6386648"/>
                <a:gd name="connsiteY1869" fmla="*/ 395457 h 1849426"/>
                <a:gd name="connsiteX1870" fmla="*/ 6344591 w 6386648"/>
                <a:gd name="connsiteY1870" fmla="*/ 389449 h 1849426"/>
                <a:gd name="connsiteX1871" fmla="*/ 6362615 w 6386648"/>
                <a:gd name="connsiteY1871" fmla="*/ 407473 h 1849426"/>
                <a:gd name="connsiteX1872" fmla="*/ 6344591 w 6386648"/>
                <a:gd name="connsiteY1872" fmla="*/ 425498 h 1849426"/>
                <a:gd name="connsiteX1873" fmla="*/ 6326566 w 6386648"/>
                <a:gd name="connsiteY1873" fmla="*/ 407473 h 1849426"/>
                <a:gd name="connsiteX1874" fmla="*/ 6344591 w 6386648"/>
                <a:gd name="connsiteY1874" fmla="*/ 389449 h 1849426"/>
                <a:gd name="connsiteX1875" fmla="*/ 5407321 w 6386648"/>
                <a:gd name="connsiteY1875" fmla="*/ 383441 h 1849426"/>
                <a:gd name="connsiteX1876" fmla="*/ 5425346 w 6386648"/>
                <a:gd name="connsiteY1876" fmla="*/ 401465 h 1849426"/>
                <a:gd name="connsiteX1877" fmla="*/ 5407321 w 6386648"/>
                <a:gd name="connsiteY1877" fmla="*/ 419490 h 1849426"/>
                <a:gd name="connsiteX1878" fmla="*/ 5389297 w 6386648"/>
                <a:gd name="connsiteY1878" fmla="*/ 401465 h 1849426"/>
                <a:gd name="connsiteX1879" fmla="*/ 5407321 w 6386648"/>
                <a:gd name="connsiteY1879" fmla="*/ 383441 h 1849426"/>
                <a:gd name="connsiteX1880" fmla="*/ 5233085 w 6386648"/>
                <a:gd name="connsiteY1880" fmla="*/ 383441 h 1849426"/>
                <a:gd name="connsiteX1881" fmla="*/ 5251110 w 6386648"/>
                <a:gd name="connsiteY1881" fmla="*/ 401465 h 1849426"/>
                <a:gd name="connsiteX1882" fmla="*/ 5233085 w 6386648"/>
                <a:gd name="connsiteY1882" fmla="*/ 419490 h 1849426"/>
                <a:gd name="connsiteX1883" fmla="*/ 5215061 w 6386648"/>
                <a:gd name="connsiteY1883" fmla="*/ 401465 h 1849426"/>
                <a:gd name="connsiteX1884" fmla="*/ 5233085 w 6386648"/>
                <a:gd name="connsiteY1884" fmla="*/ 383441 h 1849426"/>
                <a:gd name="connsiteX1885" fmla="*/ 4956711 w 6386648"/>
                <a:gd name="connsiteY1885" fmla="*/ 383441 h 1849426"/>
                <a:gd name="connsiteX1886" fmla="*/ 4974736 w 6386648"/>
                <a:gd name="connsiteY1886" fmla="*/ 401465 h 1849426"/>
                <a:gd name="connsiteX1887" fmla="*/ 4956711 w 6386648"/>
                <a:gd name="connsiteY1887" fmla="*/ 419490 h 1849426"/>
                <a:gd name="connsiteX1888" fmla="*/ 4938687 w 6386648"/>
                <a:gd name="connsiteY1888" fmla="*/ 401465 h 1849426"/>
                <a:gd name="connsiteX1889" fmla="*/ 4956711 w 6386648"/>
                <a:gd name="connsiteY1889" fmla="*/ 383441 h 1849426"/>
                <a:gd name="connsiteX1890" fmla="*/ 3604880 w 6386648"/>
                <a:gd name="connsiteY1890" fmla="*/ 377433 h 1849426"/>
                <a:gd name="connsiteX1891" fmla="*/ 3622905 w 6386648"/>
                <a:gd name="connsiteY1891" fmla="*/ 395458 h 1849426"/>
                <a:gd name="connsiteX1892" fmla="*/ 3604880 w 6386648"/>
                <a:gd name="connsiteY1892" fmla="*/ 413482 h 1849426"/>
                <a:gd name="connsiteX1893" fmla="*/ 3586856 w 6386648"/>
                <a:gd name="connsiteY1893" fmla="*/ 395458 h 1849426"/>
                <a:gd name="connsiteX1894" fmla="*/ 3604880 w 6386648"/>
                <a:gd name="connsiteY1894" fmla="*/ 377433 h 1849426"/>
                <a:gd name="connsiteX1895" fmla="*/ 5082882 w 6386648"/>
                <a:gd name="connsiteY1895" fmla="*/ 371425 h 1849426"/>
                <a:gd name="connsiteX1896" fmla="*/ 5100907 w 6386648"/>
                <a:gd name="connsiteY1896" fmla="*/ 389449 h 1849426"/>
                <a:gd name="connsiteX1897" fmla="*/ 5082882 w 6386648"/>
                <a:gd name="connsiteY1897" fmla="*/ 407474 h 1849426"/>
                <a:gd name="connsiteX1898" fmla="*/ 5064858 w 6386648"/>
                <a:gd name="connsiteY1898" fmla="*/ 389449 h 1849426"/>
                <a:gd name="connsiteX1899" fmla="*/ 5082882 w 6386648"/>
                <a:gd name="connsiteY1899" fmla="*/ 371425 h 1849426"/>
                <a:gd name="connsiteX1900" fmla="*/ 4638280 w 6386648"/>
                <a:gd name="connsiteY1900" fmla="*/ 371425 h 1849426"/>
                <a:gd name="connsiteX1901" fmla="*/ 4656305 w 6386648"/>
                <a:gd name="connsiteY1901" fmla="*/ 389449 h 1849426"/>
                <a:gd name="connsiteX1902" fmla="*/ 4638280 w 6386648"/>
                <a:gd name="connsiteY1902" fmla="*/ 407474 h 1849426"/>
                <a:gd name="connsiteX1903" fmla="*/ 4620255 w 6386648"/>
                <a:gd name="connsiteY1903" fmla="*/ 389449 h 1849426"/>
                <a:gd name="connsiteX1904" fmla="*/ 4638280 w 6386648"/>
                <a:gd name="connsiteY1904" fmla="*/ 371425 h 1849426"/>
                <a:gd name="connsiteX1905" fmla="*/ 4289808 w 6386648"/>
                <a:gd name="connsiteY1905" fmla="*/ 371425 h 1849426"/>
                <a:gd name="connsiteX1906" fmla="*/ 4307833 w 6386648"/>
                <a:gd name="connsiteY1906" fmla="*/ 389449 h 1849426"/>
                <a:gd name="connsiteX1907" fmla="*/ 4289808 w 6386648"/>
                <a:gd name="connsiteY1907" fmla="*/ 407474 h 1849426"/>
                <a:gd name="connsiteX1908" fmla="*/ 4271784 w 6386648"/>
                <a:gd name="connsiteY1908" fmla="*/ 389449 h 1849426"/>
                <a:gd name="connsiteX1909" fmla="*/ 4289808 w 6386648"/>
                <a:gd name="connsiteY1909" fmla="*/ 371425 h 1849426"/>
                <a:gd name="connsiteX1910" fmla="*/ 3412620 w 6386648"/>
                <a:gd name="connsiteY1910" fmla="*/ 371425 h 1849426"/>
                <a:gd name="connsiteX1911" fmla="*/ 3430645 w 6386648"/>
                <a:gd name="connsiteY1911" fmla="*/ 389449 h 1849426"/>
                <a:gd name="connsiteX1912" fmla="*/ 3412620 w 6386648"/>
                <a:gd name="connsiteY1912" fmla="*/ 407474 h 1849426"/>
                <a:gd name="connsiteX1913" fmla="*/ 3394596 w 6386648"/>
                <a:gd name="connsiteY1913" fmla="*/ 389449 h 1849426"/>
                <a:gd name="connsiteX1914" fmla="*/ 3412620 w 6386648"/>
                <a:gd name="connsiteY1914" fmla="*/ 371425 h 1849426"/>
                <a:gd name="connsiteX1915" fmla="*/ 3286449 w 6386648"/>
                <a:gd name="connsiteY1915" fmla="*/ 371425 h 1849426"/>
                <a:gd name="connsiteX1916" fmla="*/ 3304474 w 6386648"/>
                <a:gd name="connsiteY1916" fmla="*/ 389449 h 1849426"/>
                <a:gd name="connsiteX1917" fmla="*/ 3286449 w 6386648"/>
                <a:gd name="connsiteY1917" fmla="*/ 407474 h 1849426"/>
                <a:gd name="connsiteX1918" fmla="*/ 3268424 w 6386648"/>
                <a:gd name="connsiteY1918" fmla="*/ 389449 h 1849426"/>
                <a:gd name="connsiteX1919" fmla="*/ 3286449 w 6386648"/>
                <a:gd name="connsiteY1919" fmla="*/ 371425 h 1849426"/>
                <a:gd name="connsiteX1920" fmla="*/ 2204985 w 6386648"/>
                <a:gd name="connsiteY1920" fmla="*/ 371425 h 1849426"/>
                <a:gd name="connsiteX1921" fmla="*/ 2223010 w 6386648"/>
                <a:gd name="connsiteY1921" fmla="*/ 389449 h 1849426"/>
                <a:gd name="connsiteX1922" fmla="*/ 2204985 w 6386648"/>
                <a:gd name="connsiteY1922" fmla="*/ 407474 h 1849426"/>
                <a:gd name="connsiteX1923" fmla="*/ 2186961 w 6386648"/>
                <a:gd name="connsiteY1923" fmla="*/ 389449 h 1849426"/>
                <a:gd name="connsiteX1924" fmla="*/ 2204985 w 6386648"/>
                <a:gd name="connsiteY1924" fmla="*/ 371425 h 1849426"/>
                <a:gd name="connsiteX1925" fmla="*/ 1033398 w 6386648"/>
                <a:gd name="connsiteY1925" fmla="*/ 371425 h 1849426"/>
                <a:gd name="connsiteX1926" fmla="*/ 1051423 w 6386648"/>
                <a:gd name="connsiteY1926" fmla="*/ 389449 h 1849426"/>
                <a:gd name="connsiteX1927" fmla="*/ 1033398 w 6386648"/>
                <a:gd name="connsiteY1927" fmla="*/ 407474 h 1849426"/>
                <a:gd name="connsiteX1928" fmla="*/ 1015374 w 6386648"/>
                <a:gd name="connsiteY1928" fmla="*/ 389449 h 1849426"/>
                <a:gd name="connsiteX1929" fmla="*/ 1033398 w 6386648"/>
                <a:gd name="connsiteY1929" fmla="*/ 371425 h 1849426"/>
                <a:gd name="connsiteX1930" fmla="*/ 432585 w 6386648"/>
                <a:gd name="connsiteY1930" fmla="*/ 371425 h 1849426"/>
                <a:gd name="connsiteX1931" fmla="*/ 450610 w 6386648"/>
                <a:gd name="connsiteY1931" fmla="*/ 389449 h 1849426"/>
                <a:gd name="connsiteX1932" fmla="*/ 432585 w 6386648"/>
                <a:gd name="connsiteY1932" fmla="*/ 407474 h 1849426"/>
                <a:gd name="connsiteX1933" fmla="*/ 414561 w 6386648"/>
                <a:gd name="connsiteY1933" fmla="*/ 389449 h 1849426"/>
                <a:gd name="connsiteX1934" fmla="*/ 432585 w 6386648"/>
                <a:gd name="connsiteY1934" fmla="*/ 371425 h 1849426"/>
                <a:gd name="connsiteX1935" fmla="*/ 4037466 w 6386648"/>
                <a:gd name="connsiteY1935" fmla="*/ 365417 h 1849426"/>
                <a:gd name="connsiteX1936" fmla="*/ 4055491 w 6386648"/>
                <a:gd name="connsiteY1936" fmla="*/ 383441 h 1849426"/>
                <a:gd name="connsiteX1937" fmla="*/ 4037466 w 6386648"/>
                <a:gd name="connsiteY1937" fmla="*/ 401466 h 1849426"/>
                <a:gd name="connsiteX1938" fmla="*/ 4019441 w 6386648"/>
                <a:gd name="connsiteY1938" fmla="*/ 383441 h 1849426"/>
                <a:gd name="connsiteX1939" fmla="*/ 4037466 w 6386648"/>
                <a:gd name="connsiteY1939" fmla="*/ 365417 h 1849426"/>
                <a:gd name="connsiteX1940" fmla="*/ 2943986 w 6386648"/>
                <a:gd name="connsiteY1940" fmla="*/ 365417 h 1849426"/>
                <a:gd name="connsiteX1941" fmla="*/ 2962011 w 6386648"/>
                <a:gd name="connsiteY1941" fmla="*/ 383441 h 1849426"/>
                <a:gd name="connsiteX1942" fmla="*/ 2943986 w 6386648"/>
                <a:gd name="connsiteY1942" fmla="*/ 401466 h 1849426"/>
                <a:gd name="connsiteX1943" fmla="*/ 2925962 w 6386648"/>
                <a:gd name="connsiteY1943" fmla="*/ 383441 h 1849426"/>
                <a:gd name="connsiteX1944" fmla="*/ 2943986 w 6386648"/>
                <a:gd name="connsiteY1944" fmla="*/ 365417 h 1849426"/>
                <a:gd name="connsiteX1945" fmla="*/ 2811807 w 6386648"/>
                <a:gd name="connsiteY1945" fmla="*/ 365417 h 1849426"/>
                <a:gd name="connsiteX1946" fmla="*/ 2829832 w 6386648"/>
                <a:gd name="connsiteY1946" fmla="*/ 383441 h 1849426"/>
                <a:gd name="connsiteX1947" fmla="*/ 2811807 w 6386648"/>
                <a:gd name="connsiteY1947" fmla="*/ 401466 h 1849426"/>
                <a:gd name="connsiteX1948" fmla="*/ 2793783 w 6386648"/>
                <a:gd name="connsiteY1948" fmla="*/ 383441 h 1849426"/>
                <a:gd name="connsiteX1949" fmla="*/ 2811807 w 6386648"/>
                <a:gd name="connsiteY1949" fmla="*/ 365417 h 1849426"/>
                <a:gd name="connsiteX1950" fmla="*/ 5899988 w 6386648"/>
                <a:gd name="connsiteY1950" fmla="*/ 353401 h 1849426"/>
                <a:gd name="connsiteX1951" fmla="*/ 5918013 w 6386648"/>
                <a:gd name="connsiteY1951" fmla="*/ 371425 h 1849426"/>
                <a:gd name="connsiteX1952" fmla="*/ 5899988 w 6386648"/>
                <a:gd name="connsiteY1952" fmla="*/ 389450 h 1849426"/>
                <a:gd name="connsiteX1953" fmla="*/ 5881963 w 6386648"/>
                <a:gd name="connsiteY1953" fmla="*/ 371425 h 1849426"/>
                <a:gd name="connsiteX1954" fmla="*/ 5899988 w 6386648"/>
                <a:gd name="connsiteY1954" fmla="*/ 353401 h 1849426"/>
                <a:gd name="connsiteX1955" fmla="*/ 4842556 w 6386648"/>
                <a:gd name="connsiteY1955" fmla="*/ 353401 h 1849426"/>
                <a:gd name="connsiteX1956" fmla="*/ 4860581 w 6386648"/>
                <a:gd name="connsiteY1956" fmla="*/ 371425 h 1849426"/>
                <a:gd name="connsiteX1957" fmla="*/ 4842556 w 6386648"/>
                <a:gd name="connsiteY1957" fmla="*/ 389450 h 1849426"/>
                <a:gd name="connsiteX1958" fmla="*/ 4824532 w 6386648"/>
                <a:gd name="connsiteY1958" fmla="*/ 371425 h 1849426"/>
                <a:gd name="connsiteX1959" fmla="*/ 4842556 w 6386648"/>
                <a:gd name="connsiteY1959" fmla="*/ 353401 h 1849426"/>
                <a:gd name="connsiteX1960" fmla="*/ 4518117 w 6386648"/>
                <a:gd name="connsiteY1960" fmla="*/ 353401 h 1849426"/>
                <a:gd name="connsiteX1961" fmla="*/ 4536142 w 6386648"/>
                <a:gd name="connsiteY1961" fmla="*/ 371425 h 1849426"/>
                <a:gd name="connsiteX1962" fmla="*/ 4518117 w 6386648"/>
                <a:gd name="connsiteY1962" fmla="*/ 389450 h 1849426"/>
                <a:gd name="connsiteX1963" fmla="*/ 4500092 w 6386648"/>
                <a:gd name="connsiteY1963" fmla="*/ 371425 h 1849426"/>
                <a:gd name="connsiteX1964" fmla="*/ 4518117 w 6386648"/>
                <a:gd name="connsiteY1964" fmla="*/ 353401 h 1849426"/>
                <a:gd name="connsiteX1965" fmla="*/ 4403962 w 6386648"/>
                <a:gd name="connsiteY1965" fmla="*/ 353401 h 1849426"/>
                <a:gd name="connsiteX1966" fmla="*/ 4421987 w 6386648"/>
                <a:gd name="connsiteY1966" fmla="*/ 371425 h 1849426"/>
                <a:gd name="connsiteX1967" fmla="*/ 4403962 w 6386648"/>
                <a:gd name="connsiteY1967" fmla="*/ 389450 h 1849426"/>
                <a:gd name="connsiteX1968" fmla="*/ 4385938 w 6386648"/>
                <a:gd name="connsiteY1968" fmla="*/ 371425 h 1849426"/>
                <a:gd name="connsiteX1969" fmla="*/ 4403962 w 6386648"/>
                <a:gd name="connsiteY1969" fmla="*/ 353401 h 1849426"/>
                <a:gd name="connsiteX1970" fmla="*/ 4151621 w 6386648"/>
                <a:gd name="connsiteY1970" fmla="*/ 353401 h 1849426"/>
                <a:gd name="connsiteX1971" fmla="*/ 4169646 w 6386648"/>
                <a:gd name="connsiteY1971" fmla="*/ 371425 h 1849426"/>
                <a:gd name="connsiteX1972" fmla="*/ 4151621 w 6386648"/>
                <a:gd name="connsiteY1972" fmla="*/ 389450 h 1849426"/>
                <a:gd name="connsiteX1973" fmla="*/ 4133597 w 6386648"/>
                <a:gd name="connsiteY1973" fmla="*/ 371425 h 1849426"/>
                <a:gd name="connsiteX1974" fmla="*/ 4151621 w 6386648"/>
                <a:gd name="connsiteY1974" fmla="*/ 353401 h 1849426"/>
                <a:gd name="connsiteX1975" fmla="*/ 3911295 w 6386648"/>
                <a:gd name="connsiteY1975" fmla="*/ 347392 h 1849426"/>
                <a:gd name="connsiteX1976" fmla="*/ 3929320 w 6386648"/>
                <a:gd name="connsiteY1976" fmla="*/ 365417 h 1849426"/>
                <a:gd name="connsiteX1977" fmla="*/ 3911295 w 6386648"/>
                <a:gd name="connsiteY1977" fmla="*/ 383441 h 1849426"/>
                <a:gd name="connsiteX1978" fmla="*/ 3893271 w 6386648"/>
                <a:gd name="connsiteY1978" fmla="*/ 365417 h 1849426"/>
                <a:gd name="connsiteX1979" fmla="*/ 3911295 w 6386648"/>
                <a:gd name="connsiteY1979" fmla="*/ 347392 h 1849426"/>
                <a:gd name="connsiteX1980" fmla="*/ 2078814 w 6386648"/>
                <a:gd name="connsiteY1980" fmla="*/ 347392 h 1849426"/>
                <a:gd name="connsiteX1981" fmla="*/ 2096839 w 6386648"/>
                <a:gd name="connsiteY1981" fmla="*/ 365417 h 1849426"/>
                <a:gd name="connsiteX1982" fmla="*/ 2078814 w 6386648"/>
                <a:gd name="connsiteY1982" fmla="*/ 383441 h 1849426"/>
                <a:gd name="connsiteX1983" fmla="*/ 2060790 w 6386648"/>
                <a:gd name="connsiteY1983" fmla="*/ 365417 h 1849426"/>
                <a:gd name="connsiteX1984" fmla="*/ 2078814 w 6386648"/>
                <a:gd name="connsiteY1984" fmla="*/ 347392 h 1849426"/>
                <a:gd name="connsiteX1985" fmla="*/ 1345823 w 6386648"/>
                <a:gd name="connsiteY1985" fmla="*/ 347392 h 1849426"/>
                <a:gd name="connsiteX1986" fmla="*/ 1363847 w 6386648"/>
                <a:gd name="connsiteY1986" fmla="*/ 365417 h 1849426"/>
                <a:gd name="connsiteX1987" fmla="*/ 1345823 w 6386648"/>
                <a:gd name="connsiteY1987" fmla="*/ 383441 h 1849426"/>
                <a:gd name="connsiteX1988" fmla="*/ 1327798 w 6386648"/>
                <a:gd name="connsiteY1988" fmla="*/ 365417 h 1849426"/>
                <a:gd name="connsiteX1989" fmla="*/ 1345823 w 6386648"/>
                <a:gd name="connsiteY1989" fmla="*/ 347392 h 1849426"/>
                <a:gd name="connsiteX1990" fmla="*/ 1556107 w 6386648"/>
                <a:gd name="connsiteY1990" fmla="*/ 341384 h 1849426"/>
                <a:gd name="connsiteX1991" fmla="*/ 1574131 w 6386648"/>
                <a:gd name="connsiteY1991" fmla="*/ 359408 h 1849426"/>
                <a:gd name="connsiteX1992" fmla="*/ 1556107 w 6386648"/>
                <a:gd name="connsiteY1992" fmla="*/ 377433 h 1849426"/>
                <a:gd name="connsiteX1993" fmla="*/ 1538082 w 6386648"/>
                <a:gd name="connsiteY1993" fmla="*/ 359408 h 1849426"/>
                <a:gd name="connsiteX1994" fmla="*/ 1556107 w 6386648"/>
                <a:gd name="connsiteY1994" fmla="*/ 341384 h 1849426"/>
                <a:gd name="connsiteX1995" fmla="*/ 306414 w 6386648"/>
                <a:gd name="connsiteY1995" fmla="*/ 341384 h 1849426"/>
                <a:gd name="connsiteX1996" fmla="*/ 324439 w 6386648"/>
                <a:gd name="connsiteY1996" fmla="*/ 359408 h 1849426"/>
                <a:gd name="connsiteX1997" fmla="*/ 306414 w 6386648"/>
                <a:gd name="connsiteY1997" fmla="*/ 377433 h 1849426"/>
                <a:gd name="connsiteX1998" fmla="*/ 288390 w 6386648"/>
                <a:gd name="connsiteY1998" fmla="*/ 359408 h 1849426"/>
                <a:gd name="connsiteX1999" fmla="*/ 306414 w 6386648"/>
                <a:gd name="connsiteY1999" fmla="*/ 341384 h 1849426"/>
                <a:gd name="connsiteX2000" fmla="*/ 6206403 w 6386648"/>
                <a:gd name="connsiteY2000" fmla="*/ 335376 h 1849426"/>
                <a:gd name="connsiteX2001" fmla="*/ 6224428 w 6386648"/>
                <a:gd name="connsiteY2001" fmla="*/ 353400 h 1849426"/>
                <a:gd name="connsiteX2002" fmla="*/ 6206403 w 6386648"/>
                <a:gd name="connsiteY2002" fmla="*/ 371425 h 1849426"/>
                <a:gd name="connsiteX2003" fmla="*/ 6188379 w 6386648"/>
                <a:gd name="connsiteY2003" fmla="*/ 353400 h 1849426"/>
                <a:gd name="connsiteX2004" fmla="*/ 6206403 w 6386648"/>
                <a:gd name="connsiteY2004" fmla="*/ 335376 h 1849426"/>
                <a:gd name="connsiteX2005" fmla="*/ 1670261 w 6386648"/>
                <a:gd name="connsiteY2005" fmla="*/ 335376 h 1849426"/>
                <a:gd name="connsiteX2006" fmla="*/ 1688286 w 6386648"/>
                <a:gd name="connsiteY2006" fmla="*/ 353400 h 1849426"/>
                <a:gd name="connsiteX2007" fmla="*/ 1670261 w 6386648"/>
                <a:gd name="connsiteY2007" fmla="*/ 371425 h 1849426"/>
                <a:gd name="connsiteX2008" fmla="*/ 1652237 w 6386648"/>
                <a:gd name="connsiteY2008" fmla="*/ 353400 h 1849426"/>
                <a:gd name="connsiteX2009" fmla="*/ 1670261 w 6386648"/>
                <a:gd name="connsiteY2009" fmla="*/ 335376 h 1849426"/>
                <a:gd name="connsiteX2010" fmla="*/ 5767809 w 6386648"/>
                <a:gd name="connsiteY2010" fmla="*/ 329368 h 1849426"/>
                <a:gd name="connsiteX2011" fmla="*/ 5785834 w 6386648"/>
                <a:gd name="connsiteY2011" fmla="*/ 347392 h 1849426"/>
                <a:gd name="connsiteX2012" fmla="*/ 5767809 w 6386648"/>
                <a:gd name="connsiteY2012" fmla="*/ 365417 h 1849426"/>
                <a:gd name="connsiteX2013" fmla="*/ 5749785 w 6386648"/>
                <a:gd name="connsiteY2013" fmla="*/ 347392 h 1849426"/>
                <a:gd name="connsiteX2014" fmla="*/ 5767809 w 6386648"/>
                <a:gd name="connsiteY2014" fmla="*/ 329368 h 1849426"/>
                <a:gd name="connsiteX2015" fmla="*/ 3797141 w 6386648"/>
                <a:gd name="connsiteY2015" fmla="*/ 329368 h 1849426"/>
                <a:gd name="connsiteX2016" fmla="*/ 3815166 w 6386648"/>
                <a:gd name="connsiteY2016" fmla="*/ 347392 h 1849426"/>
                <a:gd name="connsiteX2017" fmla="*/ 3797141 w 6386648"/>
                <a:gd name="connsiteY2017" fmla="*/ 365417 h 1849426"/>
                <a:gd name="connsiteX2018" fmla="*/ 3779116 w 6386648"/>
                <a:gd name="connsiteY2018" fmla="*/ 347392 h 1849426"/>
                <a:gd name="connsiteX2019" fmla="*/ 3797141 w 6386648"/>
                <a:gd name="connsiteY2019" fmla="*/ 329368 h 1849426"/>
                <a:gd name="connsiteX2020" fmla="*/ 2673619 w 6386648"/>
                <a:gd name="connsiteY2020" fmla="*/ 329368 h 1849426"/>
                <a:gd name="connsiteX2021" fmla="*/ 2691644 w 6386648"/>
                <a:gd name="connsiteY2021" fmla="*/ 347392 h 1849426"/>
                <a:gd name="connsiteX2022" fmla="*/ 2673619 w 6386648"/>
                <a:gd name="connsiteY2022" fmla="*/ 365417 h 1849426"/>
                <a:gd name="connsiteX2023" fmla="*/ 2655595 w 6386648"/>
                <a:gd name="connsiteY2023" fmla="*/ 347392 h 1849426"/>
                <a:gd name="connsiteX2024" fmla="*/ 2673619 w 6386648"/>
                <a:gd name="connsiteY2024" fmla="*/ 329368 h 1849426"/>
                <a:gd name="connsiteX2025" fmla="*/ 1898570 w 6386648"/>
                <a:gd name="connsiteY2025" fmla="*/ 329368 h 1849426"/>
                <a:gd name="connsiteX2026" fmla="*/ 1916595 w 6386648"/>
                <a:gd name="connsiteY2026" fmla="*/ 347392 h 1849426"/>
                <a:gd name="connsiteX2027" fmla="*/ 1898570 w 6386648"/>
                <a:gd name="connsiteY2027" fmla="*/ 365417 h 1849426"/>
                <a:gd name="connsiteX2028" fmla="*/ 1880546 w 6386648"/>
                <a:gd name="connsiteY2028" fmla="*/ 347392 h 1849426"/>
                <a:gd name="connsiteX2029" fmla="*/ 1898570 w 6386648"/>
                <a:gd name="connsiteY2029" fmla="*/ 329368 h 1849426"/>
                <a:gd name="connsiteX2030" fmla="*/ 66089 w 6386648"/>
                <a:gd name="connsiteY2030" fmla="*/ 323360 h 1849426"/>
                <a:gd name="connsiteX2031" fmla="*/ 84114 w 6386648"/>
                <a:gd name="connsiteY2031" fmla="*/ 341384 h 1849426"/>
                <a:gd name="connsiteX2032" fmla="*/ 66089 w 6386648"/>
                <a:gd name="connsiteY2032" fmla="*/ 359409 h 1849426"/>
                <a:gd name="connsiteX2033" fmla="*/ 48065 w 6386648"/>
                <a:gd name="connsiteY2033" fmla="*/ 341384 h 1849426"/>
                <a:gd name="connsiteX2034" fmla="*/ 66089 w 6386648"/>
                <a:gd name="connsiteY2034" fmla="*/ 323360 h 1849426"/>
                <a:gd name="connsiteX2035" fmla="*/ 5647646 w 6386648"/>
                <a:gd name="connsiteY2035" fmla="*/ 317352 h 1849426"/>
                <a:gd name="connsiteX2036" fmla="*/ 5665671 w 6386648"/>
                <a:gd name="connsiteY2036" fmla="*/ 335377 h 1849426"/>
                <a:gd name="connsiteX2037" fmla="*/ 5647646 w 6386648"/>
                <a:gd name="connsiteY2037" fmla="*/ 353401 h 1849426"/>
                <a:gd name="connsiteX2038" fmla="*/ 5629622 w 6386648"/>
                <a:gd name="connsiteY2038" fmla="*/ 335377 h 1849426"/>
                <a:gd name="connsiteX2039" fmla="*/ 5647646 w 6386648"/>
                <a:gd name="connsiteY2039" fmla="*/ 317352 h 1849426"/>
                <a:gd name="connsiteX2040" fmla="*/ 3064148 w 6386648"/>
                <a:gd name="connsiteY2040" fmla="*/ 311344 h 1849426"/>
                <a:gd name="connsiteX2041" fmla="*/ 3082173 w 6386648"/>
                <a:gd name="connsiteY2041" fmla="*/ 329368 h 1849426"/>
                <a:gd name="connsiteX2042" fmla="*/ 3064148 w 6386648"/>
                <a:gd name="connsiteY2042" fmla="*/ 347393 h 1849426"/>
                <a:gd name="connsiteX2043" fmla="*/ 3046124 w 6386648"/>
                <a:gd name="connsiteY2043" fmla="*/ 329368 h 1849426"/>
                <a:gd name="connsiteX2044" fmla="*/ 3064148 w 6386648"/>
                <a:gd name="connsiteY2044" fmla="*/ 311344 h 1849426"/>
                <a:gd name="connsiteX2045" fmla="*/ 2553457 w 6386648"/>
                <a:gd name="connsiteY2045" fmla="*/ 311344 h 1849426"/>
                <a:gd name="connsiteX2046" fmla="*/ 2571482 w 6386648"/>
                <a:gd name="connsiteY2046" fmla="*/ 329368 h 1849426"/>
                <a:gd name="connsiteX2047" fmla="*/ 2553457 w 6386648"/>
                <a:gd name="connsiteY2047" fmla="*/ 347393 h 1849426"/>
                <a:gd name="connsiteX2048" fmla="*/ 2535433 w 6386648"/>
                <a:gd name="connsiteY2048" fmla="*/ 329368 h 1849426"/>
                <a:gd name="connsiteX2049" fmla="*/ 2553457 w 6386648"/>
                <a:gd name="connsiteY2049" fmla="*/ 311344 h 1849426"/>
                <a:gd name="connsiteX2050" fmla="*/ 6098257 w 6386648"/>
                <a:gd name="connsiteY2050" fmla="*/ 305335 h 1849426"/>
                <a:gd name="connsiteX2051" fmla="*/ 6116282 w 6386648"/>
                <a:gd name="connsiteY2051" fmla="*/ 323359 h 1849426"/>
                <a:gd name="connsiteX2052" fmla="*/ 6098257 w 6386648"/>
                <a:gd name="connsiteY2052" fmla="*/ 341384 h 1849426"/>
                <a:gd name="connsiteX2053" fmla="*/ 6080233 w 6386648"/>
                <a:gd name="connsiteY2053" fmla="*/ 323359 h 1849426"/>
                <a:gd name="connsiteX2054" fmla="*/ 6098257 w 6386648"/>
                <a:gd name="connsiteY2054" fmla="*/ 305335 h 1849426"/>
                <a:gd name="connsiteX2055" fmla="*/ 1231667 w 6386648"/>
                <a:gd name="connsiteY2055" fmla="*/ 305335 h 1849426"/>
                <a:gd name="connsiteX2056" fmla="*/ 1249692 w 6386648"/>
                <a:gd name="connsiteY2056" fmla="*/ 323359 h 1849426"/>
                <a:gd name="connsiteX2057" fmla="*/ 1231667 w 6386648"/>
                <a:gd name="connsiteY2057" fmla="*/ 341384 h 1849426"/>
                <a:gd name="connsiteX2058" fmla="*/ 1213643 w 6386648"/>
                <a:gd name="connsiteY2058" fmla="*/ 323359 h 1849426"/>
                <a:gd name="connsiteX2059" fmla="*/ 1231667 w 6386648"/>
                <a:gd name="connsiteY2059" fmla="*/ 305335 h 1849426"/>
                <a:gd name="connsiteX2060" fmla="*/ 174235 w 6386648"/>
                <a:gd name="connsiteY2060" fmla="*/ 305335 h 1849426"/>
                <a:gd name="connsiteX2061" fmla="*/ 192260 w 6386648"/>
                <a:gd name="connsiteY2061" fmla="*/ 323359 h 1849426"/>
                <a:gd name="connsiteX2062" fmla="*/ 174235 w 6386648"/>
                <a:gd name="connsiteY2062" fmla="*/ 341384 h 1849426"/>
                <a:gd name="connsiteX2063" fmla="*/ 156211 w 6386648"/>
                <a:gd name="connsiteY2063" fmla="*/ 323359 h 1849426"/>
                <a:gd name="connsiteX2064" fmla="*/ 174235 w 6386648"/>
                <a:gd name="connsiteY2064" fmla="*/ 305335 h 1849426"/>
                <a:gd name="connsiteX2065" fmla="*/ 3520767 w 6386648"/>
                <a:gd name="connsiteY2065" fmla="*/ 299327 h 1849426"/>
                <a:gd name="connsiteX2066" fmla="*/ 3538792 w 6386648"/>
                <a:gd name="connsiteY2066" fmla="*/ 317351 h 1849426"/>
                <a:gd name="connsiteX2067" fmla="*/ 3520767 w 6386648"/>
                <a:gd name="connsiteY2067" fmla="*/ 335376 h 1849426"/>
                <a:gd name="connsiteX2068" fmla="*/ 3502743 w 6386648"/>
                <a:gd name="connsiteY2068" fmla="*/ 317351 h 1849426"/>
                <a:gd name="connsiteX2069" fmla="*/ 3520767 w 6386648"/>
                <a:gd name="connsiteY2069" fmla="*/ 299327 h 1849426"/>
                <a:gd name="connsiteX2070" fmla="*/ 5347240 w 6386648"/>
                <a:gd name="connsiteY2070" fmla="*/ 293319 h 1849426"/>
                <a:gd name="connsiteX2071" fmla="*/ 5365265 w 6386648"/>
                <a:gd name="connsiteY2071" fmla="*/ 311343 h 1849426"/>
                <a:gd name="connsiteX2072" fmla="*/ 5347240 w 6386648"/>
                <a:gd name="connsiteY2072" fmla="*/ 329368 h 1849426"/>
                <a:gd name="connsiteX2073" fmla="*/ 5329216 w 6386648"/>
                <a:gd name="connsiteY2073" fmla="*/ 311343 h 1849426"/>
                <a:gd name="connsiteX2074" fmla="*/ 5347240 w 6386648"/>
                <a:gd name="connsiteY2074" fmla="*/ 293319 h 1849426"/>
                <a:gd name="connsiteX2075" fmla="*/ 2439302 w 6386648"/>
                <a:gd name="connsiteY2075" fmla="*/ 293319 h 1849426"/>
                <a:gd name="connsiteX2076" fmla="*/ 2457327 w 6386648"/>
                <a:gd name="connsiteY2076" fmla="*/ 311343 h 1849426"/>
                <a:gd name="connsiteX2077" fmla="*/ 2439302 w 6386648"/>
                <a:gd name="connsiteY2077" fmla="*/ 329368 h 1849426"/>
                <a:gd name="connsiteX2078" fmla="*/ 2421278 w 6386648"/>
                <a:gd name="connsiteY2078" fmla="*/ 311343 h 1849426"/>
                <a:gd name="connsiteX2079" fmla="*/ 2439302 w 6386648"/>
                <a:gd name="connsiteY2079" fmla="*/ 293319 h 1849426"/>
                <a:gd name="connsiteX2080" fmla="*/ 2301115 w 6386648"/>
                <a:gd name="connsiteY2080" fmla="*/ 293319 h 1849426"/>
                <a:gd name="connsiteX2081" fmla="*/ 2319140 w 6386648"/>
                <a:gd name="connsiteY2081" fmla="*/ 311343 h 1849426"/>
                <a:gd name="connsiteX2082" fmla="*/ 2301115 w 6386648"/>
                <a:gd name="connsiteY2082" fmla="*/ 329368 h 1849426"/>
                <a:gd name="connsiteX2083" fmla="*/ 2283091 w 6386648"/>
                <a:gd name="connsiteY2083" fmla="*/ 311343 h 1849426"/>
                <a:gd name="connsiteX2084" fmla="*/ 2301115 w 6386648"/>
                <a:gd name="connsiteY2084" fmla="*/ 293319 h 1849426"/>
                <a:gd name="connsiteX2085" fmla="*/ 1447960 w 6386648"/>
                <a:gd name="connsiteY2085" fmla="*/ 293319 h 1849426"/>
                <a:gd name="connsiteX2086" fmla="*/ 1465985 w 6386648"/>
                <a:gd name="connsiteY2086" fmla="*/ 311343 h 1849426"/>
                <a:gd name="connsiteX2087" fmla="*/ 1447960 w 6386648"/>
                <a:gd name="connsiteY2087" fmla="*/ 329368 h 1849426"/>
                <a:gd name="connsiteX2088" fmla="*/ 1429936 w 6386648"/>
                <a:gd name="connsiteY2088" fmla="*/ 311343 h 1849426"/>
                <a:gd name="connsiteX2089" fmla="*/ 1447960 w 6386648"/>
                <a:gd name="connsiteY2089" fmla="*/ 293319 h 1849426"/>
                <a:gd name="connsiteX2090" fmla="*/ 901219 w 6386648"/>
                <a:gd name="connsiteY2090" fmla="*/ 293319 h 1849426"/>
                <a:gd name="connsiteX2091" fmla="*/ 919244 w 6386648"/>
                <a:gd name="connsiteY2091" fmla="*/ 311343 h 1849426"/>
                <a:gd name="connsiteX2092" fmla="*/ 901219 w 6386648"/>
                <a:gd name="connsiteY2092" fmla="*/ 329368 h 1849426"/>
                <a:gd name="connsiteX2093" fmla="*/ 883195 w 6386648"/>
                <a:gd name="connsiteY2093" fmla="*/ 311343 h 1849426"/>
                <a:gd name="connsiteX2094" fmla="*/ 901219 w 6386648"/>
                <a:gd name="connsiteY2094" fmla="*/ 293319 h 1849426"/>
                <a:gd name="connsiteX2095" fmla="*/ 552748 w 6386648"/>
                <a:gd name="connsiteY2095" fmla="*/ 293319 h 1849426"/>
                <a:gd name="connsiteX2096" fmla="*/ 570773 w 6386648"/>
                <a:gd name="connsiteY2096" fmla="*/ 311343 h 1849426"/>
                <a:gd name="connsiteX2097" fmla="*/ 552748 w 6386648"/>
                <a:gd name="connsiteY2097" fmla="*/ 329368 h 1849426"/>
                <a:gd name="connsiteX2098" fmla="*/ 534724 w 6386648"/>
                <a:gd name="connsiteY2098" fmla="*/ 311343 h 1849426"/>
                <a:gd name="connsiteX2099" fmla="*/ 552748 w 6386648"/>
                <a:gd name="connsiteY2099" fmla="*/ 293319 h 1849426"/>
                <a:gd name="connsiteX2100" fmla="*/ 6326566 w 6386648"/>
                <a:gd name="connsiteY2100" fmla="*/ 287311 h 1849426"/>
                <a:gd name="connsiteX2101" fmla="*/ 6344591 w 6386648"/>
                <a:gd name="connsiteY2101" fmla="*/ 305336 h 1849426"/>
                <a:gd name="connsiteX2102" fmla="*/ 6326566 w 6386648"/>
                <a:gd name="connsiteY2102" fmla="*/ 323360 h 1849426"/>
                <a:gd name="connsiteX2103" fmla="*/ 6308542 w 6386648"/>
                <a:gd name="connsiteY2103" fmla="*/ 305336 h 1849426"/>
                <a:gd name="connsiteX2104" fmla="*/ 6326566 w 6386648"/>
                <a:gd name="connsiteY2104" fmla="*/ 287311 h 1849426"/>
                <a:gd name="connsiteX2105" fmla="*/ 5503451 w 6386648"/>
                <a:gd name="connsiteY2105" fmla="*/ 287311 h 1849426"/>
                <a:gd name="connsiteX2106" fmla="*/ 5521476 w 6386648"/>
                <a:gd name="connsiteY2106" fmla="*/ 305336 h 1849426"/>
                <a:gd name="connsiteX2107" fmla="*/ 5503451 w 6386648"/>
                <a:gd name="connsiteY2107" fmla="*/ 323360 h 1849426"/>
                <a:gd name="connsiteX2108" fmla="*/ 5485427 w 6386648"/>
                <a:gd name="connsiteY2108" fmla="*/ 305336 h 1849426"/>
                <a:gd name="connsiteX2109" fmla="*/ 5503451 w 6386648"/>
                <a:gd name="connsiteY2109" fmla="*/ 287311 h 1849426"/>
                <a:gd name="connsiteX2110" fmla="*/ 1808448 w 6386648"/>
                <a:gd name="connsiteY2110" fmla="*/ 287311 h 1849426"/>
                <a:gd name="connsiteX2111" fmla="*/ 1826473 w 6386648"/>
                <a:gd name="connsiteY2111" fmla="*/ 305336 h 1849426"/>
                <a:gd name="connsiteX2112" fmla="*/ 1808448 w 6386648"/>
                <a:gd name="connsiteY2112" fmla="*/ 323360 h 1849426"/>
                <a:gd name="connsiteX2113" fmla="*/ 1790424 w 6386648"/>
                <a:gd name="connsiteY2113" fmla="*/ 305336 h 1849426"/>
                <a:gd name="connsiteX2114" fmla="*/ 1808448 w 6386648"/>
                <a:gd name="connsiteY2114" fmla="*/ 287311 h 1849426"/>
                <a:gd name="connsiteX2115" fmla="*/ 672910 w 6386648"/>
                <a:gd name="connsiteY2115" fmla="*/ 287311 h 1849426"/>
                <a:gd name="connsiteX2116" fmla="*/ 690935 w 6386648"/>
                <a:gd name="connsiteY2116" fmla="*/ 305336 h 1849426"/>
                <a:gd name="connsiteX2117" fmla="*/ 672910 w 6386648"/>
                <a:gd name="connsiteY2117" fmla="*/ 323360 h 1849426"/>
                <a:gd name="connsiteX2118" fmla="*/ 654886 w 6386648"/>
                <a:gd name="connsiteY2118" fmla="*/ 305336 h 1849426"/>
                <a:gd name="connsiteX2119" fmla="*/ 672910 w 6386648"/>
                <a:gd name="connsiteY2119" fmla="*/ 287311 h 1849426"/>
                <a:gd name="connsiteX2120" fmla="*/ 4710377 w 6386648"/>
                <a:gd name="connsiteY2120" fmla="*/ 275295 h 1849426"/>
                <a:gd name="connsiteX2121" fmla="*/ 4728402 w 6386648"/>
                <a:gd name="connsiteY2121" fmla="*/ 293319 h 1849426"/>
                <a:gd name="connsiteX2122" fmla="*/ 4710377 w 6386648"/>
                <a:gd name="connsiteY2122" fmla="*/ 311344 h 1849426"/>
                <a:gd name="connsiteX2123" fmla="*/ 4692353 w 6386648"/>
                <a:gd name="connsiteY2123" fmla="*/ 293319 h 1849426"/>
                <a:gd name="connsiteX2124" fmla="*/ 4710377 w 6386648"/>
                <a:gd name="connsiteY2124" fmla="*/ 275295 h 1849426"/>
                <a:gd name="connsiteX2125" fmla="*/ 4962719 w 6386648"/>
                <a:gd name="connsiteY2125" fmla="*/ 269287 h 1849426"/>
                <a:gd name="connsiteX2126" fmla="*/ 4980744 w 6386648"/>
                <a:gd name="connsiteY2126" fmla="*/ 287311 h 1849426"/>
                <a:gd name="connsiteX2127" fmla="*/ 4962719 w 6386648"/>
                <a:gd name="connsiteY2127" fmla="*/ 305336 h 1849426"/>
                <a:gd name="connsiteX2128" fmla="*/ 4944695 w 6386648"/>
                <a:gd name="connsiteY2128" fmla="*/ 287311 h 1849426"/>
                <a:gd name="connsiteX2129" fmla="*/ 4962719 w 6386648"/>
                <a:gd name="connsiteY2129" fmla="*/ 269287 h 1849426"/>
                <a:gd name="connsiteX2130" fmla="*/ 3652945 w 6386648"/>
                <a:gd name="connsiteY2130" fmla="*/ 269287 h 1849426"/>
                <a:gd name="connsiteX2131" fmla="*/ 3670970 w 6386648"/>
                <a:gd name="connsiteY2131" fmla="*/ 287311 h 1849426"/>
                <a:gd name="connsiteX2132" fmla="*/ 3652945 w 6386648"/>
                <a:gd name="connsiteY2132" fmla="*/ 305336 h 1849426"/>
                <a:gd name="connsiteX2133" fmla="*/ 3634921 w 6386648"/>
                <a:gd name="connsiteY2133" fmla="*/ 287311 h 1849426"/>
                <a:gd name="connsiteX2134" fmla="*/ 3652945 w 6386648"/>
                <a:gd name="connsiteY2134" fmla="*/ 269287 h 1849426"/>
                <a:gd name="connsiteX2135" fmla="*/ 1123520 w 6386648"/>
                <a:gd name="connsiteY2135" fmla="*/ 269287 h 1849426"/>
                <a:gd name="connsiteX2136" fmla="*/ 1141545 w 6386648"/>
                <a:gd name="connsiteY2136" fmla="*/ 287311 h 1849426"/>
                <a:gd name="connsiteX2137" fmla="*/ 1123520 w 6386648"/>
                <a:gd name="connsiteY2137" fmla="*/ 305336 h 1849426"/>
                <a:gd name="connsiteX2138" fmla="*/ 1105496 w 6386648"/>
                <a:gd name="connsiteY2138" fmla="*/ 287311 h 1849426"/>
                <a:gd name="connsiteX2139" fmla="*/ 1123520 w 6386648"/>
                <a:gd name="connsiteY2139" fmla="*/ 269287 h 1849426"/>
                <a:gd name="connsiteX2140" fmla="*/ 5112922 w 6386648"/>
                <a:gd name="connsiteY2140" fmla="*/ 263279 h 1849426"/>
                <a:gd name="connsiteX2141" fmla="*/ 5130947 w 6386648"/>
                <a:gd name="connsiteY2141" fmla="*/ 281303 h 1849426"/>
                <a:gd name="connsiteX2142" fmla="*/ 5112922 w 6386648"/>
                <a:gd name="connsiteY2142" fmla="*/ 299328 h 1849426"/>
                <a:gd name="connsiteX2143" fmla="*/ 5094898 w 6386648"/>
                <a:gd name="connsiteY2143" fmla="*/ 281303 h 1849426"/>
                <a:gd name="connsiteX2144" fmla="*/ 5112922 w 6386648"/>
                <a:gd name="connsiteY2144" fmla="*/ 263279 h 1849426"/>
                <a:gd name="connsiteX2145" fmla="*/ 4217710 w 6386648"/>
                <a:gd name="connsiteY2145" fmla="*/ 263279 h 1849426"/>
                <a:gd name="connsiteX2146" fmla="*/ 4235735 w 6386648"/>
                <a:gd name="connsiteY2146" fmla="*/ 281303 h 1849426"/>
                <a:gd name="connsiteX2147" fmla="*/ 4217710 w 6386648"/>
                <a:gd name="connsiteY2147" fmla="*/ 299328 h 1849426"/>
                <a:gd name="connsiteX2148" fmla="*/ 4199685 w 6386648"/>
                <a:gd name="connsiteY2148" fmla="*/ 281303 h 1849426"/>
                <a:gd name="connsiteX2149" fmla="*/ 4217710 w 6386648"/>
                <a:gd name="connsiteY2149" fmla="*/ 263279 h 1849426"/>
                <a:gd name="connsiteX2150" fmla="*/ 3190319 w 6386648"/>
                <a:gd name="connsiteY2150" fmla="*/ 263279 h 1849426"/>
                <a:gd name="connsiteX2151" fmla="*/ 3208344 w 6386648"/>
                <a:gd name="connsiteY2151" fmla="*/ 281303 h 1849426"/>
                <a:gd name="connsiteX2152" fmla="*/ 3190319 w 6386648"/>
                <a:gd name="connsiteY2152" fmla="*/ 299328 h 1849426"/>
                <a:gd name="connsiteX2153" fmla="*/ 3172295 w 6386648"/>
                <a:gd name="connsiteY2153" fmla="*/ 281303 h 1849426"/>
                <a:gd name="connsiteX2154" fmla="*/ 3190319 w 6386648"/>
                <a:gd name="connsiteY2154" fmla="*/ 263279 h 1849426"/>
                <a:gd name="connsiteX2155" fmla="*/ 5996118 w 6386648"/>
                <a:gd name="connsiteY2155" fmla="*/ 257270 h 1849426"/>
                <a:gd name="connsiteX2156" fmla="*/ 6014143 w 6386648"/>
                <a:gd name="connsiteY2156" fmla="*/ 275295 h 1849426"/>
                <a:gd name="connsiteX2157" fmla="*/ 5996118 w 6386648"/>
                <a:gd name="connsiteY2157" fmla="*/ 293319 h 1849426"/>
                <a:gd name="connsiteX2158" fmla="*/ 5978094 w 6386648"/>
                <a:gd name="connsiteY2158" fmla="*/ 275295 h 1849426"/>
                <a:gd name="connsiteX2159" fmla="*/ 5996118 w 6386648"/>
                <a:gd name="connsiteY2159" fmla="*/ 257270 h 1849426"/>
                <a:gd name="connsiteX2160" fmla="*/ 5233085 w 6386648"/>
                <a:gd name="connsiteY2160" fmla="*/ 257270 h 1849426"/>
                <a:gd name="connsiteX2161" fmla="*/ 5251110 w 6386648"/>
                <a:gd name="connsiteY2161" fmla="*/ 275295 h 1849426"/>
                <a:gd name="connsiteX2162" fmla="*/ 5233085 w 6386648"/>
                <a:gd name="connsiteY2162" fmla="*/ 293319 h 1849426"/>
                <a:gd name="connsiteX2163" fmla="*/ 5215061 w 6386648"/>
                <a:gd name="connsiteY2163" fmla="*/ 275295 h 1849426"/>
                <a:gd name="connsiteX2164" fmla="*/ 5233085 w 6386648"/>
                <a:gd name="connsiteY2164" fmla="*/ 257270 h 1849426"/>
                <a:gd name="connsiteX2165" fmla="*/ 4584206 w 6386648"/>
                <a:gd name="connsiteY2165" fmla="*/ 257270 h 1849426"/>
                <a:gd name="connsiteX2166" fmla="*/ 4602231 w 6386648"/>
                <a:gd name="connsiteY2166" fmla="*/ 275295 h 1849426"/>
                <a:gd name="connsiteX2167" fmla="*/ 4584206 w 6386648"/>
                <a:gd name="connsiteY2167" fmla="*/ 293319 h 1849426"/>
                <a:gd name="connsiteX2168" fmla="*/ 4566182 w 6386648"/>
                <a:gd name="connsiteY2168" fmla="*/ 275295 h 1849426"/>
                <a:gd name="connsiteX2169" fmla="*/ 4584206 w 6386648"/>
                <a:gd name="connsiteY2169" fmla="*/ 257270 h 1849426"/>
                <a:gd name="connsiteX2170" fmla="*/ 2156921 w 6386648"/>
                <a:gd name="connsiteY2170" fmla="*/ 257270 h 1849426"/>
                <a:gd name="connsiteX2171" fmla="*/ 2174945 w 6386648"/>
                <a:gd name="connsiteY2171" fmla="*/ 275295 h 1849426"/>
                <a:gd name="connsiteX2172" fmla="*/ 2156921 w 6386648"/>
                <a:gd name="connsiteY2172" fmla="*/ 293319 h 1849426"/>
                <a:gd name="connsiteX2173" fmla="*/ 2138896 w 6386648"/>
                <a:gd name="connsiteY2173" fmla="*/ 275295 h 1849426"/>
                <a:gd name="connsiteX2174" fmla="*/ 2156921 w 6386648"/>
                <a:gd name="connsiteY2174" fmla="*/ 257270 h 1849426"/>
                <a:gd name="connsiteX2175" fmla="*/ 781057 w 6386648"/>
                <a:gd name="connsiteY2175" fmla="*/ 257270 h 1849426"/>
                <a:gd name="connsiteX2176" fmla="*/ 799082 w 6386648"/>
                <a:gd name="connsiteY2176" fmla="*/ 275295 h 1849426"/>
                <a:gd name="connsiteX2177" fmla="*/ 781057 w 6386648"/>
                <a:gd name="connsiteY2177" fmla="*/ 293319 h 1849426"/>
                <a:gd name="connsiteX2178" fmla="*/ 763033 w 6386648"/>
                <a:gd name="connsiteY2178" fmla="*/ 275295 h 1849426"/>
                <a:gd name="connsiteX2179" fmla="*/ 781057 w 6386648"/>
                <a:gd name="connsiteY2179" fmla="*/ 257270 h 1849426"/>
                <a:gd name="connsiteX2180" fmla="*/ 420569 w 6386648"/>
                <a:gd name="connsiteY2180" fmla="*/ 257270 h 1849426"/>
                <a:gd name="connsiteX2181" fmla="*/ 438594 w 6386648"/>
                <a:gd name="connsiteY2181" fmla="*/ 275295 h 1849426"/>
                <a:gd name="connsiteX2182" fmla="*/ 420569 w 6386648"/>
                <a:gd name="connsiteY2182" fmla="*/ 293319 h 1849426"/>
                <a:gd name="connsiteX2183" fmla="*/ 402545 w 6386648"/>
                <a:gd name="connsiteY2183" fmla="*/ 275295 h 1849426"/>
                <a:gd name="connsiteX2184" fmla="*/ 420569 w 6386648"/>
                <a:gd name="connsiteY2184" fmla="*/ 257270 h 1849426"/>
                <a:gd name="connsiteX2185" fmla="*/ 5845915 w 6386648"/>
                <a:gd name="connsiteY2185" fmla="*/ 245254 h 1849426"/>
                <a:gd name="connsiteX2186" fmla="*/ 5863940 w 6386648"/>
                <a:gd name="connsiteY2186" fmla="*/ 263278 h 1849426"/>
                <a:gd name="connsiteX2187" fmla="*/ 5845915 w 6386648"/>
                <a:gd name="connsiteY2187" fmla="*/ 281303 h 1849426"/>
                <a:gd name="connsiteX2188" fmla="*/ 5827891 w 6386648"/>
                <a:gd name="connsiteY2188" fmla="*/ 263278 h 1849426"/>
                <a:gd name="connsiteX2189" fmla="*/ 5845915 w 6386648"/>
                <a:gd name="connsiteY2189" fmla="*/ 245254 h 1849426"/>
                <a:gd name="connsiteX2190" fmla="*/ 4013434 w 6386648"/>
                <a:gd name="connsiteY2190" fmla="*/ 245254 h 1849426"/>
                <a:gd name="connsiteX2191" fmla="*/ 4031459 w 6386648"/>
                <a:gd name="connsiteY2191" fmla="*/ 263278 h 1849426"/>
                <a:gd name="connsiteX2192" fmla="*/ 4013434 w 6386648"/>
                <a:gd name="connsiteY2192" fmla="*/ 281303 h 1849426"/>
                <a:gd name="connsiteX2193" fmla="*/ 3995410 w 6386648"/>
                <a:gd name="connsiteY2193" fmla="*/ 263278 h 1849426"/>
                <a:gd name="connsiteX2194" fmla="*/ 4013434 w 6386648"/>
                <a:gd name="connsiteY2194" fmla="*/ 245254 h 1849426"/>
                <a:gd name="connsiteX2195" fmla="*/ 2841847 w 6386648"/>
                <a:gd name="connsiteY2195" fmla="*/ 245254 h 1849426"/>
                <a:gd name="connsiteX2196" fmla="*/ 2859872 w 6386648"/>
                <a:gd name="connsiteY2196" fmla="*/ 263278 h 1849426"/>
                <a:gd name="connsiteX2197" fmla="*/ 2841847 w 6386648"/>
                <a:gd name="connsiteY2197" fmla="*/ 281303 h 1849426"/>
                <a:gd name="connsiteX2198" fmla="*/ 2823823 w 6386648"/>
                <a:gd name="connsiteY2198" fmla="*/ 263278 h 1849426"/>
                <a:gd name="connsiteX2199" fmla="*/ 2841847 w 6386648"/>
                <a:gd name="connsiteY2199" fmla="*/ 245254 h 1849426"/>
                <a:gd name="connsiteX2200" fmla="*/ 2006717 w 6386648"/>
                <a:gd name="connsiteY2200" fmla="*/ 245254 h 1849426"/>
                <a:gd name="connsiteX2201" fmla="*/ 2024741 w 6386648"/>
                <a:gd name="connsiteY2201" fmla="*/ 263278 h 1849426"/>
                <a:gd name="connsiteX2202" fmla="*/ 2006717 w 6386648"/>
                <a:gd name="connsiteY2202" fmla="*/ 281303 h 1849426"/>
                <a:gd name="connsiteX2203" fmla="*/ 1988692 w 6386648"/>
                <a:gd name="connsiteY2203" fmla="*/ 263278 h 1849426"/>
                <a:gd name="connsiteX2204" fmla="*/ 2006717 w 6386648"/>
                <a:gd name="connsiteY2204" fmla="*/ 245254 h 1849426"/>
                <a:gd name="connsiteX2205" fmla="*/ 1009366 w 6386648"/>
                <a:gd name="connsiteY2205" fmla="*/ 245254 h 1849426"/>
                <a:gd name="connsiteX2206" fmla="*/ 1027391 w 6386648"/>
                <a:gd name="connsiteY2206" fmla="*/ 263278 h 1849426"/>
                <a:gd name="connsiteX2207" fmla="*/ 1009366 w 6386648"/>
                <a:gd name="connsiteY2207" fmla="*/ 281303 h 1849426"/>
                <a:gd name="connsiteX2208" fmla="*/ 991342 w 6386648"/>
                <a:gd name="connsiteY2208" fmla="*/ 263278 h 1849426"/>
                <a:gd name="connsiteX2209" fmla="*/ 1009366 w 6386648"/>
                <a:gd name="connsiteY2209" fmla="*/ 245254 h 1849426"/>
                <a:gd name="connsiteX2210" fmla="*/ 4337873 w 6386648"/>
                <a:gd name="connsiteY2210" fmla="*/ 239246 h 1849426"/>
                <a:gd name="connsiteX2211" fmla="*/ 4355898 w 6386648"/>
                <a:gd name="connsiteY2211" fmla="*/ 257270 h 1849426"/>
                <a:gd name="connsiteX2212" fmla="*/ 4337873 w 6386648"/>
                <a:gd name="connsiteY2212" fmla="*/ 275295 h 1849426"/>
                <a:gd name="connsiteX2213" fmla="*/ 4319848 w 6386648"/>
                <a:gd name="connsiteY2213" fmla="*/ 257270 h 1849426"/>
                <a:gd name="connsiteX2214" fmla="*/ 4337873 w 6386648"/>
                <a:gd name="connsiteY2214" fmla="*/ 239246 h 1849426"/>
                <a:gd name="connsiteX2215" fmla="*/ 3310482 w 6386648"/>
                <a:gd name="connsiteY2215" fmla="*/ 239246 h 1849426"/>
                <a:gd name="connsiteX2216" fmla="*/ 3328507 w 6386648"/>
                <a:gd name="connsiteY2216" fmla="*/ 257270 h 1849426"/>
                <a:gd name="connsiteX2217" fmla="*/ 3310482 w 6386648"/>
                <a:gd name="connsiteY2217" fmla="*/ 275295 h 1849426"/>
                <a:gd name="connsiteX2218" fmla="*/ 3292458 w 6386648"/>
                <a:gd name="connsiteY2218" fmla="*/ 257270 h 1849426"/>
                <a:gd name="connsiteX2219" fmla="*/ 3310482 w 6386648"/>
                <a:gd name="connsiteY2219" fmla="*/ 239246 h 1849426"/>
                <a:gd name="connsiteX2220" fmla="*/ 3418628 w 6386648"/>
                <a:gd name="connsiteY2220" fmla="*/ 233238 h 1849426"/>
                <a:gd name="connsiteX2221" fmla="*/ 3436653 w 6386648"/>
                <a:gd name="connsiteY2221" fmla="*/ 251262 h 1849426"/>
                <a:gd name="connsiteX2222" fmla="*/ 3418628 w 6386648"/>
                <a:gd name="connsiteY2222" fmla="*/ 269287 h 1849426"/>
                <a:gd name="connsiteX2223" fmla="*/ 3400604 w 6386648"/>
                <a:gd name="connsiteY2223" fmla="*/ 251262 h 1849426"/>
                <a:gd name="connsiteX2224" fmla="*/ 3418628 w 6386648"/>
                <a:gd name="connsiteY2224" fmla="*/ 233238 h 1849426"/>
                <a:gd name="connsiteX2225" fmla="*/ 4836548 w 6386648"/>
                <a:gd name="connsiteY2225" fmla="*/ 227230 h 1849426"/>
                <a:gd name="connsiteX2226" fmla="*/ 4854573 w 6386648"/>
                <a:gd name="connsiteY2226" fmla="*/ 245255 h 1849426"/>
                <a:gd name="connsiteX2227" fmla="*/ 4836548 w 6386648"/>
                <a:gd name="connsiteY2227" fmla="*/ 263279 h 1849426"/>
                <a:gd name="connsiteX2228" fmla="*/ 4818524 w 6386648"/>
                <a:gd name="connsiteY2228" fmla="*/ 245255 h 1849426"/>
                <a:gd name="connsiteX2229" fmla="*/ 4836548 w 6386648"/>
                <a:gd name="connsiteY2229" fmla="*/ 227230 h 1849426"/>
                <a:gd name="connsiteX2230" fmla="*/ 2949994 w 6386648"/>
                <a:gd name="connsiteY2230" fmla="*/ 227230 h 1849426"/>
                <a:gd name="connsiteX2231" fmla="*/ 2968019 w 6386648"/>
                <a:gd name="connsiteY2231" fmla="*/ 245255 h 1849426"/>
                <a:gd name="connsiteX2232" fmla="*/ 2949994 w 6386648"/>
                <a:gd name="connsiteY2232" fmla="*/ 263279 h 1849426"/>
                <a:gd name="connsiteX2233" fmla="*/ 2931970 w 6386648"/>
                <a:gd name="connsiteY2233" fmla="*/ 245255 h 1849426"/>
                <a:gd name="connsiteX2234" fmla="*/ 2949994 w 6386648"/>
                <a:gd name="connsiteY2234" fmla="*/ 227230 h 1849426"/>
                <a:gd name="connsiteX2235" fmla="*/ 2727693 w 6386648"/>
                <a:gd name="connsiteY2235" fmla="*/ 227230 h 1849426"/>
                <a:gd name="connsiteX2236" fmla="*/ 2745718 w 6386648"/>
                <a:gd name="connsiteY2236" fmla="*/ 245255 h 1849426"/>
                <a:gd name="connsiteX2237" fmla="*/ 2727693 w 6386648"/>
                <a:gd name="connsiteY2237" fmla="*/ 263279 h 1849426"/>
                <a:gd name="connsiteX2238" fmla="*/ 2709669 w 6386648"/>
                <a:gd name="connsiteY2238" fmla="*/ 245255 h 1849426"/>
                <a:gd name="connsiteX2239" fmla="*/ 2727693 w 6386648"/>
                <a:gd name="connsiteY2239" fmla="*/ 227230 h 1849426"/>
                <a:gd name="connsiteX2240" fmla="*/ 270365 w 6386648"/>
                <a:gd name="connsiteY2240" fmla="*/ 227230 h 1849426"/>
                <a:gd name="connsiteX2241" fmla="*/ 288390 w 6386648"/>
                <a:gd name="connsiteY2241" fmla="*/ 245255 h 1849426"/>
                <a:gd name="connsiteX2242" fmla="*/ 270365 w 6386648"/>
                <a:gd name="connsiteY2242" fmla="*/ 263279 h 1849426"/>
                <a:gd name="connsiteX2243" fmla="*/ 252341 w 6386648"/>
                <a:gd name="connsiteY2243" fmla="*/ 245255 h 1849426"/>
                <a:gd name="connsiteX2244" fmla="*/ 270365 w 6386648"/>
                <a:gd name="connsiteY2244" fmla="*/ 227230 h 1849426"/>
                <a:gd name="connsiteX2245" fmla="*/ 3893271 w 6386648"/>
                <a:gd name="connsiteY2245" fmla="*/ 221222 h 1849426"/>
                <a:gd name="connsiteX2246" fmla="*/ 3911296 w 6386648"/>
                <a:gd name="connsiteY2246" fmla="*/ 239246 h 1849426"/>
                <a:gd name="connsiteX2247" fmla="*/ 3893271 w 6386648"/>
                <a:gd name="connsiteY2247" fmla="*/ 257271 h 1849426"/>
                <a:gd name="connsiteX2248" fmla="*/ 3875247 w 6386648"/>
                <a:gd name="connsiteY2248" fmla="*/ 239246 h 1849426"/>
                <a:gd name="connsiteX2249" fmla="*/ 3893271 w 6386648"/>
                <a:gd name="connsiteY2249" fmla="*/ 221222 h 1849426"/>
                <a:gd name="connsiteX2250" fmla="*/ 1682277 w 6386648"/>
                <a:gd name="connsiteY2250" fmla="*/ 221222 h 1849426"/>
                <a:gd name="connsiteX2251" fmla="*/ 1700302 w 6386648"/>
                <a:gd name="connsiteY2251" fmla="*/ 239246 h 1849426"/>
                <a:gd name="connsiteX2252" fmla="*/ 1682277 w 6386648"/>
                <a:gd name="connsiteY2252" fmla="*/ 257271 h 1849426"/>
                <a:gd name="connsiteX2253" fmla="*/ 1664253 w 6386648"/>
                <a:gd name="connsiteY2253" fmla="*/ 239246 h 1849426"/>
                <a:gd name="connsiteX2254" fmla="*/ 1682277 w 6386648"/>
                <a:gd name="connsiteY2254" fmla="*/ 221222 h 1849426"/>
                <a:gd name="connsiteX2255" fmla="*/ 4458036 w 6386648"/>
                <a:gd name="connsiteY2255" fmla="*/ 215213 h 1849426"/>
                <a:gd name="connsiteX2256" fmla="*/ 4476061 w 6386648"/>
                <a:gd name="connsiteY2256" fmla="*/ 233237 h 1849426"/>
                <a:gd name="connsiteX2257" fmla="*/ 4458036 w 6386648"/>
                <a:gd name="connsiteY2257" fmla="*/ 251262 h 1849426"/>
                <a:gd name="connsiteX2258" fmla="*/ 4440011 w 6386648"/>
                <a:gd name="connsiteY2258" fmla="*/ 233237 h 1849426"/>
                <a:gd name="connsiteX2259" fmla="*/ 4458036 w 6386648"/>
                <a:gd name="connsiteY2259" fmla="*/ 215213 h 1849426"/>
                <a:gd name="connsiteX2260" fmla="*/ 3767100 w 6386648"/>
                <a:gd name="connsiteY2260" fmla="*/ 215213 h 1849426"/>
                <a:gd name="connsiteX2261" fmla="*/ 3785125 w 6386648"/>
                <a:gd name="connsiteY2261" fmla="*/ 233237 h 1849426"/>
                <a:gd name="connsiteX2262" fmla="*/ 3767100 w 6386648"/>
                <a:gd name="connsiteY2262" fmla="*/ 251262 h 1849426"/>
                <a:gd name="connsiteX2263" fmla="*/ 3749075 w 6386648"/>
                <a:gd name="connsiteY2263" fmla="*/ 233237 h 1849426"/>
                <a:gd name="connsiteX2264" fmla="*/ 3767100 w 6386648"/>
                <a:gd name="connsiteY2264" fmla="*/ 215213 h 1849426"/>
                <a:gd name="connsiteX2265" fmla="*/ 6224427 w 6386648"/>
                <a:gd name="connsiteY2265" fmla="*/ 209205 h 1849426"/>
                <a:gd name="connsiteX2266" fmla="*/ 6242452 w 6386648"/>
                <a:gd name="connsiteY2266" fmla="*/ 227229 h 1849426"/>
                <a:gd name="connsiteX2267" fmla="*/ 6224427 w 6386648"/>
                <a:gd name="connsiteY2267" fmla="*/ 245254 h 1849426"/>
                <a:gd name="connsiteX2268" fmla="*/ 6206403 w 6386648"/>
                <a:gd name="connsiteY2268" fmla="*/ 227229 h 1849426"/>
                <a:gd name="connsiteX2269" fmla="*/ 6224427 w 6386648"/>
                <a:gd name="connsiteY2269" fmla="*/ 209205 h 1849426"/>
                <a:gd name="connsiteX2270" fmla="*/ 1315782 w 6386648"/>
                <a:gd name="connsiteY2270" fmla="*/ 209205 h 1849426"/>
                <a:gd name="connsiteX2271" fmla="*/ 1333806 w 6386648"/>
                <a:gd name="connsiteY2271" fmla="*/ 227229 h 1849426"/>
                <a:gd name="connsiteX2272" fmla="*/ 1315782 w 6386648"/>
                <a:gd name="connsiteY2272" fmla="*/ 245254 h 1849426"/>
                <a:gd name="connsiteX2273" fmla="*/ 1297757 w 6386648"/>
                <a:gd name="connsiteY2273" fmla="*/ 227229 h 1849426"/>
                <a:gd name="connsiteX2274" fmla="*/ 1315782 w 6386648"/>
                <a:gd name="connsiteY2274" fmla="*/ 209205 h 1849426"/>
                <a:gd name="connsiteX2275" fmla="*/ 5713736 w 6386648"/>
                <a:gd name="connsiteY2275" fmla="*/ 203197 h 1849426"/>
                <a:gd name="connsiteX2276" fmla="*/ 5731761 w 6386648"/>
                <a:gd name="connsiteY2276" fmla="*/ 221221 h 1849426"/>
                <a:gd name="connsiteX2277" fmla="*/ 5713736 w 6386648"/>
                <a:gd name="connsiteY2277" fmla="*/ 239246 h 1849426"/>
                <a:gd name="connsiteX2278" fmla="*/ 5695712 w 6386648"/>
                <a:gd name="connsiteY2278" fmla="*/ 221221 h 1849426"/>
                <a:gd name="connsiteX2279" fmla="*/ 5713736 w 6386648"/>
                <a:gd name="connsiteY2279" fmla="*/ 203197 h 1849426"/>
                <a:gd name="connsiteX2280" fmla="*/ 1550098 w 6386648"/>
                <a:gd name="connsiteY2280" fmla="*/ 203197 h 1849426"/>
                <a:gd name="connsiteX2281" fmla="*/ 1568123 w 6386648"/>
                <a:gd name="connsiteY2281" fmla="*/ 221221 h 1849426"/>
                <a:gd name="connsiteX2282" fmla="*/ 1550098 w 6386648"/>
                <a:gd name="connsiteY2282" fmla="*/ 239246 h 1849426"/>
                <a:gd name="connsiteX2283" fmla="*/ 1532074 w 6386648"/>
                <a:gd name="connsiteY2283" fmla="*/ 221221 h 1849426"/>
                <a:gd name="connsiteX2284" fmla="*/ 1550098 w 6386648"/>
                <a:gd name="connsiteY2284" fmla="*/ 203197 h 1849426"/>
                <a:gd name="connsiteX2285" fmla="*/ 5587565 w 6386648"/>
                <a:gd name="connsiteY2285" fmla="*/ 197189 h 1849426"/>
                <a:gd name="connsiteX2286" fmla="*/ 5605590 w 6386648"/>
                <a:gd name="connsiteY2286" fmla="*/ 215214 h 1849426"/>
                <a:gd name="connsiteX2287" fmla="*/ 5587565 w 6386648"/>
                <a:gd name="connsiteY2287" fmla="*/ 233238 h 1849426"/>
                <a:gd name="connsiteX2288" fmla="*/ 5569541 w 6386648"/>
                <a:gd name="connsiteY2288" fmla="*/ 215214 h 1849426"/>
                <a:gd name="connsiteX2289" fmla="*/ 5587565 w 6386648"/>
                <a:gd name="connsiteY2289" fmla="*/ 197189 h 1849426"/>
                <a:gd name="connsiteX2290" fmla="*/ 4121580 w 6386648"/>
                <a:gd name="connsiteY2290" fmla="*/ 197189 h 1849426"/>
                <a:gd name="connsiteX2291" fmla="*/ 4139605 w 6386648"/>
                <a:gd name="connsiteY2291" fmla="*/ 215214 h 1849426"/>
                <a:gd name="connsiteX2292" fmla="*/ 4121580 w 6386648"/>
                <a:gd name="connsiteY2292" fmla="*/ 233238 h 1849426"/>
                <a:gd name="connsiteX2293" fmla="*/ 4103556 w 6386648"/>
                <a:gd name="connsiteY2293" fmla="*/ 215214 h 1849426"/>
                <a:gd name="connsiteX2294" fmla="*/ 4121580 w 6386648"/>
                <a:gd name="connsiteY2294" fmla="*/ 197189 h 1849426"/>
                <a:gd name="connsiteX2295" fmla="*/ 3076164 w 6386648"/>
                <a:gd name="connsiteY2295" fmla="*/ 197189 h 1849426"/>
                <a:gd name="connsiteX2296" fmla="*/ 3094189 w 6386648"/>
                <a:gd name="connsiteY2296" fmla="*/ 215214 h 1849426"/>
                <a:gd name="connsiteX2297" fmla="*/ 3076164 w 6386648"/>
                <a:gd name="connsiteY2297" fmla="*/ 233238 h 1849426"/>
                <a:gd name="connsiteX2298" fmla="*/ 3058139 w 6386648"/>
                <a:gd name="connsiteY2298" fmla="*/ 215214 h 1849426"/>
                <a:gd name="connsiteX2299" fmla="*/ 3076164 w 6386648"/>
                <a:gd name="connsiteY2299" fmla="*/ 197189 h 1849426"/>
                <a:gd name="connsiteX2300" fmla="*/ 5449378 w 6386648"/>
                <a:gd name="connsiteY2300" fmla="*/ 191181 h 1849426"/>
                <a:gd name="connsiteX2301" fmla="*/ 5467403 w 6386648"/>
                <a:gd name="connsiteY2301" fmla="*/ 209205 h 1849426"/>
                <a:gd name="connsiteX2302" fmla="*/ 5449378 w 6386648"/>
                <a:gd name="connsiteY2302" fmla="*/ 227230 h 1849426"/>
                <a:gd name="connsiteX2303" fmla="*/ 5431353 w 6386648"/>
                <a:gd name="connsiteY2303" fmla="*/ 209205 h 1849426"/>
                <a:gd name="connsiteX2304" fmla="*/ 5449378 w 6386648"/>
                <a:gd name="connsiteY2304" fmla="*/ 191181 h 1849426"/>
                <a:gd name="connsiteX2305" fmla="*/ 2607530 w 6386648"/>
                <a:gd name="connsiteY2305" fmla="*/ 191181 h 1849426"/>
                <a:gd name="connsiteX2306" fmla="*/ 2625555 w 6386648"/>
                <a:gd name="connsiteY2306" fmla="*/ 209205 h 1849426"/>
                <a:gd name="connsiteX2307" fmla="*/ 2607530 w 6386648"/>
                <a:gd name="connsiteY2307" fmla="*/ 227230 h 1849426"/>
                <a:gd name="connsiteX2308" fmla="*/ 2589506 w 6386648"/>
                <a:gd name="connsiteY2308" fmla="*/ 209205 h 1849426"/>
                <a:gd name="connsiteX2309" fmla="*/ 2607530 w 6386648"/>
                <a:gd name="connsiteY2309" fmla="*/ 191181 h 1849426"/>
                <a:gd name="connsiteX2310" fmla="*/ 30040 w 6386648"/>
                <a:gd name="connsiteY2310" fmla="*/ 191181 h 1849426"/>
                <a:gd name="connsiteX2311" fmla="*/ 48065 w 6386648"/>
                <a:gd name="connsiteY2311" fmla="*/ 209205 h 1849426"/>
                <a:gd name="connsiteX2312" fmla="*/ 30040 w 6386648"/>
                <a:gd name="connsiteY2312" fmla="*/ 227230 h 1849426"/>
                <a:gd name="connsiteX2313" fmla="*/ 12016 w 6386648"/>
                <a:gd name="connsiteY2313" fmla="*/ 209205 h 1849426"/>
                <a:gd name="connsiteX2314" fmla="*/ 30040 w 6386648"/>
                <a:gd name="connsiteY2314" fmla="*/ 191181 h 1849426"/>
                <a:gd name="connsiteX2315" fmla="*/ 6368623 w 6386648"/>
                <a:gd name="connsiteY2315" fmla="*/ 185173 h 1849426"/>
                <a:gd name="connsiteX2316" fmla="*/ 6386648 w 6386648"/>
                <a:gd name="connsiteY2316" fmla="*/ 203197 h 1849426"/>
                <a:gd name="connsiteX2317" fmla="*/ 6368623 w 6386648"/>
                <a:gd name="connsiteY2317" fmla="*/ 221222 h 1849426"/>
                <a:gd name="connsiteX2318" fmla="*/ 6350599 w 6386648"/>
                <a:gd name="connsiteY2318" fmla="*/ 203197 h 1849426"/>
                <a:gd name="connsiteX2319" fmla="*/ 6368623 w 6386648"/>
                <a:gd name="connsiteY2319" fmla="*/ 185173 h 1849426"/>
                <a:gd name="connsiteX2320" fmla="*/ 2379221 w 6386648"/>
                <a:gd name="connsiteY2320" fmla="*/ 179165 h 1849426"/>
                <a:gd name="connsiteX2321" fmla="*/ 2397246 w 6386648"/>
                <a:gd name="connsiteY2321" fmla="*/ 197189 h 1849426"/>
                <a:gd name="connsiteX2322" fmla="*/ 2379221 w 6386648"/>
                <a:gd name="connsiteY2322" fmla="*/ 215214 h 1849426"/>
                <a:gd name="connsiteX2323" fmla="*/ 2361197 w 6386648"/>
                <a:gd name="connsiteY2323" fmla="*/ 197189 h 1849426"/>
                <a:gd name="connsiteX2324" fmla="*/ 2379221 w 6386648"/>
                <a:gd name="connsiteY2324" fmla="*/ 179165 h 1849426"/>
                <a:gd name="connsiteX2325" fmla="*/ 2253050 w 6386648"/>
                <a:gd name="connsiteY2325" fmla="*/ 179165 h 1849426"/>
                <a:gd name="connsiteX2326" fmla="*/ 2271075 w 6386648"/>
                <a:gd name="connsiteY2326" fmla="*/ 197189 h 1849426"/>
                <a:gd name="connsiteX2327" fmla="*/ 2253050 w 6386648"/>
                <a:gd name="connsiteY2327" fmla="*/ 215214 h 1849426"/>
                <a:gd name="connsiteX2328" fmla="*/ 2235026 w 6386648"/>
                <a:gd name="connsiteY2328" fmla="*/ 197189 h 1849426"/>
                <a:gd name="connsiteX2329" fmla="*/ 2253050 w 6386648"/>
                <a:gd name="connsiteY2329" fmla="*/ 179165 h 1849426"/>
                <a:gd name="connsiteX2330" fmla="*/ 624846 w 6386648"/>
                <a:gd name="connsiteY2330" fmla="*/ 179165 h 1849426"/>
                <a:gd name="connsiteX2331" fmla="*/ 642870 w 6386648"/>
                <a:gd name="connsiteY2331" fmla="*/ 197189 h 1849426"/>
                <a:gd name="connsiteX2332" fmla="*/ 624846 w 6386648"/>
                <a:gd name="connsiteY2332" fmla="*/ 215214 h 1849426"/>
                <a:gd name="connsiteX2333" fmla="*/ 606821 w 6386648"/>
                <a:gd name="connsiteY2333" fmla="*/ 197189 h 1849426"/>
                <a:gd name="connsiteX2334" fmla="*/ 624846 w 6386648"/>
                <a:gd name="connsiteY2334" fmla="*/ 179165 h 1849426"/>
                <a:gd name="connsiteX2335" fmla="*/ 6116281 w 6386648"/>
                <a:gd name="connsiteY2335" fmla="*/ 167148 h 1849426"/>
                <a:gd name="connsiteX2336" fmla="*/ 6134306 w 6386648"/>
                <a:gd name="connsiteY2336" fmla="*/ 185173 h 1849426"/>
                <a:gd name="connsiteX2337" fmla="*/ 6116281 w 6386648"/>
                <a:gd name="connsiteY2337" fmla="*/ 203197 h 1849426"/>
                <a:gd name="connsiteX2338" fmla="*/ 6098257 w 6386648"/>
                <a:gd name="connsiteY2338" fmla="*/ 185173 h 1849426"/>
                <a:gd name="connsiteX2339" fmla="*/ 6116281 w 6386648"/>
                <a:gd name="connsiteY2339" fmla="*/ 167148 h 1849426"/>
                <a:gd name="connsiteX2340" fmla="*/ 5311191 w 6386648"/>
                <a:gd name="connsiteY2340" fmla="*/ 167148 h 1849426"/>
                <a:gd name="connsiteX2341" fmla="*/ 5329216 w 6386648"/>
                <a:gd name="connsiteY2341" fmla="*/ 185173 h 1849426"/>
                <a:gd name="connsiteX2342" fmla="*/ 5311191 w 6386648"/>
                <a:gd name="connsiteY2342" fmla="*/ 203197 h 1849426"/>
                <a:gd name="connsiteX2343" fmla="*/ 5293167 w 6386648"/>
                <a:gd name="connsiteY2343" fmla="*/ 185173 h 1849426"/>
                <a:gd name="connsiteX2344" fmla="*/ 5311191 w 6386648"/>
                <a:gd name="connsiteY2344" fmla="*/ 167148 h 1849426"/>
                <a:gd name="connsiteX2345" fmla="*/ 3508750 w 6386648"/>
                <a:gd name="connsiteY2345" fmla="*/ 167148 h 1849426"/>
                <a:gd name="connsiteX2346" fmla="*/ 3526775 w 6386648"/>
                <a:gd name="connsiteY2346" fmla="*/ 185173 h 1849426"/>
                <a:gd name="connsiteX2347" fmla="*/ 3508750 w 6386648"/>
                <a:gd name="connsiteY2347" fmla="*/ 203197 h 1849426"/>
                <a:gd name="connsiteX2348" fmla="*/ 3490726 w 6386648"/>
                <a:gd name="connsiteY2348" fmla="*/ 185173 h 1849426"/>
                <a:gd name="connsiteX2349" fmla="*/ 3508750 w 6386648"/>
                <a:gd name="connsiteY2349" fmla="*/ 167148 h 1849426"/>
                <a:gd name="connsiteX2350" fmla="*/ 1820464 w 6386648"/>
                <a:gd name="connsiteY2350" fmla="*/ 167148 h 1849426"/>
                <a:gd name="connsiteX2351" fmla="*/ 1838489 w 6386648"/>
                <a:gd name="connsiteY2351" fmla="*/ 185173 h 1849426"/>
                <a:gd name="connsiteX2352" fmla="*/ 1820464 w 6386648"/>
                <a:gd name="connsiteY2352" fmla="*/ 203197 h 1849426"/>
                <a:gd name="connsiteX2353" fmla="*/ 1802440 w 6386648"/>
                <a:gd name="connsiteY2353" fmla="*/ 185173 h 1849426"/>
                <a:gd name="connsiteX2354" fmla="*/ 1820464 w 6386648"/>
                <a:gd name="connsiteY2354" fmla="*/ 167148 h 1849426"/>
                <a:gd name="connsiteX2355" fmla="*/ 1423927 w 6386648"/>
                <a:gd name="connsiteY2355" fmla="*/ 167148 h 1849426"/>
                <a:gd name="connsiteX2356" fmla="*/ 1441952 w 6386648"/>
                <a:gd name="connsiteY2356" fmla="*/ 185173 h 1849426"/>
                <a:gd name="connsiteX2357" fmla="*/ 1423927 w 6386648"/>
                <a:gd name="connsiteY2357" fmla="*/ 203197 h 1849426"/>
                <a:gd name="connsiteX2358" fmla="*/ 1405903 w 6386648"/>
                <a:gd name="connsiteY2358" fmla="*/ 185173 h 1849426"/>
                <a:gd name="connsiteX2359" fmla="*/ 1423927 w 6386648"/>
                <a:gd name="connsiteY2359" fmla="*/ 167148 h 1849426"/>
                <a:gd name="connsiteX2360" fmla="*/ 5100906 w 6386648"/>
                <a:gd name="connsiteY2360" fmla="*/ 161140 h 1849426"/>
                <a:gd name="connsiteX2361" fmla="*/ 5118931 w 6386648"/>
                <a:gd name="connsiteY2361" fmla="*/ 179164 h 1849426"/>
                <a:gd name="connsiteX2362" fmla="*/ 5100906 w 6386648"/>
                <a:gd name="connsiteY2362" fmla="*/ 197189 h 1849426"/>
                <a:gd name="connsiteX2363" fmla="*/ 5082882 w 6386648"/>
                <a:gd name="connsiteY2363" fmla="*/ 179164 h 1849426"/>
                <a:gd name="connsiteX2364" fmla="*/ 5100906 w 6386648"/>
                <a:gd name="connsiteY2364" fmla="*/ 161140 h 1849426"/>
                <a:gd name="connsiteX2365" fmla="*/ 1189610 w 6386648"/>
                <a:gd name="connsiteY2365" fmla="*/ 161140 h 1849426"/>
                <a:gd name="connsiteX2366" fmla="*/ 1207635 w 6386648"/>
                <a:gd name="connsiteY2366" fmla="*/ 179164 h 1849426"/>
                <a:gd name="connsiteX2367" fmla="*/ 1189610 w 6386648"/>
                <a:gd name="connsiteY2367" fmla="*/ 197189 h 1849426"/>
                <a:gd name="connsiteX2368" fmla="*/ 1171586 w 6386648"/>
                <a:gd name="connsiteY2368" fmla="*/ 179164 h 1849426"/>
                <a:gd name="connsiteX2369" fmla="*/ 1189610 w 6386648"/>
                <a:gd name="connsiteY2369" fmla="*/ 161140 h 1849426"/>
                <a:gd name="connsiteX2370" fmla="*/ 492666 w 6386648"/>
                <a:gd name="connsiteY2370" fmla="*/ 161140 h 1849426"/>
                <a:gd name="connsiteX2371" fmla="*/ 510691 w 6386648"/>
                <a:gd name="connsiteY2371" fmla="*/ 179164 h 1849426"/>
                <a:gd name="connsiteX2372" fmla="*/ 492666 w 6386648"/>
                <a:gd name="connsiteY2372" fmla="*/ 197189 h 1849426"/>
                <a:gd name="connsiteX2373" fmla="*/ 474642 w 6386648"/>
                <a:gd name="connsiteY2373" fmla="*/ 179164 h 1849426"/>
                <a:gd name="connsiteX2374" fmla="*/ 492666 w 6386648"/>
                <a:gd name="connsiteY2374" fmla="*/ 161140 h 1849426"/>
                <a:gd name="connsiteX2375" fmla="*/ 132178 w 6386648"/>
                <a:gd name="connsiteY2375" fmla="*/ 161140 h 1849426"/>
                <a:gd name="connsiteX2376" fmla="*/ 150203 w 6386648"/>
                <a:gd name="connsiteY2376" fmla="*/ 179164 h 1849426"/>
                <a:gd name="connsiteX2377" fmla="*/ 132178 w 6386648"/>
                <a:gd name="connsiteY2377" fmla="*/ 197189 h 1849426"/>
                <a:gd name="connsiteX2378" fmla="*/ 114154 w 6386648"/>
                <a:gd name="connsiteY2378" fmla="*/ 179164 h 1849426"/>
                <a:gd name="connsiteX2379" fmla="*/ 132178 w 6386648"/>
                <a:gd name="connsiteY2379" fmla="*/ 161140 h 1849426"/>
                <a:gd name="connsiteX2380" fmla="*/ 4968727 w 6386648"/>
                <a:gd name="connsiteY2380" fmla="*/ 155132 h 1849426"/>
                <a:gd name="connsiteX2381" fmla="*/ 4986752 w 6386648"/>
                <a:gd name="connsiteY2381" fmla="*/ 173156 h 1849426"/>
                <a:gd name="connsiteX2382" fmla="*/ 4968727 w 6386648"/>
                <a:gd name="connsiteY2382" fmla="*/ 191181 h 1849426"/>
                <a:gd name="connsiteX2383" fmla="*/ 4950702 w 6386648"/>
                <a:gd name="connsiteY2383" fmla="*/ 173156 h 1849426"/>
                <a:gd name="connsiteX2384" fmla="*/ 4968727 w 6386648"/>
                <a:gd name="connsiteY2384" fmla="*/ 155132 h 1849426"/>
                <a:gd name="connsiteX2385" fmla="*/ 3634921 w 6386648"/>
                <a:gd name="connsiteY2385" fmla="*/ 155132 h 1849426"/>
                <a:gd name="connsiteX2386" fmla="*/ 3652946 w 6386648"/>
                <a:gd name="connsiteY2386" fmla="*/ 173156 h 1849426"/>
                <a:gd name="connsiteX2387" fmla="*/ 3634921 w 6386648"/>
                <a:gd name="connsiteY2387" fmla="*/ 191181 h 1849426"/>
                <a:gd name="connsiteX2388" fmla="*/ 3616897 w 6386648"/>
                <a:gd name="connsiteY2388" fmla="*/ 173156 h 1849426"/>
                <a:gd name="connsiteX2389" fmla="*/ 3634921 w 6386648"/>
                <a:gd name="connsiteY2389" fmla="*/ 155132 h 1849426"/>
                <a:gd name="connsiteX2390" fmla="*/ 2493375 w 6386648"/>
                <a:gd name="connsiteY2390" fmla="*/ 155132 h 1849426"/>
                <a:gd name="connsiteX2391" fmla="*/ 2511400 w 6386648"/>
                <a:gd name="connsiteY2391" fmla="*/ 173156 h 1849426"/>
                <a:gd name="connsiteX2392" fmla="*/ 2493375 w 6386648"/>
                <a:gd name="connsiteY2392" fmla="*/ 191181 h 1849426"/>
                <a:gd name="connsiteX2393" fmla="*/ 2475351 w 6386648"/>
                <a:gd name="connsiteY2393" fmla="*/ 173156 h 1849426"/>
                <a:gd name="connsiteX2394" fmla="*/ 2493375 w 6386648"/>
                <a:gd name="connsiteY2394" fmla="*/ 155132 h 1849426"/>
                <a:gd name="connsiteX2395" fmla="*/ 1922603 w 6386648"/>
                <a:gd name="connsiteY2395" fmla="*/ 155132 h 1849426"/>
                <a:gd name="connsiteX2396" fmla="*/ 1940628 w 6386648"/>
                <a:gd name="connsiteY2396" fmla="*/ 173156 h 1849426"/>
                <a:gd name="connsiteX2397" fmla="*/ 1922603 w 6386648"/>
                <a:gd name="connsiteY2397" fmla="*/ 191181 h 1849426"/>
                <a:gd name="connsiteX2398" fmla="*/ 1904579 w 6386648"/>
                <a:gd name="connsiteY2398" fmla="*/ 173156 h 1849426"/>
                <a:gd name="connsiteX2399" fmla="*/ 1922603 w 6386648"/>
                <a:gd name="connsiteY2399" fmla="*/ 155132 h 1849426"/>
                <a:gd name="connsiteX2400" fmla="*/ 919244 w 6386648"/>
                <a:gd name="connsiteY2400" fmla="*/ 155132 h 1849426"/>
                <a:gd name="connsiteX2401" fmla="*/ 937269 w 6386648"/>
                <a:gd name="connsiteY2401" fmla="*/ 173156 h 1849426"/>
                <a:gd name="connsiteX2402" fmla="*/ 919244 w 6386648"/>
                <a:gd name="connsiteY2402" fmla="*/ 191181 h 1849426"/>
                <a:gd name="connsiteX2403" fmla="*/ 901220 w 6386648"/>
                <a:gd name="connsiteY2403" fmla="*/ 173156 h 1849426"/>
                <a:gd name="connsiteX2404" fmla="*/ 919244 w 6386648"/>
                <a:gd name="connsiteY2404" fmla="*/ 155132 h 1849426"/>
                <a:gd name="connsiteX2405" fmla="*/ 5905996 w 6386648"/>
                <a:gd name="connsiteY2405" fmla="*/ 149124 h 1849426"/>
                <a:gd name="connsiteX2406" fmla="*/ 5924021 w 6386648"/>
                <a:gd name="connsiteY2406" fmla="*/ 167148 h 1849426"/>
                <a:gd name="connsiteX2407" fmla="*/ 5905996 w 6386648"/>
                <a:gd name="connsiteY2407" fmla="*/ 185173 h 1849426"/>
                <a:gd name="connsiteX2408" fmla="*/ 5887972 w 6386648"/>
                <a:gd name="connsiteY2408" fmla="*/ 167148 h 1849426"/>
                <a:gd name="connsiteX2409" fmla="*/ 5905996 w 6386648"/>
                <a:gd name="connsiteY2409" fmla="*/ 149124 h 1849426"/>
                <a:gd name="connsiteX2410" fmla="*/ 4644288 w 6386648"/>
                <a:gd name="connsiteY2410" fmla="*/ 149124 h 1849426"/>
                <a:gd name="connsiteX2411" fmla="*/ 4662313 w 6386648"/>
                <a:gd name="connsiteY2411" fmla="*/ 167148 h 1849426"/>
                <a:gd name="connsiteX2412" fmla="*/ 4644288 w 6386648"/>
                <a:gd name="connsiteY2412" fmla="*/ 185173 h 1849426"/>
                <a:gd name="connsiteX2413" fmla="*/ 4626264 w 6386648"/>
                <a:gd name="connsiteY2413" fmla="*/ 167148 h 1849426"/>
                <a:gd name="connsiteX2414" fmla="*/ 4644288 w 6386648"/>
                <a:gd name="connsiteY2414" fmla="*/ 149124 h 1849426"/>
                <a:gd name="connsiteX2415" fmla="*/ 2126880 w 6386648"/>
                <a:gd name="connsiteY2415" fmla="*/ 149124 h 1849426"/>
                <a:gd name="connsiteX2416" fmla="*/ 2144904 w 6386648"/>
                <a:gd name="connsiteY2416" fmla="*/ 167148 h 1849426"/>
                <a:gd name="connsiteX2417" fmla="*/ 2126880 w 6386648"/>
                <a:gd name="connsiteY2417" fmla="*/ 185173 h 1849426"/>
                <a:gd name="connsiteX2418" fmla="*/ 2108855 w 6386648"/>
                <a:gd name="connsiteY2418" fmla="*/ 167148 h 1849426"/>
                <a:gd name="connsiteX2419" fmla="*/ 2126880 w 6386648"/>
                <a:gd name="connsiteY2419" fmla="*/ 149124 h 1849426"/>
                <a:gd name="connsiteX2420" fmla="*/ 799081 w 6386648"/>
                <a:gd name="connsiteY2420" fmla="*/ 149124 h 1849426"/>
                <a:gd name="connsiteX2421" fmla="*/ 817106 w 6386648"/>
                <a:gd name="connsiteY2421" fmla="*/ 167148 h 1849426"/>
                <a:gd name="connsiteX2422" fmla="*/ 799081 w 6386648"/>
                <a:gd name="connsiteY2422" fmla="*/ 185173 h 1849426"/>
                <a:gd name="connsiteX2423" fmla="*/ 781057 w 6386648"/>
                <a:gd name="connsiteY2423" fmla="*/ 167148 h 1849426"/>
                <a:gd name="connsiteX2424" fmla="*/ 799081 w 6386648"/>
                <a:gd name="connsiteY2424" fmla="*/ 149124 h 1849426"/>
                <a:gd name="connsiteX2425" fmla="*/ 366495 w 6386648"/>
                <a:gd name="connsiteY2425" fmla="*/ 149124 h 1849426"/>
                <a:gd name="connsiteX2426" fmla="*/ 384520 w 6386648"/>
                <a:gd name="connsiteY2426" fmla="*/ 167148 h 1849426"/>
                <a:gd name="connsiteX2427" fmla="*/ 366495 w 6386648"/>
                <a:gd name="connsiteY2427" fmla="*/ 185173 h 1849426"/>
                <a:gd name="connsiteX2428" fmla="*/ 348471 w 6386648"/>
                <a:gd name="connsiteY2428" fmla="*/ 167148 h 1849426"/>
                <a:gd name="connsiteX2429" fmla="*/ 366495 w 6386648"/>
                <a:gd name="connsiteY2429" fmla="*/ 149124 h 1849426"/>
                <a:gd name="connsiteX2430" fmla="*/ 4758442 w 6386648"/>
                <a:gd name="connsiteY2430" fmla="*/ 143116 h 1849426"/>
                <a:gd name="connsiteX2431" fmla="*/ 4776467 w 6386648"/>
                <a:gd name="connsiteY2431" fmla="*/ 161140 h 1849426"/>
                <a:gd name="connsiteX2432" fmla="*/ 4758442 w 6386648"/>
                <a:gd name="connsiteY2432" fmla="*/ 179165 h 1849426"/>
                <a:gd name="connsiteX2433" fmla="*/ 4740417 w 6386648"/>
                <a:gd name="connsiteY2433" fmla="*/ 161140 h 1849426"/>
                <a:gd name="connsiteX2434" fmla="*/ 4758442 w 6386648"/>
                <a:gd name="connsiteY2434" fmla="*/ 143116 h 1849426"/>
                <a:gd name="connsiteX2435" fmla="*/ 3226368 w 6386648"/>
                <a:gd name="connsiteY2435" fmla="*/ 143116 h 1849426"/>
                <a:gd name="connsiteX2436" fmla="*/ 3244393 w 6386648"/>
                <a:gd name="connsiteY2436" fmla="*/ 161140 h 1849426"/>
                <a:gd name="connsiteX2437" fmla="*/ 3226368 w 6386648"/>
                <a:gd name="connsiteY2437" fmla="*/ 179165 h 1849426"/>
                <a:gd name="connsiteX2438" fmla="*/ 3208343 w 6386648"/>
                <a:gd name="connsiteY2438" fmla="*/ 161140 h 1849426"/>
                <a:gd name="connsiteX2439" fmla="*/ 3226368 w 6386648"/>
                <a:gd name="connsiteY2439" fmla="*/ 143116 h 1849426"/>
                <a:gd name="connsiteX2440" fmla="*/ 4235735 w 6386648"/>
                <a:gd name="connsiteY2440" fmla="*/ 131100 h 1849426"/>
                <a:gd name="connsiteX2441" fmla="*/ 4253760 w 6386648"/>
                <a:gd name="connsiteY2441" fmla="*/ 149124 h 1849426"/>
                <a:gd name="connsiteX2442" fmla="*/ 4235735 w 6386648"/>
                <a:gd name="connsiteY2442" fmla="*/ 167149 h 1849426"/>
                <a:gd name="connsiteX2443" fmla="*/ 4217711 w 6386648"/>
                <a:gd name="connsiteY2443" fmla="*/ 149124 h 1849426"/>
                <a:gd name="connsiteX2444" fmla="*/ 4235735 w 6386648"/>
                <a:gd name="connsiteY2444" fmla="*/ 131100 h 1849426"/>
                <a:gd name="connsiteX2445" fmla="*/ 1057431 w 6386648"/>
                <a:gd name="connsiteY2445" fmla="*/ 131100 h 1849426"/>
                <a:gd name="connsiteX2446" fmla="*/ 1075456 w 6386648"/>
                <a:gd name="connsiteY2446" fmla="*/ 149124 h 1849426"/>
                <a:gd name="connsiteX2447" fmla="*/ 1057431 w 6386648"/>
                <a:gd name="connsiteY2447" fmla="*/ 167149 h 1849426"/>
                <a:gd name="connsiteX2448" fmla="*/ 1039407 w 6386648"/>
                <a:gd name="connsiteY2448" fmla="*/ 149124 h 1849426"/>
                <a:gd name="connsiteX2449" fmla="*/ 1057431 w 6386648"/>
                <a:gd name="connsiteY2449" fmla="*/ 131100 h 1849426"/>
                <a:gd name="connsiteX2450" fmla="*/ 4536141 w 6386648"/>
                <a:gd name="connsiteY2450" fmla="*/ 119083 h 1849426"/>
                <a:gd name="connsiteX2451" fmla="*/ 4554166 w 6386648"/>
                <a:gd name="connsiteY2451" fmla="*/ 137107 h 1849426"/>
                <a:gd name="connsiteX2452" fmla="*/ 4536141 w 6386648"/>
                <a:gd name="connsiteY2452" fmla="*/ 155132 h 1849426"/>
                <a:gd name="connsiteX2453" fmla="*/ 4518117 w 6386648"/>
                <a:gd name="connsiteY2453" fmla="*/ 137107 h 1849426"/>
                <a:gd name="connsiteX2454" fmla="*/ 4536141 w 6386648"/>
                <a:gd name="connsiteY2454" fmla="*/ 119083 h 1849426"/>
                <a:gd name="connsiteX2455" fmla="*/ 4361905 w 6386648"/>
                <a:gd name="connsiteY2455" fmla="*/ 119083 h 1849426"/>
                <a:gd name="connsiteX2456" fmla="*/ 4379930 w 6386648"/>
                <a:gd name="connsiteY2456" fmla="*/ 137107 h 1849426"/>
                <a:gd name="connsiteX2457" fmla="*/ 4361905 w 6386648"/>
                <a:gd name="connsiteY2457" fmla="*/ 155132 h 1849426"/>
                <a:gd name="connsiteX2458" fmla="*/ 4343881 w 6386648"/>
                <a:gd name="connsiteY2458" fmla="*/ 137107 h 1849426"/>
                <a:gd name="connsiteX2459" fmla="*/ 4361905 w 6386648"/>
                <a:gd name="connsiteY2459" fmla="*/ 119083 h 1849426"/>
                <a:gd name="connsiteX2460" fmla="*/ 6020151 w 6386648"/>
                <a:gd name="connsiteY2460" fmla="*/ 113075 h 1849426"/>
                <a:gd name="connsiteX2461" fmla="*/ 6038176 w 6386648"/>
                <a:gd name="connsiteY2461" fmla="*/ 131099 h 1849426"/>
                <a:gd name="connsiteX2462" fmla="*/ 6020151 w 6386648"/>
                <a:gd name="connsiteY2462" fmla="*/ 149124 h 1849426"/>
                <a:gd name="connsiteX2463" fmla="*/ 6002126 w 6386648"/>
                <a:gd name="connsiteY2463" fmla="*/ 131099 h 1849426"/>
                <a:gd name="connsiteX2464" fmla="*/ 6020151 w 6386648"/>
                <a:gd name="connsiteY2464" fmla="*/ 113075 h 1849426"/>
                <a:gd name="connsiteX2465" fmla="*/ 5209053 w 6386648"/>
                <a:gd name="connsiteY2465" fmla="*/ 113075 h 1849426"/>
                <a:gd name="connsiteX2466" fmla="*/ 5227078 w 6386648"/>
                <a:gd name="connsiteY2466" fmla="*/ 131099 h 1849426"/>
                <a:gd name="connsiteX2467" fmla="*/ 5209053 w 6386648"/>
                <a:gd name="connsiteY2467" fmla="*/ 149124 h 1849426"/>
                <a:gd name="connsiteX2468" fmla="*/ 5191028 w 6386648"/>
                <a:gd name="connsiteY2468" fmla="*/ 131099 h 1849426"/>
                <a:gd name="connsiteX2469" fmla="*/ 5209053 w 6386648"/>
                <a:gd name="connsiteY2469" fmla="*/ 113075 h 1849426"/>
                <a:gd name="connsiteX2470" fmla="*/ 2865880 w 6386648"/>
                <a:gd name="connsiteY2470" fmla="*/ 113075 h 1849426"/>
                <a:gd name="connsiteX2471" fmla="*/ 2883905 w 6386648"/>
                <a:gd name="connsiteY2471" fmla="*/ 131099 h 1849426"/>
                <a:gd name="connsiteX2472" fmla="*/ 2865880 w 6386648"/>
                <a:gd name="connsiteY2472" fmla="*/ 149124 h 1849426"/>
                <a:gd name="connsiteX2473" fmla="*/ 2847855 w 6386648"/>
                <a:gd name="connsiteY2473" fmla="*/ 131099 h 1849426"/>
                <a:gd name="connsiteX2474" fmla="*/ 2865880 w 6386648"/>
                <a:gd name="connsiteY2474" fmla="*/ 113075 h 1849426"/>
                <a:gd name="connsiteX2475" fmla="*/ 2751725 w 6386648"/>
                <a:gd name="connsiteY2475" fmla="*/ 113075 h 1849426"/>
                <a:gd name="connsiteX2476" fmla="*/ 2769750 w 6386648"/>
                <a:gd name="connsiteY2476" fmla="*/ 131099 h 1849426"/>
                <a:gd name="connsiteX2477" fmla="*/ 2751725 w 6386648"/>
                <a:gd name="connsiteY2477" fmla="*/ 149124 h 1849426"/>
                <a:gd name="connsiteX2478" fmla="*/ 2733701 w 6386648"/>
                <a:gd name="connsiteY2478" fmla="*/ 131099 h 1849426"/>
                <a:gd name="connsiteX2479" fmla="*/ 2751725 w 6386648"/>
                <a:gd name="connsiteY2479" fmla="*/ 113075 h 1849426"/>
                <a:gd name="connsiteX2480" fmla="*/ 5797850 w 6386648"/>
                <a:gd name="connsiteY2480" fmla="*/ 107067 h 1849426"/>
                <a:gd name="connsiteX2481" fmla="*/ 5815875 w 6386648"/>
                <a:gd name="connsiteY2481" fmla="*/ 125092 h 1849426"/>
                <a:gd name="connsiteX2482" fmla="*/ 5797850 w 6386648"/>
                <a:gd name="connsiteY2482" fmla="*/ 143116 h 1849426"/>
                <a:gd name="connsiteX2483" fmla="*/ 5779826 w 6386648"/>
                <a:gd name="connsiteY2483" fmla="*/ 125092 h 1849426"/>
                <a:gd name="connsiteX2484" fmla="*/ 5797850 w 6386648"/>
                <a:gd name="connsiteY2484" fmla="*/ 107067 h 1849426"/>
                <a:gd name="connsiteX2485" fmla="*/ 4055491 w 6386648"/>
                <a:gd name="connsiteY2485" fmla="*/ 107067 h 1849426"/>
                <a:gd name="connsiteX2486" fmla="*/ 4073516 w 6386648"/>
                <a:gd name="connsiteY2486" fmla="*/ 125092 h 1849426"/>
                <a:gd name="connsiteX2487" fmla="*/ 4055491 w 6386648"/>
                <a:gd name="connsiteY2487" fmla="*/ 143116 h 1849426"/>
                <a:gd name="connsiteX2488" fmla="*/ 4037467 w 6386648"/>
                <a:gd name="connsiteY2488" fmla="*/ 125092 h 1849426"/>
                <a:gd name="connsiteX2489" fmla="*/ 4055491 w 6386648"/>
                <a:gd name="connsiteY2489" fmla="*/ 107067 h 1849426"/>
                <a:gd name="connsiteX2490" fmla="*/ 3917303 w 6386648"/>
                <a:gd name="connsiteY2490" fmla="*/ 107067 h 1849426"/>
                <a:gd name="connsiteX2491" fmla="*/ 3935328 w 6386648"/>
                <a:gd name="connsiteY2491" fmla="*/ 125092 h 1849426"/>
                <a:gd name="connsiteX2492" fmla="*/ 3917303 w 6386648"/>
                <a:gd name="connsiteY2492" fmla="*/ 143116 h 1849426"/>
                <a:gd name="connsiteX2493" fmla="*/ 3899278 w 6386648"/>
                <a:gd name="connsiteY2493" fmla="*/ 125092 h 1849426"/>
                <a:gd name="connsiteX2494" fmla="*/ 3917303 w 6386648"/>
                <a:gd name="connsiteY2494" fmla="*/ 107067 h 1849426"/>
                <a:gd name="connsiteX2495" fmla="*/ 3346531 w 6386648"/>
                <a:gd name="connsiteY2495" fmla="*/ 107067 h 1849426"/>
                <a:gd name="connsiteX2496" fmla="*/ 3364556 w 6386648"/>
                <a:gd name="connsiteY2496" fmla="*/ 125092 h 1849426"/>
                <a:gd name="connsiteX2497" fmla="*/ 3346531 w 6386648"/>
                <a:gd name="connsiteY2497" fmla="*/ 143116 h 1849426"/>
                <a:gd name="connsiteX2498" fmla="*/ 3328506 w 6386648"/>
                <a:gd name="connsiteY2498" fmla="*/ 125092 h 1849426"/>
                <a:gd name="connsiteX2499" fmla="*/ 3346531 w 6386648"/>
                <a:gd name="connsiteY2499" fmla="*/ 107067 h 1849426"/>
                <a:gd name="connsiteX2500" fmla="*/ 2024741 w 6386648"/>
                <a:gd name="connsiteY2500" fmla="*/ 107067 h 1849426"/>
                <a:gd name="connsiteX2501" fmla="*/ 2042766 w 6386648"/>
                <a:gd name="connsiteY2501" fmla="*/ 125092 h 1849426"/>
                <a:gd name="connsiteX2502" fmla="*/ 2024741 w 6386648"/>
                <a:gd name="connsiteY2502" fmla="*/ 143116 h 1849426"/>
                <a:gd name="connsiteX2503" fmla="*/ 2006717 w 6386648"/>
                <a:gd name="connsiteY2503" fmla="*/ 125092 h 1849426"/>
                <a:gd name="connsiteX2504" fmla="*/ 2024741 w 6386648"/>
                <a:gd name="connsiteY2504" fmla="*/ 107067 h 1849426"/>
                <a:gd name="connsiteX2505" fmla="*/ 240325 w 6386648"/>
                <a:gd name="connsiteY2505" fmla="*/ 107067 h 1849426"/>
                <a:gd name="connsiteX2506" fmla="*/ 258350 w 6386648"/>
                <a:gd name="connsiteY2506" fmla="*/ 125092 h 1849426"/>
                <a:gd name="connsiteX2507" fmla="*/ 240325 w 6386648"/>
                <a:gd name="connsiteY2507" fmla="*/ 143116 h 1849426"/>
                <a:gd name="connsiteX2508" fmla="*/ 222301 w 6386648"/>
                <a:gd name="connsiteY2508" fmla="*/ 125092 h 1849426"/>
                <a:gd name="connsiteX2509" fmla="*/ 240325 w 6386648"/>
                <a:gd name="connsiteY2509" fmla="*/ 107067 h 1849426"/>
                <a:gd name="connsiteX2510" fmla="*/ 3761092 w 6386648"/>
                <a:gd name="connsiteY2510" fmla="*/ 101059 h 1849426"/>
                <a:gd name="connsiteX2511" fmla="*/ 3779117 w 6386648"/>
                <a:gd name="connsiteY2511" fmla="*/ 119083 h 1849426"/>
                <a:gd name="connsiteX2512" fmla="*/ 3761092 w 6386648"/>
                <a:gd name="connsiteY2512" fmla="*/ 137108 h 1849426"/>
                <a:gd name="connsiteX2513" fmla="*/ 3743068 w 6386648"/>
                <a:gd name="connsiteY2513" fmla="*/ 119083 h 1849426"/>
                <a:gd name="connsiteX2514" fmla="*/ 3761092 w 6386648"/>
                <a:gd name="connsiteY2514" fmla="*/ 101059 h 1849426"/>
                <a:gd name="connsiteX2515" fmla="*/ 1706311 w 6386648"/>
                <a:gd name="connsiteY2515" fmla="*/ 101059 h 1849426"/>
                <a:gd name="connsiteX2516" fmla="*/ 1724335 w 6386648"/>
                <a:gd name="connsiteY2516" fmla="*/ 119083 h 1849426"/>
                <a:gd name="connsiteX2517" fmla="*/ 1706311 w 6386648"/>
                <a:gd name="connsiteY2517" fmla="*/ 137108 h 1849426"/>
                <a:gd name="connsiteX2518" fmla="*/ 1688286 w 6386648"/>
                <a:gd name="connsiteY2518" fmla="*/ 119083 h 1849426"/>
                <a:gd name="connsiteX2519" fmla="*/ 1706311 w 6386648"/>
                <a:gd name="connsiteY2519" fmla="*/ 101059 h 1849426"/>
                <a:gd name="connsiteX2520" fmla="*/ 1574131 w 6386648"/>
                <a:gd name="connsiteY2520" fmla="*/ 101059 h 1849426"/>
                <a:gd name="connsiteX2521" fmla="*/ 1592156 w 6386648"/>
                <a:gd name="connsiteY2521" fmla="*/ 119083 h 1849426"/>
                <a:gd name="connsiteX2522" fmla="*/ 1574131 w 6386648"/>
                <a:gd name="connsiteY2522" fmla="*/ 137108 h 1849426"/>
                <a:gd name="connsiteX2523" fmla="*/ 1556107 w 6386648"/>
                <a:gd name="connsiteY2523" fmla="*/ 119083 h 1849426"/>
                <a:gd name="connsiteX2524" fmla="*/ 1574131 w 6386648"/>
                <a:gd name="connsiteY2524" fmla="*/ 101059 h 1849426"/>
                <a:gd name="connsiteX2525" fmla="*/ 5611598 w 6386648"/>
                <a:gd name="connsiteY2525" fmla="*/ 89043 h 1849426"/>
                <a:gd name="connsiteX2526" fmla="*/ 5629623 w 6386648"/>
                <a:gd name="connsiteY2526" fmla="*/ 107067 h 1849426"/>
                <a:gd name="connsiteX2527" fmla="*/ 5611598 w 6386648"/>
                <a:gd name="connsiteY2527" fmla="*/ 125092 h 1849426"/>
                <a:gd name="connsiteX2528" fmla="*/ 5593574 w 6386648"/>
                <a:gd name="connsiteY2528" fmla="*/ 107067 h 1849426"/>
                <a:gd name="connsiteX2529" fmla="*/ 5611598 w 6386648"/>
                <a:gd name="connsiteY2529" fmla="*/ 89043 h 1849426"/>
                <a:gd name="connsiteX2530" fmla="*/ 5419337 w 6386648"/>
                <a:gd name="connsiteY2530" fmla="*/ 89043 h 1849426"/>
                <a:gd name="connsiteX2531" fmla="*/ 5437362 w 6386648"/>
                <a:gd name="connsiteY2531" fmla="*/ 107067 h 1849426"/>
                <a:gd name="connsiteX2532" fmla="*/ 5419337 w 6386648"/>
                <a:gd name="connsiteY2532" fmla="*/ 125092 h 1849426"/>
                <a:gd name="connsiteX2533" fmla="*/ 5401312 w 6386648"/>
                <a:gd name="connsiteY2533" fmla="*/ 107067 h 1849426"/>
                <a:gd name="connsiteX2534" fmla="*/ 5419337 w 6386648"/>
                <a:gd name="connsiteY2534" fmla="*/ 89043 h 1849426"/>
                <a:gd name="connsiteX2535" fmla="*/ 2992051 w 6386648"/>
                <a:gd name="connsiteY2535" fmla="*/ 89043 h 1849426"/>
                <a:gd name="connsiteX2536" fmla="*/ 3010076 w 6386648"/>
                <a:gd name="connsiteY2536" fmla="*/ 107067 h 1849426"/>
                <a:gd name="connsiteX2537" fmla="*/ 2992051 w 6386648"/>
                <a:gd name="connsiteY2537" fmla="*/ 125092 h 1849426"/>
                <a:gd name="connsiteX2538" fmla="*/ 2974027 w 6386648"/>
                <a:gd name="connsiteY2538" fmla="*/ 107067 h 1849426"/>
                <a:gd name="connsiteX2539" fmla="*/ 2992051 w 6386648"/>
                <a:gd name="connsiteY2539" fmla="*/ 89043 h 1849426"/>
                <a:gd name="connsiteX2540" fmla="*/ 6368623 w 6386648"/>
                <a:gd name="connsiteY2540" fmla="*/ 83034 h 1849426"/>
                <a:gd name="connsiteX2541" fmla="*/ 6386648 w 6386648"/>
                <a:gd name="connsiteY2541" fmla="*/ 101058 h 1849426"/>
                <a:gd name="connsiteX2542" fmla="*/ 6368623 w 6386648"/>
                <a:gd name="connsiteY2542" fmla="*/ 119083 h 1849426"/>
                <a:gd name="connsiteX2543" fmla="*/ 6350599 w 6386648"/>
                <a:gd name="connsiteY2543" fmla="*/ 101058 h 1849426"/>
                <a:gd name="connsiteX2544" fmla="*/ 6368623 w 6386648"/>
                <a:gd name="connsiteY2544" fmla="*/ 83034 h 1849426"/>
                <a:gd name="connsiteX2545" fmla="*/ 6242452 w 6386648"/>
                <a:gd name="connsiteY2545" fmla="*/ 83034 h 1849426"/>
                <a:gd name="connsiteX2546" fmla="*/ 6260477 w 6386648"/>
                <a:gd name="connsiteY2546" fmla="*/ 101058 h 1849426"/>
                <a:gd name="connsiteX2547" fmla="*/ 6242452 w 6386648"/>
                <a:gd name="connsiteY2547" fmla="*/ 119083 h 1849426"/>
                <a:gd name="connsiteX2548" fmla="*/ 6224428 w 6386648"/>
                <a:gd name="connsiteY2548" fmla="*/ 101058 h 1849426"/>
                <a:gd name="connsiteX2549" fmla="*/ 6242452 w 6386648"/>
                <a:gd name="connsiteY2549" fmla="*/ 83034 h 1849426"/>
                <a:gd name="connsiteX2550" fmla="*/ 4884613 w 6386648"/>
                <a:gd name="connsiteY2550" fmla="*/ 83034 h 1849426"/>
                <a:gd name="connsiteX2551" fmla="*/ 4902638 w 6386648"/>
                <a:gd name="connsiteY2551" fmla="*/ 101058 h 1849426"/>
                <a:gd name="connsiteX2552" fmla="*/ 4884613 w 6386648"/>
                <a:gd name="connsiteY2552" fmla="*/ 119083 h 1849426"/>
                <a:gd name="connsiteX2553" fmla="*/ 4866589 w 6386648"/>
                <a:gd name="connsiteY2553" fmla="*/ 101058 h 1849426"/>
                <a:gd name="connsiteX2554" fmla="*/ 4884613 w 6386648"/>
                <a:gd name="connsiteY2554" fmla="*/ 83034 h 1849426"/>
                <a:gd name="connsiteX2555" fmla="*/ 3118221 w 6386648"/>
                <a:gd name="connsiteY2555" fmla="*/ 83034 h 1849426"/>
                <a:gd name="connsiteX2556" fmla="*/ 3136246 w 6386648"/>
                <a:gd name="connsiteY2556" fmla="*/ 101058 h 1849426"/>
                <a:gd name="connsiteX2557" fmla="*/ 3118221 w 6386648"/>
                <a:gd name="connsiteY2557" fmla="*/ 119083 h 1849426"/>
                <a:gd name="connsiteX2558" fmla="*/ 3100197 w 6386648"/>
                <a:gd name="connsiteY2558" fmla="*/ 101058 h 1849426"/>
                <a:gd name="connsiteX2559" fmla="*/ 3118221 w 6386648"/>
                <a:gd name="connsiteY2559" fmla="*/ 83034 h 1849426"/>
                <a:gd name="connsiteX2560" fmla="*/ 2619546 w 6386648"/>
                <a:gd name="connsiteY2560" fmla="*/ 83034 h 1849426"/>
                <a:gd name="connsiteX2561" fmla="*/ 2637571 w 6386648"/>
                <a:gd name="connsiteY2561" fmla="*/ 101058 h 1849426"/>
                <a:gd name="connsiteX2562" fmla="*/ 2619546 w 6386648"/>
                <a:gd name="connsiteY2562" fmla="*/ 119083 h 1849426"/>
                <a:gd name="connsiteX2563" fmla="*/ 2601522 w 6386648"/>
                <a:gd name="connsiteY2563" fmla="*/ 101058 h 1849426"/>
                <a:gd name="connsiteX2564" fmla="*/ 2619546 w 6386648"/>
                <a:gd name="connsiteY2564" fmla="*/ 83034 h 1849426"/>
                <a:gd name="connsiteX2565" fmla="*/ 1291748 w 6386648"/>
                <a:gd name="connsiteY2565" fmla="*/ 83034 h 1849426"/>
                <a:gd name="connsiteX2566" fmla="*/ 1309773 w 6386648"/>
                <a:gd name="connsiteY2566" fmla="*/ 101058 h 1849426"/>
                <a:gd name="connsiteX2567" fmla="*/ 1291748 w 6386648"/>
                <a:gd name="connsiteY2567" fmla="*/ 119083 h 1849426"/>
                <a:gd name="connsiteX2568" fmla="*/ 1273724 w 6386648"/>
                <a:gd name="connsiteY2568" fmla="*/ 101058 h 1849426"/>
                <a:gd name="connsiteX2569" fmla="*/ 1291748 w 6386648"/>
                <a:gd name="connsiteY2569" fmla="*/ 83034 h 1849426"/>
                <a:gd name="connsiteX2570" fmla="*/ 702951 w 6386648"/>
                <a:gd name="connsiteY2570" fmla="*/ 83034 h 1849426"/>
                <a:gd name="connsiteX2571" fmla="*/ 720976 w 6386648"/>
                <a:gd name="connsiteY2571" fmla="*/ 101058 h 1849426"/>
                <a:gd name="connsiteX2572" fmla="*/ 702951 w 6386648"/>
                <a:gd name="connsiteY2572" fmla="*/ 119083 h 1849426"/>
                <a:gd name="connsiteX2573" fmla="*/ 684927 w 6386648"/>
                <a:gd name="connsiteY2573" fmla="*/ 101058 h 1849426"/>
                <a:gd name="connsiteX2574" fmla="*/ 702951 w 6386648"/>
                <a:gd name="connsiteY2574" fmla="*/ 83034 h 1849426"/>
                <a:gd name="connsiteX2575" fmla="*/ 2319139 w 6386648"/>
                <a:gd name="connsiteY2575" fmla="*/ 65010 h 1849426"/>
                <a:gd name="connsiteX2576" fmla="*/ 2337164 w 6386648"/>
                <a:gd name="connsiteY2576" fmla="*/ 83034 h 1849426"/>
                <a:gd name="connsiteX2577" fmla="*/ 2319139 w 6386648"/>
                <a:gd name="connsiteY2577" fmla="*/ 101059 h 1849426"/>
                <a:gd name="connsiteX2578" fmla="*/ 2301115 w 6386648"/>
                <a:gd name="connsiteY2578" fmla="*/ 83034 h 1849426"/>
                <a:gd name="connsiteX2579" fmla="*/ 2319139 w 6386648"/>
                <a:gd name="connsiteY2579" fmla="*/ 65010 h 1849426"/>
                <a:gd name="connsiteX2580" fmla="*/ 564765 w 6386648"/>
                <a:gd name="connsiteY2580" fmla="*/ 65010 h 1849426"/>
                <a:gd name="connsiteX2581" fmla="*/ 582789 w 6386648"/>
                <a:gd name="connsiteY2581" fmla="*/ 83034 h 1849426"/>
                <a:gd name="connsiteX2582" fmla="*/ 564765 w 6386648"/>
                <a:gd name="connsiteY2582" fmla="*/ 101059 h 1849426"/>
                <a:gd name="connsiteX2583" fmla="*/ 546740 w 6386648"/>
                <a:gd name="connsiteY2583" fmla="*/ 83034 h 1849426"/>
                <a:gd name="connsiteX2584" fmla="*/ 564765 w 6386648"/>
                <a:gd name="connsiteY2584" fmla="*/ 65010 h 1849426"/>
                <a:gd name="connsiteX2585" fmla="*/ 18024 w 6386648"/>
                <a:gd name="connsiteY2585" fmla="*/ 65010 h 1849426"/>
                <a:gd name="connsiteX2586" fmla="*/ 36049 w 6386648"/>
                <a:gd name="connsiteY2586" fmla="*/ 83034 h 1849426"/>
                <a:gd name="connsiteX2587" fmla="*/ 18024 w 6386648"/>
                <a:gd name="connsiteY2587" fmla="*/ 101059 h 1849426"/>
                <a:gd name="connsiteX2588" fmla="*/ 0 w 6386648"/>
                <a:gd name="connsiteY2588" fmla="*/ 83034 h 1849426"/>
                <a:gd name="connsiteX2589" fmla="*/ 18024 w 6386648"/>
                <a:gd name="connsiteY2589" fmla="*/ 65010 h 1849426"/>
                <a:gd name="connsiteX2590" fmla="*/ 5052841 w 6386648"/>
                <a:gd name="connsiteY2590" fmla="*/ 59002 h 1849426"/>
                <a:gd name="connsiteX2591" fmla="*/ 5070866 w 6386648"/>
                <a:gd name="connsiteY2591" fmla="*/ 77026 h 1849426"/>
                <a:gd name="connsiteX2592" fmla="*/ 5052841 w 6386648"/>
                <a:gd name="connsiteY2592" fmla="*/ 95051 h 1849426"/>
                <a:gd name="connsiteX2593" fmla="*/ 5034817 w 6386648"/>
                <a:gd name="connsiteY2593" fmla="*/ 77026 h 1849426"/>
                <a:gd name="connsiteX2594" fmla="*/ 5052841 w 6386648"/>
                <a:gd name="connsiteY2594" fmla="*/ 59002 h 1849426"/>
                <a:gd name="connsiteX2595" fmla="*/ 3490726 w 6386648"/>
                <a:gd name="connsiteY2595" fmla="*/ 59002 h 1849426"/>
                <a:gd name="connsiteX2596" fmla="*/ 3508751 w 6386648"/>
                <a:gd name="connsiteY2596" fmla="*/ 77026 h 1849426"/>
                <a:gd name="connsiteX2597" fmla="*/ 3490726 w 6386648"/>
                <a:gd name="connsiteY2597" fmla="*/ 95051 h 1849426"/>
                <a:gd name="connsiteX2598" fmla="*/ 3472702 w 6386648"/>
                <a:gd name="connsiteY2598" fmla="*/ 77026 h 1849426"/>
                <a:gd name="connsiteX2599" fmla="*/ 3490726 w 6386648"/>
                <a:gd name="connsiteY2599" fmla="*/ 59002 h 1849426"/>
                <a:gd name="connsiteX2600" fmla="*/ 1447960 w 6386648"/>
                <a:gd name="connsiteY2600" fmla="*/ 59002 h 1849426"/>
                <a:gd name="connsiteX2601" fmla="*/ 1465985 w 6386648"/>
                <a:gd name="connsiteY2601" fmla="*/ 77026 h 1849426"/>
                <a:gd name="connsiteX2602" fmla="*/ 1447960 w 6386648"/>
                <a:gd name="connsiteY2602" fmla="*/ 95051 h 1849426"/>
                <a:gd name="connsiteX2603" fmla="*/ 1429936 w 6386648"/>
                <a:gd name="connsiteY2603" fmla="*/ 77026 h 1849426"/>
                <a:gd name="connsiteX2604" fmla="*/ 1447960 w 6386648"/>
                <a:gd name="connsiteY2604" fmla="*/ 59002 h 1849426"/>
                <a:gd name="connsiteX2605" fmla="*/ 2192969 w 6386648"/>
                <a:gd name="connsiteY2605" fmla="*/ 46987 h 1849426"/>
                <a:gd name="connsiteX2606" fmla="*/ 2210994 w 6386648"/>
                <a:gd name="connsiteY2606" fmla="*/ 65012 h 1849426"/>
                <a:gd name="connsiteX2607" fmla="*/ 2192969 w 6386648"/>
                <a:gd name="connsiteY2607" fmla="*/ 83036 h 1849426"/>
                <a:gd name="connsiteX2608" fmla="*/ 2174945 w 6386648"/>
                <a:gd name="connsiteY2608" fmla="*/ 65012 h 1849426"/>
                <a:gd name="connsiteX2609" fmla="*/ 2192969 w 6386648"/>
                <a:gd name="connsiteY2609" fmla="*/ 46987 h 1849426"/>
                <a:gd name="connsiteX2610" fmla="*/ 4434003 w 6386648"/>
                <a:gd name="connsiteY2610" fmla="*/ 40979 h 1849426"/>
                <a:gd name="connsiteX2611" fmla="*/ 4452028 w 6386648"/>
                <a:gd name="connsiteY2611" fmla="*/ 59003 h 1849426"/>
                <a:gd name="connsiteX2612" fmla="*/ 4434003 w 6386648"/>
                <a:gd name="connsiteY2612" fmla="*/ 77028 h 1849426"/>
                <a:gd name="connsiteX2613" fmla="*/ 4415979 w 6386648"/>
                <a:gd name="connsiteY2613" fmla="*/ 59003 h 1849426"/>
                <a:gd name="connsiteX2614" fmla="*/ 4434003 w 6386648"/>
                <a:gd name="connsiteY2614" fmla="*/ 40979 h 1849426"/>
                <a:gd name="connsiteX2615" fmla="*/ 3616897 w 6386648"/>
                <a:gd name="connsiteY2615" fmla="*/ 40979 h 1849426"/>
                <a:gd name="connsiteX2616" fmla="*/ 3634922 w 6386648"/>
                <a:gd name="connsiteY2616" fmla="*/ 59003 h 1849426"/>
                <a:gd name="connsiteX2617" fmla="*/ 3616897 w 6386648"/>
                <a:gd name="connsiteY2617" fmla="*/ 77028 h 1849426"/>
                <a:gd name="connsiteX2618" fmla="*/ 3598872 w 6386648"/>
                <a:gd name="connsiteY2618" fmla="*/ 59003 h 1849426"/>
                <a:gd name="connsiteX2619" fmla="*/ 3616897 w 6386648"/>
                <a:gd name="connsiteY2619" fmla="*/ 40979 h 1849426"/>
                <a:gd name="connsiteX2620" fmla="*/ 1826473 w 6386648"/>
                <a:gd name="connsiteY2620" fmla="*/ 40979 h 1849426"/>
                <a:gd name="connsiteX2621" fmla="*/ 1844497 w 6386648"/>
                <a:gd name="connsiteY2621" fmla="*/ 59003 h 1849426"/>
                <a:gd name="connsiteX2622" fmla="*/ 1826473 w 6386648"/>
                <a:gd name="connsiteY2622" fmla="*/ 77028 h 1849426"/>
                <a:gd name="connsiteX2623" fmla="*/ 1808448 w 6386648"/>
                <a:gd name="connsiteY2623" fmla="*/ 59003 h 1849426"/>
                <a:gd name="connsiteX2624" fmla="*/ 1826473 w 6386648"/>
                <a:gd name="connsiteY2624" fmla="*/ 40979 h 1849426"/>
                <a:gd name="connsiteX2625" fmla="*/ 5942045 w 6386648"/>
                <a:gd name="connsiteY2625" fmla="*/ 34970 h 1849426"/>
                <a:gd name="connsiteX2626" fmla="*/ 5960070 w 6386648"/>
                <a:gd name="connsiteY2626" fmla="*/ 52994 h 1849426"/>
                <a:gd name="connsiteX2627" fmla="*/ 5942045 w 6386648"/>
                <a:gd name="connsiteY2627" fmla="*/ 71019 h 1849426"/>
                <a:gd name="connsiteX2628" fmla="*/ 5924021 w 6386648"/>
                <a:gd name="connsiteY2628" fmla="*/ 52994 h 1849426"/>
                <a:gd name="connsiteX2629" fmla="*/ 5942045 w 6386648"/>
                <a:gd name="connsiteY2629" fmla="*/ 34970 h 1849426"/>
                <a:gd name="connsiteX2630" fmla="*/ 5719744 w 6386648"/>
                <a:gd name="connsiteY2630" fmla="*/ 34970 h 1849426"/>
                <a:gd name="connsiteX2631" fmla="*/ 5737769 w 6386648"/>
                <a:gd name="connsiteY2631" fmla="*/ 52994 h 1849426"/>
                <a:gd name="connsiteX2632" fmla="*/ 5719744 w 6386648"/>
                <a:gd name="connsiteY2632" fmla="*/ 71019 h 1849426"/>
                <a:gd name="connsiteX2633" fmla="*/ 5701719 w 6386648"/>
                <a:gd name="connsiteY2633" fmla="*/ 52994 h 1849426"/>
                <a:gd name="connsiteX2634" fmla="*/ 5719744 w 6386648"/>
                <a:gd name="connsiteY2634" fmla="*/ 34970 h 1849426"/>
                <a:gd name="connsiteX2635" fmla="*/ 1171586 w 6386648"/>
                <a:gd name="connsiteY2635" fmla="*/ 34970 h 1849426"/>
                <a:gd name="connsiteX2636" fmla="*/ 1189611 w 6386648"/>
                <a:gd name="connsiteY2636" fmla="*/ 52994 h 1849426"/>
                <a:gd name="connsiteX2637" fmla="*/ 1171586 w 6386648"/>
                <a:gd name="connsiteY2637" fmla="*/ 71019 h 1849426"/>
                <a:gd name="connsiteX2638" fmla="*/ 1153562 w 6386648"/>
                <a:gd name="connsiteY2638" fmla="*/ 52994 h 1849426"/>
                <a:gd name="connsiteX2639" fmla="*/ 1171586 w 6386648"/>
                <a:gd name="connsiteY2639" fmla="*/ 34970 h 1849426"/>
                <a:gd name="connsiteX2640" fmla="*/ 937268 w 6386648"/>
                <a:gd name="connsiteY2640" fmla="*/ 34970 h 1849426"/>
                <a:gd name="connsiteX2641" fmla="*/ 955293 w 6386648"/>
                <a:gd name="connsiteY2641" fmla="*/ 52994 h 1849426"/>
                <a:gd name="connsiteX2642" fmla="*/ 937268 w 6386648"/>
                <a:gd name="connsiteY2642" fmla="*/ 71019 h 1849426"/>
                <a:gd name="connsiteX2643" fmla="*/ 919244 w 6386648"/>
                <a:gd name="connsiteY2643" fmla="*/ 52994 h 1849426"/>
                <a:gd name="connsiteX2644" fmla="*/ 937268 w 6386648"/>
                <a:gd name="connsiteY2644" fmla="*/ 34970 h 1849426"/>
                <a:gd name="connsiteX2645" fmla="*/ 426577 w 6386648"/>
                <a:gd name="connsiteY2645" fmla="*/ 34970 h 1849426"/>
                <a:gd name="connsiteX2646" fmla="*/ 444602 w 6386648"/>
                <a:gd name="connsiteY2646" fmla="*/ 52994 h 1849426"/>
                <a:gd name="connsiteX2647" fmla="*/ 426577 w 6386648"/>
                <a:gd name="connsiteY2647" fmla="*/ 71019 h 1849426"/>
                <a:gd name="connsiteX2648" fmla="*/ 408553 w 6386648"/>
                <a:gd name="connsiteY2648" fmla="*/ 52994 h 1849426"/>
                <a:gd name="connsiteX2649" fmla="*/ 426577 w 6386648"/>
                <a:gd name="connsiteY2649" fmla="*/ 34970 h 1849426"/>
                <a:gd name="connsiteX2650" fmla="*/ 6146322 w 6386648"/>
                <a:gd name="connsiteY2650" fmla="*/ 28962 h 1849426"/>
                <a:gd name="connsiteX2651" fmla="*/ 6164347 w 6386648"/>
                <a:gd name="connsiteY2651" fmla="*/ 46986 h 1849426"/>
                <a:gd name="connsiteX2652" fmla="*/ 6146322 w 6386648"/>
                <a:gd name="connsiteY2652" fmla="*/ 65011 h 1849426"/>
                <a:gd name="connsiteX2653" fmla="*/ 6128298 w 6386648"/>
                <a:gd name="connsiteY2653" fmla="*/ 46986 h 1849426"/>
                <a:gd name="connsiteX2654" fmla="*/ 6146322 w 6386648"/>
                <a:gd name="connsiteY2654" fmla="*/ 28962 h 1849426"/>
                <a:gd name="connsiteX2655" fmla="*/ 4776467 w 6386648"/>
                <a:gd name="connsiteY2655" fmla="*/ 28962 h 1849426"/>
                <a:gd name="connsiteX2656" fmla="*/ 4794492 w 6386648"/>
                <a:gd name="connsiteY2656" fmla="*/ 46986 h 1849426"/>
                <a:gd name="connsiteX2657" fmla="*/ 4776467 w 6386648"/>
                <a:gd name="connsiteY2657" fmla="*/ 65011 h 1849426"/>
                <a:gd name="connsiteX2658" fmla="*/ 4758443 w 6386648"/>
                <a:gd name="connsiteY2658" fmla="*/ 46986 h 1849426"/>
                <a:gd name="connsiteX2659" fmla="*/ 4776467 w 6386648"/>
                <a:gd name="connsiteY2659" fmla="*/ 28962 h 1849426"/>
                <a:gd name="connsiteX2660" fmla="*/ 2451318 w 6386648"/>
                <a:gd name="connsiteY2660" fmla="*/ 28962 h 1849426"/>
                <a:gd name="connsiteX2661" fmla="*/ 2469343 w 6386648"/>
                <a:gd name="connsiteY2661" fmla="*/ 46986 h 1849426"/>
                <a:gd name="connsiteX2662" fmla="*/ 2451318 w 6386648"/>
                <a:gd name="connsiteY2662" fmla="*/ 65011 h 1849426"/>
                <a:gd name="connsiteX2663" fmla="*/ 2433294 w 6386648"/>
                <a:gd name="connsiteY2663" fmla="*/ 46986 h 1849426"/>
                <a:gd name="connsiteX2664" fmla="*/ 2451318 w 6386648"/>
                <a:gd name="connsiteY2664" fmla="*/ 28962 h 1849426"/>
                <a:gd name="connsiteX2665" fmla="*/ 150203 w 6386648"/>
                <a:gd name="connsiteY2665" fmla="*/ 28962 h 1849426"/>
                <a:gd name="connsiteX2666" fmla="*/ 168228 w 6386648"/>
                <a:gd name="connsiteY2666" fmla="*/ 46986 h 1849426"/>
                <a:gd name="connsiteX2667" fmla="*/ 150203 w 6386648"/>
                <a:gd name="connsiteY2667" fmla="*/ 65011 h 1849426"/>
                <a:gd name="connsiteX2668" fmla="*/ 132179 w 6386648"/>
                <a:gd name="connsiteY2668" fmla="*/ 46986 h 1849426"/>
                <a:gd name="connsiteX2669" fmla="*/ 150203 w 6386648"/>
                <a:gd name="connsiteY2669" fmla="*/ 28962 h 1849426"/>
                <a:gd name="connsiteX2670" fmla="*/ 4277792 w 6386648"/>
                <a:gd name="connsiteY2670" fmla="*/ 22954 h 1849426"/>
                <a:gd name="connsiteX2671" fmla="*/ 4295817 w 6386648"/>
                <a:gd name="connsiteY2671" fmla="*/ 40978 h 1849426"/>
                <a:gd name="connsiteX2672" fmla="*/ 4277792 w 6386648"/>
                <a:gd name="connsiteY2672" fmla="*/ 59003 h 1849426"/>
                <a:gd name="connsiteX2673" fmla="*/ 4259767 w 6386648"/>
                <a:gd name="connsiteY2673" fmla="*/ 40978 h 1849426"/>
                <a:gd name="connsiteX2674" fmla="*/ 4277792 w 6386648"/>
                <a:gd name="connsiteY2674" fmla="*/ 22954 h 1849426"/>
                <a:gd name="connsiteX2675" fmla="*/ 4145613 w 6386648"/>
                <a:gd name="connsiteY2675" fmla="*/ 22954 h 1849426"/>
                <a:gd name="connsiteX2676" fmla="*/ 4163638 w 6386648"/>
                <a:gd name="connsiteY2676" fmla="*/ 40978 h 1849426"/>
                <a:gd name="connsiteX2677" fmla="*/ 4145613 w 6386648"/>
                <a:gd name="connsiteY2677" fmla="*/ 59003 h 1849426"/>
                <a:gd name="connsiteX2678" fmla="*/ 4127589 w 6386648"/>
                <a:gd name="connsiteY2678" fmla="*/ 40978 h 1849426"/>
                <a:gd name="connsiteX2679" fmla="*/ 4145613 w 6386648"/>
                <a:gd name="connsiteY2679" fmla="*/ 22954 h 1849426"/>
                <a:gd name="connsiteX2680" fmla="*/ 817106 w 6386648"/>
                <a:gd name="connsiteY2680" fmla="*/ 22954 h 1849426"/>
                <a:gd name="connsiteX2681" fmla="*/ 829123 w 6386648"/>
                <a:gd name="connsiteY2681" fmla="*/ 34970 h 1849426"/>
                <a:gd name="connsiteX2682" fmla="*/ 817106 w 6386648"/>
                <a:gd name="connsiteY2682" fmla="*/ 46987 h 1849426"/>
                <a:gd name="connsiteX2683" fmla="*/ 805090 w 6386648"/>
                <a:gd name="connsiteY2683" fmla="*/ 34970 h 1849426"/>
                <a:gd name="connsiteX2684" fmla="*/ 817106 w 6386648"/>
                <a:gd name="connsiteY2684" fmla="*/ 22954 h 1849426"/>
                <a:gd name="connsiteX2685" fmla="*/ 5491435 w 6386648"/>
                <a:gd name="connsiteY2685" fmla="*/ 16946 h 1849426"/>
                <a:gd name="connsiteX2686" fmla="*/ 5509460 w 6386648"/>
                <a:gd name="connsiteY2686" fmla="*/ 34971 h 1849426"/>
                <a:gd name="connsiteX2687" fmla="*/ 5491435 w 6386648"/>
                <a:gd name="connsiteY2687" fmla="*/ 52995 h 1849426"/>
                <a:gd name="connsiteX2688" fmla="*/ 5473411 w 6386648"/>
                <a:gd name="connsiteY2688" fmla="*/ 34971 h 1849426"/>
                <a:gd name="connsiteX2689" fmla="*/ 5491435 w 6386648"/>
                <a:gd name="connsiteY2689" fmla="*/ 16946 h 1849426"/>
                <a:gd name="connsiteX2690" fmla="*/ 5323207 w 6386648"/>
                <a:gd name="connsiteY2690" fmla="*/ 16946 h 1849426"/>
                <a:gd name="connsiteX2691" fmla="*/ 5341232 w 6386648"/>
                <a:gd name="connsiteY2691" fmla="*/ 34971 h 1849426"/>
                <a:gd name="connsiteX2692" fmla="*/ 5323207 w 6386648"/>
                <a:gd name="connsiteY2692" fmla="*/ 52995 h 1849426"/>
                <a:gd name="connsiteX2693" fmla="*/ 5305183 w 6386648"/>
                <a:gd name="connsiteY2693" fmla="*/ 34971 h 1849426"/>
                <a:gd name="connsiteX2694" fmla="*/ 5323207 w 6386648"/>
                <a:gd name="connsiteY2694" fmla="*/ 16946 h 1849426"/>
                <a:gd name="connsiteX2695" fmla="*/ 4632272 w 6386648"/>
                <a:gd name="connsiteY2695" fmla="*/ 16946 h 1849426"/>
                <a:gd name="connsiteX2696" fmla="*/ 4650297 w 6386648"/>
                <a:gd name="connsiteY2696" fmla="*/ 34971 h 1849426"/>
                <a:gd name="connsiteX2697" fmla="*/ 4632272 w 6386648"/>
                <a:gd name="connsiteY2697" fmla="*/ 52995 h 1849426"/>
                <a:gd name="connsiteX2698" fmla="*/ 4614248 w 6386648"/>
                <a:gd name="connsiteY2698" fmla="*/ 34971 h 1849426"/>
                <a:gd name="connsiteX2699" fmla="*/ 4632272 w 6386648"/>
                <a:gd name="connsiteY2699" fmla="*/ 16946 h 1849426"/>
                <a:gd name="connsiteX2700" fmla="*/ 3226368 w 6386648"/>
                <a:gd name="connsiteY2700" fmla="*/ 16946 h 1849426"/>
                <a:gd name="connsiteX2701" fmla="*/ 3244393 w 6386648"/>
                <a:gd name="connsiteY2701" fmla="*/ 34971 h 1849426"/>
                <a:gd name="connsiteX2702" fmla="*/ 3226368 w 6386648"/>
                <a:gd name="connsiteY2702" fmla="*/ 52995 h 1849426"/>
                <a:gd name="connsiteX2703" fmla="*/ 3208343 w 6386648"/>
                <a:gd name="connsiteY2703" fmla="*/ 34971 h 1849426"/>
                <a:gd name="connsiteX2704" fmla="*/ 3226368 w 6386648"/>
                <a:gd name="connsiteY2704" fmla="*/ 16946 h 1849426"/>
                <a:gd name="connsiteX2705" fmla="*/ 3983393 w 6386648"/>
                <a:gd name="connsiteY2705" fmla="*/ 10938 h 1849426"/>
                <a:gd name="connsiteX2706" fmla="*/ 4001418 w 6386648"/>
                <a:gd name="connsiteY2706" fmla="*/ 28962 h 1849426"/>
                <a:gd name="connsiteX2707" fmla="*/ 3983393 w 6386648"/>
                <a:gd name="connsiteY2707" fmla="*/ 46987 h 1849426"/>
                <a:gd name="connsiteX2708" fmla="*/ 3965369 w 6386648"/>
                <a:gd name="connsiteY2708" fmla="*/ 28962 h 1849426"/>
                <a:gd name="connsiteX2709" fmla="*/ 3983393 w 6386648"/>
                <a:gd name="connsiteY2709" fmla="*/ 10938 h 1849426"/>
                <a:gd name="connsiteX2710" fmla="*/ 1039407 w 6386648"/>
                <a:gd name="connsiteY2710" fmla="*/ 10938 h 1849426"/>
                <a:gd name="connsiteX2711" fmla="*/ 1057432 w 6386648"/>
                <a:gd name="connsiteY2711" fmla="*/ 28962 h 1849426"/>
                <a:gd name="connsiteX2712" fmla="*/ 1039407 w 6386648"/>
                <a:gd name="connsiteY2712" fmla="*/ 46987 h 1849426"/>
                <a:gd name="connsiteX2713" fmla="*/ 1021383 w 6386648"/>
                <a:gd name="connsiteY2713" fmla="*/ 28962 h 1849426"/>
                <a:gd name="connsiteX2714" fmla="*/ 1039407 w 6386648"/>
                <a:gd name="connsiteY2714" fmla="*/ 10938 h 1849426"/>
                <a:gd name="connsiteX2715" fmla="*/ 312422 w 6386648"/>
                <a:gd name="connsiteY2715" fmla="*/ 10938 h 1849426"/>
                <a:gd name="connsiteX2716" fmla="*/ 330447 w 6386648"/>
                <a:gd name="connsiteY2716" fmla="*/ 28962 h 1849426"/>
                <a:gd name="connsiteX2717" fmla="*/ 312422 w 6386648"/>
                <a:gd name="connsiteY2717" fmla="*/ 46987 h 1849426"/>
                <a:gd name="connsiteX2718" fmla="*/ 294398 w 6386648"/>
                <a:gd name="connsiteY2718" fmla="*/ 28962 h 1849426"/>
                <a:gd name="connsiteX2719" fmla="*/ 312422 w 6386648"/>
                <a:gd name="connsiteY2719" fmla="*/ 10938 h 1849426"/>
                <a:gd name="connsiteX2720" fmla="*/ 3839198 w 6386648"/>
                <a:gd name="connsiteY2720" fmla="*/ 4930 h 1849426"/>
                <a:gd name="connsiteX2721" fmla="*/ 3857223 w 6386648"/>
                <a:gd name="connsiteY2721" fmla="*/ 22954 h 1849426"/>
                <a:gd name="connsiteX2722" fmla="*/ 3839198 w 6386648"/>
                <a:gd name="connsiteY2722" fmla="*/ 40979 h 1849426"/>
                <a:gd name="connsiteX2723" fmla="*/ 3821174 w 6386648"/>
                <a:gd name="connsiteY2723" fmla="*/ 22954 h 1849426"/>
                <a:gd name="connsiteX2724" fmla="*/ 3839198 w 6386648"/>
                <a:gd name="connsiteY2724" fmla="*/ 4930 h 1849426"/>
                <a:gd name="connsiteX2725" fmla="*/ 3388588 w 6386648"/>
                <a:gd name="connsiteY2725" fmla="*/ 4930 h 1849426"/>
                <a:gd name="connsiteX2726" fmla="*/ 3406613 w 6386648"/>
                <a:gd name="connsiteY2726" fmla="*/ 22954 h 1849426"/>
                <a:gd name="connsiteX2727" fmla="*/ 3388588 w 6386648"/>
                <a:gd name="connsiteY2727" fmla="*/ 40979 h 1849426"/>
                <a:gd name="connsiteX2728" fmla="*/ 3370564 w 6386648"/>
                <a:gd name="connsiteY2728" fmla="*/ 22954 h 1849426"/>
                <a:gd name="connsiteX2729" fmla="*/ 3388588 w 6386648"/>
                <a:gd name="connsiteY2729" fmla="*/ 4930 h 1849426"/>
                <a:gd name="connsiteX2730" fmla="*/ 5171526 w 6386648"/>
                <a:gd name="connsiteY2730" fmla="*/ 0 h 1849426"/>
                <a:gd name="connsiteX2731" fmla="*/ 5198514 w 6386648"/>
                <a:gd name="connsiteY2731" fmla="*/ 0 h 1849426"/>
                <a:gd name="connsiteX2732" fmla="*/ 5203045 w 6386648"/>
                <a:gd name="connsiteY2732" fmla="*/ 10937 h 1849426"/>
                <a:gd name="connsiteX2733" fmla="*/ 5185020 w 6386648"/>
                <a:gd name="connsiteY2733" fmla="*/ 28962 h 1849426"/>
                <a:gd name="connsiteX2734" fmla="*/ 5166996 w 6386648"/>
                <a:gd name="connsiteY2734" fmla="*/ 10937 h 1849426"/>
                <a:gd name="connsiteX2735" fmla="*/ 4908761 w 6386648"/>
                <a:gd name="connsiteY2735" fmla="*/ 0 h 1849426"/>
                <a:gd name="connsiteX2736" fmla="*/ 4932564 w 6386648"/>
                <a:gd name="connsiteY2736" fmla="*/ 0 h 1849426"/>
                <a:gd name="connsiteX2737" fmla="*/ 4920662 w 6386648"/>
                <a:gd name="connsiteY2737" fmla="*/ 4930 h 1849426"/>
                <a:gd name="connsiteX2738" fmla="*/ 3701458 w 6386648"/>
                <a:gd name="connsiteY2738" fmla="*/ 0 h 1849426"/>
                <a:gd name="connsiteX2739" fmla="*/ 3736613 w 6386648"/>
                <a:gd name="connsiteY2739" fmla="*/ 0 h 1849426"/>
                <a:gd name="connsiteX2740" fmla="*/ 3731781 w 6386648"/>
                <a:gd name="connsiteY2740" fmla="*/ 11667 h 1849426"/>
                <a:gd name="connsiteX2741" fmla="*/ 3719035 w 6386648"/>
                <a:gd name="connsiteY2741" fmla="*/ 16946 h 1849426"/>
                <a:gd name="connsiteX2742" fmla="*/ 3706290 w 6386648"/>
                <a:gd name="connsiteY2742" fmla="*/ 11667 h 1849426"/>
                <a:gd name="connsiteX2743" fmla="*/ 3058255 w 6386648"/>
                <a:gd name="connsiteY2743" fmla="*/ 0 h 1849426"/>
                <a:gd name="connsiteX2744" fmla="*/ 3082058 w 6386648"/>
                <a:gd name="connsiteY2744" fmla="*/ 0 h 1849426"/>
                <a:gd name="connsiteX2745" fmla="*/ 3070156 w 6386648"/>
                <a:gd name="connsiteY2745" fmla="*/ 4930 h 1849426"/>
                <a:gd name="connsiteX2746" fmla="*/ 2908383 w 6386648"/>
                <a:gd name="connsiteY2746" fmla="*/ 0 h 1849426"/>
                <a:gd name="connsiteX2747" fmla="*/ 2943539 w 6386648"/>
                <a:gd name="connsiteY2747" fmla="*/ 0 h 1849426"/>
                <a:gd name="connsiteX2748" fmla="*/ 2938707 w 6386648"/>
                <a:gd name="connsiteY2748" fmla="*/ 11667 h 1849426"/>
                <a:gd name="connsiteX2749" fmla="*/ 2925961 w 6386648"/>
                <a:gd name="connsiteY2749" fmla="*/ 16946 h 1849426"/>
                <a:gd name="connsiteX2750" fmla="*/ 2913216 w 6386648"/>
                <a:gd name="connsiteY2750" fmla="*/ 11667 h 1849426"/>
                <a:gd name="connsiteX2751" fmla="*/ 2794230 w 6386648"/>
                <a:gd name="connsiteY2751" fmla="*/ 0 h 1849426"/>
                <a:gd name="connsiteX2752" fmla="*/ 2829385 w 6386648"/>
                <a:gd name="connsiteY2752" fmla="*/ 0 h 1849426"/>
                <a:gd name="connsiteX2753" fmla="*/ 2824553 w 6386648"/>
                <a:gd name="connsiteY2753" fmla="*/ 11667 h 1849426"/>
                <a:gd name="connsiteX2754" fmla="*/ 2811807 w 6386648"/>
                <a:gd name="connsiteY2754" fmla="*/ 16946 h 1849426"/>
                <a:gd name="connsiteX2755" fmla="*/ 2799062 w 6386648"/>
                <a:gd name="connsiteY2755" fmla="*/ 11667 h 1849426"/>
                <a:gd name="connsiteX2756" fmla="*/ 2675662 w 6386648"/>
                <a:gd name="connsiteY2756" fmla="*/ 0 h 1849426"/>
                <a:gd name="connsiteX2757" fmla="*/ 2707627 w 6386648"/>
                <a:gd name="connsiteY2757" fmla="*/ 0 h 1849426"/>
                <a:gd name="connsiteX2758" fmla="*/ 2709669 w 6386648"/>
                <a:gd name="connsiteY2758" fmla="*/ 4930 h 1849426"/>
                <a:gd name="connsiteX2759" fmla="*/ 2691644 w 6386648"/>
                <a:gd name="connsiteY2759" fmla="*/ 22954 h 1849426"/>
                <a:gd name="connsiteX2760" fmla="*/ 2673620 w 6386648"/>
                <a:gd name="connsiteY2760" fmla="*/ 4930 h 1849426"/>
                <a:gd name="connsiteX2761" fmla="*/ 2543483 w 6386648"/>
                <a:gd name="connsiteY2761" fmla="*/ 0 h 1849426"/>
                <a:gd name="connsiteX2762" fmla="*/ 2575448 w 6386648"/>
                <a:gd name="connsiteY2762" fmla="*/ 0 h 1849426"/>
                <a:gd name="connsiteX2763" fmla="*/ 2577490 w 6386648"/>
                <a:gd name="connsiteY2763" fmla="*/ 4930 h 1849426"/>
                <a:gd name="connsiteX2764" fmla="*/ 2559465 w 6386648"/>
                <a:gd name="connsiteY2764" fmla="*/ 22954 h 1849426"/>
                <a:gd name="connsiteX2765" fmla="*/ 2541441 w 6386648"/>
                <a:gd name="connsiteY2765" fmla="*/ 4930 h 1849426"/>
                <a:gd name="connsiteX2766" fmla="*/ 2047297 w 6386648"/>
                <a:gd name="connsiteY2766" fmla="*/ 0 h 1849426"/>
                <a:gd name="connsiteX2767" fmla="*/ 2074285 w 6386648"/>
                <a:gd name="connsiteY2767" fmla="*/ 0 h 1849426"/>
                <a:gd name="connsiteX2768" fmla="*/ 2078815 w 6386648"/>
                <a:gd name="connsiteY2768" fmla="*/ 10937 h 1849426"/>
                <a:gd name="connsiteX2769" fmla="*/ 2060790 w 6386648"/>
                <a:gd name="connsiteY2769" fmla="*/ 28962 h 1849426"/>
                <a:gd name="connsiteX2770" fmla="*/ 2042766 w 6386648"/>
                <a:gd name="connsiteY2770" fmla="*/ 10937 h 1849426"/>
                <a:gd name="connsiteX2771" fmla="*/ 1932017 w 6386648"/>
                <a:gd name="connsiteY2771" fmla="*/ 0 h 1849426"/>
                <a:gd name="connsiteX2772" fmla="*/ 1937222 w 6386648"/>
                <a:gd name="connsiteY2772" fmla="*/ 0 h 1849426"/>
                <a:gd name="connsiteX2773" fmla="*/ 1947365 w 6386648"/>
                <a:gd name="connsiteY2773" fmla="*/ 4201 h 1849426"/>
                <a:gd name="connsiteX2774" fmla="*/ 1952644 w 6386648"/>
                <a:gd name="connsiteY2774" fmla="*/ 16946 h 1849426"/>
                <a:gd name="connsiteX2775" fmla="*/ 1934619 w 6386648"/>
                <a:gd name="connsiteY2775" fmla="*/ 34971 h 1849426"/>
                <a:gd name="connsiteX2776" fmla="*/ 1916595 w 6386648"/>
                <a:gd name="connsiteY2776" fmla="*/ 16946 h 1849426"/>
                <a:gd name="connsiteX2777" fmla="*/ 1921875 w 6386648"/>
                <a:gd name="connsiteY2777" fmla="*/ 4201 h 1849426"/>
                <a:gd name="connsiteX2778" fmla="*/ 1694741 w 6386648"/>
                <a:gd name="connsiteY2778" fmla="*/ 0 h 1849426"/>
                <a:gd name="connsiteX2779" fmla="*/ 1729896 w 6386648"/>
                <a:gd name="connsiteY2779" fmla="*/ 0 h 1849426"/>
                <a:gd name="connsiteX2780" fmla="*/ 1725064 w 6386648"/>
                <a:gd name="connsiteY2780" fmla="*/ 11667 h 1849426"/>
                <a:gd name="connsiteX2781" fmla="*/ 1712318 w 6386648"/>
                <a:gd name="connsiteY2781" fmla="*/ 16946 h 1849426"/>
                <a:gd name="connsiteX2782" fmla="*/ 1699574 w 6386648"/>
                <a:gd name="connsiteY2782" fmla="*/ 11667 h 1849426"/>
                <a:gd name="connsiteX2783" fmla="*/ 1586594 w 6386648"/>
                <a:gd name="connsiteY2783" fmla="*/ 0 h 1849426"/>
                <a:gd name="connsiteX2784" fmla="*/ 1621749 w 6386648"/>
                <a:gd name="connsiteY2784" fmla="*/ 0 h 1849426"/>
                <a:gd name="connsiteX2785" fmla="*/ 1616917 w 6386648"/>
                <a:gd name="connsiteY2785" fmla="*/ 11667 h 1849426"/>
                <a:gd name="connsiteX2786" fmla="*/ 1604171 w 6386648"/>
                <a:gd name="connsiteY2786" fmla="*/ 16946 h 1849426"/>
                <a:gd name="connsiteX2787" fmla="*/ 1591427 w 6386648"/>
                <a:gd name="connsiteY2787" fmla="*/ 11667 h 1849426"/>
                <a:gd name="connsiteX2788" fmla="*/ 1328245 w 6386648"/>
                <a:gd name="connsiteY2788" fmla="*/ 0 h 1849426"/>
                <a:gd name="connsiteX2789" fmla="*/ 1363400 w 6386648"/>
                <a:gd name="connsiteY2789" fmla="*/ 0 h 1849426"/>
                <a:gd name="connsiteX2790" fmla="*/ 1358568 w 6386648"/>
                <a:gd name="connsiteY2790" fmla="*/ 11667 h 1849426"/>
                <a:gd name="connsiteX2791" fmla="*/ 1345823 w 6386648"/>
                <a:gd name="connsiteY2791" fmla="*/ 16946 h 1849426"/>
                <a:gd name="connsiteX2792" fmla="*/ 1333078 w 6386648"/>
                <a:gd name="connsiteY2792" fmla="*/ 11667 h 1849426"/>
                <a:gd name="connsiteX2793" fmla="*/ 636977 w 6386648"/>
                <a:gd name="connsiteY2793" fmla="*/ 0 h 1849426"/>
                <a:gd name="connsiteX2794" fmla="*/ 660780 w 6386648"/>
                <a:gd name="connsiteY2794" fmla="*/ 0 h 1849426"/>
                <a:gd name="connsiteX2795" fmla="*/ 648878 w 6386648"/>
                <a:gd name="connsiteY2795" fmla="*/ 4930 h 184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Lst>
              <a:rect l="l" t="t" r="r" b="b"/>
              <a:pathLst>
                <a:path w="6386648" h="1849426">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dirty="0"/>
            </a:p>
          </p:txBody>
        </p:sp>
        <p:sp>
          <p:nvSpPr>
            <p:cNvPr id="18" name="Freeform: Shape 17">
              <a:extLst>
                <a:ext uri="{FF2B5EF4-FFF2-40B4-BE49-F238E27FC236}">
                  <a16:creationId xmlns:a16="http://schemas.microsoft.com/office/drawing/2014/main" id="{B945341C-C27D-486C-ABA0-ACD348FD315C}"/>
                </a:ext>
              </a:extLst>
            </p:cNvPr>
            <p:cNvSpPr/>
            <p:nvPr/>
          </p:nvSpPr>
          <p:spPr>
            <a:xfrm>
              <a:off x="0" y="2390523"/>
              <a:ext cx="611491" cy="1421482"/>
            </a:xfrm>
            <a:custGeom>
              <a:avLst/>
              <a:gdLst>
                <a:gd name="connsiteX0" fmla="*/ 0 w 611491"/>
                <a:gd name="connsiteY0" fmla="*/ 0 h 1429512"/>
                <a:gd name="connsiteX1" fmla="*/ 62526 w 611491"/>
                <a:gd name="connsiteY1" fmla="*/ 22473 h 1429512"/>
                <a:gd name="connsiteX2" fmla="*/ 241043 w 611491"/>
                <a:gd name="connsiteY2" fmla="*/ 176817 h 1429512"/>
                <a:gd name="connsiteX3" fmla="*/ 497720 w 611491"/>
                <a:gd name="connsiteY3" fmla="*/ 299929 h 1429512"/>
                <a:gd name="connsiteX4" fmla="*/ 610380 w 611491"/>
                <a:gd name="connsiteY4" fmla="*/ 577513 h 1429512"/>
                <a:gd name="connsiteX5" fmla="*/ 458232 w 611491"/>
                <a:gd name="connsiteY5" fmla="*/ 845805 h 1429512"/>
                <a:gd name="connsiteX6" fmla="*/ 455909 w 611491"/>
                <a:gd name="connsiteY6" fmla="*/ 848128 h 1429512"/>
                <a:gd name="connsiteX7" fmla="*/ 407128 w 611491"/>
                <a:gd name="connsiteY7" fmla="*/ 956142 h 1429512"/>
                <a:gd name="connsiteX8" fmla="*/ 396675 w 611491"/>
                <a:gd name="connsiteY8" fmla="*/ 993308 h 1429512"/>
                <a:gd name="connsiteX9" fmla="*/ 230590 w 611491"/>
                <a:gd name="connsiteY9" fmla="*/ 1283668 h 1429512"/>
                <a:gd name="connsiteX10" fmla="*/ 7730 w 611491"/>
                <a:gd name="connsiteY10" fmla="*/ 1427579 h 1429512"/>
                <a:gd name="connsiteX11" fmla="*/ 0 w 611491"/>
                <a:gd name="connsiteY11" fmla="*/ 1429512 h 142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1491" h="1429512">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dirty="0"/>
            </a:p>
          </p:txBody>
        </p:sp>
        <p:sp>
          <p:nvSpPr>
            <p:cNvPr id="19" name="Freeform: Shape 18">
              <a:extLst>
                <a:ext uri="{FF2B5EF4-FFF2-40B4-BE49-F238E27FC236}">
                  <a16:creationId xmlns:a16="http://schemas.microsoft.com/office/drawing/2014/main" id="{5E603748-A119-4A6E-9589-5FE9A968EBDE}"/>
                </a:ext>
              </a:extLst>
            </p:cNvPr>
            <p:cNvSpPr/>
            <p:nvPr/>
          </p:nvSpPr>
          <p:spPr>
            <a:xfrm>
              <a:off x="3792772" y="0"/>
              <a:ext cx="2423863" cy="1343767"/>
            </a:xfrm>
            <a:custGeom>
              <a:avLst/>
              <a:gdLst>
                <a:gd name="connsiteX0" fmla="*/ 37089 w 3015964"/>
                <a:gd name="connsiteY0" fmla="*/ 0 h 1681468"/>
                <a:gd name="connsiteX1" fmla="*/ 3014022 w 3015964"/>
                <a:gd name="connsiteY1" fmla="*/ 0 h 1681468"/>
                <a:gd name="connsiteX2" fmla="*/ 3015964 w 3015964"/>
                <a:gd name="connsiteY2" fmla="*/ 52718 h 1681468"/>
                <a:gd name="connsiteX3" fmla="*/ 2982682 w 3015964"/>
                <a:gd name="connsiteY3" fmla="*/ 249186 h 1681468"/>
                <a:gd name="connsiteX4" fmla="*/ 1789950 w 3015964"/>
                <a:gd name="connsiteY4" fmla="*/ 1181800 h 1681468"/>
                <a:gd name="connsiteX5" fmla="*/ 1536391 w 3015964"/>
                <a:gd name="connsiteY5" fmla="*/ 1275909 h 1681468"/>
                <a:gd name="connsiteX6" fmla="*/ 1257206 w 3015964"/>
                <a:gd name="connsiteY6" fmla="*/ 1431287 h 1681468"/>
                <a:gd name="connsiteX7" fmla="*/ 990871 w 3015964"/>
                <a:gd name="connsiteY7" fmla="*/ 1669291 h 1681468"/>
                <a:gd name="connsiteX8" fmla="*/ 584900 w 3015964"/>
                <a:gd name="connsiteY8" fmla="*/ 1589975 h 1681468"/>
                <a:gd name="connsiteX9" fmla="*/ 32440 w 3015964"/>
                <a:gd name="connsiteY9" fmla="*/ 985257 h 1681468"/>
                <a:gd name="connsiteX10" fmla="*/ 98094 w 3015964"/>
                <a:gd name="connsiteY10" fmla="*/ 314136 h 1681468"/>
                <a:gd name="connsiteX11" fmla="*/ 37491 w 3015964"/>
                <a:gd name="connsiteY11" fmla="*/ 8555 h 168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15964" h="1681468">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dirty="0"/>
            </a:p>
          </p:txBody>
        </p:sp>
        <p:sp>
          <p:nvSpPr>
            <p:cNvPr id="21" name="Freeform: Shape 20">
              <a:extLst>
                <a:ext uri="{FF2B5EF4-FFF2-40B4-BE49-F238E27FC236}">
                  <a16:creationId xmlns:a16="http://schemas.microsoft.com/office/drawing/2014/main" id="{8DADBC72-AB57-4AE2-B01A-E19856D4C723}"/>
                </a:ext>
              </a:extLst>
            </p:cNvPr>
            <p:cNvSpPr/>
            <p:nvPr/>
          </p:nvSpPr>
          <p:spPr>
            <a:xfrm>
              <a:off x="10946850" y="0"/>
              <a:ext cx="1242102" cy="2620884"/>
            </a:xfrm>
            <a:custGeom>
              <a:avLst/>
              <a:gdLst>
                <a:gd name="connsiteX0" fmla="*/ 48089 w 1242102"/>
                <a:gd name="connsiteY0" fmla="*/ 0 h 2635689"/>
                <a:gd name="connsiteX1" fmla="*/ 1242102 w 1242102"/>
                <a:gd name="connsiteY1" fmla="*/ 0 h 2635689"/>
                <a:gd name="connsiteX2" fmla="*/ 1242102 w 1242102"/>
                <a:gd name="connsiteY2" fmla="*/ 2546285 h 2635689"/>
                <a:gd name="connsiteX3" fmla="*/ 1169982 w 1242102"/>
                <a:gd name="connsiteY3" fmla="*/ 2578052 h 2635689"/>
                <a:gd name="connsiteX4" fmla="*/ 289259 w 1242102"/>
                <a:gd name="connsiteY4" fmla="*/ 2399682 h 2635689"/>
                <a:gd name="connsiteX5" fmla="*/ 77957 w 1242102"/>
                <a:gd name="connsiteY5" fmla="*/ 900439 h 2635689"/>
                <a:gd name="connsiteX6" fmla="*/ 123236 w 1242102"/>
                <a:gd name="connsiteY6" fmla="*/ 633796 h 2635689"/>
                <a:gd name="connsiteX7" fmla="*/ 128267 w 1242102"/>
                <a:gd name="connsiteY7" fmla="*/ 314326 h 2635689"/>
                <a:gd name="connsiteX8" fmla="*/ 44729 w 1242102"/>
                <a:gd name="connsiteY8" fmla="*/ 16426 h 2635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2102" h="2635689">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dirty="0"/>
            </a:p>
          </p:txBody>
        </p:sp>
        <p:sp>
          <p:nvSpPr>
            <p:cNvPr id="23" name="Freeform: Shape 22">
              <a:extLst>
                <a:ext uri="{FF2B5EF4-FFF2-40B4-BE49-F238E27FC236}">
                  <a16:creationId xmlns:a16="http://schemas.microsoft.com/office/drawing/2014/main" id="{05387CC0-B41D-44B4-A67A-D2699CC91E81}"/>
                </a:ext>
              </a:extLst>
            </p:cNvPr>
            <p:cNvSpPr/>
            <p:nvPr/>
          </p:nvSpPr>
          <p:spPr>
            <a:xfrm>
              <a:off x="0" y="0"/>
              <a:ext cx="1577788" cy="980141"/>
            </a:xfrm>
            <a:custGeom>
              <a:avLst/>
              <a:gdLst>
                <a:gd name="connsiteX0" fmla="*/ 117137 w 1471018"/>
                <a:gd name="connsiteY0" fmla="*/ 759920 h 795676"/>
                <a:gd name="connsiteX1" fmla="*/ 130429 w 1471018"/>
                <a:gd name="connsiteY1" fmla="*/ 768654 h 795676"/>
                <a:gd name="connsiteX2" fmla="*/ 124353 w 1471018"/>
                <a:gd name="connsiteY2" fmla="*/ 792959 h 795676"/>
                <a:gd name="connsiteX3" fmla="*/ 100048 w 1471018"/>
                <a:gd name="connsiteY3" fmla="*/ 786883 h 795676"/>
                <a:gd name="connsiteX4" fmla="*/ 106124 w 1471018"/>
                <a:gd name="connsiteY4" fmla="*/ 762578 h 795676"/>
                <a:gd name="connsiteX5" fmla="*/ 117137 w 1471018"/>
                <a:gd name="connsiteY5" fmla="*/ 759920 h 795676"/>
                <a:gd name="connsiteX6" fmla="*/ 220419 w 1471018"/>
                <a:gd name="connsiteY6" fmla="*/ 753844 h 795676"/>
                <a:gd name="connsiteX7" fmla="*/ 233710 w 1471018"/>
                <a:gd name="connsiteY7" fmla="*/ 762578 h 795676"/>
                <a:gd name="connsiteX8" fmla="*/ 227634 w 1471018"/>
                <a:gd name="connsiteY8" fmla="*/ 786883 h 795676"/>
                <a:gd name="connsiteX9" fmla="*/ 203329 w 1471018"/>
                <a:gd name="connsiteY9" fmla="*/ 780807 h 795676"/>
                <a:gd name="connsiteX10" fmla="*/ 209405 w 1471018"/>
                <a:gd name="connsiteY10" fmla="*/ 756502 h 795676"/>
                <a:gd name="connsiteX11" fmla="*/ 220419 w 1471018"/>
                <a:gd name="connsiteY11" fmla="*/ 753844 h 795676"/>
                <a:gd name="connsiteX12" fmla="*/ 25999 w 1471018"/>
                <a:gd name="connsiteY12" fmla="*/ 741691 h 795676"/>
                <a:gd name="connsiteX13" fmla="*/ 39290 w 1471018"/>
                <a:gd name="connsiteY13" fmla="*/ 750425 h 795676"/>
                <a:gd name="connsiteX14" fmla="*/ 33214 w 1471018"/>
                <a:gd name="connsiteY14" fmla="*/ 774730 h 795676"/>
                <a:gd name="connsiteX15" fmla="*/ 8909 w 1471018"/>
                <a:gd name="connsiteY15" fmla="*/ 768654 h 795676"/>
                <a:gd name="connsiteX16" fmla="*/ 14985 w 1471018"/>
                <a:gd name="connsiteY16" fmla="*/ 744349 h 795676"/>
                <a:gd name="connsiteX17" fmla="*/ 25999 w 1471018"/>
                <a:gd name="connsiteY17" fmla="*/ 741691 h 795676"/>
                <a:gd name="connsiteX18" fmla="*/ 329796 w 1471018"/>
                <a:gd name="connsiteY18" fmla="*/ 735615 h 795676"/>
                <a:gd name="connsiteX19" fmla="*/ 343088 w 1471018"/>
                <a:gd name="connsiteY19" fmla="*/ 744349 h 795676"/>
                <a:gd name="connsiteX20" fmla="*/ 337012 w 1471018"/>
                <a:gd name="connsiteY20" fmla="*/ 768654 h 795676"/>
                <a:gd name="connsiteX21" fmla="*/ 312707 w 1471018"/>
                <a:gd name="connsiteY21" fmla="*/ 762578 h 795676"/>
                <a:gd name="connsiteX22" fmla="*/ 318783 w 1471018"/>
                <a:gd name="connsiteY22" fmla="*/ 738273 h 795676"/>
                <a:gd name="connsiteX23" fmla="*/ 329796 w 1471018"/>
                <a:gd name="connsiteY23" fmla="*/ 735615 h 795676"/>
                <a:gd name="connsiteX24" fmla="*/ 442198 w 1471018"/>
                <a:gd name="connsiteY24" fmla="*/ 702197 h 795676"/>
                <a:gd name="connsiteX25" fmla="*/ 455488 w 1471018"/>
                <a:gd name="connsiteY25" fmla="*/ 710931 h 795676"/>
                <a:gd name="connsiteX26" fmla="*/ 449413 w 1471018"/>
                <a:gd name="connsiteY26" fmla="*/ 735236 h 795676"/>
                <a:gd name="connsiteX27" fmla="*/ 425110 w 1471018"/>
                <a:gd name="connsiteY27" fmla="*/ 729160 h 795676"/>
                <a:gd name="connsiteX28" fmla="*/ 431186 w 1471018"/>
                <a:gd name="connsiteY28" fmla="*/ 704855 h 795676"/>
                <a:gd name="connsiteX29" fmla="*/ 442198 w 1471018"/>
                <a:gd name="connsiteY29" fmla="*/ 702197 h 795676"/>
                <a:gd name="connsiteX30" fmla="*/ 542453 w 1471018"/>
                <a:gd name="connsiteY30" fmla="*/ 668778 h 795676"/>
                <a:gd name="connsiteX31" fmla="*/ 555745 w 1471018"/>
                <a:gd name="connsiteY31" fmla="*/ 677512 h 795676"/>
                <a:gd name="connsiteX32" fmla="*/ 549669 w 1471018"/>
                <a:gd name="connsiteY32" fmla="*/ 701817 h 795676"/>
                <a:gd name="connsiteX33" fmla="*/ 525364 w 1471018"/>
                <a:gd name="connsiteY33" fmla="*/ 695741 h 795676"/>
                <a:gd name="connsiteX34" fmla="*/ 531440 w 1471018"/>
                <a:gd name="connsiteY34" fmla="*/ 671436 h 795676"/>
                <a:gd name="connsiteX35" fmla="*/ 542453 w 1471018"/>
                <a:gd name="connsiteY35" fmla="*/ 668778 h 795676"/>
                <a:gd name="connsiteX36" fmla="*/ 132328 w 1471018"/>
                <a:gd name="connsiteY36" fmla="*/ 650549 h 795676"/>
                <a:gd name="connsiteX37" fmla="*/ 145620 w 1471018"/>
                <a:gd name="connsiteY37" fmla="*/ 659283 h 795676"/>
                <a:gd name="connsiteX38" fmla="*/ 139544 w 1471018"/>
                <a:gd name="connsiteY38" fmla="*/ 683588 h 795676"/>
                <a:gd name="connsiteX39" fmla="*/ 115239 w 1471018"/>
                <a:gd name="connsiteY39" fmla="*/ 677512 h 795676"/>
                <a:gd name="connsiteX40" fmla="*/ 121315 w 1471018"/>
                <a:gd name="connsiteY40" fmla="*/ 653207 h 795676"/>
                <a:gd name="connsiteX41" fmla="*/ 132328 w 1471018"/>
                <a:gd name="connsiteY41" fmla="*/ 650549 h 795676"/>
                <a:gd name="connsiteX42" fmla="*/ 642709 w 1471018"/>
                <a:gd name="connsiteY42" fmla="*/ 641435 h 795676"/>
                <a:gd name="connsiteX43" fmla="*/ 656001 w 1471018"/>
                <a:gd name="connsiteY43" fmla="*/ 650169 h 795676"/>
                <a:gd name="connsiteX44" fmla="*/ 649925 w 1471018"/>
                <a:gd name="connsiteY44" fmla="*/ 674474 h 795676"/>
                <a:gd name="connsiteX45" fmla="*/ 625620 w 1471018"/>
                <a:gd name="connsiteY45" fmla="*/ 668398 h 795676"/>
                <a:gd name="connsiteX46" fmla="*/ 631696 w 1471018"/>
                <a:gd name="connsiteY46" fmla="*/ 644093 h 795676"/>
                <a:gd name="connsiteX47" fmla="*/ 642709 w 1471018"/>
                <a:gd name="connsiteY47" fmla="*/ 641435 h 795676"/>
                <a:gd name="connsiteX48" fmla="*/ 235618 w 1471018"/>
                <a:gd name="connsiteY48" fmla="*/ 641435 h 795676"/>
                <a:gd name="connsiteX49" fmla="*/ 248910 w 1471018"/>
                <a:gd name="connsiteY49" fmla="*/ 650169 h 795676"/>
                <a:gd name="connsiteX50" fmla="*/ 242833 w 1471018"/>
                <a:gd name="connsiteY50" fmla="*/ 674474 h 795676"/>
                <a:gd name="connsiteX51" fmla="*/ 218529 w 1471018"/>
                <a:gd name="connsiteY51" fmla="*/ 668398 h 795676"/>
                <a:gd name="connsiteX52" fmla="*/ 224605 w 1471018"/>
                <a:gd name="connsiteY52" fmla="*/ 644093 h 795676"/>
                <a:gd name="connsiteX53" fmla="*/ 235618 w 1471018"/>
                <a:gd name="connsiteY53" fmla="*/ 641435 h 795676"/>
                <a:gd name="connsiteX54" fmla="*/ 338904 w 1471018"/>
                <a:gd name="connsiteY54" fmla="*/ 629283 h 795676"/>
                <a:gd name="connsiteX55" fmla="*/ 352196 w 1471018"/>
                <a:gd name="connsiteY55" fmla="*/ 638017 h 795676"/>
                <a:gd name="connsiteX56" fmla="*/ 346120 w 1471018"/>
                <a:gd name="connsiteY56" fmla="*/ 662322 h 795676"/>
                <a:gd name="connsiteX57" fmla="*/ 321815 w 1471018"/>
                <a:gd name="connsiteY57" fmla="*/ 656246 h 795676"/>
                <a:gd name="connsiteX58" fmla="*/ 327891 w 1471018"/>
                <a:gd name="connsiteY58" fmla="*/ 631941 h 795676"/>
                <a:gd name="connsiteX59" fmla="*/ 338904 w 1471018"/>
                <a:gd name="connsiteY59" fmla="*/ 629283 h 795676"/>
                <a:gd name="connsiteX60" fmla="*/ 32070 w 1471018"/>
                <a:gd name="connsiteY60" fmla="*/ 601940 h 795676"/>
                <a:gd name="connsiteX61" fmla="*/ 45361 w 1471018"/>
                <a:gd name="connsiteY61" fmla="*/ 610674 h 795676"/>
                <a:gd name="connsiteX62" fmla="*/ 39285 w 1471018"/>
                <a:gd name="connsiteY62" fmla="*/ 634979 h 795676"/>
                <a:gd name="connsiteX63" fmla="*/ 14981 w 1471018"/>
                <a:gd name="connsiteY63" fmla="*/ 628903 h 795676"/>
                <a:gd name="connsiteX64" fmla="*/ 21056 w 1471018"/>
                <a:gd name="connsiteY64" fmla="*/ 604598 h 795676"/>
                <a:gd name="connsiteX65" fmla="*/ 32070 w 1471018"/>
                <a:gd name="connsiteY65" fmla="*/ 601940 h 795676"/>
                <a:gd name="connsiteX66" fmla="*/ 752079 w 1471018"/>
                <a:gd name="connsiteY66" fmla="*/ 586750 h 795676"/>
                <a:gd name="connsiteX67" fmla="*/ 765371 w 1471018"/>
                <a:gd name="connsiteY67" fmla="*/ 595484 h 795676"/>
                <a:gd name="connsiteX68" fmla="*/ 759295 w 1471018"/>
                <a:gd name="connsiteY68" fmla="*/ 619789 h 795676"/>
                <a:gd name="connsiteX69" fmla="*/ 734990 w 1471018"/>
                <a:gd name="connsiteY69" fmla="*/ 613713 h 795676"/>
                <a:gd name="connsiteX70" fmla="*/ 741066 w 1471018"/>
                <a:gd name="connsiteY70" fmla="*/ 589408 h 795676"/>
                <a:gd name="connsiteX71" fmla="*/ 752079 w 1471018"/>
                <a:gd name="connsiteY71" fmla="*/ 586750 h 795676"/>
                <a:gd name="connsiteX72" fmla="*/ 436123 w 1471018"/>
                <a:gd name="connsiteY72" fmla="*/ 583712 h 795676"/>
                <a:gd name="connsiteX73" fmla="*/ 449413 w 1471018"/>
                <a:gd name="connsiteY73" fmla="*/ 592446 h 795676"/>
                <a:gd name="connsiteX74" fmla="*/ 443339 w 1471018"/>
                <a:gd name="connsiteY74" fmla="*/ 616751 h 795676"/>
                <a:gd name="connsiteX75" fmla="*/ 419039 w 1471018"/>
                <a:gd name="connsiteY75" fmla="*/ 610675 h 795676"/>
                <a:gd name="connsiteX76" fmla="*/ 425114 w 1471018"/>
                <a:gd name="connsiteY76" fmla="*/ 586370 h 795676"/>
                <a:gd name="connsiteX77" fmla="*/ 436123 w 1471018"/>
                <a:gd name="connsiteY77" fmla="*/ 583712 h 795676"/>
                <a:gd name="connsiteX78" fmla="*/ 548529 w 1471018"/>
                <a:gd name="connsiteY78" fmla="*/ 556370 h 795676"/>
                <a:gd name="connsiteX79" fmla="*/ 561821 w 1471018"/>
                <a:gd name="connsiteY79" fmla="*/ 565104 h 795676"/>
                <a:gd name="connsiteX80" fmla="*/ 555745 w 1471018"/>
                <a:gd name="connsiteY80" fmla="*/ 589409 h 795676"/>
                <a:gd name="connsiteX81" fmla="*/ 531440 w 1471018"/>
                <a:gd name="connsiteY81" fmla="*/ 583333 h 795676"/>
                <a:gd name="connsiteX82" fmla="*/ 537516 w 1471018"/>
                <a:gd name="connsiteY82" fmla="*/ 559028 h 795676"/>
                <a:gd name="connsiteX83" fmla="*/ 548529 w 1471018"/>
                <a:gd name="connsiteY83" fmla="*/ 556370 h 795676"/>
                <a:gd name="connsiteX84" fmla="*/ 852335 w 1471018"/>
                <a:gd name="connsiteY84" fmla="*/ 550293 h 795676"/>
                <a:gd name="connsiteX85" fmla="*/ 865627 w 1471018"/>
                <a:gd name="connsiteY85" fmla="*/ 559027 h 795676"/>
                <a:gd name="connsiteX86" fmla="*/ 859551 w 1471018"/>
                <a:gd name="connsiteY86" fmla="*/ 583332 h 795676"/>
                <a:gd name="connsiteX87" fmla="*/ 835246 w 1471018"/>
                <a:gd name="connsiteY87" fmla="*/ 577256 h 795676"/>
                <a:gd name="connsiteX88" fmla="*/ 841322 w 1471018"/>
                <a:gd name="connsiteY88" fmla="*/ 552951 h 795676"/>
                <a:gd name="connsiteX89" fmla="*/ 852335 w 1471018"/>
                <a:gd name="connsiteY89" fmla="*/ 550293 h 795676"/>
                <a:gd name="connsiteX90" fmla="*/ 667013 w 1471018"/>
                <a:gd name="connsiteY90" fmla="*/ 532065 h 795676"/>
                <a:gd name="connsiteX91" fmla="*/ 680305 w 1471018"/>
                <a:gd name="connsiteY91" fmla="*/ 540799 h 795676"/>
                <a:gd name="connsiteX92" fmla="*/ 674229 w 1471018"/>
                <a:gd name="connsiteY92" fmla="*/ 565104 h 795676"/>
                <a:gd name="connsiteX93" fmla="*/ 649924 w 1471018"/>
                <a:gd name="connsiteY93" fmla="*/ 559028 h 795676"/>
                <a:gd name="connsiteX94" fmla="*/ 656000 w 1471018"/>
                <a:gd name="connsiteY94" fmla="*/ 534723 h 795676"/>
                <a:gd name="connsiteX95" fmla="*/ 667013 w 1471018"/>
                <a:gd name="connsiteY95" fmla="*/ 532065 h 795676"/>
                <a:gd name="connsiteX96" fmla="*/ 126251 w 1471018"/>
                <a:gd name="connsiteY96" fmla="*/ 532065 h 795676"/>
                <a:gd name="connsiteX97" fmla="*/ 139543 w 1471018"/>
                <a:gd name="connsiteY97" fmla="*/ 540799 h 795676"/>
                <a:gd name="connsiteX98" fmla="*/ 133467 w 1471018"/>
                <a:gd name="connsiteY98" fmla="*/ 565104 h 795676"/>
                <a:gd name="connsiteX99" fmla="*/ 109162 w 1471018"/>
                <a:gd name="connsiteY99" fmla="*/ 559028 h 795676"/>
                <a:gd name="connsiteX100" fmla="*/ 115238 w 1471018"/>
                <a:gd name="connsiteY100" fmla="*/ 534723 h 795676"/>
                <a:gd name="connsiteX101" fmla="*/ 126251 w 1471018"/>
                <a:gd name="connsiteY101" fmla="*/ 532065 h 795676"/>
                <a:gd name="connsiteX102" fmla="*/ 226503 w 1471018"/>
                <a:gd name="connsiteY102" fmla="*/ 529027 h 795676"/>
                <a:gd name="connsiteX103" fmla="*/ 239794 w 1471018"/>
                <a:gd name="connsiteY103" fmla="*/ 537761 h 795676"/>
                <a:gd name="connsiteX104" fmla="*/ 233718 w 1471018"/>
                <a:gd name="connsiteY104" fmla="*/ 562066 h 795676"/>
                <a:gd name="connsiteX105" fmla="*/ 209414 w 1471018"/>
                <a:gd name="connsiteY105" fmla="*/ 555990 h 795676"/>
                <a:gd name="connsiteX106" fmla="*/ 215490 w 1471018"/>
                <a:gd name="connsiteY106" fmla="*/ 531685 h 795676"/>
                <a:gd name="connsiteX107" fmla="*/ 226503 w 1471018"/>
                <a:gd name="connsiteY107" fmla="*/ 529027 h 795676"/>
                <a:gd name="connsiteX108" fmla="*/ 332836 w 1471018"/>
                <a:gd name="connsiteY108" fmla="*/ 519913 h 795676"/>
                <a:gd name="connsiteX109" fmla="*/ 346128 w 1471018"/>
                <a:gd name="connsiteY109" fmla="*/ 528647 h 795676"/>
                <a:gd name="connsiteX110" fmla="*/ 340052 w 1471018"/>
                <a:gd name="connsiteY110" fmla="*/ 552952 h 795676"/>
                <a:gd name="connsiteX111" fmla="*/ 315748 w 1471018"/>
                <a:gd name="connsiteY111" fmla="*/ 546876 h 795676"/>
                <a:gd name="connsiteX112" fmla="*/ 321823 w 1471018"/>
                <a:gd name="connsiteY112" fmla="*/ 522571 h 795676"/>
                <a:gd name="connsiteX113" fmla="*/ 332836 w 1471018"/>
                <a:gd name="connsiteY113" fmla="*/ 519913 h 795676"/>
                <a:gd name="connsiteX114" fmla="*/ 7768 w 1471018"/>
                <a:gd name="connsiteY114" fmla="*/ 507761 h 795676"/>
                <a:gd name="connsiteX115" fmla="*/ 21060 w 1471018"/>
                <a:gd name="connsiteY115" fmla="*/ 516495 h 795676"/>
                <a:gd name="connsiteX116" fmla="*/ 14984 w 1471018"/>
                <a:gd name="connsiteY116" fmla="*/ 540800 h 795676"/>
                <a:gd name="connsiteX117" fmla="*/ 2831 w 1471018"/>
                <a:gd name="connsiteY117" fmla="*/ 543458 h 795676"/>
                <a:gd name="connsiteX118" fmla="*/ 0 w 1471018"/>
                <a:gd name="connsiteY118" fmla="*/ 541423 h 795676"/>
                <a:gd name="connsiteX119" fmla="*/ 0 w 1471018"/>
                <a:gd name="connsiteY119" fmla="*/ 509636 h 795676"/>
                <a:gd name="connsiteX120" fmla="*/ 946515 w 1471018"/>
                <a:gd name="connsiteY120" fmla="*/ 486494 h 795676"/>
                <a:gd name="connsiteX121" fmla="*/ 959807 w 1471018"/>
                <a:gd name="connsiteY121" fmla="*/ 495228 h 795676"/>
                <a:gd name="connsiteX122" fmla="*/ 953731 w 1471018"/>
                <a:gd name="connsiteY122" fmla="*/ 519533 h 795676"/>
                <a:gd name="connsiteX123" fmla="*/ 929426 w 1471018"/>
                <a:gd name="connsiteY123" fmla="*/ 513457 h 795676"/>
                <a:gd name="connsiteX124" fmla="*/ 935502 w 1471018"/>
                <a:gd name="connsiteY124" fmla="*/ 489152 h 795676"/>
                <a:gd name="connsiteX125" fmla="*/ 946515 w 1471018"/>
                <a:gd name="connsiteY125" fmla="*/ 486494 h 795676"/>
                <a:gd name="connsiteX126" fmla="*/ 457386 w 1471018"/>
                <a:gd name="connsiteY126" fmla="*/ 483456 h 795676"/>
                <a:gd name="connsiteX127" fmla="*/ 470679 w 1471018"/>
                <a:gd name="connsiteY127" fmla="*/ 492190 h 795676"/>
                <a:gd name="connsiteX128" fmla="*/ 464601 w 1471018"/>
                <a:gd name="connsiteY128" fmla="*/ 516495 h 795676"/>
                <a:gd name="connsiteX129" fmla="*/ 440300 w 1471018"/>
                <a:gd name="connsiteY129" fmla="*/ 510419 h 795676"/>
                <a:gd name="connsiteX130" fmla="*/ 446374 w 1471018"/>
                <a:gd name="connsiteY130" fmla="*/ 486114 h 795676"/>
                <a:gd name="connsiteX131" fmla="*/ 457386 w 1471018"/>
                <a:gd name="connsiteY131" fmla="*/ 483456 h 795676"/>
                <a:gd name="connsiteX132" fmla="*/ 821954 w 1471018"/>
                <a:gd name="connsiteY132" fmla="*/ 456114 h 795676"/>
                <a:gd name="connsiteX133" fmla="*/ 835246 w 1471018"/>
                <a:gd name="connsiteY133" fmla="*/ 464848 h 795676"/>
                <a:gd name="connsiteX134" fmla="*/ 829170 w 1471018"/>
                <a:gd name="connsiteY134" fmla="*/ 489153 h 795676"/>
                <a:gd name="connsiteX135" fmla="*/ 804865 w 1471018"/>
                <a:gd name="connsiteY135" fmla="*/ 483077 h 795676"/>
                <a:gd name="connsiteX136" fmla="*/ 810941 w 1471018"/>
                <a:gd name="connsiteY136" fmla="*/ 458772 h 795676"/>
                <a:gd name="connsiteX137" fmla="*/ 821954 w 1471018"/>
                <a:gd name="connsiteY137" fmla="*/ 456114 h 795676"/>
                <a:gd name="connsiteX138" fmla="*/ 584986 w 1471018"/>
                <a:gd name="connsiteY138" fmla="*/ 456114 h 795676"/>
                <a:gd name="connsiteX139" fmla="*/ 598278 w 1471018"/>
                <a:gd name="connsiteY139" fmla="*/ 464848 h 795676"/>
                <a:gd name="connsiteX140" fmla="*/ 592202 w 1471018"/>
                <a:gd name="connsiteY140" fmla="*/ 489153 h 795676"/>
                <a:gd name="connsiteX141" fmla="*/ 567897 w 1471018"/>
                <a:gd name="connsiteY141" fmla="*/ 483077 h 795676"/>
                <a:gd name="connsiteX142" fmla="*/ 573973 w 1471018"/>
                <a:gd name="connsiteY142" fmla="*/ 458772 h 795676"/>
                <a:gd name="connsiteX143" fmla="*/ 584986 w 1471018"/>
                <a:gd name="connsiteY143" fmla="*/ 456114 h 795676"/>
                <a:gd name="connsiteX144" fmla="*/ 718660 w 1471018"/>
                <a:gd name="connsiteY144" fmla="*/ 443961 h 795676"/>
                <a:gd name="connsiteX145" fmla="*/ 731952 w 1471018"/>
                <a:gd name="connsiteY145" fmla="*/ 452695 h 795676"/>
                <a:gd name="connsiteX146" fmla="*/ 725876 w 1471018"/>
                <a:gd name="connsiteY146" fmla="*/ 477000 h 795676"/>
                <a:gd name="connsiteX147" fmla="*/ 701571 w 1471018"/>
                <a:gd name="connsiteY147" fmla="*/ 470924 h 795676"/>
                <a:gd name="connsiteX148" fmla="*/ 707647 w 1471018"/>
                <a:gd name="connsiteY148" fmla="*/ 446619 h 795676"/>
                <a:gd name="connsiteX149" fmla="*/ 718660 w 1471018"/>
                <a:gd name="connsiteY149" fmla="*/ 443961 h 795676"/>
                <a:gd name="connsiteX150" fmla="*/ 1016390 w 1471018"/>
                <a:gd name="connsiteY150" fmla="*/ 425733 h 795676"/>
                <a:gd name="connsiteX151" fmla="*/ 1029681 w 1471018"/>
                <a:gd name="connsiteY151" fmla="*/ 434467 h 795676"/>
                <a:gd name="connsiteX152" fmla="*/ 1023605 w 1471018"/>
                <a:gd name="connsiteY152" fmla="*/ 458772 h 795676"/>
                <a:gd name="connsiteX153" fmla="*/ 999301 w 1471018"/>
                <a:gd name="connsiteY153" fmla="*/ 452696 h 795676"/>
                <a:gd name="connsiteX154" fmla="*/ 1005377 w 1471018"/>
                <a:gd name="connsiteY154" fmla="*/ 428391 h 795676"/>
                <a:gd name="connsiteX155" fmla="*/ 1016390 w 1471018"/>
                <a:gd name="connsiteY155" fmla="*/ 425733 h 795676"/>
                <a:gd name="connsiteX156" fmla="*/ 250806 w 1471018"/>
                <a:gd name="connsiteY156" fmla="*/ 416619 h 795676"/>
                <a:gd name="connsiteX157" fmla="*/ 264098 w 1471018"/>
                <a:gd name="connsiteY157" fmla="*/ 425353 h 795676"/>
                <a:gd name="connsiteX158" fmla="*/ 258022 w 1471018"/>
                <a:gd name="connsiteY158" fmla="*/ 449658 h 795676"/>
                <a:gd name="connsiteX159" fmla="*/ 233717 w 1471018"/>
                <a:gd name="connsiteY159" fmla="*/ 443582 h 795676"/>
                <a:gd name="connsiteX160" fmla="*/ 239793 w 1471018"/>
                <a:gd name="connsiteY160" fmla="*/ 419277 h 795676"/>
                <a:gd name="connsiteX161" fmla="*/ 250806 w 1471018"/>
                <a:gd name="connsiteY161" fmla="*/ 416619 h 795676"/>
                <a:gd name="connsiteX162" fmla="*/ 144467 w 1471018"/>
                <a:gd name="connsiteY162" fmla="*/ 416619 h 795676"/>
                <a:gd name="connsiteX163" fmla="*/ 157759 w 1471018"/>
                <a:gd name="connsiteY163" fmla="*/ 425353 h 795676"/>
                <a:gd name="connsiteX164" fmla="*/ 151683 w 1471018"/>
                <a:gd name="connsiteY164" fmla="*/ 449658 h 795676"/>
                <a:gd name="connsiteX165" fmla="*/ 127378 w 1471018"/>
                <a:gd name="connsiteY165" fmla="*/ 443582 h 795676"/>
                <a:gd name="connsiteX166" fmla="*/ 133454 w 1471018"/>
                <a:gd name="connsiteY166" fmla="*/ 419277 h 795676"/>
                <a:gd name="connsiteX167" fmla="*/ 144467 w 1471018"/>
                <a:gd name="connsiteY167" fmla="*/ 416619 h 795676"/>
                <a:gd name="connsiteX168" fmla="*/ 29033 w 1471018"/>
                <a:gd name="connsiteY168" fmla="*/ 416619 h 795676"/>
                <a:gd name="connsiteX169" fmla="*/ 42324 w 1471018"/>
                <a:gd name="connsiteY169" fmla="*/ 425353 h 795676"/>
                <a:gd name="connsiteX170" fmla="*/ 36248 w 1471018"/>
                <a:gd name="connsiteY170" fmla="*/ 449658 h 795676"/>
                <a:gd name="connsiteX171" fmla="*/ 11944 w 1471018"/>
                <a:gd name="connsiteY171" fmla="*/ 443582 h 795676"/>
                <a:gd name="connsiteX172" fmla="*/ 18020 w 1471018"/>
                <a:gd name="connsiteY172" fmla="*/ 419277 h 795676"/>
                <a:gd name="connsiteX173" fmla="*/ 29033 w 1471018"/>
                <a:gd name="connsiteY173" fmla="*/ 416619 h 795676"/>
                <a:gd name="connsiteX174" fmla="*/ 360172 w 1471018"/>
                <a:gd name="connsiteY174" fmla="*/ 410543 h 795676"/>
                <a:gd name="connsiteX175" fmla="*/ 373464 w 1471018"/>
                <a:gd name="connsiteY175" fmla="*/ 419277 h 795676"/>
                <a:gd name="connsiteX176" fmla="*/ 367388 w 1471018"/>
                <a:gd name="connsiteY176" fmla="*/ 443582 h 795676"/>
                <a:gd name="connsiteX177" fmla="*/ 343083 w 1471018"/>
                <a:gd name="connsiteY177" fmla="*/ 437506 h 795676"/>
                <a:gd name="connsiteX178" fmla="*/ 349159 w 1471018"/>
                <a:gd name="connsiteY178" fmla="*/ 413201 h 795676"/>
                <a:gd name="connsiteX179" fmla="*/ 360172 w 1471018"/>
                <a:gd name="connsiteY179" fmla="*/ 410543 h 795676"/>
                <a:gd name="connsiteX180" fmla="*/ 1110570 w 1471018"/>
                <a:gd name="connsiteY180" fmla="*/ 389276 h 795676"/>
                <a:gd name="connsiteX181" fmla="*/ 1123862 w 1471018"/>
                <a:gd name="connsiteY181" fmla="*/ 398010 h 795676"/>
                <a:gd name="connsiteX182" fmla="*/ 1117786 w 1471018"/>
                <a:gd name="connsiteY182" fmla="*/ 422315 h 795676"/>
                <a:gd name="connsiteX183" fmla="*/ 1093481 w 1471018"/>
                <a:gd name="connsiteY183" fmla="*/ 416239 h 795676"/>
                <a:gd name="connsiteX184" fmla="*/ 1099557 w 1471018"/>
                <a:gd name="connsiteY184" fmla="*/ 391934 h 795676"/>
                <a:gd name="connsiteX185" fmla="*/ 1110570 w 1471018"/>
                <a:gd name="connsiteY185" fmla="*/ 389276 h 795676"/>
                <a:gd name="connsiteX186" fmla="*/ 490806 w 1471018"/>
                <a:gd name="connsiteY186" fmla="*/ 383200 h 795676"/>
                <a:gd name="connsiteX187" fmla="*/ 504098 w 1471018"/>
                <a:gd name="connsiteY187" fmla="*/ 391934 h 795676"/>
                <a:gd name="connsiteX188" fmla="*/ 498022 w 1471018"/>
                <a:gd name="connsiteY188" fmla="*/ 416239 h 795676"/>
                <a:gd name="connsiteX189" fmla="*/ 473717 w 1471018"/>
                <a:gd name="connsiteY189" fmla="*/ 410163 h 795676"/>
                <a:gd name="connsiteX190" fmla="*/ 479793 w 1471018"/>
                <a:gd name="connsiteY190" fmla="*/ 385858 h 795676"/>
                <a:gd name="connsiteX191" fmla="*/ 490806 w 1471018"/>
                <a:gd name="connsiteY191" fmla="*/ 383200 h 795676"/>
                <a:gd name="connsiteX192" fmla="*/ 900944 w 1471018"/>
                <a:gd name="connsiteY192" fmla="*/ 380162 h 795676"/>
                <a:gd name="connsiteX193" fmla="*/ 914236 w 1471018"/>
                <a:gd name="connsiteY193" fmla="*/ 388896 h 795676"/>
                <a:gd name="connsiteX194" fmla="*/ 908160 w 1471018"/>
                <a:gd name="connsiteY194" fmla="*/ 413201 h 795676"/>
                <a:gd name="connsiteX195" fmla="*/ 883855 w 1471018"/>
                <a:gd name="connsiteY195" fmla="*/ 407125 h 795676"/>
                <a:gd name="connsiteX196" fmla="*/ 889931 w 1471018"/>
                <a:gd name="connsiteY196" fmla="*/ 382820 h 795676"/>
                <a:gd name="connsiteX197" fmla="*/ 900944 w 1471018"/>
                <a:gd name="connsiteY197" fmla="*/ 380162 h 795676"/>
                <a:gd name="connsiteX198" fmla="*/ 618404 w 1471018"/>
                <a:gd name="connsiteY198" fmla="*/ 361934 h 795676"/>
                <a:gd name="connsiteX199" fmla="*/ 631696 w 1471018"/>
                <a:gd name="connsiteY199" fmla="*/ 370668 h 795676"/>
                <a:gd name="connsiteX200" fmla="*/ 625620 w 1471018"/>
                <a:gd name="connsiteY200" fmla="*/ 394973 h 795676"/>
                <a:gd name="connsiteX201" fmla="*/ 601315 w 1471018"/>
                <a:gd name="connsiteY201" fmla="*/ 388897 h 795676"/>
                <a:gd name="connsiteX202" fmla="*/ 607391 w 1471018"/>
                <a:gd name="connsiteY202" fmla="*/ 364592 h 795676"/>
                <a:gd name="connsiteX203" fmla="*/ 618404 w 1471018"/>
                <a:gd name="connsiteY203" fmla="*/ 361934 h 795676"/>
                <a:gd name="connsiteX204" fmla="*/ 749041 w 1471018"/>
                <a:gd name="connsiteY204" fmla="*/ 355858 h 795676"/>
                <a:gd name="connsiteX205" fmla="*/ 762333 w 1471018"/>
                <a:gd name="connsiteY205" fmla="*/ 364592 h 795676"/>
                <a:gd name="connsiteX206" fmla="*/ 756257 w 1471018"/>
                <a:gd name="connsiteY206" fmla="*/ 388897 h 795676"/>
                <a:gd name="connsiteX207" fmla="*/ 731952 w 1471018"/>
                <a:gd name="connsiteY207" fmla="*/ 382821 h 795676"/>
                <a:gd name="connsiteX208" fmla="*/ 738028 w 1471018"/>
                <a:gd name="connsiteY208" fmla="*/ 358516 h 795676"/>
                <a:gd name="connsiteX209" fmla="*/ 749041 w 1471018"/>
                <a:gd name="connsiteY209" fmla="*/ 355858 h 795676"/>
                <a:gd name="connsiteX210" fmla="*/ 10801 w 1471018"/>
                <a:gd name="connsiteY210" fmla="*/ 334591 h 795676"/>
                <a:gd name="connsiteX211" fmla="*/ 24093 w 1471018"/>
                <a:gd name="connsiteY211" fmla="*/ 343325 h 795676"/>
                <a:gd name="connsiteX212" fmla="*/ 18017 w 1471018"/>
                <a:gd name="connsiteY212" fmla="*/ 367630 h 795676"/>
                <a:gd name="connsiteX213" fmla="*/ 5865 w 1471018"/>
                <a:gd name="connsiteY213" fmla="*/ 370288 h 795676"/>
                <a:gd name="connsiteX214" fmla="*/ 0 w 1471018"/>
                <a:gd name="connsiteY214" fmla="*/ 366073 h 795676"/>
                <a:gd name="connsiteX215" fmla="*/ 0 w 1471018"/>
                <a:gd name="connsiteY215" fmla="*/ 337198 h 795676"/>
                <a:gd name="connsiteX216" fmla="*/ 1213864 w 1471018"/>
                <a:gd name="connsiteY216" fmla="*/ 313325 h 795676"/>
                <a:gd name="connsiteX217" fmla="*/ 1227156 w 1471018"/>
                <a:gd name="connsiteY217" fmla="*/ 322059 h 795676"/>
                <a:gd name="connsiteX218" fmla="*/ 1221080 w 1471018"/>
                <a:gd name="connsiteY218" fmla="*/ 346364 h 795676"/>
                <a:gd name="connsiteX219" fmla="*/ 1196775 w 1471018"/>
                <a:gd name="connsiteY219" fmla="*/ 340288 h 795676"/>
                <a:gd name="connsiteX220" fmla="*/ 1202851 w 1471018"/>
                <a:gd name="connsiteY220" fmla="*/ 315983 h 795676"/>
                <a:gd name="connsiteX221" fmla="*/ 1213864 w 1471018"/>
                <a:gd name="connsiteY221" fmla="*/ 313325 h 795676"/>
                <a:gd name="connsiteX222" fmla="*/ 211313 w 1471018"/>
                <a:gd name="connsiteY222" fmla="*/ 313325 h 795676"/>
                <a:gd name="connsiteX223" fmla="*/ 224605 w 1471018"/>
                <a:gd name="connsiteY223" fmla="*/ 322059 h 795676"/>
                <a:gd name="connsiteX224" fmla="*/ 218529 w 1471018"/>
                <a:gd name="connsiteY224" fmla="*/ 346364 h 795676"/>
                <a:gd name="connsiteX225" fmla="*/ 194224 w 1471018"/>
                <a:gd name="connsiteY225" fmla="*/ 340288 h 795676"/>
                <a:gd name="connsiteX226" fmla="*/ 200300 w 1471018"/>
                <a:gd name="connsiteY226" fmla="*/ 315983 h 795676"/>
                <a:gd name="connsiteX227" fmla="*/ 211313 w 1471018"/>
                <a:gd name="connsiteY227" fmla="*/ 313325 h 795676"/>
                <a:gd name="connsiteX228" fmla="*/ 314600 w 1471018"/>
                <a:gd name="connsiteY228" fmla="*/ 301172 h 795676"/>
                <a:gd name="connsiteX229" fmla="*/ 327892 w 1471018"/>
                <a:gd name="connsiteY229" fmla="*/ 309906 h 795676"/>
                <a:gd name="connsiteX230" fmla="*/ 321816 w 1471018"/>
                <a:gd name="connsiteY230" fmla="*/ 334211 h 795676"/>
                <a:gd name="connsiteX231" fmla="*/ 297511 w 1471018"/>
                <a:gd name="connsiteY231" fmla="*/ 328135 h 795676"/>
                <a:gd name="connsiteX232" fmla="*/ 303587 w 1471018"/>
                <a:gd name="connsiteY232" fmla="*/ 303830 h 795676"/>
                <a:gd name="connsiteX233" fmla="*/ 314600 w 1471018"/>
                <a:gd name="connsiteY233" fmla="*/ 301172 h 795676"/>
                <a:gd name="connsiteX234" fmla="*/ 982972 w 1471018"/>
                <a:gd name="connsiteY234" fmla="*/ 298134 h 795676"/>
                <a:gd name="connsiteX235" fmla="*/ 996264 w 1471018"/>
                <a:gd name="connsiteY235" fmla="*/ 306868 h 795676"/>
                <a:gd name="connsiteX236" fmla="*/ 990188 w 1471018"/>
                <a:gd name="connsiteY236" fmla="*/ 331173 h 795676"/>
                <a:gd name="connsiteX237" fmla="*/ 965883 w 1471018"/>
                <a:gd name="connsiteY237" fmla="*/ 325097 h 795676"/>
                <a:gd name="connsiteX238" fmla="*/ 971959 w 1471018"/>
                <a:gd name="connsiteY238" fmla="*/ 300792 h 795676"/>
                <a:gd name="connsiteX239" fmla="*/ 982972 w 1471018"/>
                <a:gd name="connsiteY239" fmla="*/ 298134 h 795676"/>
                <a:gd name="connsiteX240" fmla="*/ 417898 w 1471018"/>
                <a:gd name="connsiteY240" fmla="*/ 298134 h 795676"/>
                <a:gd name="connsiteX241" fmla="*/ 431187 w 1471018"/>
                <a:gd name="connsiteY241" fmla="*/ 306868 h 795676"/>
                <a:gd name="connsiteX242" fmla="*/ 425112 w 1471018"/>
                <a:gd name="connsiteY242" fmla="*/ 331173 h 795676"/>
                <a:gd name="connsiteX243" fmla="*/ 400806 w 1471018"/>
                <a:gd name="connsiteY243" fmla="*/ 325097 h 795676"/>
                <a:gd name="connsiteX244" fmla="*/ 406884 w 1471018"/>
                <a:gd name="connsiteY244" fmla="*/ 300792 h 795676"/>
                <a:gd name="connsiteX245" fmla="*/ 417898 w 1471018"/>
                <a:gd name="connsiteY245" fmla="*/ 298134 h 795676"/>
                <a:gd name="connsiteX246" fmla="*/ 858411 w 1471018"/>
                <a:gd name="connsiteY246" fmla="*/ 295096 h 795676"/>
                <a:gd name="connsiteX247" fmla="*/ 871703 w 1471018"/>
                <a:gd name="connsiteY247" fmla="*/ 303830 h 795676"/>
                <a:gd name="connsiteX248" fmla="*/ 865627 w 1471018"/>
                <a:gd name="connsiteY248" fmla="*/ 328135 h 795676"/>
                <a:gd name="connsiteX249" fmla="*/ 841322 w 1471018"/>
                <a:gd name="connsiteY249" fmla="*/ 322059 h 795676"/>
                <a:gd name="connsiteX250" fmla="*/ 847398 w 1471018"/>
                <a:gd name="connsiteY250" fmla="*/ 297754 h 795676"/>
                <a:gd name="connsiteX251" fmla="*/ 858411 w 1471018"/>
                <a:gd name="connsiteY251" fmla="*/ 295096 h 795676"/>
                <a:gd name="connsiteX252" fmla="*/ 1095380 w 1471018"/>
                <a:gd name="connsiteY252" fmla="*/ 292058 h 795676"/>
                <a:gd name="connsiteX253" fmla="*/ 1108672 w 1471018"/>
                <a:gd name="connsiteY253" fmla="*/ 300792 h 795676"/>
                <a:gd name="connsiteX254" fmla="*/ 1102596 w 1471018"/>
                <a:gd name="connsiteY254" fmla="*/ 325097 h 795676"/>
                <a:gd name="connsiteX255" fmla="*/ 1078291 w 1471018"/>
                <a:gd name="connsiteY255" fmla="*/ 319021 h 795676"/>
                <a:gd name="connsiteX256" fmla="*/ 1084367 w 1471018"/>
                <a:gd name="connsiteY256" fmla="*/ 294716 h 795676"/>
                <a:gd name="connsiteX257" fmla="*/ 1095380 w 1471018"/>
                <a:gd name="connsiteY257" fmla="*/ 292058 h 795676"/>
                <a:gd name="connsiteX258" fmla="*/ 108024 w 1471018"/>
                <a:gd name="connsiteY258" fmla="*/ 289020 h 795676"/>
                <a:gd name="connsiteX259" fmla="*/ 121316 w 1471018"/>
                <a:gd name="connsiteY259" fmla="*/ 297754 h 795676"/>
                <a:gd name="connsiteX260" fmla="*/ 115240 w 1471018"/>
                <a:gd name="connsiteY260" fmla="*/ 322059 h 795676"/>
                <a:gd name="connsiteX261" fmla="*/ 90935 w 1471018"/>
                <a:gd name="connsiteY261" fmla="*/ 315983 h 795676"/>
                <a:gd name="connsiteX262" fmla="*/ 97011 w 1471018"/>
                <a:gd name="connsiteY262" fmla="*/ 291678 h 795676"/>
                <a:gd name="connsiteX263" fmla="*/ 108024 w 1471018"/>
                <a:gd name="connsiteY263" fmla="*/ 289020 h 795676"/>
                <a:gd name="connsiteX264" fmla="*/ 533338 w 1471018"/>
                <a:gd name="connsiteY264" fmla="*/ 270792 h 795676"/>
                <a:gd name="connsiteX265" fmla="*/ 546630 w 1471018"/>
                <a:gd name="connsiteY265" fmla="*/ 279526 h 795676"/>
                <a:gd name="connsiteX266" fmla="*/ 540554 w 1471018"/>
                <a:gd name="connsiteY266" fmla="*/ 303831 h 795676"/>
                <a:gd name="connsiteX267" fmla="*/ 516251 w 1471018"/>
                <a:gd name="connsiteY267" fmla="*/ 297755 h 795676"/>
                <a:gd name="connsiteX268" fmla="*/ 522328 w 1471018"/>
                <a:gd name="connsiteY268" fmla="*/ 273450 h 795676"/>
                <a:gd name="connsiteX269" fmla="*/ 533338 w 1471018"/>
                <a:gd name="connsiteY269" fmla="*/ 270792 h 795676"/>
                <a:gd name="connsiteX270" fmla="*/ 633594 w 1471018"/>
                <a:gd name="connsiteY270" fmla="*/ 261678 h 795676"/>
                <a:gd name="connsiteX271" fmla="*/ 646886 w 1471018"/>
                <a:gd name="connsiteY271" fmla="*/ 270412 h 795676"/>
                <a:gd name="connsiteX272" fmla="*/ 640810 w 1471018"/>
                <a:gd name="connsiteY272" fmla="*/ 294717 h 795676"/>
                <a:gd name="connsiteX273" fmla="*/ 616505 w 1471018"/>
                <a:gd name="connsiteY273" fmla="*/ 288641 h 795676"/>
                <a:gd name="connsiteX274" fmla="*/ 622581 w 1471018"/>
                <a:gd name="connsiteY274" fmla="*/ 264336 h 795676"/>
                <a:gd name="connsiteX275" fmla="*/ 633594 w 1471018"/>
                <a:gd name="connsiteY275" fmla="*/ 261678 h 795676"/>
                <a:gd name="connsiteX276" fmla="*/ 746003 w 1471018"/>
                <a:gd name="connsiteY276" fmla="*/ 258640 h 795676"/>
                <a:gd name="connsiteX277" fmla="*/ 759295 w 1471018"/>
                <a:gd name="connsiteY277" fmla="*/ 267374 h 795676"/>
                <a:gd name="connsiteX278" fmla="*/ 753219 w 1471018"/>
                <a:gd name="connsiteY278" fmla="*/ 291679 h 795676"/>
                <a:gd name="connsiteX279" fmla="*/ 728914 w 1471018"/>
                <a:gd name="connsiteY279" fmla="*/ 285603 h 795676"/>
                <a:gd name="connsiteX280" fmla="*/ 734990 w 1471018"/>
                <a:gd name="connsiteY280" fmla="*/ 261298 h 795676"/>
                <a:gd name="connsiteX281" fmla="*/ 746003 w 1471018"/>
                <a:gd name="connsiteY281" fmla="*/ 258640 h 795676"/>
                <a:gd name="connsiteX282" fmla="*/ 1301968 w 1471018"/>
                <a:gd name="connsiteY282" fmla="*/ 225221 h 795676"/>
                <a:gd name="connsiteX283" fmla="*/ 1315260 w 1471018"/>
                <a:gd name="connsiteY283" fmla="*/ 233955 h 795676"/>
                <a:gd name="connsiteX284" fmla="*/ 1309184 w 1471018"/>
                <a:gd name="connsiteY284" fmla="*/ 258260 h 795676"/>
                <a:gd name="connsiteX285" fmla="*/ 1284879 w 1471018"/>
                <a:gd name="connsiteY285" fmla="*/ 252184 h 795676"/>
                <a:gd name="connsiteX286" fmla="*/ 1290955 w 1471018"/>
                <a:gd name="connsiteY286" fmla="*/ 227879 h 795676"/>
                <a:gd name="connsiteX287" fmla="*/ 1301968 w 1471018"/>
                <a:gd name="connsiteY287" fmla="*/ 225221 h 795676"/>
                <a:gd name="connsiteX288" fmla="*/ 7756 w 1471018"/>
                <a:gd name="connsiteY288" fmla="*/ 225221 h 795676"/>
                <a:gd name="connsiteX289" fmla="*/ 21048 w 1471018"/>
                <a:gd name="connsiteY289" fmla="*/ 233955 h 795676"/>
                <a:gd name="connsiteX290" fmla="*/ 14972 w 1471018"/>
                <a:gd name="connsiteY290" fmla="*/ 258260 h 795676"/>
                <a:gd name="connsiteX291" fmla="*/ 2819 w 1471018"/>
                <a:gd name="connsiteY291" fmla="*/ 260918 h 795676"/>
                <a:gd name="connsiteX292" fmla="*/ 0 w 1471018"/>
                <a:gd name="connsiteY292" fmla="*/ 258892 h 795676"/>
                <a:gd name="connsiteX293" fmla="*/ 0 w 1471018"/>
                <a:gd name="connsiteY293" fmla="*/ 227093 h 795676"/>
                <a:gd name="connsiteX294" fmla="*/ 180938 w 1471018"/>
                <a:gd name="connsiteY294" fmla="*/ 210031 h 795676"/>
                <a:gd name="connsiteX295" fmla="*/ 194229 w 1471018"/>
                <a:gd name="connsiteY295" fmla="*/ 218765 h 795676"/>
                <a:gd name="connsiteX296" fmla="*/ 188153 w 1471018"/>
                <a:gd name="connsiteY296" fmla="*/ 243070 h 795676"/>
                <a:gd name="connsiteX297" fmla="*/ 163849 w 1471018"/>
                <a:gd name="connsiteY297" fmla="*/ 236994 h 795676"/>
                <a:gd name="connsiteX298" fmla="*/ 169925 w 1471018"/>
                <a:gd name="connsiteY298" fmla="*/ 212689 h 795676"/>
                <a:gd name="connsiteX299" fmla="*/ 180938 w 1471018"/>
                <a:gd name="connsiteY299" fmla="*/ 210031 h 795676"/>
                <a:gd name="connsiteX300" fmla="*/ 1183484 w 1471018"/>
                <a:gd name="connsiteY300" fmla="*/ 203954 h 795676"/>
                <a:gd name="connsiteX301" fmla="*/ 1196776 w 1471018"/>
                <a:gd name="connsiteY301" fmla="*/ 212688 h 795676"/>
                <a:gd name="connsiteX302" fmla="*/ 1190700 w 1471018"/>
                <a:gd name="connsiteY302" fmla="*/ 236993 h 795676"/>
                <a:gd name="connsiteX303" fmla="*/ 1166395 w 1471018"/>
                <a:gd name="connsiteY303" fmla="*/ 230917 h 795676"/>
                <a:gd name="connsiteX304" fmla="*/ 1172471 w 1471018"/>
                <a:gd name="connsiteY304" fmla="*/ 206612 h 795676"/>
                <a:gd name="connsiteX305" fmla="*/ 1183484 w 1471018"/>
                <a:gd name="connsiteY305" fmla="*/ 203954 h 795676"/>
                <a:gd name="connsiteX306" fmla="*/ 946515 w 1471018"/>
                <a:gd name="connsiteY306" fmla="*/ 197878 h 795676"/>
                <a:gd name="connsiteX307" fmla="*/ 959807 w 1471018"/>
                <a:gd name="connsiteY307" fmla="*/ 206612 h 795676"/>
                <a:gd name="connsiteX308" fmla="*/ 953731 w 1471018"/>
                <a:gd name="connsiteY308" fmla="*/ 230917 h 795676"/>
                <a:gd name="connsiteX309" fmla="*/ 929426 w 1471018"/>
                <a:gd name="connsiteY309" fmla="*/ 224841 h 795676"/>
                <a:gd name="connsiteX310" fmla="*/ 935502 w 1471018"/>
                <a:gd name="connsiteY310" fmla="*/ 200536 h 795676"/>
                <a:gd name="connsiteX311" fmla="*/ 946515 w 1471018"/>
                <a:gd name="connsiteY311" fmla="*/ 197878 h 795676"/>
                <a:gd name="connsiteX312" fmla="*/ 466501 w 1471018"/>
                <a:gd name="connsiteY312" fmla="*/ 197878 h 795676"/>
                <a:gd name="connsiteX313" fmla="*/ 479793 w 1471018"/>
                <a:gd name="connsiteY313" fmla="*/ 206612 h 795676"/>
                <a:gd name="connsiteX314" fmla="*/ 473717 w 1471018"/>
                <a:gd name="connsiteY314" fmla="*/ 230917 h 795676"/>
                <a:gd name="connsiteX315" fmla="*/ 449412 w 1471018"/>
                <a:gd name="connsiteY315" fmla="*/ 224841 h 795676"/>
                <a:gd name="connsiteX316" fmla="*/ 455486 w 1471018"/>
                <a:gd name="connsiteY316" fmla="*/ 200536 h 795676"/>
                <a:gd name="connsiteX317" fmla="*/ 466501 w 1471018"/>
                <a:gd name="connsiteY317" fmla="*/ 197878 h 795676"/>
                <a:gd name="connsiteX318" fmla="*/ 323717 w 1471018"/>
                <a:gd name="connsiteY318" fmla="*/ 197878 h 795676"/>
                <a:gd name="connsiteX319" fmla="*/ 337009 w 1471018"/>
                <a:gd name="connsiteY319" fmla="*/ 206612 h 795676"/>
                <a:gd name="connsiteX320" fmla="*/ 330933 w 1471018"/>
                <a:gd name="connsiteY320" fmla="*/ 230917 h 795676"/>
                <a:gd name="connsiteX321" fmla="*/ 306628 w 1471018"/>
                <a:gd name="connsiteY321" fmla="*/ 224841 h 795676"/>
                <a:gd name="connsiteX322" fmla="*/ 312704 w 1471018"/>
                <a:gd name="connsiteY322" fmla="*/ 200536 h 795676"/>
                <a:gd name="connsiteX323" fmla="*/ 323717 w 1471018"/>
                <a:gd name="connsiteY323" fmla="*/ 197878 h 795676"/>
                <a:gd name="connsiteX324" fmla="*/ 1074113 w 1471018"/>
                <a:gd name="connsiteY324" fmla="*/ 188764 h 795676"/>
                <a:gd name="connsiteX325" fmla="*/ 1087405 w 1471018"/>
                <a:gd name="connsiteY325" fmla="*/ 197498 h 795676"/>
                <a:gd name="connsiteX326" fmla="*/ 1081329 w 1471018"/>
                <a:gd name="connsiteY326" fmla="*/ 221803 h 795676"/>
                <a:gd name="connsiteX327" fmla="*/ 1057024 w 1471018"/>
                <a:gd name="connsiteY327" fmla="*/ 215727 h 795676"/>
                <a:gd name="connsiteX328" fmla="*/ 1063100 w 1471018"/>
                <a:gd name="connsiteY328" fmla="*/ 191422 h 795676"/>
                <a:gd name="connsiteX329" fmla="*/ 1074113 w 1471018"/>
                <a:gd name="connsiteY329" fmla="*/ 188764 h 795676"/>
                <a:gd name="connsiteX330" fmla="*/ 846259 w 1471018"/>
                <a:gd name="connsiteY330" fmla="*/ 188764 h 795676"/>
                <a:gd name="connsiteX331" fmla="*/ 859551 w 1471018"/>
                <a:gd name="connsiteY331" fmla="*/ 197498 h 795676"/>
                <a:gd name="connsiteX332" fmla="*/ 853475 w 1471018"/>
                <a:gd name="connsiteY332" fmla="*/ 221803 h 795676"/>
                <a:gd name="connsiteX333" fmla="*/ 829170 w 1471018"/>
                <a:gd name="connsiteY333" fmla="*/ 215727 h 795676"/>
                <a:gd name="connsiteX334" fmla="*/ 835246 w 1471018"/>
                <a:gd name="connsiteY334" fmla="*/ 191422 h 795676"/>
                <a:gd name="connsiteX335" fmla="*/ 846259 w 1471018"/>
                <a:gd name="connsiteY335" fmla="*/ 188764 h 795676"/>
                <a:gd name="connsiteX336" fmla="*/ 694356 w 1471018"/>
                <a:gd name="connsiteY336" fmla="*/ 164460 h 795676"/>
                <a:gd name="connsiteX337" fmla="*/ 707648 w 1471018"/>
                <a:gd name="connsiteY337" fmla="*/ 173194 h 795676"/>
                <a:gd name="connsiteX338" fmla="*/ 701572 w 1471018"/>
                <a:gd name="connsiteY338" fmla="*/ 197499 h 795676"/>
                <a:gd name="connsiteX339" fmla="*/ 677267 w 1471018"/>
                <a:gd name="connsiteY339" fmla="*/ 191423 h 795676"/>
                <a:gd name="connsiteX340" fmla="*/ 683343 w 1471018"/>
                <a:gd name="connsiteY340" fmla="*/ 167118 h 795676"/>
                <a:gd name="connsiteX341" fmla="*/ 694356 w 1471018"/>
                <a:gd name="connsiteY341" fmla="*/ 164460 h 795676"/>
                <a:gd name="connsiteX342" fmla="*/ 77635 w 1471018"/>
                <a:gd name="connsiteY342" fmla="*/ 152307 h 795676"/>
                <a:gd name="connsiteX343" fmla="*/ 90926 w 1471018"/>
                <a:gd name="connsiteY343" fmla="*/ 161041 h 795676"/>
                <a:gd name="connsiteX344" fmla="*/ 84851 w 1471018"/>
                <a:gd name="connsiteY344" fmla="*/ 185346 h 795676"/>
                <a:gd name="connsiteX345" fmla="*/ 60546 w 1471018"/>
                <a:gd name="connsiteY345" fmla="*/ 179270 h 795676"/>
                <a:gd name="connsiteX346" fmla="*/ 66622 w 1471018"/>
                <a:gd name="connsiteY346" fmla="*/ 154965 h 795676"/>
                <a:gd name="connsiteX347" fmla="*/ 77635 w 1471018"/>
                <a:gd name="connsiteY347" fmla="*/ 152307 h 795676"/>
                <a:gd name="connsiteX348" fmla="*/ 1377919 w 1471018"/>
                <a:gd name="connsiteY348" fmla="*/ 146231 h 795676"/>
                <a:gd name="connsiteX349" fmla="*/ 1391211 w 1471018"/>
                <a:gd name="connsiteY349" fmla="*/ 154965 h 795676"/>
                <a:gd name="connsiteX350" fmla="*/ 1385135 w 1471018"/>
                <a:gd name="connsiteY350" fmla="*/ 179270 h 795676"/>
                <a:gd name="connsiteX351" fmla="*/ 1360830 w 1471018"/>
                <a:gd name="connsiteY351" fmla="*/ 173194 h 795676"/>
                <a:gd name="connsiteX352" fmla="*/ 1366906 w 1471018"/>
                <a:gd name="connsiteY352" fmla="*/ 148889 h 795676"/>
                <a:gd name="connsiteX353" fmla="*/ 1377919 w 1471018"/>
                <a:gd name="connsiteY353" fmla="*/ 146231 h 795676"/>
                <a:gd name="connsiteX354" fmla="*/ 588024 w 1471018"/>
                <a:gd name="connsiteY354" fmla="*/ 143193 h 795676"/>
                <a:gd name="connsiteX355" fmla="*/ 601316 w 1471018"/>
                <a:gd name="connsiteY355" fmla="*/ 151927 h 795676"/>
                <a:gd name="connsiteX356" fmla="*/ 595240 w 1471018"/>
                <a:gd name="connsiteY356" fmla="*/ 176232 h 795676"/>
                <a:gd name="connsiteX357" fmla="*/ 570935 w 1471018"/>
                <a:gd name="connsiteY357" fmla="*/ 170156 h 795676"/>
                <a:gd name="connsiteX358" fmla="*/ 577011 w 1471018"/>
                <a:gd name="connsiteY358" fmla="*/ 145851 h 795676"/>
                <a:gd name="connsiteX359" fmla="*/ 588024 w 1471018"/>
                <a:gd name="connsiteY359" fmla="*/ 143193 h 795676"/>
                <a:gd name="connsiteX360" fmla="*/ 241687 w 1471018"/>
                <a:gd name="connsiteY360" fmla="*/ 128003 h 795676"/>
                <a:gd name="connsiteX361" fmla="*/ 254979 w 1471018"/>
                <a:gd name="connsiteY361" fmla="*/ 136737 h 795676"/>
                <a:gd name="connsiteX362" fmla="*/ 248903 w 1471018"/>
                <a:gd name="connsiteY362" fmla="*/ 161042 h 795676"/>
                <a:gd name="connsiteX363" fmla="*/ 224598 w 1471018"/>
                <a:gd name="connsiteY363" fmla="*/ 154966 h 795676"/>
                <a:gd name="connsiteX364" fmla="*/ 230674 w 1471018"/>
                <a:gd name="connsiteY364" fmla="*/ 130661 h 795676"/>
                <a:gd name="connsiteX365" fmla="*/ 241687 w 1471018"/>
                <a:gd name="connsiteY365" fmla="*/ 128003 h 795676"/>
                <a:gd name="connsiteX366" fmla="*/ 1259435 w 1471018"/>
                <a:gd name="connsiteY366" fmla="*/ 124965 h 795676"/>
                <a:gd name="connsiteX367" fmla="*/ 1272727 w 1471018"/>
                <a:gd name="connsiteY367" fmla="*/ 133699 h 795676"/>
                <a:gd name="connsiteX368" fmla="*/ 1266651 w 1471018"/>
                <a:gd name="connsiteY368" fmla="*/ 158004 h 795676"/>
                <a:gd name="connsiteX369" fmla="*/ 1242346 w 1471018"/>
                <a:gd name="connsiteY369" fmla="*/ 151928 h 795676"/>
                <a:gd name="connsiteX370" fmla="*/ 1248422 w 1471018"/>
                <a:gd name="connsiteY370" fmla="*/ 127623 h 795676"/>
                <a:gd name="connsiteX371" fmla="*/ 1259435 w 1471018"/>
                <a:gd name="connsiteY371" fmla="*/ 124965 h 795676"/>
                <a:gd name="connsiteX372" fmla="*/ 399672 w 1471018"/>
                <a:gd name="connsiteY372" fmla="*/ 118889 h 795676"/>
                <a:gd name="connsiteX373" fmla="*/ 412966 w 1471018"/>
                <a:gd name="connsiteY373" fmla="*/ 127623 h 795676"/>
                <a:gd name="connsiteX374" fmla="*/ 406890 w 1471018"/>
                <a:gd name="connsiteY374" fmla="*/ 151928 h 795676"/>
                <a:gd name="connsiteX375" fmla="*/ 382584 w 1471018"/>
                <a:gd name="connsiteY375" fmla="*/ 145852 h 795676"/>
                <a:gd name="connsiteX376" fmla="*/ 388658 w 1471018"/>
                <a:gd name="connsiteY376" fmla="*/ 121547 h 795676"/>
                <a:gd name="connsiteX377" fmla="*/ 399672 w 1471018"/>
                <a:gd name="connsiteY377" fmla="*/ 118889 h 795676"/>
                <a:gd name="connsiteX378" fmla="*/ 1004238 w 1471018"/>
                <a:gd name="connsiteY378" fmla="*/ 112813 h 795676"/>
                <a:gd name="connsiteX379" fmla="*/ 1017530 w 1471018"/>
                <a:gd name="connsiteY379" fmla="*/ 121547 h 795676"/>
                <a:gd name="connsiteX380" fmla="*/ 1011454 w 1471018"/>
                <a:gd name="connsiteY380" fmla="*/ 145852 h 795676"/>
                <a:gd name="connsiteX381" fmla="*/ 987149 w 1471018"/>
                <a:gd name="connsiteY381" fmla="*/ 139776 h 795676"/>
                <a:gd name="connsiteX382" fmla="*/ 993225 w 1471018"/>
                <a:gd name="connsiteY382" fmla="*/ 115471 h 795676"/>
                <a:gd name="connsiteX383" fmla="*/ 1004238 w 1471018"/>
                <a:gd name="connsiteY383" fmla="*/ 112813 h 795676"/>
                <a:gd name="connsiteX384" fmla="*/ 800688 w 1471018"/>
                <a:gd name="connsiteY384" fmla="*/ 97622 h 795676"/>
                <a:gd name="connsiteX385" fmla="*/ 813980 w 1471018"/>
                <a:gd name="connsiteY385" fmla="*/ 106356 h 795676"/>
                <a:gd name="connsiteX386" fmla="*/ 807904 w 1471018"/>
                <a:gd name="connsiteY386" fmla="*/ 130661 h 795676"/>
                <a:gd name="connsiteX387" fmla="*/ 783599 w 1471018"/>
                <a:gd name="connsiteY387" fmla="*/ 124585 h 795676"/>
                <a:gd name="connsiteX388" fmla="*/ 789675 w 1471018"/>
                <a:gd name="connsiteY388" fmla="*/ 100280 h 795676"/>
                <a:gd name="connsiteX389" fmla="*/ 800688 w 1471018"/>
                <a:gd name="connsiteY389" fmla="*/ 97622 h 795676"/>
                <a:gd name="connsiteX390" fmla="*/ 1128799 w 1471018"/>
                <a:gd name="connsiteY390" fmla="*/ 85470 h 795676"/>
                <a:gd name="connsiteX391" fmla="*/ 1142090 w 1471018"/>
                <a:gd name="connsiteY391" fmla="*/ 94204 h 795676"/>
                <a:gd name="connsiteX392" fmla="*/ 1136014 w 1471018"/>
                <a:gd name="connsiteY392" fmla="*/ 118509 h 795676"/>
                <a:gd name="connsiteX393" fmla="*/ 1111709 w 1471018"/>
                <a:gd name="connsiteY393" fmla="*/ 112433 h 795676"/>
                <a:gd name="connsiteX394" fmla="*/ 1117785 w 1471018"/>
                <a:gd name="connsiteY394" fmla="*/ 88128 h 795676"/>
                <a:gd name="connsiteX395" fmla="*/ 1128799 w 1471018"/>
                <a:gd name="connsiteY395" fmla="*/ 85470 h 795676"/>
                <a:gd name="connsiteX396" fmla="*/ 515112 w 1471018"/>
                <a:gd name="connsiteY396" fmla="*/ 85470 h 795676"/>
                <a:gd name="connsiteX397" fmla="*/ 528402 w 1471018"/>
                <a:gd name="connsiteY397" fmla="*/ 94204 h 795676"/>
                <a:gd name="connsiteX398" fmla="*/ 522328 w 1471018"/>
                <a:gd name="connsiteY398" fmla="*/ 118509 h 795676"/>
                <a:gd name="connsiteX399" fmla="*/ 498023 w 1471018"/>
                <a:gd name="connsiteY399" fmla="*/ 112433 h 795676"/>
                <a:gd name="connsiteX400" fmla="*/ 504099 w 1471018"/>
                <a:gd name="connsiteY400" fmla="*/ 88128 h 795676"/>
                <a:gd name="connsiteX401" fmla="*/ 515112 w 1471018"/>
                <a:gd name="connsiteY401" fmla="*/ 85470 h 795676"/>
                <a:gd name="connsiteX402" fmla="*/ 682203 w 1471018"/>
                <a:gd name="connsiteY402" fmla="*/ 73318 h 795676"/>
                <a:gd name="connsiteX403" fmla="*/ 695495 w 1471018"/>
                <a:gd name="connsiteY403" fmla="*/ 82052 h 795676"/>
                <a:gd name="connsiteX404" fmla="*/ 689419 w 1471018"/>
                <a:gd name="connsiteY404" fmla="*/ 106357 h 795676"/>
                <a:gd name="connsiteX405" fmla="*/ 665114 w 1471018"/>
                <a:gd name="connsiteY405" fmla="*/ 100281 h 795676"/>
                <a:gd name="connsiteX406" fmla="*/ 671190 w 1471018"/>
                <a:gd name="connsiteY406" fmla="*/ 75976 h 795676"/>
                <a:gd name="connsiteX407" fmla="*/ 682203 w 1471018"/>
                <a:gd name="connsiteY407" fmla="*/ 73318 h 795676"/>
                <a:gd name="connsiteX408" fmla="*/ 159669 w 1471018"/>
                <a:gd name="connsiteY408" fmla="*/ 67242 h 795676"/>
                <a:gd name="connsiteX409" fmla="*/ 172960 w 1471018"/>
                <a:gd name="connsiteY409" fmla="*/ 75976 h 795676"/>
                <a:gd name="connsiteX410" fmla="*/ 166884 w 1471018"/>
                <a:gd name="connsiteY410" fmla="*/ 100281 h 795676"/>
                <a:gd name="connsiteX411" fmla="*/ 142579 w 1471018"/>
                <a:gd name="connsiteY411" fmla="*/ 94205 h 795676"/>
                <a:gd name="connsiteX412" fmla="*/ 148655 w 1471018"/>
                <a:gd name="connsiteY412" fmla="*/ 69900 h 795676"/>
                <a:gd name="connsiteX413" fmla="*/ 159669 w 1471018"/>
                <a:gd name="connsiteY413" fmla="*/ 67242 h 795676"/>
                <a:gd name="connsiteX414" fmla="*/ 1453871 w 1471018"/>
                <a:gd name="connsiteY414" fmla="*/ 58127 h 795676"/>
                <a:gd name="connsiteX415" fmla="*/ 1467163 w 1471018"/>
                <a:gd name="connsiteY415" fmla="*/ 66861 h 795676"/>
                <a:gd name="connsiteX416" fmla="*/ 1461087 w 1471018"/>
                <a:gd name="connsiteY416" fmla="*/ 91166 h 795676"/>
                <a:gd name="connsiteX417" fmla="*/ 1436782 w 1471018"/>
                <a:gd name="connsiteY417" fmla="*/ 85090 h 795676"/>
                <a:gd name="connsiteX418" fmla="*/ 1442858 w 1471018"/>
                <a:gd name="connsiteY418" fmla="*/ 60785 h 795676"/>
                <a:gd name="connsiteX419" fmla="*/ 1453871 w 1471018"/>
                <a:gd name="connsiteY419" fmla="*/ 58127 h 795676"/>
                <a:gd name="connsiteX420" fmla="*/ 47254 w 1471018"/>
                <a:gd name="connsiteY420" fmla="*/ 58127 h 795676"/>
                <a:gd name="connsiteX421" fmla="*/ 60546 w 1471018"/>
                <a:gd name="connsiteY421" fmla="*/ 66861 h 795676"/>
                <a:gd name="connsiteX422" fmla="*/ 54470 w 1471018"/>
                <a:gd name="connsiteY422" fmla="*/ 91166 h 795676"/>
                <a:gd name="connsiteX423" fmla="*/ 30165 w 1471018"/>
                <a:gd name="connsiteY423" fmla="*/ 85090 h 795676"/>
                <a:gd name="connsiteX424" fmla="*/ 36241 w 1471018"/>
                <a:gd name="connsiteY424" fmla="*/ 60785 h 795676"/>
                <a:gd name="connsiteX425" fmla="*/ 47254 w 1471018"/>
                <a:gd name="connsiteY425" fmla="*/ 58127 h 795676"/>
                <a:gd name="connsiteX426" fmla="*/ 314611 w 1471018"/>
                <a:gd name="connsiteY426" fmla="*/ 55089 h 795676"/>
                <a:gd name="connsiteX427" fmla="*/ 327903 w 1471018"/>
                <a:gd name="connsiteY427" fmla="*/ 63823 h 795676"/>
                <a:gd name="connsiteX428" fmla="*/ 321827 w 1471018"/>
                <a:gd name="connsiteY428" fmla="*/ 88128 h 795676"/>
                <a:gd name="connsiteX429" fmla="*/ 297522 w 1471018"/>
                <a:gd name="connsiteY429" fmla="*/ 82052 h 795676"/>
                <a:gd name="connsiteX430" fmla="*/ 303598 w 1471018"/>
                <a:gd name="connsiteY430" fmla="*/ 57747 h 795676"/>
                <a:gd name="connsiteX431" fmla="*/ 314611 w 1471018"/>
                <a:gd name="connsiteY431" fmla="*/ 55089 h 795676"/>
                <a:gd name="connsiteX432" fmla="*/ 885754 w 1471018"/>
                <a:gd name="connsiteY432" fmla="*/ 52051 h 795676"/>
                <a:gd name="connsiteX433" fmla="*/ 899046 w 1471018"/>
                <a:gd name="connsiteY433" fmla="*/ 60785 h 795676"/>
                <a:gd name="connsiteX434" fmla="*/ 892970 w 1471018"/>
                <a:gd name="connsiteY434" fmla="*/ 85090 h 795676"/>
                <a:gd name="connsiteX435" fmla="*/ 868665 w 1471018"/>
                <a:gd name="connsiteY435" fmla="*/ 79014 h 795676"/>
                <a:gd name="connsiteX436" fmla="*/ 874741 w 1471018"/>
                <a:gd name="connsiteY436" fmla="*/ 54709 h 795676"/>
                <a:gd name="connsiteX437" fmla="*/ 885754 w 1471018"/>
                <a:gd name="connsiteY437" fmla="*/ 52051 h 795676"/>
                <a:gd name="connsiteX438" fmla="*/ 1341464 w 1471018"/>
                <a:gd name="connsiteY438" fmla="*/ 39899 h 795676"/>
                <a:gd name="connsiteX439" fmla="*/ 1354755 w 1471018"/>
                <a:gd name="connsiteY439" fmla="*/ 48633 h 795676"/>
                <a:gd name="connsiteX440" fmla="*/ 1348679 w 1471018"/>
                <a:gd name="connsiteY440" fmla="*/ 72938 h 795676"/>
                <a:gd name="connsiteX441" fmla="*/ 1324374 w 1471018"/>
                <a:gd name="connsiteY441" fmla="*/ 66862 h 795676"/>
                <a:gd name="connsiteX442" fmla="*/ 1330450 w 1471018"/>
                <a:gd name="connsiteY442" fmla="*/ 42557 h 795676"/>
                <a:gd name="connsiteX443" fmla="*/ 1341464 w 1471018"/>
                <a:gd name="connsiteY443" fmla="*/ 39899 h 795676"/>
                <a:gd name="connsiteX444" fmla="*/ 1204751 w 1471018"/>
                <a:gd name="connsiteY444" fmla="*/ 27747 h 795676"/>
                <a:gd name="connsiteX445" fmla="*/ 1218042 w 1471018"/>
                <a:gd name="connsiteY445" fmla="*/ 36481 h 795676"/>
                <a:gd name="connsiteX446" fmla="*/ 1211966 w 1471018"/>
                <a:gd name="connsiteY446" fmla="*/ 60786 h 795676"/>
                <a:gd name="connsiteX447" fmla="*/ 1187661 w 1471018"/>
                <a:gd name="connsiteY447" fmla="*/ 54710 h 795676"/>
                <a:gd name="connsiteX448" fmla="*/ 1193737 w 1471018"/>
                <a:gd name="connsiteY448" fmla="*/ 30405 h 795676"/>
                <a:gd name="connsiteX449" fmla="*/ 1204751 w 1471018"/>
                <a:gd name="connsiteY449" fmla="*/ 27747 h 795676"/>
                <a:gd name="connsiteX450" fmla="*/ 979933 w 1471018"/>
                <a:gd name="connsiteY450" fmla="*/ 21671 h 795676"/>
                <a:gd name="connsiteX451" fmla="*/ 993225 w 1471018"/>
                <a:gd name="connsiteY451" fmla="*/ 30405 h 795676"/>
                <a:gd name="connsiteX452" fmla="*/ 987149 w 1471018"/>
                <a:gd name="connsiteY452" fmla="*/ 54710 h 795676"/>
                <a:gd name="connsiteX453" fmla="*/ 962844 w 1471018"/>
                <a:gd name="connsiteY453" fmla="*/ 48634 h 795676"/>
                <a:gd name="connsiteX454" fmla="*/ 968920 w 1471018"/>
                <a:gd name="connsiteY454" fmla="*/ 24329 h 795676"/>
                <a:gd name="connsiteX455" fmla="*/ 979933 w 1471018"/>
                <a:gd name="connsiteY455" fmla="*/ 21671 h 795676"/>
                <a:gd name="connsiteX456" fmla="*/ 451312 w 1471018"/>
                <a:gd name="connsiteY456" fmla="*/ 8759 h 795676"/>
                <a:gd name="connsiteX457" fmla="*/ 464603 w 1471018"/>
                <a:gd name="connsiteY457" fmla="*/ 21291 h 795676"/>
                <a:gd name="connsiteX458" fmla="*/ 458526 w 1471018"/>
                <a:gd name="connsiteY458" fmla="*/ 45596 h 795676"/>
                <a:gd name="connsiteX459" fmla="*/ 434225 w 1471018"/>
                <a:gd name="connsiteY459" fmla="*/ 39520 h 795676"/>
                <a:gd name="connsiteX460" fmla="*/ 440301 w 1471018"/>
                <a:gd name="connsiteY460" fmla="*/ 12177 h 795676"/>
                <a:gd name="connsiteX461" fmla="*/ 451312 w 1471018"/>
                <a:gd name="connsiteY461" fmla="*/ 8759 h 795676"/>
                <a:gd name="connsiteX462" fmla="*/ 1049824 w 1471018"/>
                <a:gd name="connsiteY462" fmla="*/ 0 h 795676"/>
                <a:gd name="connsiteX463" fmla="*/ 1083563 w 1471018"/>
                <a:gd name="connsiteY463" fmla="*/ 0 h 795676"/>
                <a:gd name="connsiteX464" fmla="*/ 1083987 w 1471018"/>
                <a:gd name="connsiteY464" fmla="*/ 2304 h 795676"/>
                <a:gd name="connsiteX465" fmla="*/ 1075253 w 1471018"/>
                <a:gd name="connsiteY465" fmla="*/ 12178 h 795676"/>
                <a:gd name="connsiteX466" fmla="*/ 1050948 w 1471018"/>
                <a:gd name="connsiteY466" fmla="*/ 6102 h 795676"/>
                <a:gd name="connsiteX467" fmla="*/ 773962 w 1471018"/>
                <a:gd name="connsiteY467" fmla="*/ 0 h 795676"/>
                <a:gd name="connsiteX468" fmla="*/ 806875 w 1471018"/>
                <a:gd name="connsiteY468" fmla="*/ 0 h 795676"/>
                <a:gd name="connsiteX469" fmla="*/ 798790 w 1471018"/>
                <a:gd name="connsiteY469" fmla="*/ 9140 h 795676"/>
                <a:gd name="connsiteX470" fmla="*/ 774485 w 1471018"/>
                <a:gd name="connsiteY470" fmla="*/ 3064 h 795676"/>
                <a:gd name="connsiteX471" fmla="*/ 659033 w 1471018"/>
                <a:gd name="connsiteY471" fmla="*/ 0 h 795676"/>
                <a:gd name="connsiteX472" fmla="*/ 688741 w 1471018"/>
                <a:gd name="connsiteY472" fmla="*/ 0 h 795676"/>
                <a:gd name="connsiteX473" fmla="*/ 683343 w 1471018"/>
                <a:gd name="connsiteY473" fmla="*/ 6102 h 795676"/>
                <a:gd name="connsiteX474" fmla="*/ 659038 w 1471018"/>
                <a:gd name="connsiteY474" fmla="*/ 26 h 795676"/>
                <a:gd name="connsiteX475" fmla="*/ 558807 w 1471018"/>
                <a:gd name="connsiteY475" fmla="*/ 0 h 795676"/>
                <a:gd name="connsiteX476" fmla="*/ 589125 w 1471018"/>
                <a:gd name="connsiteY476" fmla="*/ 0 h 795676"/>
                <a:gd name="connsiteX477" fmla="*/ 589163 w 1471018"/>
                <a:gd name="connsiteY477" fmla="*/ 25 h 795676"/>
                <a:gd name="connsiteX478" fmla="*/ 583087 w 1471018"/>
                <a:gd name="connsiteY478" fmla="*/ 24330 h 795676"/>
                <a:gd name="connsiteX479" fmla="*/ 558782 w 1471018"/>
                <a:gd name="connsiteY479" fmla="*/ 18254 h 795676"/>
                <a:gd name="connsiteX480" fmla="*/ 556124 w 1471018"/>
                <a:gd name="connsiteY480" fmla="*/ 2683 h 795676"/>
                <a:gd name="connsiteX481" fmla="*/ 189731 w 1471018"/>
                <a:gd name="connsiteY481" fmla="*/ 0 h 795676"/>
                <a:gd name="connsiteX482" fmla="*/ 223240 w 1471018"/>
                <a:gd name="connsiteY482" fmla="*/ 0 h 795676"/>
                <a:gd name="connsiteX483" fmla="*/ 224224 w 1471018"/>
                <a:gd name="connsiteY483" fmla="*/ 5342 h 795676"/>
                <a:gd name="connsiteX484" fmla="*/ 215490 w 1471018"/>
                <a:gd name="connsiteY484" fmla="*/ 15216 h 795676"/>
                <a:gd name="connsiteX485" fmla="*/ 191185 w 1471018"/>
                <a:gd name="connsiteY485" fmla="*/ 9140 h 79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Lst>
              <a:rect l="l" t="t" r="r" b="b"/>
              <a:pathLst>
                <a:path w="1471018" h="795676">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dirty="0"/>
            </a:p>
          </p:txBody>
        </p:sp>
      </p:grpSp>
      <p:sp>
        <p:nvSpPr>
          <p:cNvPr id="20" name="Title 17">
            <a:extLst>
              <a:ext uri="{FF2B5EF4-FFF2-40B4-BE49-F238E27FC236}">
                <a16:creationId xmlns:a16="http://schemas.microsoft.com/office/drawing/2014/main" id="{15DDE0A9-9078-4B0D-A7CF-991E3ADD1B0A}"/>
              </a:ext>
            </a:extLst>
          </p:cNvPr>
          <p:cNvSpPr>
            <a:spLocks noGrp="1"/>
          </p:cNvSpPr>
          <p:nvPr>
            <p:ph type="title"/>
          </p:nvPr>
        </p:nvSpPr>
        <p:spPr>
          <a:xfrm>
            <a:off x="691134" y="576072"/>
            <a:ext cx="6560714" cy="2752344"/>
          </a:xfrm>
        </p:spPr>
        <p:txBody>
          <a:bodyPr anchor="ctr" anchorCtr="0">
            <a:normAutofit/>
          </a:bodyPr>
          <a:lstStyle/>
          <a:p>
            <a:pPr algn="l">
              <a:lnSpc>
                <a:spcPct val="100000"/>
              </a:lnSpc>
            </a:pPr>
            <a:r>
              <a:rPr lang="en-US" sz="5200">
                <a:solidFill>
                  <a:schemeClr val="bg1"/>
                </a:solidFill>
                <a:latin typeface="+mj-lt"/>
                <a:cs typeface="Sakkal Majalla" panose="020B0604020202020204" pitchFamily="2" charset="-78"/>
              </a:rPr>
              <a:t>Click to edit Master title style</a:t>
            </a:r>
            <a:endParaRPr lang="en-US" sz="5200" dirty="0">
              <a:solidFill>
                <a:schemeClr val="bg1"/>
              </a:solidFill>
              <a:latin typeface="+mj-lt"/>
              <a:cs typeface="Sakkal Majalla" panose="020B0604020202020204" pitchFamily="2" charset="-78"/>
            </a:endParaRPr>
          </a:p>
        </p:txBody>
      </p:sp>
      <p:sp>
        <p:nvSpPr>
          <p:cNvPr id="22" name="Content Placeholder 2">
            <a:extLst>
              <a:ext uri="{FF2B5EF4-FFF2-40B4-BE49-F238E27FC236}">
                <a16:creationId xmlns:a16="http://schemas.microsoft.com/office/drawing/2014/main" id="{AA07D0E6-DA05-4E41-A199-0F5795023F73}"/>
              </a:ext>
            </a:extLst>
          </p:cNvPr>
          <p:cNvSpPr>
            <a:spLocks noGrp="1"/>
          </p:cNvSpPr>
          <p:nvPr>
            <p:ph idx="1"/>
          </p:nvPr>
        </p:nvSpPr>
        <p:spPr>
          <a:xfrm>
            <a:off x="691133" y="3448949"/>
            <a:ext cx="6560714" cy="2721345"/>
          </a:xfrm>
        </p:spPr>
        <p:txBody>
          <a:bodyPr anchor="ctr">
            <a:normAutofit/>
          </a:bodyPr>
          <a:lstStyle>
            <a:lvl1pPr marL="0" indent="0">
              <a:buNone/>
              <a:defRPr>
                <a:solidFill>
                  <a:schemeClr val="tx2"/>
                </a:solidFill>
              </a:defRPr>
            </a:lvl1pPr>
          </a:lstStyle>
          <a:p>
            <a:pPr marL="228600" lvl="0" indent="-228600" algn="l">
              <a:lnSpc>
                <a:spcPct val="110000"/>
              </a:lnSpc>
              <a:buClr>
                <a:schemeClr val="accent5"/>
              </a:buClr>
            </a:pPr>
            <a:r>
              <a:rPr lang="en-US" sz="2000" spc="110">
                <a:solidFill>
                  <a:schemeClr val="tx2"/>
                </a:solidFill>
                <a:cs typeface="Sakkal Majalla" panose="020B0604020202020204" pitchFamily="2" charset="-78"/>
              </a:rPr>
              <a:t>Click to edit Master text styles</a:t>
            </a:r>
          </a:p>
        </p:txBody>
      </p:sp>
      <p:sp>
        <p:nvSpPr>
          <p:cNvPr id="26" name="Picture Placeholder 25">
            <a:extLst>
              <a:ext uri="{FF2B5EF4-FFF2-40B4-BE49-F238E27FC236}">
                <a16:creationId xmlns:a16="http://schemas.microsoft.com/office/drawing/2014/main" id="{C79086DD-652F-45A1-ABA7-44A0FE448A1C}"/>
              </a:ext>
            </a:extLst>
          </p:cNvPr>
          <p:cNvSpPr>
            <a:spLocks noGrp="1"/>
          </p:cNvSpPr>
          <p:nvPr>
            <p:ph type="pic" sz="quarter" idx="13"/>
          </p:nvPr>
        </p:nvSpPr>
        <p:spPr>
          <a:xfrm>
            <a:off x="8247888" y="654324"/>
            <a:ext cx="3209544" cy="1362456"/>
          </a:xfrm>
          <a:solidFill>
            <a:schemeClr val="accent4"/>
          </a:solidFill>
        </p:spPr>
        <p:txBody>
          <a:bodyPr/>
          <a:lstStyle/>
          <a:p>
            <a:r>
              <a:rPr lang="en-US"/>
              <a:t>Click icon to add picture</a:t>
            </a:r>
            <a:endParaRPr lang="en-US" dirty="0"/>
          </a:p>
        </p:txBody>
      </p:sp>
      <p:sp>
        <p:nvSpPr>
          <p:cNvPr id="27" name="Picture Placeholder 25">
            <a:extLst>
              <a:ext uri="{FF2B5EF4-FFF2-40B4-BE49-F238E27FC236}">
                <a16:creationId xmlns:a16="http://schemas.microsoft.com/office/drawing/2014/main" id="{93B40836-2DB1-47A0-AA7D-CFFE954BEB8D}"/>
              </a:ext>
            </a:extLst>
          </p:cNvPr>
          <p:cNvSpPr>
            <a:spLocks noGrp="1"/>
          </p:cNvSpPr>
          <p:nvPr>
            <p:ph type="pic" sz="quarter" idx="14"/>
          </p:nvPr>
        </p:nvSpPr>
        <p:spPr>
          <a:xfrm>
            <a:off x="8247888" y="2065548"/>
            <a:ext cx="3209544" cy="1362456"/>
          </a:xfrm>
          <a:solidFill>
            <a:schemeClr val="accent4"/>
          </a:solidFill>
        </p:spPr>
        <p:txBody>
          <a:bodyPr/>
          <a:lstStyle/>
          <a:p>
            <a:r>
              <a:rPr lang="en-US"/>
              <a:t>Click icon to add picture</a:t>
            </a:r>
            <a:endParaRPr lang="en-US" dirty="0"/>
          </a:p>
        </p:txBody>
      </p:sp>
      <p:sp>
        <p:nvSpPr>
          <p:cNvPr id="28" name="Picture Placeholder 25">
            <a:extLst>
              <a:ext uri="{FF2B5EF4-FFF2-40B4-BE49-F238E27FC236}">
                <a16:creationId xmlns:a16="http://schemas.microsoft.com/office/drawing/2014/main" id="{42715D2B-D5F5-4E9A-B519-B857A72C7952}"/>
              </a:ext>
            </a:extLst>
          </p:cNvPr>
          <p:cNvSpPr>
            <a:spLocks noGrp="1"/>
          </p:cNvSpPr>
          <p:nvPr>
            <p:ph type="pic" sz="quarter" idx="15"/>
          </p:nvPr>
        </p:nvSpPr>
        <p:spPr>
          <a:xfrm>
            <a:off x="8247888" y="3476772"/>
            <a:ext cx="3209544" cy="1362456"/>
          </a:xfrm>
          <a:solidFill>
            <a:schemeClr val="accent4"/>
          </a:solidFill>
        </p:spPr>
        <p:txBody>
          <a:bodyPr/>
          <a:lstStyle/>
          <a:p>
            <a:r>
              <a:rPr lang="en-US"/>
              <a:t>Click icon to add picture</a:t>
            </a:r>
            <a:endParaRPr lang="en-US" dirty="0"/>
          </a:p>
        </p:txBody>
      </p:sp>
      <p:sp>
        <p:nvSpPr>
          <p:cNvPr id="29" name="Picture Placeholder 25">
            <a:extLst>
              <a:ext uri="{FF2B5EF4-FFF2-40B4-BE49-F238E27FC236}">
                <a16:creationId xmlns:a16="http://schemas.microsoft.com/office/drawing/2014/main" id="{DAD06F7B-5B84-41B8-8785-E4109F209480}"/>
              </a:ext>
            </a:extLst>
          </p:cNvPr>
          <p:cNvSpPr>
            <a:spLocks noGrp="1"/>
          </p:cNvSpPr>
          <p:nvPr>
            <p:ph type="pic" sz="quarter" idx="16"/>
          </p:nvPr>
        </p:nvSpPr>
        <p:spPr>
          <a:xfrm>
            <a:off x="8247888" y="4887996"/>
            <a:ext cx="3209544" cy="1362456"/>
          </a:xfrm>
          <a:solidFill>
            <a:schemeClr val="accent4"/>
          </a:solidFill>
        </p:spPr>
        <p:txBody>
          <a:bodyPr/>
          <a:lstStyle/>
          <a:p>
            <a:r>
              <a:rPr lang="en-US"/>
              <a:t>Click icon to add picture</a:t>
            </a:r>
            <a:endParaRPr lang="en-US" dirty="0"/>
          </a:p>
        </p:txBody>
      </p:sp>
      <p:sp>
        <p:nvSpPr>
          <p:cNvPr id="2" name="Date Placeholder 1"/>
          <p:cNvSpPr>
            <a:spLocks noGrp="1"/>
          </p:cNvSpPr>
          <p:nvPr>
            <p:ph type="dt" sz="half" idx="10"/>
          </p:nvPr>
        </p:nvSpPr>
        <p:spPr/>
        <p:txBody>
          <a:bodyPr/>
          <a:lstStyle/>
          <a:p>
            <a:r>
              <a:rPr lang="en-US" dirty="0"/>
              <a:t>20XX</a:t>
            </a:r>
          </a:p>
        </p:txBody>
      </p:sp>
      <p:sp>
        <p:nvSpPr>
          <p:cNvPr id="3" name="Footer Placeholder 2"/>
          <p:cNvSpPr>
            <a:spLocks noGrp="1"/>
          </p:cNvSpPr>
          <p:nvPr>
            <p:ph type="ftr" sz="quarter" idx="11"/>
          </p:nvPr>
        </p:nvSpPr>
        <p:spPr/>
        <p:txBody>
          <a:bodyPr/>
          <a:lstStyle/>
          <a:p>
            <a:r>
              <a:rPr lang="en-US" dirty="0"/>
              <a:t>Sample Footer Text</a:t>
            </a:r>
          </a:p>
        </p:txBody>
      </p:sp>
      <p:sp>
        <p:nvSpPr>
          <p:cNvPr id="4" name="Slide Number Placeholder 3"/>
          <p:cNvSpPr>
            <a:spLocks noGrp="1"/>
          </p:cNvSpPr>
          <p:nvPr>
            <p:ph type="sldNum" sz="quarter" idx="12"/>
          </p:nvPr>
        </p:nvSpPr>
        <p:spPr/>
        <p:txBody>
          <a:bodyPr/>
          <a:lstStyle/>
          <a:p>
            <a:fld id="{DFDF98CC-160E-494C-8C3C-8CDC5FA257DE}" type="slidenum">
              <a:rPr lang="en-US" smtClean="0"/>
              <a:t>‹#›</a:t>
            </a:fld>
            <a:endParaRPr lang="en-US" dirty="0"/>
          </a:p>
        </p:txBody>
      </p:sp>
    </p:spTree>
    <p:extLst>
      <p:ext uri="{BB962C8B-B14F-4D97-AF65-F5344CB8AC3E}">
        <p14:creationId xmlns:p14="http://schemas.microsoft.com/office/powerpoint/2010/main" val="39992282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sp>
        <p:nvSpPr>
          <p:cNvPr id="7" name="Color">
            <a:extLst>
              <a:ext uri="{FF2B5EF4-FFF2-40B4-BE49-F238E27FC236}">
                <a16:creationId xmlns:a16="http://schemas.microsoft.com/office/drawing/2014/main" id="{19BD5B1E-0D8B-4636-A5CE-F5D237225B82}"/>
              </a:ext>
              <a:ext uri="{C183D7F6-B498-43B3-948B-1728B52AA6E4}">
                <adec:decorative xmlns:adec="http://schemas.microsoft.com/office/drawing/2017/decorative" val="1"/>
              </a:ext>
            </a:extLst>
          </p:cNvPr>
          <p:cNvSpPr/>
          <p:nvPr userDrawn="1"/>
        </p:nvSpPr>
        <p:spPr>
          <a:xfrm>
            <a:off x="-1" y="0"/>
            <a:ext cx="12192002" cy="6860585"/>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1" name="Group 10">
            <a:extLst>
              <a:ext uri="{FF2B5EF4-FFF2-40B4-BE49-F238E27FC236}">
                <a16:creationId xmlns:a16="http://schemas.microsoft.com/office/drawing/2014/main" id="{93E16307-B11F-4245-B407-A26EA77D980C}"/>
              </a:ext>
              <a:ext uri="{C183D7F6-B498-43B3-948B-1728B52AA6E4}">
                <adec:decorative xmlns:adec="http://schemas.microsoft.com/office/drawing/2017/decorative" val="1"/>
              </a:ext>
            </a:extLst>
          </p:cNvPr>
          <p:cNvGrpSpPr/>
          <p:nvPr userDrawn="1"/>
        </p:nvGrpSpPr>
        <p:grpSpPr>
          <a:xfrm>
            <a:off x="1524" y="0"/>
            <a:ext cx="12188952" cy="6858000"/>
            <a:chOff x="0" y="0"/>
            <a:chExt cx="12188952" cy="6858000"/>
          </a:xfrm>
        </p:grpSpPr>
        <p:sp>
          <p:nvSpPr>
            <p:cNvPr id="12" name="Freeform: Shape 11">
              <a:extLst>
                <a:ext uri="{FF2B5EF4-FFF2-40B4-BE49-F238E27FC236}">
                  <a16:creationId xmlns:a16="http://schemas.microsoft.com/office/drawing/2014/main" id="{6106411F-9C44-49D3-B1B9-B1B1673E24E1}"/>
                </a:ext>
              </a:extLst>
            </p:cNvPr>
            <p:cNvSpPr/>
            <p:nvPr/>
          </p:nvSpPr>
          <p:spPr>
            <a:xfrm>
              <a:off x="26122" y="6015669"/>
              <a:ext cx="2605762" cy="842331"/>
            </a:xfrm>
            <a:custGeom>
              <a:avLst/>
              <a:gdLst>
                <a:gd name="connsiteX0" fmla="*/ 1151220 w 3180577"/>
                <a:gd name="connsiteY0" fmla="*/ 1105 h 1033951"/>
                <a:gd name="connsiteX1" fmla="*/ 1735251 w 3180577"/>
                <a:gd name="connsiteY1" fmla="*/ 77956 h 1033951"/>
                <a:gd name="connsiteX2" fmla="*/ 2001894 w 3180577"/>
                <a:gd name="connsiteY2" fmla="*/ 123235 h 1033951"/>
                <a:gd name="connsiteX3" fmla="*/ 2321364 w 3180577"/>
                <a:gd name="connsiteY3" fmla="*/ 128266 h 1033951"/>
                <a:gd name="connsiteX4" fmla="*/ 2671019 w 3180577"/>
                <a:gd name="connsiteY4" fmla="*/ 55316 h 1033951"/>
                <a:gd name="connsiteX5" fmla="*/ 2982942 w 3180577"/>
                <a:gd name="connsiteY5" fmla="*/ 326991 h 1033951"/>
                <a:gd name="connsiteX6" fmla="*/ 3176430 w 3180577"/>
                <a:gd name="connsiteY6" fmla="*/ 1024557 h 1033951"/>
                <a:gd name="connsiteX7" fmla="*/ 3174833 w 3180577"/>
                <a:gd name="connsiteY7" fmla="*/ 1033951 h 1033951"/>
                <a:gd name="connsiteX8" fmla="*/ 23630 w 3180577"/>
                <a:gd name="connsiteY8" fmla="*/ 1033951 h 1033951"/>
                <a:gd name="connsiteX9" fmla="*/ 11184 w 3180577"/>
                <a:gd name="connsiteY9" fmla="*/ 984167 h 1033951"/>
                <a:gd name="connsiteX10" fmla="*/ 236008 w 3180577"/>
                <a:gd name="connsiteY10" fmla="*/ 289258 h 1033951"/>
                <a:gd name="connsiteX11" fmla="*/ 1151220 w 3180577"/>
                <a:gd name="connsiteY11" fmla="*/ 1105 h 1033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0577" h="1033951">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dirty="0"/>
            </a:p>
          </p:txBody>
        </p:sp>
        <p:sp>
          <p:nvSpPr>
            <p:cNvPr id="13" name="Freeform: Shape 12">
              <a:extLst>
                <a:ext uri="{FF2B5EF4-FFF2-40B4-BE49-F238E27FC236}">
                  <a16:creationId xmlns:a16="http://schemas.microsoft.com/office/drawing/2014/main" id="{71DFDDAF-D17F-4BEE-BF35-C139C32CC126}"/>
                </a:ext>
              </a:extLst>
            </p:cNvPr>
            <p:cNvSpPr/>
            <p:nvPr/>
          </p:nvSpPr>
          <p:spPr>
            <a:xfrm>
              <a:off x="655184" y="5798001"/>
              <a:ext cx="2485581" cy="1059999"/>
            </a:xfrm>
            <a:custGeom>
              <a:avLst/>
              <a:gdLst>
                <a:gd name="connsiteX0" fmla="*/ 1553968 w 2449768"/>
                <a:gd name="connsiteY0" fmla="*/ 1045598 h 1050628"/>
                <a:gd name="connsiteX1" fmla="*/ 1561623 w 2449768"/>
                <a:gd name="connsiteY1" fmla="*/ 1050628 h 1050628"/>
                <a:gd name="connsiteX2" fmla="*/ 1540857 w 2449768"/>
                <a:gd name="connsiteY2" fmla="*/ 1050628 h 1050628"/>
                <a:gd name="connsiteX3" fmla="*/ 1542955 w 2449768"/>
                <a:gd name="connsiteY3" fmla="*/ 1048256 h 1050628"/>
                <a:gd name="connsiteX4" fmla="*/ 1553968 w 2449768"/>
                <a:gd name="connsiteY4" fmla="*/ 1045598 h 1050628"/>
                <a:gd name="connsiteX5" fmla="*/ 490647 w 2449768"/>
                <a:gd name="connsiteY5" fmla="*/ 1036483 h 1050628"/>
                <a:gd name="connsiteX6" fmla="*/ 503939 w 2449768"/>
                <a:gd name="connsiteY6" fmla="*/ 1045217 h 1050628"/>
                <a:gd name="connsiteX7" fmla="*/ 505485 w 2449768"/>
                <a:gd name="connsiteY7" fmla="*/ 1050628 h 1050628"/>
                <a:gd name="connsiteX8" fmla="*/ 470645 w 2449768"/>
                <a:gd name="connsiteY8" fmla="*/ 1050628 h 1050628"/>
                <a:gd name="connsiteX9" fmla="*/ 469761 w 2449768"/>
                <a:gd name="connsiteY9" fmla="*/ 1046736 h 1050628"/>
                <a:gd name="connsiteX10" fmla="*/ 479634 w 2449768"/>
                <a:gd name="connsiteY10" fmla="*/ 1039141 h 1050628"/>
                <a:gd name="connsiteX11" fmla="*/ 490647 w 2449768"/>
                <a:gd name="connsiteY11" fmla="*/ 1036483 h 1050628"/>
                <a:gd name="connsiteX12" fmla="*/ 326591 w 2449768"/>
                <a:gd name="connsiteY12" fmla="*/ 1030407 h 1050628"/>
                <a:gd name="connsiteX13" fmla="*/ 339883 w 2449768"/>
                <a:gd name="connsiteY13" fmla="*/ 1039141 h 1050628"/>
                <a:gd name="connsiteX14" fmla="*/ 341999 w 2449768"/>
                <a:gd name="connsiteY14" fmla="*/ 1050628 h 1050628"/>
                <a:gd name="connsiteX15" fmla="*/ 308260 w 2449768"/>
                <a:gd name="connsiteY15" fmla="*/ 1050628 h 1050628"/>
                <a:gd name="connsiteX16" fmla="*/ 306844 w 2449768"/>
                <a:gd name="connsiteY16" fmla="*/ 1042939 h 1050628"/>
                <a:gd name="connsiteX17" fmla="*/ 315578 w 2449768"/>
                <a:gd name="connsiteY17" fmla="*/ 1033065 h 1050628"/>
                <a:gd name="connsiteX18" fmla="*/ 326591 w 2449768"/>
                <a:gd name="connsiteY18" fmla="*/ 1030407 h 1050628"/>
                <a:gd name="connsiteX19" fmla="*/ 20886 w 2449768"/>
                <a:gd name="connsiteY19" fmla="*/ 1026229 h 1050628"/>
                <a:gd name="connsiteX20" fmla="*/ 33039 w 2449768"/>
                <a:gd name="connsiteY20" fmla="*/ 1036103 h 1050628"/>
                <a:gd name="connsiteX21" fmla="*/ 36837 w 2449768"/>
                <a:gd name="connsiteY21" fmla="*/ 1049395 h 1050628"/>
                <a:gd name="connsiteX22" fmla="*/ 35731 w 2449768"/>
                <a:gd name="connsiteY22" fmla="*/ 1050628 h 1050628"/>
                <a:gd name="connsiteX23" fmla="*/ 1976 w 2449768"/>
                <a:gd name="connsiteY23" fmla="*/ 1050628 h 1050628"/>
                <a:gd name="connsiteX24" fmla="*/ 0 w 2449768"/>
                <a:gd name="connsiteY24" fmla="*/ 1039901 h 1050628"/>
                <a:gd name="connsiteX25" fmla="*/ 8734 w 2449768"/>
                <a:gd name="connsiteY25" fmla="*/ 1030027 h 1050628"/>
                <a:gd name="connsiteX26" fmla="*/ 20886 w 2449768"/>
                <a:gd name="connsiteY26" fmla="*/ 1026229 h 1050628"/>
                <a:gd name="connsiteX27" fmla="*/ 2100819 w 2449768"/>
                <a:gd name="connsiteY27" fmla="*/ 1024331 h 1050628"/>
                <a:gd name="connsiteX28" fmla="*/ 2114111 w 2449768"/>
                <a:gd name="connsiteY28" fmla="*/ 1033065 h 1050628"/>
                <a:gd name="connsiteX29" fmla="*/ 2117909 w 2449768"/>
                <a:gd name="connsiteY29" fmla="*/ 1046357 h 1050628"/>
                <a:gd name="connsiteX30" fmla="*/ 2114079 w 2449768"/>
                <a:gd name="connsiteY30" fmla="*/ 1050628 h 1050628"/>
                <a:gd name="connsiteX31" fmla="*/ 2083616 w 2449768"/>
                <a:gd name="connsiteY31" fmla="*/ 1050628 h 1050628"/>
                <a:gd name="connsiteX32" fmla="*/ 2081072 w 2449768"/>
                <a:gd name="connsiteY32" fmla="*/ 1035724 h 1050628"/>
                <a:gd name="connsiteX33" fmla="*/ 2089806 w 2449768"/>
                <a:gd name="connsiteY33" fmla="*/ 1026989 h 1050628"/>
                <a:gd name="connsiteX34" fmla="*/ 2100819 w 2449768"/>
                <a:gd name="connsiteY34" fmla="*/ 1024331 h 1050628"/>
                <a:gd name="connsiteX35" fmla="*/ 1192439 w 2449768"/>
                <a:gd name="connsiteY35" fmla="*/ 1024331 h 1050628"/>
                <a:gd name="connsiteX36" fmla="*/ 1205731 w 2449768"/>
                <a:gd name="connsiteY36" fmla="*/ 1033065 h 1050628"/>
                <a:gd name="connsiteX37" fmla="*/ 1209529 w 2449768"/>
                <a:gd name="connsiteY37" fmla="*/ 1046357 h 1050628"/>
                <a:gd name="connsiteX38" fmla="*/ 1205699 w 2449768"/>
                <a:gd name="connsiteY38" fmla="*/ 1050628 h 1050628"/>
                <a:gd name="connsiteX39" fmla="*/ 1175227 w 2449768"/>
                <a:gd name="connsiteY39" fmla="*/ 1050628 h 1050628"/>
                <a:gd name="connsiteX40" fmla="*/ 1172692 w 2449768"/>
                <a:gd name="connsiteY40" fmla="*/ 1036863 h 1050628"/>
                <a:gd name="connsiteX41" fmla="*/ 1181426 w 2449768"/>
                <a:gd name="connsiteY41" fmla="*/ 1026989 h 1050628"/>
                <a:gd name="connsiteX42" fmla="*/ 1192439 w 2449768"/>
                <a:gd name="connsiteY42" fmla="*/ 1024331 h 1050628"/>
                <a:gd name="connsiteX43" fmla="*/ 788376 w 2449768"/>
                <a:gd name="connsiteY43" fmla="*/ 1024331 h 1050628"/>
                <a:gd name="connsiteX44" fmla="*/ 801668 w 2449768"/>
                <a:gd name="connsiteY44" fmla="*/ 1033065 h 1050628"/>
                <a:gd name="connsiteX45" fmla="*/ 805466 w 2449768"/>
                <a:gd name="connsiteY45" fmla="*/ 1046357 h 1050628"/>
                <a:gd name="connsiteX46" fmla="*/ 801636 w 2449768"/>
                <a:gd name="connsiteY46" fmla="*/ 1050628 h 1050628"/>
                <a:gd name="connsiteX47" fmla="*/ 771181 w 2449768"/>
                <a:gd name="connsiteY47" fmla="*/ 1050628 h 1050628"/>
                <a:gd name="connsiteX48" fmla="*/ 768629 w 2449768"/>
                <a:gd name="connsiteY48" fmla="*/ 1034584 h 1050628"/>
                <a:gd name="connsiteX49" fmla="*/ 777363 w 2449768"/>
                <a:gd name="connsiteY49" fmla="*/ 1026989 h 1050628"/>
                <a:gd name="connsiteX50" fmla="*/ 788376 w 2449768"/>
                <a:gd name="connsiteY50" fmla="*/ 1024331 h 1050628"/>
                <a:gd name="connsiteX51" fmla="*/ 138231 w 2449768"/>
                <a:gd name="connsiteY51" fmla="*/ 1024331 h 1050628"/>
                <a:gd name="connsiteX52" fmla="*/ 151523 w 2449768"/>
                <a:gd name="connsiteY52" fmla="*/ 1033065 h 1050628"/>
                <a:gd name="connsiteX53" fmla="*/ 154181 w 2449768"/>
                <a:gd name="connsiteY53" fmla="*/ 1047496 h 1050628"/>
                <a:gd name="connsiteX54" fmla="*/ 151411 w 2449768"/>
                <a:gd name="connsiteY54" fmla="*/ 1050628 h 1050628"/>
                <a:gd name="connsiteX55" fmla="*/ 121019 w 2449768"/>
                <a:gd name="connsiteY55" fmla="*/ 1050628 h 1050628"/>
                <a:gd name="connsiteX56" fmla="*/ 118484 w 2449768"/>
                <a:gd name="connsiteY56" fmla="*/ 1036863 h 1050628"/>
                <a:gd name="connsiteX57" fmla="*/ 127218 w 2449768"/>
                <a:gd name="connsiteY57" fmla="*/ 1026989 h 1050628"/>
                <a:gd name="connsiteX58" fmla="*/ 138231 w 2449768"/>
                <a:gd name="connsiteY58" fmla="*/ 1024331 h 1050628"/>
                <a:gd name="connsiteX59" fmla="*/ 894709 w 2449768"/>
                <a:gd name="connsiteY59" fmla="*/ 1021293 h 1050628"/>
                <a:gd name="connsiteX60" fmla="*/ 908001 w 2449768"/>
                <a:gd name="connsiteY60" fmla="*/ 1030027 h 1050628"/>
                <a:gd name="connsiteX61" fmla="*/ 911799 w 2449768"/>
                <a:gd name="connsiteY61" fmla="*/ 1043319 h 1050628"/>
                <a:gd name="connsiteX62" fmla="*/ 905246 w 2449768"/>
                <a:gd name="connsiteY62" fmla="*/ 1050628 h 1050628"/>
                <a:gd name="connsiteX63" fmla="*/ 880920 w 2449768"/>
                <a:gd name="connsiteY63" fmla="*/ 1050628 h 1050628"/>
                <a:gd name="connsiteX64" fmla="*/ 877620 w 2449768"/>
                <a:gd name="connsiteY64" fmla="*/ 1048256 h 1050628"/>
                <a:gd name="connsiteX65" fmla="*/ 883696 w 2449768"/>
                <a:gd name="connsiteY65" fmla="*/ 1023951 h 1050628"/>
                <a:gd name="connsiteX66" fmla="*/ 894709 w 2449768"/>
                <a:gd name="connsiteY66" fmla="*/ 1021293 h 1050628"/>
                <a:gd name="connsiteX67" fmla="*/ 694197 w 2449768"/>
                <a:gd name="connsiteY67" fmla="*/ 1021293 h 1050628"/>
                <a:gd name="connsiteX68" fmla="*/ 707488 w 2449768"/>
                <a:gd name="connsiteY68" fmla="*/ 1030027 h 1050628"/>
                <a:gd name="connsiteX69" fmla="*/ 711286 w 2449768"/>
                <a:gd name="connsiteY69" fmla="*/ 1043319 h 1050628"/>
                <a:gd name="connsiteX70" fmla="*/ 704733 w 2449768"/>
                <a:gd name="connsiteY70" fmla="*/ 1050628 h 1050628"/>
                <a:gd name="connsiteX71" fmla="*/ 680408 w 2449768"/>
                <a:gd name="connsiteY71" fmla="*/ 1050628 h 1050628"/>
                <a:gd name="connsiteX72" fmla="*/ 677108 w 2449768"/>
                <a:gd name="connsiteY72" fmla="*/ 1048256 h 1050628"/>
                <a:gd name="connsiteX73" fmla="*/ 683184 w 2449768"/>
                <a:gd name="connsiteY73" fmla="*/ 1023951 h 1050628"/>
                <a:gd name="connsiteX74" fmla="*/ 694197 w 2449768"/>
                <a:gd name="connsiteY74" fmla="*/ 1021293 h 1050628"/>
                <a:gd name="connsiteX75" fmla="*/ 596979 w 2449768"/>
                <a:gd name="connsiteY75" fmla="*/ 1021293 h 1050628"/>
                <a:gd name="connsiteX76" fmla="*/ 610271 w 2449768"/>
                <a:gd name="connsiteY76" fmla="*/ 1030027 h 1050628"/>
                <a:gd name="connsiteX77" fmla="*/ 614069 w 2449768"/>
                <a:gd name="connsiteY77" fmla="*/ 1043319 h 1050628"/>
                <a:gd name="connsiteX78" fmla="*/ 607516 w 2449768"/>
                <a:gd name="connsiteY78" fmla="*/ 1050628 h 1050628"/>
                <a:gd name="connsiteX79" fmla="*/ 583190 w 2449768"/>
                <a:gd name="connsiteY79" fmla="*/ 1050628 h 1050628"/>
                <a:gd name="connsiteX80" fmla="*/ 579890 w 2449768"/>
                <a:gd name="connsiteY80" fmla="*/ 1048256 h 1050628"/>
                <a:gd name="connsiteX81" fmla="*/ 585966 w 2449768"/>
                <a:gd name="connsiteY81" fmla="*/ 1023951 h 1050628"/>
                <a:gd name="connsiteX82" fmla="*/ 596979 w 2449768"/>
                <a:gd name="connsiteY82" fmla="*/ 1021293 h 1050628"/>
                <a:gd name="connsiteX83" fmla="*/ 1086106 w 2449768"/>
                <a:gd name="connsiteY83" fmla="*/ 1015217 h 1050628"/>
                <a:gd name="connsiteX84" fmla="*/ 1099398 w 2449768"/>
                <a:gd name="connsiteY84" fmla="*/ 1023951 h 1050628"/>
                <a:gd name="connsiteX85" fmla="*/ 1093322 w 2449768"/>
                <a:gd name="connsiteY85" fmla="*/ 1048256 h 1050628"/>
                <a:gd name="connsiteX86" fmla="*/ 1082478 w 2449768"/>
                <a:gd name="connsiteY86" fmla="*/ 1050628 h 1050628"/>
                <a:gd name="connsiteX87" fmla="*/ 1080771 w 2449768"/>
                <a:gd name="connsiteY87" fmla="*/ 1050628 h 1050628"/>
                <a:gd name="connsiteX88" fmla="*/ 1069017 w 2449768"/>
                <a:gd name="connsiteY88" fmla="*/ 1042180 h 1050628"/>
                <a:gd name="connsiteX89" fmla="*/ 1075093 w 2449768"/>
                <a:gd name="connsiteY89" fmla="*/ 1017875 h 1050628"/>
                <a:gd name="connsiteX90" fmla="*/ 1086106 w 2449768"/>
                <a:gd name="connsiteY90" fmla="*/ 1015217 h 1050628"/>
                <a:gd name="connsiteX91" fmla="*/ 1313961 w 2449768"/>
                <a:gd name="connsiteY91" fmla="*/ 1009141 h 1050628"/>
                <a:gd name="connsiteX92" fmla="*/ 1327253 w 2449768"/>
                <a:gd name="connsiteY92" fmla="*/ 1017875 h 1050628"/>
                <a:gd name="connsiteX93" fmla="*/ 1321177 w 2449768"/>
                <a:gd name="connsiteY93" fmla="*/ 1042180 h 1050628"/>
                <a:gd name="connsiteX94" fmla="*/ 1296872 w 2449768"/>
                <a:gd name="connsiteY94" fmla="*/ 1036104 h 1050628"/>
                <a:gd name="connsiteX95" fmla="*/ 1302948 w 2449768"/>
                <a:gd name="connsiteY95" fmla="*/ 1011799 h 1050628"/>
                <a:gd name="connsiteX96" fmla="*/ 1313961 w 2449768"/>
                <a:gd name="connsiteY96" fmla="*/ 1009141 h 1050628"/>
                <a:gd name="connsiteX97" fmla="*/ 2337788 w 2449768"/>
                <a:gd name="connsiteY97" fmla="*/ 996989 h 1050628"/>
                <a:gd name="connsiteX98" fmla="*/ 2351080 w 2449768"/>
                <a:gd name="connsiteY98" fmla="*/ 1005723 h 1050628"/>
                <a:gd name="connsiteX99" fmla="*/ 2345004 w 2449768"/>
                <a:gd name="connsiteY99" fmla="*/ 1030028 h 1050628"/>
                <a:gd name="connsiteX100" fmla="*/ 2320699 w 2449768"/>
                <a:gd name="connsiteY100" fmla="*/ 1023952 h 1050628"/>
                <a:gd name="connsiteX101" fmla="*/ 2326775 w 2449768"/>
                <a:gd name="connsiteY101" fmla="*/ 999647 h 1050628"/>
                <a:gd name="connsiteX102" fmla="*/ 2337788 w 2449768"/>
                <a:gd name="connsiteY102" fmla="*/ 996989 h 1050628"/>
                <a:gd name="connsiteX103" fmla="*/ 1429407 w 2449768"/>
                <a:gd name="connsiteY103" fmla="*/ 990912 h 1050628"/>
                <a:gd name="connsiteX104" fmla="*/ 1442699 w 2449768"/>
                <a:gd name="connsiteY104" fmla="*/ 999646 h 1050628"/>
                <a:gd name="connsiteX105" fmla="*/ 1436623 w 2449768"/>
                <a:gd name="connsiteY105" fmla="*/ 1023951 h 1050628"/>
                <a:gd name="connsiteX106" fmla="*/ 1412318 w 2449768"/>
                <a:gd name="connsiteY106" fmla="*/ 1017875 h 1050628"/>
                <a:gd name="connsiteX107" fmla="*/ 1418394 w 2449768"/>
                <a:gd name="connsiteY107" fmla="*/ 993570 h 1050628"/>
                <a:gd name="connsiteX108" fmla="*/ 1429407 w 2449768"/>
                <a:gd name="connsiteY108" fmla="*/ 990912 h 1050628"/>
                <a:gd name="connsiteX109" fmla="*/ 1672452 w 2449768"/>
                <a:gd name="connsiteY109" fmla="*/ 987874 h 1050628"/>
                <a:gd name="connsiteX110" fmla="*/ 1685744 w 2449768"/>
                <a:gd name="connsiteY110" fmla="*/ 996608 h 1050628"/>
                <a:gd name="connsiteX111" fmla="*/ 1679668 w 2449768"/>
                <a:gd name="connsiteY111" fmla="*/ 1020913 h 1050628"/>
                <a:gd name="connsiteX112" fmla="*/ 1655363 w 2449768"/>
                <a:gd name="connsiteY112" fmla="*/ 1014837 h 1050628"/>
                <a:gd name="connsiteX113" fmla="*/ 1661439 w 2449768"/>
                <a:gd name="connsiteY113" fmla="*/ 990532 h 1050628"/>
                <a:gd name="connsiteX114" fmla="*/ 1672452 w 2449768"/>
                <a:gd name="connsiteY114" fmla="*/ 987874 h 1050628"/>
                <a:gd name="connsiteX115" fmla="*/ 1803089 w 2449768"/>
                <a:gd name="connsiteY115" fmla="*/ 975722 h 1050628"/>
                <a:gd name="connsiteX116" fmla="*/ 1816381 w 2449768"/>
                <a:gd name="connsiteY116" fmla="*/ 984456 h 1050628"/>
                <a:gd name="connsiteX117" fmla="*/ 1810305 w 2449768"/>
                <a:gd name="connsiteY117" fmla="*/ 1008761 h 1050628"/>
                <a:gd name="connsiteX118" fmla="*/ 1786000 w 2449768"/>
                <a:gd name="connsiteY118" fmla="*/ 1002685 h 1050628"/>
                <a:gd name="connsiteX119" fmla="*/ 1792076 w 2449768"/>
                <a:gd name="connsiteY119" fmla="*/ 978380 h 1050628"/>
                <a:gd name="connsiteX120" fmla="*/ 1803089 w 2449768"/>
                <a:gd name="connsiteY120" fmla="*/ 975722 h 1050628"/>
                <a:gd name="connsiteX121" fmla="*/ 2030944 w 2449768"/>
                <a:gd name="connsiteY121" fmla="*/ 969646 h 1050628"/>
                <a:gd name="connsiteX122" fmla="*/ 2044236 w 2449768"/>
                <a:gd name="connsiteY122" fmla="*/ 978380 h 1050628"/>
                <a:gd name="connsiteX123" fmla="*/ 2038160 w 2449768"/>
                <a:gd name="connsiteY123" fmla="*/ 1002685 h 1050628"/>
                <a:gd name="connsiteX124" fmla="*/ 2013855 w 2449768"/>
                <a:gd name="connsiteY124" fmla="*/ 996609 h 1050628"/>
                <a:gd name="connsiteX125" fmla="*/ 2019931 w 2449768"/>
                <a:gd name="connsiteY125" fmla="*/ 972304 h 1050628"/>
                <a:gd name="connsiteX126" fmla="*/ 2030944 w 2449768"/>
                <a:gd name="connsiteY126" fmla="*/ 969646 h 1050628"/>
                <a:gd name="connsiteX127" fmla="*/ 405581 w 2449768"/>
                <a:gd name="connsiteY127" fmla="*/ 966608 h 1050628"/>
                <a:gd name="connsiteX128" fmla="*/ 418873 w 2449768"/>
                <a:gd name="connsiteY128" fmla="*/ 975342 h 1050628"/>
                <a:gd name="connsiteX129" fmla="*/ 412797 w 2449768"/>
                <a:gd name="connsiteY129" fmla="*/ 999647 h 1050628"/>
                <a:gd name="connsiteX130" fmla="*/ 388492 w 2449768"/>
                <a:gd name="connsiteY130" fmla="*/ 993571 h 1050628"/>
                <a:gd name="connsiteX131" fmla="*/ 394568 w 2449768"/>
                <a:gd name="connsiteY131" fmla="*/ 969266 h 1050628"/>
                <a:gd name="connsiteX132" fmla="*/ 405581 w 2449768"/>
                <a:gd name="connsiteY132" fmla="*/ 966608 h 1050628"/>
                <a:gd name="connsiteX133" fmla="*/ 2225380 w 2449768"/>
                <a:gd name="connsiteY133" fmla="*/ 957494 h 1050628"/>
                <a:gd name="connsiteX134" fmla="*/ 2238671 w 2449768"/>
                <a:gd name="connsiteY134" fmla="*/ 966228 h 1050628"/>
                <a:gd name="connsiteX135" fmla="*/ 2232595 w 2449768"/>
                <a:gd name="connsiteY135" fmla="*/ 990533 h 1050628"/>
                <a:gd name="connsiteX136" fmla="*/ 2208290 w 2449768"/>
                <a:gd name="connsiteY136" fmla="*/ 984457 h 1050628"/>
                <a:gd name="connsiteX137" fmla="*/ 2214366 w 2449768"/>
                <a:gd name="connsiteY137" fmla="*/ 960152 h 1050628"/>
                <a:gd name="connsiteX138" fmla="*/ 2225380 w 2449768"/>
                <a:gd name="connsiteY138" fmla="*/ 957494 h 1050628"/>
                <a:gd name="connsiteX139" fmla="*/ 1927649 w 2449768"/>
                <a:gd name="connsiteY139" fmla="*/ 954456 h 1050628"/>
                <a:gd name="connsiteX140" fmla="*/ 1940941 w 2449768"/>
                <a:gd name="connsiteY140" fmla="*/ 963190 h 1050628"/>
                <a:gd name="connsiteX141" fmla="*/ 1934865 w 2449768"/>
                <a:gd name="connsiteY141" fmla="*/ 987495 h 1050628"/>
                <a:gd name="connsiteX142" fmla="*/ 1910560 w 2449768"/>
                <a:gd name="connsiteY142" fmla="*/ 981419 h 1050628"/>
                <a:gd name="connsiteX143" fmla="*/ 1916636 w 2449768"/>
                <a:gd name="connsiteY143" fmla="*/ 957114 h 1050628"/>
                <a:gd name="connsiteX144" fmla="*/ 1927649 w 2449768"/>
                <a:gd name="connsiteY144" fmla="*/ 954456 h 1050628"/>
                <a:gd name="connsiteX145" fmla="*/ 244564 w 2449768"/>
                <a:gd name="connsiteY145" fmla="*/ 954456 h 1050628"/>
                <a:gd name="connsiteX146" fmla="*/ 257856 w 2449768"/>
                <a:gd name="connsiteY146" fmla="*/ 963190 h 1050628"/>
                <a:gd name="connsiteX147" fmla="*/ 251780 w 2449768"/>
                <a:gd name="connsiteY147" fmla="*/ 987495 h 1050628"/>
                <a:gd name="connsiteX148" fmla="*/ 227475 w 2449768"/>
                <a:gd name="connsiteY148" fmla="*/ 981419 h 1050628"/>
                <a:gd name="connsiteX149" fmla="*/ 233551 w 2449768"/>
                <a:gd name="connsiteY149" fmla="*/ 957114 h 1050628"/>
                <a:gd name="connsiteX150" fmla="*/ 244564 w 2449768"/>
                <a:gd name="connsiteY150" fmla="*/ 954456 h 1050628"/>
                <a:gd name="connsiteX151" fmla="*/ 2431968 w 2449768"/>
                <a:gd name="connsiteY151" fmla="*/ 951418 h 1050628"/>
                <a:gd name="connsiteX152" fmla="*/ 2445260 w 2449768"/>
                <a:gd name="connsiteY152" fmla="*/ 960152 h 1050628"/>
                <a:gd name="connsiteX153" fmla="*/ 2439184 w 2449768"/>
                <a:gd name="connsiteY153" fmla="*/ 984457 h 1050628"/>
                <a:gd name="connsiteX154" fmla="*/ 2414879 w 2449768"/>
                <a:gd name="connsiteY154" fmla="*/ 978381 h 1050628"/>
                <a:gd name="connsiteX155" fmla="*/ 2420955 w 2449768"/>
                <a:gd name="connsiteY155" fmla="*/ 954076 h 1050628"/>
                <a:gd name="connsiteX156" fmla="*/ 2431968 w 2449768"/>
                <a:gd name="connsiteY156" fmla="*/ 951418 h 1050628"/>
                <a:gd name="connsiteX157" fmla="*/ 1553968 w 2449768"/>
                <a:gd name="connsiteY157" fmla="*/ 948380 h 1050628"/>
                <a:gd name="connsiteX158" fmla="*/ 1567259 w 2449768"/>
                <a:gd name="connsiteY158" fmla="*/ 957114 h 1050628"/>
                <a:gd name="connsiteX159" fmla="*/ 1561183 w 2449768"/>
                <a:gd name="connsiteY159" fmla="*/ 981419 h 1050628"/>
                <a:gd name="connsiteX160" fmla="*/ 1536879 w 2449768"/>
                <a:gd name="connsiteY160" fmla="*/ 975343 h 1050628"/>
                <a:gd name="connsiteX161" fmla="*/ 1542955 w 2449768"/>
                <a:gd name="connsiteY161" fmla="*/ 951038 h 1050628"/>
                <a:gd name="connsiteX162" fmla="*/ 1553968 w 2449768"/>
                <a:gd name="connsiteY162" fmla="*/ 948380 h 1050628"/>
                <a:gd name="connsiteX163" fmla="*/ 1222819 w 2449768"/>
                <a:gd name="connsiteY163" fmla="*/ 933189 h 1050628"/>
                <a:gd name="connsiteX164" fmla="*/ 1236111 w 2449768"/>
                <a:gd name="connsiteY164" fmla="*/ 941923 h 1050628"/>
                <a:gd name="connsiteX165" fmla="*/ 1230035 w 2449768"/>
                <a:gd name="connsiteY165" fmla="*/ 966228 h 1050628"/>
                <a:gd name="connsiteX166" fmla="*/ 1205730 w 2449768"/>
                <a:gd name="connsiteY166" fmla="*/ 960152 h 1050628"/>
                <a:gd name="connsiteX167" fmla="*/ 1211806 w 2449768"/>
                <a:gd name="connsiteY167" fmla="*/ 935847 h 1050628"/>
                <a:gd name="connsiteX168" fmla="*/ 1222819 w 2449768"/>
                <a:gd name="connsiteY168" fmla="*/ 933189 h 1050628"/>
                <a:gd name="connsiteX169" fmla="*/ 1031421 w 2449768"/>
                <a:gd name="connsiteY169" fmla="*/ 930151 h 1050628"/>
                <a:gd name="connsiteX170" fmla="*/ 1044713 w 2449768"/>
                <a:gd name="connsiteY170" fmla="*/ 938885 h 1050628"/>
                <a:gd name="connsiteX171" fmla="*/ 1038637 w 2449768"/>
                <a:gd name="connsiteY171" fmla="*/ 963190 h 1050628"/>
                <a:gd name="connsiteX172" fmla="*/ 1014332 w 2449768"/>
                <a:gd name="connsiteY172" fmla="*/ 957114 h 1050628"/>
                <a:gd name="connsiteX173" fmla="*/ 1020408 w 2449768"/>
                <a:gd name="connsiteY173" fmla="*/ 932809 h 1050628"/>
                <a:gd name="connsiteX174" fmla="*/ 1031421 w 2449768"/>
                <a:gd name="connsiteY174" fmla="*/ 930151 h 1050628"/>
                <a:gd name="connsiteX175" fmla="*/ 931165 w 2449768"/>
                <a:gd name="connsiteY175" fmla="*/ 930151 h 1050628"/>
                <a:gd name="connsiteX176" fmla="*/ 944457 w 2449768"/>
                <a:gd name="connsiteY176" fmla="*/ 938885 h 1050628"/>
                <a:gd name="connsiteX177" fmla="*/ 938381 w 2449768"/>
                <a:gd name="connsiteY177" fmla="*/ 963190 h 1050628"/>
                <a:gd name="connsiteX178" fmla="*/ 914076 w 2449768"/>
                <a:gd name="connsiteY178" fmla="*/ 957114 h 1050628"/>
                <a:gd name="connsiteX179" fmla="*/ 920152 w 2449768"/>
                <a:gd name="connsiteY179" fmla="*/ 932809 h 1050628"/>
                <a:gd name="connsiteX180" fmla="*/ 931165 w 2449768"/>
                <a:gd name="connsiteY180" fmla="*/ 930151 h 1050628"/>
                <a:gd name="connsiteX181" fmla="*/ 123041 w 2449768"/>
                <a:gd name="connsiteY181" fmla="*/ 930151 h 1050628"/>
                <a:gd name="connsiteX182" fmla="*/ 136333 w 2449768"/>
                <a:gd name="connsiteY182" fmla="*/ 938885 h 1050628"/>
                <a:gd name="connsiteX183" fmla="*/ 130257 w 2449768"/>
                <a:gd name="connsiteY183" fmla="*/ 963190 h 1050628"/>
                <a:gd name="connsiteX184" fmla="*/ 105952 w 2449768"/>
                <a:gd name="connsiteY184" fmla="*/ 957114 h 1050628"/>
                <a:gd name="connsiteX185" fmla="*/ 112028 w 2449768"/>
                <a:gd name="connsiteY185" fmla="*/ 932809 h 1050628"/>
                <a:gd name="connsiteX186" fmla="*/ 123041 w 2449768"/>
                <a:gd name="connsiteY186" fmla="*/ 930151 h 1050628"/>
                <a:gd name="connsiteX187" fmla="*/ 524065 w 2449768"/>
                <a:gd name="connsiteY187" fmla="*/ 917999 h 1050628"/>
                <a:gd name="connsiteX188" fmla="*/ 537357 w 2449768"/>
                <a:gd name="connsiteY188" fmla="*/ 926733 h 1050628"/>
                <a:gd name="connsiteX189" fmla="*/ 531281 w 2449768"/>
                <a:gd name="connsiteY189" fmla="*/ 951038 h 1050628"/>
                <a:gd name="connsiteX190" fmla="*/ 506976 w 2449768"/>
                <a:gd name="connsiteY190" fmla="*/ 944962 h 1050628"/>
                <a:gd name="connsiteX191" fmla="*/ 513052 w 2449768"/>
                <a:gd name="connsiteY191" fmla="*/ 920657 h 1050628"/>
                <a:gd name="connsiteX192" fmla="*/ 524065 w 2449768"/>
                <a:gd name="connsiteY192" fmla="*/ 917999 h 1050628"/>
                <a:gd name="connsiteX193" fmla="*/ 824833 w 2449768"/>
                <a:gd name="connsiteY193" fmla="*/ 911923 h 1050628"/>
                <a:gd name="connsiteX194" fmla="*/ 838125 w 2449768"/>
                <a:gd name="connsiteY194" fmla="*/ 920657 h 1050628"/>
                <a:gd name="connsiteX195" fmla="*/ 832049 w 2449768"/>
                <a:gd name="connsiteY195" fmla="*/ 944962 h 1050628"/>
                <a:gd name="connsiteX196" fmla="*/ 807744 w 2449768"/>
                <a:gd name="connsiteY196" fmla="*/ 938886 h 1050628"/>
                <a:gd name="connsiteX197" fmla="*/ 813820 w 2449768"/>
                <a:gd name="connsiteY197" fmla="*/ 914581 h 1050628"/>
                <a:gd name="connsiteX198" fmla="*/ 824833 w 2449768"/>
                <a:gd name="connsiteY198" fmla="*/ 911923 h 1050628"/>
                <a:gd name="connsiteX199" fmla="*/ 2137276 w 2449768"/>
                <a:gd name="connsiteY199" fmla="*/ 905847 h 1050628"/>
                <a:gd name="connsiteX200" fmla="*/ 2150567 w 2449768"/>
                <a:gd name="connsiteY200" fmla="*/ 914581 h 1050628"/>
                <a:gd name="connsiteX201" fmla="*/ 2144491 w 2449768"/>
                <a:gd name="connsiteY201" fmla="*/ 938886 h 1050628"/>
                <a:gd name="connsiteX202" fmla="*/ 2120187 w 2449768"/>
                <a:gd name="connsiteY202" fmla="*/ 932810 h 1050628"/>
                <a:gd name="connsiteX203" fmla="*/ 2126263 w 2449768"/>
                <a:gd name="connsiteY203" fmla="*/ 908505 h 1050628"/>
                <a:gd name="connsiteX204" fmla="*/ 2137276 w 2449768"/>
                <a:gd name="connsiteY204" fmla="*/ 905847 h 1050628"/>
                <a:gd name="connsiteX205" fmla="*/ 630397 w 2449768"/>
                <a:gd name="connsiteY205" fmla="*/ 905847 h 1050628"/>
                <a:gd name="connsiteX206" fmla="*/ 643689 w 2449768"/>
                <a:gd name="connsiteY206" fmla="*/ 914581 h 1050628"/>
                <a:gd name="connsiteX207" fmla="*/ 637613 w 2449768"/>
                <a:gd name="connsiteY207" fmla="*/ 938886 h 1050628"/>
                <a:gd name="connsiteX208" fmla="*/ 613308 w 2449768"/>
                <a:gd name="connsiteY208" fmla="*/ 932810 h 1050628"/>
                <a:gd name="connsiteX209" fmla="*/ 619384 w 2449768"/>
                <a:gd name="connsiteY209" fmla="*/ 908505 h 1050628"/>
                <a:gd name="connsiteX210" fmla="*/ 630397 w 2449768"/>
                <a:gd name="connsiteY210" fmla="*/ 905847 h 1050628"/>
                <a:gd name="connsiteX211" fmla="*/ 1332189 w 2449768"/>
                <a:gd name="connsiteY211" fmla="*/ 896733 h 1050628"/>
                <a:gd name="connsiteX212" fmla="*/ 1345481 w 2449768"/>
                <a:gd name="connsiteY212" fmla="*/ 905467 h 1050628"/>
                <a:gd name="connsiteX213" fmla="*/ 1339405 w 2449768"/>
                <a:gd name="connsiteY213" fmla="*/ 929772 h 1050628"/>
                <a:gd name="connsiteX214" fmla="*/ 1315100 w 2449768"/>
                <a:gd name="connsiteY214" fmla="*/ 923696 h 1050628"/>
                <a:gd name="connsiteX215" fmla="*/ 1321176 w 2449768"/>
                <a:gd name="connsiteY215" fmla="*/ 899391 h 1050628"/>
                <a:gd name="connsiteX216" fmla="*/ 1332189 w 2449768"/>
                <a:gd name="connsiteY216" fmla="*/ 896733 h 1050628"/>
                <a:gd name="connsiteX217" fmla="*/ 724577 w 2449768"/>
                <a:gd name="connsiteY217" fmla="*/ 890656 h 1050628"/>
                <a:gd name="connsiteX218" fmla="*/ 737869 w 2449768"/>
                <a:gd name="connsiteY218" fmla="*/ 899390 h 1050628"/>
                <a:gd name="connsiteX219" fmla="*/ 731793 w 2449768"/>
                <a:gd name="connsiteY219" fmla="*/ 923695 h 1050628"/>
                <a:gd name="connsiteX220" fmla="*/ 707488 w 2449768"/>
                <a:gd name="connsiteY220" fmla="*/ 917619 h 1050628"/>
                <a:gd name="connsiteX221" fmla="*/ 713564 w 2449768"/>
                <a:gd name="connsiteY221" fmla="*/ 893314 h 1050628"/>
                <a:gd name="connsiteX222" fmla="*/ 724577 w 2449768"/>
                <a:gd name="connsiteY222" fmla="*/ 890656 h 1050628"/>
                <a:gd name="connsiteX223" fmla="*/ 1435484 w 2449768"/>
                <a:gd name="connsiteY223" fmla="*/ 884580 h 1050628"/>
                <a:gd name="connsiteX224" fmla="*/ 1448776 w 2449768"/>
                <a:gd name="connsiteY224" fmla="*/ 893314 h 1050628"/>
                <a:gd name="connsiteX225" fmla="*/ 1442700 w 2449768"/>
                <a:gd name="connsiteY225" fmla="*/ 917619 h 1050628"/>
                <a:gd name="connsiteX226" fmla="*/ 1418395 w 2449768"/>
                <a:gd name="connsiteY226" fmla="*/ 911543 h 1050628"/>
                <a:gd name="connsiteX227" fmla="*/ 1424471 w 2449768"/>
                <a:gd name="connsiteY227" fmla="*/ 887238 h 1050628"/>
                <a:gd name="connsiteX228" fmla="*/ 1435484 w 2449768"/>
                <a:gd name="connsiteY228" fmla="*/ 884580 h 1050628"/>
                <a:gd name="connsiteX229" fmla="*/ 1131677 w 2449768"/>
                <a:gd name="connsiteY229" fmla="*/ 884580 h 1050628"/>
                <a:gd name="connsiteX230" fmla="*/ 1144969 w 2449768"/>
                <a:gd name="connsiteY230" fmla="*/ 893314 h 1050628"/>
                <a:gd name="connsiteX231" fmla="*/ 1138893 w 2449768"/>
                <a:gd name="connsiteY231" fmla="*/ 917619 h 1050628"/>
                <a:gd name="connsiteX232" fmla="*/ 1114588 w 2449768"/>
                <a:gd name="connsiteY232" fmla="*/ 911543 h 1050628"/>
                <a:gd name="connsiteX233" fmla="*/ 1120664 w 2449768"/>
                <a:gd name="connsiteY233" fmla="*/ 887238 h 1050628"/>
                <a:gd name="connsiteX234" fmla="*/ 1131677 w 2449768"/>
                <a:gd name="connsiteY234" fmla="*/ 884580 h 1050628"/>
                <a:gd name="connsiteX235" fmla="*/ 1757518 w 2449768"/>
                <a:gd name="connsiteY235" fmla="*/ 881542 h 1050628"/>
                <a:gd name="connsiteX236" fmla="*/ 1770810 w 2449768"/>
                <a:gd name="connsiteY236" fmla="*/ 890276 h 1050628"/>
                <a:gd name="connsiteX237" fmla="*/ 1764734 w 2449768"/>
                <a:gd name="connsiteY237" fmla="*/ 914581 h 1050628"/>
                <a:gd name="connsiteX238" fmla="*/ 1740429 w 2449768"/>
                <a:gd name="connsiteY238" fmla="*/ 908505 h 1050628"/>
                <a:gd name="connsiteX239" fmla="*/ 1746505 w 2449768"/>
                <a:gd name="connsiteY239" fmla="*/ 884200 h 1050628"/>
                <a:gd name="connsiteX240" fmla="*/ 1757518 w 2449768"/>
                <a:gd name="connsiteY240" fmla="*/ 881542 h 1050628"/>
                <a:gd name="connsiteX241" fmla="*/ 1654224 w 2449768"/>
                <a:gd name="connsiteY241" fmla="*/ 881542 h 1050628"/>
                <a:gd name="connsiteX242" fmla="*/ 1667516 w 2449768"/>
                <a:gd name="connsiteY242" fmla="*/ 890276 h 1050628"/>
                <a:gd name="connsiteX243" fmla="*/ 1661440 w 2449768"/>
                <a:gd name="connsiteY243" fmla="*/ 914581 h 1050628"/>
                <a:gd name="connsiteX244" fmla="*/ 1637135 w 2449768"/>
                <a:gd name="connsiteY244" fmla="*/ 908505 h 1050628"/>
                <a:gd name="connsiteX245" fmla="*/ 1643211 w 2449768"/>
                <a:gd name="connsiteY245" fmla="*/ 884200 h 1050628"/>
                <a:gd name="connsiteX246" fmla="*/ 1654224 w 2449768"/>
                <a:gd name="connsiteY246" fmla="*/ 881542 h 1050628"/>
                <a:gd name="connsiteX247" fmla="*/ 2346903 w 2449768"/>
                <a:gd name="connsiteY247" fmla="*/ 878504 h 1050628"/>
                <a:gd name="connsiteX248" fmla="*/ 2360194 w 2449768"/>
                <a:gd name="connsiteY248" fmla="*/ 887238 h 1050628"/>
                <a:gd name="connsiteX249" fmla="*/ 2354118 w 2449768"/>
                <a:gd name="connsiteY249" fmla="*/ 911543 h 1050628"/>
                <a:gd name="connsiteX250" fmla="*/ 2329813 w 2449768"/>
                <a:gd name="connsiteY250" fmla="*/ 905467 h 1050628"/>
                <a:gd name="connsiteX251" fmla="*/ 2335889 w 2449768"/>
                <a:gd name="connsiteY251" fmla="*/ 881162 h 1050628"/>
                <a:gd name="connsiteX252" fmla="*/ 2346903 w 2449768"/>
                <a:gd name="connsiteY252" fmla="*/ 878504 h 1050628"/>
                <a:gd name="connsiteX253" fmla="*/ 320515 w 2449768"/>
                <a:gd name="connsiteY253" fmla="*/ 872428 h 1050628"/>
                <a:gd name="connsiteX254" fmla="*/ 333807 w 2449768"/>
                <a:gd name="connsiteY254" fmla="*/ 881162 h 1050628"/>
                <a:gd name="connsiteX255" fmla="*/ 327731 w 2449768"/>
                <a:gd name="connsiteY255" fmla="*/ 905467 h 1050628"/>
                <a:gd name="connsiteX256" fmla="*/ 303426 w 2449768"/>
                <a:gd name="connsiteY256" fmla="*/ 899391 h 1050628"/>
                <a:gd name="connsiteX257" fmla="*/ 309502 w 2449768"/>
                <a:gd name="connsiteY257" fmla="*/ 875086 h 1050628"/>
                <a:gd name="connsiteX258" fmla="*/ 320515 w 2449768"/>
                <a:gd name="connsiteY258" fmla="*/ 872428 h 1050628"/>
                <a:gd name="connsiteX259" fmla="*/ 1876003 w 2449768"/>
                <a:gd name="connsiteY259" fmla="*/ 866352 h 1050628"/>
                <a:gd name="connsiteX260" fmla="*/ 1889294 w 2449768"/>
                <a:gd name="connsiteY260" fmla="*/ 875086 h 1050628"/>
                <a:gd name="connsiteX261" fmla="*/ 1883218 w 2449768"/>
                <a:gd name="connsiteY261" fmla="*/ 899391 h 1050628"/>
                <a:gd name="connsiteX262" fmla="*/ 1858913 w 2449768"/>
                <a:gd name="connsiteY262" fmla="*/ 893315 h 1050628"/>
                <a:gd name="connsiteX263" fmla="*/ 1864989 w 2449768"/>
                <a:gd name="connsiteY263" fmla="*/ 869010 h 1050628"/>
                <a:gd name="connsiteX264" fmla="*/ 1876003 w 2449768"/>
                <a:gd name="connsiteY264" fmla="*/ 866352 h 1050628"/>
                <a:gd name="connsiteX265" fmla="*/ 2000563 w 2449768"/>
                <a:gd name="connsiteY265" fmla="*/ 857238 h 1050628"/>
                <a:gd name="connsiteX266" fmla="*/ 2013855 w 2449768"/>
                <a:gd name="connsiteY266" fmla="*/ 865972 h 1050628"/>
                <a:gd name="connsiteX267" fmla="*/ 2007779 w 2449768"/>
                <a:gd name="connsiteY267" fmla="*/ 890277 h 1050628"/>
                <a:gd name="connsiteX268" fmla="*/ 1983474 w 2449768"/>
                <a:gd name="connsiteY268" fmla="*/ 884201 h 1050628"/>
                <a:gd name="connsiteX269" fmla="*/ 1989550 w 2449768"/>
                <a:gd name="connsiteY269" fmla="*/ 859896 h 1050628"/>
                <a:gd name="connsiteX270" fmla="*/ 2000563 w 2449768"/>
                <a:gd name="connsiteY270" fmla="*/ 857238 h 1050628"/>
                <a:gd name="connsiteX271" fmla="*/ 420771 w 2449768"/>
                <a:gd name="connsiteY271" fmla="*/ 857238 h 1050628"/>
                <a:gd name="connsiteX272" fmla="*/ 434062 w 2449768"/>
                <a:gd name="connsiteY272" fmla="*/ 865972 h 1050628"/>
                <a:gd name="connsiteX273" fmla="*/ 427986 w 2449768"/>
                <a:gd name="connsiteY273" fmla="*/ 890277 h 1050628"/>
                <a:gd name="connsiteX274" fmla="*/ 403682 w 2449768"/>
                <a:gd name="connsiteY274" fmla="*/ 884201 h 1050628"/>
                <a:gd name="connsiteX275" fmla="*/ 409758 w 2449768"/>
                <a:gd name="connsiteY275" fmla="*/ 859896 h 1050628"/>
                <a:gd name="connsiteX276" fmla="*/ 420771 w 2449768"/>
                <a:gd name="connsiteY276" fmla="*/ 857238 h 1050628"/>
                <a:gd name="connsiteX277" fmla="*/ 2237532 w 2449768"/>
                <a:gd name="connsiteY277" fmla="*/ 848124 h 1050628"/>
                <a:gd name="connsiteX278" fmla="*/ 2250824 w 2449768"/>
                <a:gd name="connsiteY278" fmla="*/ 856858 h 1050628"/>
                <a:gd name="connsiteX279" fmla="*/ 2244748 w 2449768"/>
                <a:gd name="connsiteY279" fmla="*/ 881163 h 1050628"/>
                <a:gd name="connsiteX280" fmla="*/ 2220443 w 2449768"/>
                <a:gd name="connsiteY280" fmla="*/ 875087 h 1050628"/>
                <a:gd name="connsiteX281" fmla="*/ 2226519 w 2449768"/>
                <a:gd name="connsiteY281" fmla="*/ 850782 h 1050628"/>
                <a:gd name="connsiteX282" fmla="*/ 2237532 w 2449768"/>
                <a:gd name="connsiteY282" fmla="*/ 848124 h 1050628"/>
                <a:gd name="connsiteX283" fmla="*/ 211145 w 2449768"/>
                <a:gd name="connsiteY283" fmla="*/ 848124 h 1050628"/>
                <a:gd name="connsiteX284" fmla="*/ 224436 w 2449768"/>
                <a:gd name="connsiteY284" fmla="*/ 856858 h 1050628"/>
                <a:gd name="connsiteX285" fmla="*/ 218360 w 2449768"/>
                <a:gd name="connsiteY285" fmla="*/ 881163 h 1050628"/>
                <a:gd name="connsiteX286" fmla="*/ 194056 w 2449768"/>
                <a:gd name="connsiteY286" fmla="*/ 875087 h 1050628"/>
                <a:gd name="connsiteX287" fmla="*/ 200132 w 2449768"/>
                <a:gd name="connsiteY287" fmla="*/ 850782 h 1050628"/>
                <a:gd name="connsiteX288" fmla="*/ 211145 w 2449768"/>
                <a:gd name="connsiteY288" fmla="*/ 848124 h 1050628"/>
                <a:gd name="connsiteX289" fmla="*/ 1511435 w 2449768"/>
                <a:gd name="connsiteY289" fmla="*/ 839009 h 1050628"/>
                <a:gd name="connsiteX290" fmla="*/ 1524727 w 2449768"/>
                <a:gd name="connsiteY290" fmla="*/ 847743 h 1050628"/>
                <a:gd name="connsiteX291" fmla="*/ 1518651 w 2449768"/>
                <a:gd name="connsiteY291" fmla="*/ 872048 h 1050628"/>
                <a:gd name="connsiteX292" fmla="*/ 1494346 w 2449768"/>
                <a:gd name="connsiteY292" fmla="*/ 865972 h 1050628"/>
                <a:gd name="connsiteX293" fmla="*/ 1500422 w 2449768"/>
                <a:gd name="connsiteY293" fmla="*/ 841667 h 1050628"/>
                <a:gd name="connsiteX294" fmla="*/ 1511435 w 2449768"/>
                <a:gd name="connsiteY294" fmla="*/ 839009 h 1050628"/>
                <a:gd name="connsiteX295" fmla="*/ 1253200 w 2449768"/>
                <a:gd name="connsiteY295" fmla="*/ 826857 h 1050628"/>
                <a:gd name="connsiteX296" fmla="*/ 1266492 w 2449768"/>
                <a:gd name="connsiteY296" fmla="*/ 835591 h 1050628"/>
                <a:gd name="connsiteX297" fmla="*/ 1260416 w 2449768"/>
                <a:gd name="connsiteY297" fmla="*/ 859896 h 1050628"/>
                <a:gd name="connsiteX298" fmla="*/ 1236111 w 2449768"/>
                <a:gd name="connsiteY298" fmla="*/ 853820 h 1050628"/>
                <a:gd name="connsiteX299" fmla="*/ 1242187 w 2449768"/>
                <a:gd name="connsiteY299" fmla="*/ 829515 h 1050628"/>
                <a:gd name="connsiteX300" fmla="*/ 1253200 w 2449768"/>
                <a:gd name="connsiteY300" fmla="*/ 826857 h 1050628"/>
                <a:gd name="connsiteX301" fmla="*/ 2428930 w 2449768"/>
                <a:gd name="connsiteY301" fmla="*/ 814705 h 1050628"/>
                <a:gd name="connsiteX302" fmla="*/ 2442221 w 2449768"/>
                <a:gd name="connsiteY302" fmla="*/ 823439 h 1050628"/>
                <a:gd name="connsiteX303" fmla="*/ 2436145 w 2449768"/>
                <a:gd name="connsiteY303" fmla="*/ 847744 h 1050628"/>
                <a:gd name="connsiteX304" fmla="*/ 2411841 w 2449768"/>
                <a:gd name="connsiteY304" fmla="*/ 841668 h 1050628"/>
                <a:gd name="connsiteX305" fmla="*/ 2417917 w 2449768"/>
                <a:gd name="connsiteY305" fmla="*/ 817363 h 1050628"/>
                <a:gd name="connsiteX306" fmla="*/ 2428930 w 2449768"/>
                <a:gd name="connsiteY306" fmla="*/ 814705 h 1050628"/>
                <a:gd name="connsiteX307" fmla="*/ 991927 w 2449768"/>
                <a:gd name="connsiteY307" fmla="*/ 814705 h 1050628"/>
                <a:gd name="connsiteX308" fmla="*/ 1005218 w 2449768"/>
                <a:gd name="connsiteY308" fmla="*/ 823439 h 1050628"/>
                <a:gd name="connsiteX309" fmla="*/ 999142 w 2449768"/>
                <a:gd name="connsiteY309" fmla="*/ 847744 h 1050628"/>
                <a:gd name="connsiteX310" fmla="*/ 974838 w 2449768"/>
                <a:gd name="connsiteY310" fmla="*/ 841668 h 1050628"/>
                <a:gd name="connsiteX311" fmla="*/ 980914 w 2449768"/>
                <a:gd name="connsiteY311" fmla="*/ 817363 h 1050628"/>
                <a:gd name="connsiteX312" fmla="*/ 991927 w 2449768"/>
                <a:gd name="connsiteY312" fmla="*/ 814705 h 1050628"/>
                <a:gd name="connsiteX313" fmla="*/ 894709 w 2449768"/>
                <a:gd name="connsiteY313" fmla="*/ 814705 h 1050628"/>
                <a:gd name="connsiteX314" fmla="*/ 908001 w 2449768"/>
                <a:gd name="connsiteY314" fmla="*/ 823439 h 1050628"/>
                <a:gd name="connsiteX315" fmla="*/ 901925 w 2449768"/>
                <a:gd name="connsiteY315" fmla="*/ 847744 h 1050628"/>
                <a:gd name="connsiteX316" fmla="*/ 877620 w 2449768"/>
                <a:gd name="connsiteY316" fmla="*/ 841668 h 1050628"/>
                <a:gd name="connsiteX317" fmla="*/ 883696 w 2449768"/>
                <a:gd name="connsiteY317" fmla="*/ 817363 h 1050628"/>
                <a:gd name="connsiteX318" fmla="*/ 894709 w 2449768"/>
                <a:gd name="connsiteY318" fmla="*/ 814705 h 1050628"/>
                <a:gd name="connsiteX319" fmla="*/ 2088668 w 2449768"/>
                <a:gd name="connsiteY319" fmla="*/ 805591 h 1050628"/>
                <a:gd name="connsiteX320" fmla="*/ 2101959 w 2449768"/>
                <a:gd name="connsiteY320" fmla="*/ 814325 h 1050628"/>
                <a:gd name="connsiteX321" fmla="*/ 2095883 w 2449768"/>
                <a:gd name="connsiteY321" fmla="*/ 838630 h 1050628"/>
                <a:gd name="connsiteX322" fmla="*/ 2071578 w 2449768"/>
                <a:gd name="connsiteY322" fmla="*/ 832554 h 1050628"/>
                <a:gd name="connsiteX323" fmla="*/ 2077654 w 2449768"/>
                <a:gd name="connsiteY323" fmla="*/ 808249 h 1050628"/>
                <a:gd name="connsiteX324" fmla="*/ 2088668 w 2449768"/>
                <a:gd name="connsiteY324" fmla="*/ 805591 h 1050628"/>
                <a:gd name="connsiteX325" fmla="*/ 575712 w 2449768"/>
                <a:gd name="connsiteY325" fmla="*/ 802553 h 1050628"/>
                <a:gd name="connsiteX326" fmla="*/ 589004 w 2449768"/>
                <a:gd name="connsiteY326" fmla="*/ 811287 h 1050628"/>
                <a:gd name="connsiteX327" fmla="*/ 582928 w 2449768"/>
                <a:gd name="connsiteY327" fmla="*/ 835592 h 1050628"/>
                <a:gd name="connsiteX328" fmla="*/ 558623 w 2449768"/>
                <a:gd name="connsiteY328" fmla="*/ 829516 h 1050628"/>
                <a:gd name="connsiteX329" fmla="*/ 564699 w 2449768"/>
                <a:gd name="connsiteY329" fmla="*/ 805211 h 1050628"/>
                <a:gd name="connsiteX330" fmla="*/ 575712 w 2449768"/>
                <a:gd name="connsiteY330" fmla="*/ 802553 h 1050628"/>
                <a:gd name="connsiteX331" fmla="*/ 1602577 w 2449768"/>
                <a:gd name="connsiteY331" fmla="*/ 796477 h 1050628"/>
                <a:gd name="connsiteX332" fmla="*/ 1615869 w 2449768"/>
                <a:gd name="connsiteY332" fmla="*/ 805211 h 1050628"/>
                <a:gd name="connsiteX333" fmla="*/ 1609793 w 2449768"/>
                <a:gd name="connsiteY333" fmla="*/ 829516 h 1050628"/>
                <a:gd name="connsiteX334" fmla="*/ 1585488 w 2449768"/>
                <a:gd name="connsiteY334" fmla="*/ 823440 h 1050628"/>
                <a:gd name="connsiteX335" fmla="*/ 1591564 w 2449768"/>
                <a:gd name="connsiteY335" fmla="*/ 799135 h 1050628"/>
                <a:gd name="connsiteX336" fmla="*/ 1602577 w 2449768"/>
                <a:gd name="connsiteY336" fmla="*/ 796477 h 1050628"/>
                <a:gd name="connsiteX337" fmla="*/ 1104335 w 2449768"/>
                <a:gd name="connsiteY337" fmla="*/ 793438 h 1050628"/>
                <a:gd name="connsiteX338" fmla="*/ 1117627 w 2449768"/>
                <a:gd name="connsiteY338" fmla="*/ 802172 h 1050628"/>
                <a:gd name="connsiteX339" fmla="*/ 1111551 w 2449768"/>
                <a:gd name="connsiteY339" fmla="*/ 826477 h 1050628"/>
                <a:gd name="connsiteX340" fmla="*/ 1087246 w 2449768"/>
                <a:gd name="connsiteY340" fmla="*/ 820401 h 1050628"/>
                <a:gd name="connsiteX341" fmla="*/ 1093322 w 2449768"/>
                <a:gd name="connsiteY341" fmla="*/ 796096 h 1050628"/>
                <a:gd name="connsiteX342" fmla="*/ 1104335 w 2449768"/>
                <a:gd name="connsiteY342" fmla="*/ 793438 h 1050628"/>
                <a:gd name="connsiteX343" fmla="*/ 791415 w 2449768"/>
                <a:gd name="connsiteY343" fmla="*/ 793438 h 1050628"/>
                <a:gd name="connsiteX344" fmla="*/ 804707 w 2449768"/>
                <a:gd name="connsiteY344" fmla="*/ 802172 h 1050628"/>
                <a:gd name="connsiteX345" fmla="*/ 798631 w 2449768"/>
                <a:gd name="connsiteY345" fmla="*/ 826477 h 1050628"/>
                <a:gd name="connsiteX346" fmla="*/ 774326 w 2449768"/>
                <a:gd name="connsiteY346" fmla="*/ 820401 h 1050628"/>
                <a:gd name="connsiteX347" fmla="*/ 780402 w 2449768"/>
                <a:gd name="connsiteY347" fmla="*/ 796096 h 1050628"/>
                <a:gd name="connsiteX348" fmla="*/ 791415 w 2449768"/>
                <a:gd name="connsiteY348" fmla="*/ 793438 h 1050628"/>
                <a:gd name="connsiteX349" fmla="*/ 1371684 w 2449768"/>
                <a:gd name="connsiteY349" fmla="*/ 784324 h 1050628"/>
                <a:gd name="connsiteX350" fmla="*/ 1384976 w 2449768"/>
                <a:gd name="connsiteY350" fmla="*/ 793058 h 1050628"/>
                <a:gd name="connsiteX351" fmla="*/ 1378900 w 2449768"/>
                <a:gd name="connsiteY351" fmla="*/ 817363 h 1050628"/>
                <a:gd name="connsiteX352" fmla="*/ 1354595 w 2449768"/>
                <a:gd name="connsiteY352" fmla="*/ 811287 h 1050628"/>
                <a:gd name="connsiteX353" fmla="*/ 1360671 w 2449768"/>
                <a:gd name="connsiteY353" fmla="*/ 786982 h 1050628"/>
                <a:gd name="connsiteX354" fmla="*/ 1371684 w 2449768"/>
                <a:gd name="connsiteY354" fmla="*/ 784324 h 1050628"/>
                <a:gd name="connsiteX355" fmla="*/ 472418 w 2449768"/>
                <a:gd name="connsiteY355" fmla="*/ 781286 h 1050628"/>
                <a:gd name="connsiteX356" fmla="*/ 485710 w 2449768"/>
                <a:gd name="connsiteY356" fmla="*/ 790020 h 1050628"/>
                <a:gd name="connsiteX357" fmla="*/ 479634 w 2449768"/>
                <a:gd name="connsiteY357" fmla="*/ 814325 h 1050628"/>
                <a:gd name="connsiteX358" fmla="*/ 455329 w 2449768"/>
                <a:gd name="connsiteY358" fmla="*/ 808249 h 1050628"/>
                <a:gd name="connsiteX359" fmla="*/ 461405 w 2449768"/>
                <a:gd name="connsiteY359" fmla="*/ 783944 h 1050628"/>
                <a:gd name="connsiteX360" fmla="*/ 472418 w 2449768"/>
                <a:gd name="connsiteY360" fmla="*/ 781286 h 1050628"/>
                <a:gd name="connsiteX361" fmla="*/ 1803089 w 2449768"/>
                <a:gd name="connsiteY361" fmla="*/ 778248 h 1050628"/>
                <a:gd name="connsiteX362" fmla="*/ 1816381 w 2449768"/>
                <a:gd name="connsiteY362" fmla="*/ 786982 h 1050628"/>
                <a:gd name="connsiteX363" fmla="*/ 1810305 w 2449768"/>
                <a:gd name="connsiteY363" fmla="*/ 811287 h 1050628"/>
                <a:gd name="connsiteX364" fmla="*/ 1786000 w 2449768"/>
                <a:gd name="connsiteY364" fmla="*/ 805211 h 1050628"/>
                <a:gd name="connsiteX365" fmla="*/ 1792076 w 2449768"/>
                <a:gd name="connsiteY365" fmla="*/ 780906 h 1050628"/>
                <a:gd name="connsiteX366" fmla="*/ 1803089 w 2449768"/>
                <a:gd name="connsiteY366" fmla="*/ 778248 h 1050628"/>
                <a:gd name="connsiteX367" fmla="*/ 675968 w 2449768"/>
                <a:gd name="connsiteY367" fmla="*/ 772172 h 1050628"/>
                <a:gd name="connsiteX368" fmla="*/ 689260 w 2449768"/>
                <a:gd name="connsiteY368" fmla="*/ 780906 h 1050628"/>
                <a:gd name="connsiteX369" fmla="*/ 683184 w 2449768"/>
                <a:gd name="connsiteY369" fmla="*/ 805211 h 1050628"/>
                <a:gd name="connsiteX370" fmla="*/ 658879 w 2449768"/>
                <a:gd name="connsiteY370" fmla="*/ 799135 h 1050628"/>
                <a:gd name="connsiteX371" fmla="*/ 664955 w 2449768"/>
                <a:gd name="connsiteY371" fmla="*/ 774830 h 1050628"/>
                <a:gd name="connsiteX372" fmla="*/ 675968 w 2449768"/>
                <a:gd name="connsiteY372" fmla="*/ 772172 h 1050628"/>
                <a:gd name="connsiteX373" fmla="*/ 302287 w 2449768"/>
                <a:gd name="connsiteY373" fmla="*/ 769134 h 1050628"/>
                <a:gd name="connsiteX374" fmla="*/ 315579 w 2449768"/>
                <a:gd name="connsiteY374" fmla="*/ 777868 h 1050628"/>
                <a:gd name="connsiteX375" fmla="*/ 309503 w 2449768"/>
                <a:gd name="connsiteY375" fmla="*/ 802173 h 1050628"/>
                <a:gd name="connsiteX376" fmla="*/ 285198 w 2449768"/>
                <a:gd name="connsiteY376" fmla="*/ 796097 h 1050628"/>
                <a:gd name="connsiteX377" fmla="*/ 291274 w 2449768"/>
                <a:gd name="connsiteY377" fmla="*/ 771792 h 1050628"/>
                <a:gd name="connsiteX378" fmla="*/ 302287 w 2449768"/>
                <a:gd name="connsiteY378" fmla="*/ 769134 h 1050628"/>
                <a:gd name="connsiteX379" fmla="*/ 2313484 w 2449768"/>
                <a:gd name="connsiteY379" fmla="*/ 766096 h 1050628"/>
                <a:gd name="connsiteX380" fmla="*/ 2326775 w 2449768"/>
                <a:gd name="connsiteY380" fmla="*/ 774830 h 1050628"/>
                <a:gd name="connsiteX381" fmla="*/ 2320699 w 2449768"/>
                <a:gd name="connsiteY381" fmla="*/ 799135 h 1050628"/>
                <a:gd name="connsiteX382" fmla="*/ 2296395 w 2449768"/>
                <a:gd name="connsiteY382" fmla="*/ 793059 h 1050628"/>
                <a:gd name="connsiteX383" fmla="*/ 2302471 w 2449768"/>
                <a:gd name="connsiteY383" fmla="*/ 768754 h 1050628"/>
                <a:gd name="connsiteX384" fmla="*/ 2313484 w 2449768"/>
                <a:gd name="connsiteY384" fmla="*/ 766096 h 1050628"/>
                <a:gd name="connsiteX385" fmla="*/ 1921574 w 2449768"/>
                <a:gd name="connsiteY385" fmla="*/ 766096 h 1050628"/>
                <a:gd name="connsiteX386" fmla="*/ 1934865 w 2449768"/>
                <a:gd name="connsiteY386" fmla="*/ 774830 h 1050628"/>
                <a:gd name="connsiteX387" fmla="*/ 1928789 w 2449768"/>
                <a:gd name="connsiteY387" fmla="*/ 799135 h 1050628"/>
                <a:gd name="connsiteX388" fmla="*/ 1904485 w 2449768"/>
                <a:gd name="connsiteY388" fmla="*/ 793059 h 1050628"/>
                <a:gd name="connsiteX389" fmla="*/ 1910561 w 2449768"/>
                <a:gd name="connsiteY389" fmla="*/ 768754 h 1050628"/>
                <a:gd name="connsiteX390" fmla="*/ 1921574 w 2449768"/>
                <a:gd name="connsiteY390" fmla="*/ 766096 h 1050628"/>
                <a:gd name="connsiteX391" fmla="*/ 2176771 w 2449768"/>
                <a:gd name="connsiteY391" fmla="*/ 756982 h 1050628"/>
                <a:gd name="connsiteX392" fmla="*/ 2190062 w 2449768"/>
                <a:gd name="connsiteY392" fmla="*/ 765716 h 1050628"/>
                <a:gd name="connsiteX393" fmla="*/ 2183986 w 2449768"/>
                <a:gd name="connsiteY393" fmla="*/ 790021 h 1050628"/>
                <a:gd name="connsiteX394" fmla="*/ 2159682 w 2449768"/>
                <a:gd name="connsiteY394" fmla="*/ 783945 h 1050628"/>
                <a:gd name="connsiteX395" fmla="*/ 2165758 w 2449768"/>
                <a:gd name="connsiteY395" fmla="*/ 759640 h 1050628"/>
                <a:gd name="connsiteX396" fmla="*/ 2176771 w 2449768"/>
                <a:gd name="connsiteY396" fmla="*/ 756982 h 1050628"/>
                <a:gd name="connsiteX397" fmla="*/ 1702833 w 2449768"/>
                <a:gd name="connsiteY397" fmla="*/ 750906 h 1050628"/>
                <a:gd name="connsiteX398" fmla="*/ 1716125 w 2449768"/>
                <a:gd name="connsiteY398" fmla="*/ 759640 h 1050628"/>
                <a:gd name="connsiteX399" fmla="*/ 1710049 w 2449768"/>
                <a:gd name="connsiteY399" fmla="*/ 783945 h 1050628"/>
                <a:gd name="connsiteX400" fmla="*/ 1685744 w 2449768"/>
                <a:gd name="connsiteY400" fmla="*/ 777869 h 1050628"/>
                <a:gd name="connsiteX401" fmla="*/ 1691820 w 2449768"/>
                <a:gd name="connsiteY401" fmla="*/ 753564 h 1050628"/>
                <a:gd name="connsiteX402" fmla="*/ 1702833 w 2449768"/>
                <a:gd name="connsiteY402" fmla="*/ 750906 h 1050628"/>
                <a:gd name="connsiteX403" fmla="*/ 1210667 w 2449768"/>
                <a:gd name="connsiteY403" fmla="*/ 741791 h 1050628"/>
                <a:gd name="connsiteX404" fmla="*/ 1223959 w 2449768"/>
                <a:gd name="connsiteY404" fmla="*/ 750525 h 1050628"/>
                <a:gd name="connsiteX405" fmla="*/ 1217883 w 2449768"/>
                <a:gd name="connsiteY405" fmla="*/ 774830 h 1050628"/>
                <a:gd name="connsiteX406" fmla="*/ 1193578 w 2449768"/>
                <a:gd name="connsiteY406" fmla="*/ 768754 h 1050628"/>
                <a:gd name="connsiteX407" fmla="*/ 1199654 w 2449768"/>
                <a:gd name="connsiteY407" fmla="*/ 744449 h 1050628"/>
                <a:gd name="connsiteX408" fmla="*/ 1210667 w 2449768"/>
                <a:gd name="connsiteY408" fmla="*/ 741791 h 1050628"/>
                <a:gd name="connsiteX409" fmla="*/ 1450674 w 2449768"/>
                <a:gd name="connsiteY409" fmla="*/ 723563 h 1050628"/>
                <a:gd name="connsiteX410" fmla="*/ 1463966 w 2449768"/>
                <a:gd name="connsiteY410" fmla="*/ 732297 h 1050628"/>
                <a:gd name="connsiteX411" fmla="*/ 1457890 w 2449768"/>
                <a:gd name="connsiteY411" fmla="*/ 756602 h 1050628"/>
                <a:gd name="connsiteX412" fmla="*/ 1433585 w 2449768"/>
                <a:gd name="connsiteY412" fmla="*/ 750526 h 1050628"/>
                <a:gd name="connsiteX413" fmla="*/ 1439661 w 2449768"/>
                <a:gd name="connsiteY413" fmla="*/ 726221 h 1050628"/>
                <a:gd name="connsiteX414" fmla="*/ 1450674 w 2449768"/>
                <a:gd name="connsiteY414" fmla="*/ 723563 h 1050628"/>
                <a:gd name="connsiteX415" fmla="*/ 2021829 w 2449768"/>
                <a:gd name="connsiteY415" fmla="*/ 720525 h 1050628"/>
                <a:gd name="connsiteX416" fmla="*/ 2035121 w 2449768"/>
                <a:gd name="connsiteY416" fmla="*/ 729259 h 1050628"/>
                <a:gd name="connsiteX417" fmla="*/ 2029045 w 2449768"/>
                <a:gd name="connsiteY417" fmla="*/ 753564 h 1050628"/>
                <a:gd name="connsiteX418" fmla="*/ 2004740 w 2449768"/>
                <a:gd name="connsiteY418" fmla="*/ 747488 h 1050628"/>
                <a:gd name="connsiteX419" fmla="*/ 2010816 w 2449768"/>
                <a:gd name="connsiteY419" fmla="*/ 723183 h 1050628"/>
                <a:gd name="connsiteX420" fmla="*/ 2021829 w 2449768"/>
                <a:gd name="connsiteY420" fmla="*/ 720525 h 1050628"/>
                <a:gd name="connsiteX421" fmla="*/ 387352 w 2449768"/>
                <a:gd name="connsiteY421" fmla="*/ 720525 h 1050628"/>
                <a:gd name="connsiteX422" fmla="*/ 400644 w 2449768"/>
                <a:gd name="connsiteY422" fmla="*/ 729259 h 1050628"/>
                <a:gd name="connsiteX423" fmla="*/ 394568 w 2449768"/>
                <a:gd name="connsiteY423" fmla="*/ 753564 h 1050628"/>
                <a:gd name="connsiteX424" fmla="*/ 370263 w 2449768"/>
                <a:gd name="connsiteY424" fmla="*/ 747488 h 1050628"/>
                <a:gd name="connsiteX425" fmla="*/ 376339 w 2449768"/>
                <a:gd name="connsiteY425" fmla="*/ 723183 h 1050628"/>
                <a:gd name="connsiteX426" fmla="*/ 387352 w 2449768"/>
                <a:gd name="connsiteY426" fmla="*/ 720525 h 1050628"/>
                <a:gd name="connsiteX427" fmla="*/ 1049650 w 2449768"/>
                <a:gd name="connsiteY427" fmla="*/ 702297 h 1050628"/>
                <a:gd name="connsiteX428" fmla="*/ 1062942 w 2449768"/>
                <a:gd name="connsiteY428" fmla="*/ 711031 h 1050628"/>
                <a:gd name="connsiteX429" fmla="*/ 1056866 w 2449768"/>
                <a:gd name="connsiteY429" fmla="*/ 735336 h 1050628"/>
                <a:gd name="connsiteX430" fmla="*/ 1032561 w 2449768"/>
                <a:gd name="connsiteY430" fmla="*/ 729260 h 1050628"/>
                <a:gd name="connsiteX431" fmla="*/ 1038637 w 2449768"/>
                <a:gd name="connsiteY431" fmla="*/ 704955 h 1050628"/>
                <a:gd name="connsiteX432" fmla="*/ 1049650 w 2449768"/>
                <a:gd name="connsiteY432" fmla="*/ 702297 h 1050628"/>
                <a:gd name="connsiteX433" fmla="*/ 931165 w 2449768"/>
                <a:gd name="connsiteY433" fmla="*/ 702297 h 1050628"/>
                <a:gd name="connsiteX434" fmla="*/ 944457 w 2449768"/>
                <a:gd name="connsiteY434" fmla="*/ 711031 h 1050628"/>
                <a:gd name="connsiteX435" fmla="*/ 938381 w 2449768"/>
                <a:gd name="connsiteY435" fmla="*/ 735336 h 1050628"/>
                <a:gd name="connsiteX436" fmla="*/ 914076 w 2449768"/>
                <a:gd name="connsiteY436" fmla="*/ 729260 h 1050628"/>
                <a:gd name="connsiteX437" fmla="*/ 920152 w 2449768"/>
                <a:gd name="connsiteY437" fmla="*/ 704955 h 1050628"/>
                <a:gd name="connsiteX438" fmla="*/ 931165 w 2449768"/>
                <a:gd name="connsiteY438" fmla="*/ 702297 h 1050628"/>
                <a:gd name="connsiteX439" fmla="*/ 1547892 w 2449768"/>
                <a:gd name="connsiteY439" fmla="*/ 699259 h 1050628"/>
                <a:gd name="connsiteX440" fmla="*/ 1561184 w 2449768"/>
                <a:gd name="connsiteY440" fmla="*/ 707993 h 1050628"/>
                <a:gd name="connsiteX441" fmla="*/ 1555108 w 2449768"/>
                <a:gd name="connsiteY441" fmla="*/ 732298 h 1050628"/>
                <a:gd name="connsiteX442" fmla="*/ 1530803 w 2449768"/>
                <a:gd name="connsiteY442" fmla="*/ 726222 h 1050628"/>
                <a:gd name="connsiteX443" fmla="*/ 1536879 w 2449768"/>
                <a:gd name="connsiteY443" fmla="*/ 701917 h 1050628"/>
                <a:gd name="connsiteX444" fmla="*/ 1547892 w 2449768"/>
                <a:gd name="connsiteY444" fmla="*/ 699259 h 1050628"/>
                <a:gd name="connsiteX445" fmla="*/ 1313961 w 2449768"/>
                <a:gd name="connsiteY445" fmla="*/ 699259 h 1050628"/>
                <a:gd name="connsiteX446" fmla="*/ 1327253 w 2449768"/>
                <a:gd name="connsiteY446" fmla="*/ 707993 h 1050628"/>
                <a:gd name="connsiteX447" fmla="*/ 1321177 w 2449768"/>
                <a:gd name="connsiteY447" fmla="*/ 732298 h 1050628"/>
                <a:gd name="connsiteX448" fmla="*/ 1296872 w 2449768"/>
                <a:gd name="connsiteY448" fmla="*/ 726222 h 1050628"/>
                <a:gd name="connsiteX449" fmla="*/ 1302948 w 2449768"/>
                <a:gd name="connsiteY449" fmla="*/ 701917 h 1050628"/>
                <a:gd name="connsiteX450" fmla="*/ 1313961 w 2449768"/>
                <a:gd name="connsiteY450" fmla="*/ 699259 h 1050628"/>
                <a:gd name="connsiteX451" fmla="*/ 2413739 w 2449768"/>
                <a:gd name="connsiteY451" fmla="*/ 696220 h 1050628"/>
                <a:gd name="connsiteX452" fmla="*/ 2427031 w 2449768"/>
                <a:gd name="connsiteY452" fmla="*/ 704954 h 1050628"/>
                <a:gd name="connsiteX453" fmla="*/ 2420955 w 2449768"/>
                <a:gd name="connsiteY453" fmla="*/ 729259 h 1050628"/>
                <a:gd name="connsiteX454" fmla="*/ 2396650 w 2449768"/>
                <a:gd name="connsiteY454" fmla="*/ 723183 h 1050628"/>
                <a:gd name="connsiteX455" fmla="*/ 2402726 w 2449768"/>
                <a:gd name="connsiteY455" fmla="*/ 698878 h 1050628"/>
                <a:gd name="connsiteX456" fmla="*/ 2413739 w 2449768"/>
                <a:gd name="connsiteY456" fmla="*/ 696220 h 1050628"/>
                <a:gd name="connsiteX457" fmla="*/ 551408 w 2449768"/>
                <a:gd name="connsiteY457" fmla="*/ 690144 h 1050628"/>
                <a:gd name="connsiteX458" fmla="*/ 564699 w 2449768"/>
                <a:gd name="connsiteY458" fmla="*/ 698878 h 1050628"/>
                <a:gd name="connsiteX459" fmla="*/ 558623 w 2449768"/>
                <a:gd name="connsiteY459" fmla="*/ 723183 h 1050628"/>
                <a:gd name="connsiteX460" fmla="*/ 534319 w 2449768"/>
                <a:gd name="connsiteY460" fmla="*/ 717107 h 1050628"/>
                <a:gd name="connsiteX461" fmla="*/ 540395 w 2449768"/>
                <a:gd name="connsiteY461" fmla="*/ 692802 h 1050628"/>
                <a:gd name="connsiteX462" fmla="*/ 551408 w 2449768"/>
                <a:gd name="connsiteY462" fmla="*/ 690144 h 1050628"/>
                <a:gd name="connsiteX463" fmla="*/ 830909 w 2449768"/>
                <a:gd name="connsiteY463" fmla="*/ 684068 h 1050628"/>
                <a:gd name="connsiteX464" fmla="*/ 844201 w 2449768"/>
                <a:gd name="connsiteY464" fmla="*/ 692802 h 1050628"/>
                <a:gd name="connsiteX465" fmla="*/ 838125 w 2449768"/>
                <a:gd name="connsiteY465" fmla="*/ 717107 h 1050628"/>
                <a:gd name="connsiteX466" fmla="*/ 813820 w 2449768"/>
                <a:gd name="connsiteY466" fmla="*/ 711031 h 1050628"/>
                <a:gd name="connsiteX467" fmla="*/ 819896 w 2449768"/>
                <a:gd name="connsiteY467" fmla="*/ 686726 h 1050628"/>
                <a:gd name="connsiteX468" fmla="*/ 830909 w 2449768"/>
                <a:gd name="connsiteY468" fmla="*/ 684068 h 1050628"/>
                <a:gd name="connsiteX469" fmla="*/ 730653 w 2449768"/>
                <a:gd name="connsiteY469" fmla="*/ 677992 h 1050628"/>
                <a:gd name="connsiteX470" fmla="*/ 743945 w 2449768"/>
                <a:gd name="connsiteY470" fmla="*/ 686726 h 1050628"/>
                <a:gd name="connsiteX471" fmla="*/ 737869 w 2449768"/>
                <a:gd name="connsiteY471" fmla="*/ 711031 h 1050628"/>
                <a:gd name="connsiteX472" fmla="*/ 713564 w 2449768"/>
                <a:gd name="connsiteY472" fmla="*/ 704955 h 1050628"/>
                <a:gd name="connsiteX473" fmla="*/ 719640 w 2449768"/>
                <a:gd name="connsiteY473" fmla="*/ 680650 h 1050628"/>
                <a:gd name="connsiteX474" fmla="*/ 730653 w 2449768"/>
                <a:gd name="connsiteY474" fmla="*/ 677992 h 1050628"/>
                <a:gd name="connsiteX475" fmla="*/ 2228418 w 2449768"/>
                <a:gd name="connsiteY475" fmla="*/ 671916 h 1050628"/>
                <a:gd name="connsiteX476" fmla="*/ 2241710 w 2449768"/>
                <a:gd name="connsiteY476" fmla="*/ 680650 h 1050628"/>
                <a:gd name="connsiteX477" fmla="*/ 2235634 w 2449768"/>
                <a:gd name="connsiteY477" fmla="*/ 704955 h 1050628"/>
                <a:gd name="connsiteX478" fmla="*/ 2211329 w 2449768"/>
                <a:gd name="connsiteY478" fmla="*/ 698879 h 1050628"/>
                <a:gd name="connsiteX479" fmla="*/ 2217405 w 2449768"/>
                <a:gd name="connsiteY479" fmla="*/ 674574 h 1050628"/>
                <a:gd name="connsiteX480" fmla="*/ 2228418 w 2449768"/>
                <a:gd name="connsiteY480" fmla="*/ 671916 h 1050628"/>
                <a:gd name="connsiteX481" fmla="*/ 1839546 w 2449768"/>
                <a:gd name="connsiteY481" fmla="*/ 671916 h 1050628"/>
                <a:gd name="connsiteX482" fmla="*/ 1852838 w 2449768"/>
                <a:gd name="connsiteY482" fmla="*/ 680650 h 1050628"/>
                <a:gd name="connsiteX483" fmla="*/ 1846762 w 2449768"/>
                <a:gd name="connsiteY483" fmla="*/ 704955 h 1050628"/>
                <a:gd name="connsiteX484" fmla="*/ 1822457 w 2449768"/>
                <a:gd name="connsiteY484" fmla="*/ 698879 h 1050628"/>
                <a:gd name="connsiteX485" fmla="*/ 1828533 w 2449768"/>
                <a:gd name="connsiteY485" fmla="*/ 674574 h 1050628"/>
                <a:gd name="connsiteX486" fmla="*/ 1839546 w 2449768"/>
                <a:gd name="connsiteY486" fmla="*/ 671916 h 1050628"/>
                <a:gd name="connsiteX487" fmla="*/ 2109933 w 2449768"/>
                <a:gd name="connsiteY487" fmla="*/ 656726 h 1050628"/>
                <a:gd name="connsiteX488" fmla="*/ 2123225 w 2449768"/>
                <a:gd name="connsiteY488" fmla="*/ 665460 h 1050628"/>
                <a:gd name="connsiteX489" fmla="*/ 2117149 w 2449768"/>
                <a:gd name="connsiteY489" fmla="*/ 689765 h 1050628"/>
                <a:gd name="connsiteX490" fmla="*/ 2092844 w 2449768"/>
                <a:gd name="connsiteY490" fmla="*/ 683689 h 1050628"/>
                <a:gd name="connsiteX491" fmla="*/ 2098920 w 2449768"/>
                <a:gd name="connsiteY491" fmla="*/ 659384 h 1050628"/>
                <a:gd name="connsiteX492" fmla="*/ 2109933 w 2449768"/>
                <a:gd name="connsiteY492" fmla="*/ 656726 h 1050628"/>
                <a:gd name="connsiteX493" fmla="*/ 1632957 w 2449768"/>
                <a:gd name="connsiteY493" fmla="*/ 656726 h 1050628"/>
                <a:gd name="connsiteX494" fmla="*/ 1646249 w 2449768"/>
                <a:gd name="connsiteY494" fmla="*/ 665460 h 1050628"/>
                <a:gd name="connsiteX495" fmla="*/ 1640173 w 2449768"/>
                <a:gd name="connsiteY495" fmla="*/ 689765 h 1050628"/>
                <a:gd name="connsiteX496" fmla="*/ 1615868 w 2449768"/>
                <a:gd name="connsiteY496" fmla="*/ 683689 h 1050628"/>
                <a:gd name="connsiteX497" fmla="*/ 1621944 w 2449768"/>
                <a:gd name="connsiteY497" fmla="*/ 659384 h 1050628"/>
                <a:gd name="connsiteX498" fmla="*/ 1632957 w 2449768"/>
                <a:gd name="connsiteY498" fmla="*/ 656726 h 1050628"/>
                <a:gd name="connsiteX499" fmla="*/ 1165096 w 2449768"/>
                <a:gd name="connsiteY499" fmla="*/ 656726 h 1050628"/>
                <a:gd name="connsiteX500" fmla="*/ 1178387 w 2449768"/>
                <a:gd name="connsiteY500" fmla="*/ 665460 h 1050628"/>
                <a:gd name="connsiteX501" fmla="*/ 1172311 w 2449768"/>
                <a:gd name="connsiteY501" fmla="*/ 689765 h 1050628"/>
                <a:gd name="connsiteX502" fmla="*/ 1148007 w 2449768"/>
                <a:gd name="connsiteY502" fmla="*/ 683689 h 1050628"/>
                <a:gd name="connsiteX503" fmla="*/ 1154083 w 2449768"/>
                <a:gd name="connsiteY503" fmla="*/ 659384 h 1050628"/>
                <a:gd name="connsiteX504" fmla="*/ 1165096 w 2449768"/>
                <a:gd name="connsiteY504" fmla="*/ 656726 h 1050628"/>
                <a:gd name="connsiteX505" fmla="*/ 1948916 w 2449768"/>
                <a:gd name="connsiteY505" fmla="*/ 653688 h 1050628"/>
                <a:gd name="connsiteX506" fmla="*/ 1962208 w 2449768"/>
                <a:gd name="connsiteY506" fmla="*/ 662422 h 1050628"/>
                <a:gd name="connsiteX507" fmla="*/ 1956132 w 2449768"/>
                <a:gd name="connsiteY507" fmla="*/ 686727 h 1050628"/>
                <a:gd name="connsiteX508" fmla="*/ 1931827 w 2449768"/>
                <a:gd name="connsiteY508" fmla="*/ 680651 h 1050628"/>
                <a:gd name="connsiteX509" fmla="*/ 1937903 w 2449768"/>
                <a:gd name="connsiteY509" fmla="*/ 656346 h 1050628"/>
                <a:gd name="connsiteX510" fmla="*/ 1948916 w 2449768"/>
                <a:gd name="connsiteY510" fmla="*/ 653688 h 1050628"/>
                <a:gd name="connsiteX511" fmla="*/ 2328673 w 2449768"/>
                <a:gd name="connsiteY511" fmla="*/ 647611 h 1050628"/>
                <a:gd name="connsiteX512" fmla="*/ 2341965 w 2449768"/>
                <a:gd name="connsiteY512" fmla="*/ 656345 h 1050628"/>
                <a:gd name="connsiteX513" fmla="*/ 2335889 w 2449768"/>
                <a:gd name="connsiteY513" fmla="*/ 680650 h 1050628"/>
                <a:gd name="connsiteX514" fmla="*/ 2311584 w 2449768"/>
                <a:gd name="connsiteY514" fmla="*/ 674574 h 1050628"/>
                <a:gd name="connsiteX515" fmla="*/ 2317660 w 2449768"/>
                <a:gd name="connsiteY515" fmla="*/ 650269 h 1050628"/>
                <a:gd name="connsiteX516" fmla="*/ 2328673 w 2449768"/>
                <a:gd name="connsiteY516" fmla="*/ 647611 h 1050628"/>
                <a:gd name="connsiteX517" fmla="*/ 639512 w 2449768"/>
                <a:gd name="connsiteY517" fmla="*/ 641535 h 1050628"/>
                <a:gd name="connsiteX518" fmla="*/ 652804 w 2449768"/>
                <a:gd name="connsiteY518" fmla="*/ 650269 h 1050628"/>
                <a:gd name="connsiteX519" fmla="*/ 646728 w 2449768"/>
                <a:gd name="connsiteY519" fmla="*/ 674574 h 1050628"/>
                <a:gd name="connsiteX520" fmla="*/ 622423 w 2449768"/>
                <a:gd name="connsiteY520" fmla="*/ 668498 h 1050628"/>
                <a:gd name="connsiteX521" fmla="*/ 628499 w 2449768"/>
                <a:gd name="connsiteY521" fmla="*/ 644193 h 1050628"/>
                <a:gd name="connsiteX522" fmla="*/ 639512 w 2449768"/>
                <a:gd name="connsiteY522" fmla="*/ 641535 h 1050628"/>
                <a:gd name="connsiteX523" fmla="*/ 451152 w 2449768"/>
                <a:gd name="connsiteY523" fmla="*/ 641535 h 1050628"/>
                <a:gd name="connsiteX524" fmla="*/ 464444 w 2449768"/>
                <a:gd name="connsiteY524" fmla="*/ 650269 h 1050628"/>
                <a:gd name="connsiteX525" fmla="*/ 458368 w 2449768"/>
                <a:gd name="connsiteY525" fmla="*/ 674574 h 1050628"/>
                <a:gd name="connsiteX526" fmla="*/ 434063 w 2449768"/>
                <a:gd name="connsiteY526" fmla="*/ 668498 h 1050628"/>
                <a:gd name="connsiteX527" fmla="*/ 440139 w 2449768"/>
                <a:gd name="connsiteY527" fmla="*/ 644193 h 1050628"/>
                <a:gd name="connsiteX528" fmla="*/ 451152 w 2449768"/>
                <a:gd name="connsiteY528" fmla="*/ 641535 h 1050628"/>
                <a:gd name="connsiteX529" fmla="*/ 1739291 w 2449768"/>
                <a:gd name="connsiteY529" fmla="*/ 638497 h 1050628"/>
                <a:gd name="connsiteX530" fmla="*/ 1752582 w 2449768"/>
                <a:gd name="connsiteY530" fmla="*/ 647231 h 1050628"/>
                <a:gd name="connsiteX531" fmla="*/ 1746506 w 2449768"/>
                <a:gd name="connsiteY531" fmla="*/ 671536 h 1050628"/>
                <a:gd name="connsiteX532" fmla="*/ 1722201 w 2449768"/>
                <a:gd name="connsiteY532" fmla="*/ 665460 h 1050628"/>
                <a:gd name="connsiteX533" fmla="*/ 1728277 w 2449768"/>
                <a:gd name="connsiteY533" fmla="*/ 641155 h 1050628"/>
                <a:gd name="connsiteX534" fmla="*/ 1739291 w 2449768"/>
                <a:gd name="connsiteY534" fmla="*/ 638497 h 1050628"/>
                <a:gd name="connsiteX535" fmla="*/ 1429407 w 2449768"/>
                <a:gd name="connsiteY535" fmla="*/ 623307 h 1050628"/>
                <a:gd name="connsiteX536" fmla="*/ 1442699 w 2449768"/>
                <a:gd name="connsiteY536" fmla="*/ 632041 h 1050628"/>
                <a:gd name="connsiteX537" fmla="*/ 1436623 w 2449768"/>
                <a:gd name="connsiteY537" fmla="*/ 656346 h 1050628"/>
                <a:gd name="connsiteX538" fmla="*/ 1412318 w 2449768"/>
                <a:gd name="connsiteY538" fmla="*/ 650270 h 1050628"/>
                <a:gd name="connsiteX539" fmla="*/ 1418394 w 2449768"/>
                <a:gd name="connsiteY539" fmla="*/ 625965 h 1050628"/>
                <a:gd name="connsiteX540" fmla="*/ 1429407 w 2449768"/>
                <a:gd name="connsiteY540" fmla="*/ 623307 h 1050628"/>
                <a:gd name="connsiteX541" fmla="*/ 991927 w 2449768"/>
                <a:gd name="connsiteY541" fmla="*/ 614193 h 1050628"/>
                <a:gd name="connsiteX542" fmla="*/ 1005219 w 2449768"/>
                <a:gd name="connsiteY542" fmla="*/ 622927 h 1050628"/>
                <a:gd name="connsiteX543" fmla="*/ 999143 w 2449768"/>
                <a:gd name="connsiteY543" fmla="*/ 647232 h 1050628"/>
                <a:gd name="connsiteX544" fmla="*/ 974838 w 2449768"/>
                <a:gd name="connsiteY544" fmla="*/ 641156 h 1050628"/>
                <a:gd name="connsiteX545" fmla="*/ 980914 w 2449768"/>
                <a:gd name="connsiteY545" fmla="*/ 616851 h 1050628"/>
                <a:gd name="connsiteX546" fmla="*/ 991927 w 2449768"/>
                <a:gd name="connsiteY546" fmla="*/ 614193 h 1050628"/>
                <a:gd name="connsiteX547" fmla="*/ 1244086 w 2449768"/>
                <a:gd name="connsiteY547" fmla="*/ 589888 h 1050628"/>
                <a:gd name="connsiteX548" fmla="*/ 1257378 w 2449768"/>
                <a:gd name="connsiteY548" fmla="*/ 598622 h 1050628"/>
                <a:gd name="connsiteX549" fmla="*/ 1251302 w 2449768"/>
                <a:gd name="connsiteY549" fmla="*/ 622927 h 1050628"/>
                <a:gd name="connsiteX550" fmla="*/ 1226997 w 2449768"/>
                <a:gd name="connsiteY550" fmla="*/ 616851 h 1050628"/>
                <a:gd name="connsiteX551" fmla="*/ 1233073 w 2449768"/>
                <a:gd name="connsiteY551" fmla="*/ 592546 h 1050628"/>
                <a:gd name="connsiteX552" fmla="*/ 1244086 w 2449768"/>
                <a:gd name="connsiteY552" fmla="*/ 589888 h 1050628"/>
                <a:gd name="connsiteX553" fmla="*/ 1332189 w 2449768"/>
                <a:gd name="connsiteY553" fmla="*/ 586850 h 1050628"/>
                <a:gd name="connsiteX554" fmla="*/ 1345481 w 2449768"/>
                <a:gd name="connsiteY554" fmla="*/ 595584 h 1050628"/>
                <a:gd name="connsiteX555" fmla="*/ 1339405 w 2449768"/>
                <a:gd name="connsiteY555" fmla="*/ 619889 h 1050628"/>
                <a:gd name="connsiteX556" fmla="*/ 1315100 w 2449768"/>
                <a:gd name="connsiteY556" fmla="*/ 613813 h 1050628"/>
                <a:gd name="connsiteX557" fmla="*/ 1321176 w 2449768"/>
                <a:gd name="connsiteY557" fmla="*/ 589508 h 1050628"/>
                <a:gd name="connsiteX558" fmla="*/ 1332189 w 2449768"/>
                <a:gd name="connsiteY558" fmla="*/ 586850 h 1050628"/>
                <a:gd name="connsiteX559" fmla="*/ 867366 w 2449768"/>
                <a:gd name="connsiteY559" fmla="*/ 583812 h 1050628"/>
                <a:gd name="connsiteX560" fmla="*/ 880658 w 2449768"/>
                <a:gd name="connsiteY560" fmla="*/ 592546 h 1050628"/>
                <a:gd name="connsiteX561" fmla="*/ 874582 w 2449768"/>
                <a:gd name="connsiteY561" fmla="*/ 616851 h 1050628"/>
                <a:gd name="connsiteX562" fmla="*/ 850277 w 2449768"/>
                <a:gd name="connsiteY562" fmla="*/ 610775 h 1050628"/>
                <a:gd name="connsiteX563" fmla="*/ 856353 w 2449768"/>
                <a:gd name="connsiteY563" fmla="*/ 586470 h 1050628"/>
                <a:gd name="connsiteX564" fmla="*/ 867366 w 2449768"/>
                <a:gd name="connsiteY564" fmla="*/ 583812 h 1050628"/>
                <a:gd name="connsiteX565" fmla="*/ 2222342 w 2449768"/>
                <a:gd name="connsiteY565" fmla="*/ 576217 h 1050628"/>
                <a:gd name="connsiteX566" fmla="*/ 2235633 w 2449768"/>
                <a:gd name="connsiteY566" fmla="*/ 586470 h 1050628"/>
                <a:gd name="connsiteX567" fmla="*/ 2229557 w 2449768"/>
                <a:gd name="connsiteY567" fmla="*/ 610775 h 1050628"/>
                <a:gd name="connsiteX568" fmla="*/ 2205253 w 2449768"/>
                <a:gd name="connsiteY568" fmla="*/ 604698 h 1050628"/>
                <a:gd name="connsiteX569" fmla="*/ 2211329 w 2449768"/>
                <a:gd name="connsiteY569" fmla="*/ 577356 h 1050628"/>
                <a:gd name="connsiteX570" fmla="*/ 2222342 w 2449768"/>
                <a:gd name="connsiteY570" fmla="*/ 576217 h 1050628"/>
                <a:gd name="connsiteX571" fmla="*/ 1092183 w 2449768"/>
                <a:gd name="connsiteY571" fmla="*/ 571660 h 1050628"/>
                <a:gd name="connsiteX572" fmla="*/ 1105475 w 2449768"/>
                <a:gd name="connsiteY572" fmla="*/ 580394 h 1050628"/>
                <a:gd name="connsiteX573" fmla="*/ 1099399 w 2449768"/>
                <a:gd name="connsiteY573" fmla="*/ 604699 h 1050628"/>
                <a:gd name="connsiteX574" fmla="*/ 1075094 w 2449768"/>
                <a:gd name="connsiteY574" fmla="*/ 598623 h 1050628"/>
                <a:gd name="connsiteX575" fmla="*/ 1081170 w 2449768"/>
                <a:gd name="connsiteY575" fmla="*/ 574318 h 1050628"/>
                <a:gd name="connsiteX576" fmla="*/ 1092183 w 2449768"/>
                <a:gd name="connsiteY576" fmla="*/ 571660 h 1050628"/>
                <a:gd name="connsiteX577" fmla="*/ 2000563 w 2449768"/>
                <a:gd name="connsiteY577" fmla="*/ 568622 h 1050628"/>
                <a:gd name="connsiteX578" fmla="*/ 2013855 w 2449768"/>
                <a:gd name="connsiteY578" fmla="*/ 577356 h 1050628"/>
                <a:gd name="connsiteX579" fmla="*/ 2007779 w 2449768"/>
                <a:gd name="connsiteY579" fmla="*/ 601661 h 1050628"/>
                <a:gd name="connsiteX580" fmla="*/ 1983474 w 2449768"/>
                <a:gd name="connsiteY580" fmla="*/ 595585 h 1050628"/>
                <a:gd name="connsiteX581" fmla="*/ 1989550 w 2449768"/>
                <a:gd name="connsiteY581" fmla="*/ 571280 h 1050628"/>
                <a:gd name="connsiteX582" fmla="*/ 2000563 w 2449768"/>
                <a:gd name="connsiteY582" fmla="*/ 568622 h 1050628"/>
                <a:gd name="connsiteX583" fmla="*/ 745844 w 2449768"/>
                <a:gd name="connsiteY583" fmla="*/ 568622 h 1050628"/>
                <a:gd name="connsiteX584" fmla="*/ 759136 w 2449768"/>
                <a:gd name="connsiteY584" fmla="*/ 577356 h 1050628"/>
                <a:gd name="connsiteX585" fmla="*/ 753060 w 2449768"/>
                <a:gd name="connsiteY585" fmla="*/ 601661 h 1050628"/>
                <a:gd name="connsiteX586" fmla="*/ 728755 w 2449768"/>
                <a:gd name="connsiteY586" fmla="*/ 595585 h 1050628"/>
                <a:gd name="connsiteX587" fmla="*/ 734831 w 2449768"/>
                <a:gd name="connsiteY587" fmla="*/ 571280 h 1050628"/>
                <a:gd name="connsiteX588" fmla="*/ 745844 w 2449768"/>
                <a:gd name="connsiteY588" fmla="*/ 568622 h 1050628"/>
                <a:gd name="connsiteX589" fmla="*/ 533179 w 2449768"/>
                <a:gd name="connsiteY589" fmla="*/ 568622 h 1050628"/>
                <a:gd name="connsiteX590" fmla="*/ 546471 w 2449768"/>
                <a:gd name="connsiteY590" fmla="*/ 577356 h 1050628"/>
                <a:gd name="connsiteX591" fmla="*/ 540395 w 2449768"/>
                <a:gd name="connsiteY591" fmla="*/ 601661 h 1050628"/>
                <a:gd name="connsiteX592" fmla="*/ 516090 w 2449768"/>
                <a:gd name="connsiteY592" fmla="*/ 595585 h 1050628"/>
                <a:gd name="connsiteX593" fmla="*/ 522166 w 2449768"/>
                <a:gd name="connsiteY593" fmla="*/ 571280 h 1050628"/>
                <a:gd name="connsiteX594" fmla="*/ 533179 w 2449768"/>
                <a:gd name="connsiteY594" fmla="*/ 568622 h 1050628"/>
                <a:gd name="connsiteX595" fmla="*/ 1866889 w 2449768"/>
                <a:gd name="connsiteY595" fmla="*/ 565584 h 1050628"/>
                <a:gd name="connsiteX596" fmla="*/ 1880180 w 2449768"/>
                <a:gd name="connsiteY596" fmla="*/ 574318 h 1050628"/>
                <a:gd name="connsiteX597" fmla="*/ 1874104 w 2449768"/>
                <a:gd name="connsiteY597" fmla="*/ 598623 h 1050628"/>
                <a:gd name="connsiteX598" fmla="*/ 1849800 w 2449768"/>
                <a:gd name="connsiteY598" fmla="*/ 592547 h 1050628"/>
                <a:gd name="connsiteX599" fmla="*/ 1855876 w 2449768"/>
                <a:gd name="connsiteY599" fmla="*/ 568242 h 1050628"/>
                <a:gd name="connsiteX600" fmla="*/ 1866889 w 2449768"/>
                <a:gd name="connsiteY600" fmla="*/ 565584 h 1050628"/>
                <a:gd name="connsiteX601" fmla="*/ 1508397 w 2449768"/>
                <a:gd name="connsiteY601" fmla="*/ 565584 h 1050628"/>
                <a:gd name="connsiteX602" fmla="*/ 1521689 w 2449768"/>
                <a:gd name="connsiteY602" fmla="*/ 574318 h 1050628"/>
                <a:gd name="connsiteX603" fmla="*/ 1515613 w 2449768"/>
                <a:gd name="connsiteY603" fmla="*/ 598623 h 1050628"/>
                <a:gd name="connsiteX604" fmla="*/ 1491308 w 2449768"/>
                <a:gd name="connsiteY604" fmla="*/ 592547 h 1050628"/>
                <a:gd name="connsiteX605" fmla="*/ 1497384 w 2449768"/>
                <a:gd name="connsiteY605" fmla="*/ 568242 h 1050628"/>
                <a:gd name="connsiteX606" fmla="*/ 1508397 w 2449768"/>
                <a:gd name="connsiteY606" fmla="*/ 565584 h 1050628"/>
                <a:gd name="connsiteX607" fmla="*/ 2365130 w 2449768"/>
                <a:gd name="connsiteY607" fmla="*/ 556470 h 1050628"/>
                <a:gd name="connsiteX608" fmla="*/ 2378422 w 2449768"/>
                <a:gd name="connsiteY608" fmla="*/ 565204 h 1050628"/>
                <a:gd name="connsiteX609" fmla="*/ 2372346 w 2449768"/>
                <a:gd name="connsiteY609" fmla="*/ 589509 h 1050628"/>
                <a:gd name="connsiteX610" fmla="*/ 2348041 w 2449768"/>
                <a:gd name="connsiteY610" fmla="*/ 583433 h 1050628"/>
                <a:gd name="connsiteX611" fmla="*/ 2354117 w 2449768"/>
                <a:gd name="connsiteY611" fmla="*/ 559128 h 1050628"/>
                <a:gd name="connsiteX612" fmla="*/ 2365130 w 2449768"/>
                <a:gd name="connsiteY612" fmla="*/ 556470 h 1050628"/>
                <a:gd name="connsiteX613" fmla="*/ 1620805 w 2449768"/>
                <a:gd name="connsiteY613" fmla="*/ 550394 h 1050628"/>
                <a:gd name="connsiteX614" fmla="*/ 1634097 w 2449768"/>
                <a:gd name="connsiteY614" fmla="*/ 559128 h 1050628"/>
                <a:gd name="connsiteX615" fmla="*/ 1628021 w 2449768"/>
                <a:gd name="connsiteY615" fmla="*/ 583433 h 1050628"/>
                <a:gd name="connsiteX616" fmla="*/ 1603716 w 2449768"/>
                <a:gd name="connsiteY616" fmla="*/ 577357 h 1050628"/>
                <a:gd name="connsiteX617" fmla="*/ 1609792 w 2449768"/>
                <a:gd name="connsiteY617" fmla="*/ 553052 h 1050628"/>
                <a:gd name="connsiteX618" fmla="*/ 1620805 w 2449768"/>
                <a:gd name="connsiteY618" fmla="*/ 550394 h 1050628"/>
                <a:gd name="connsiteX619" fmla="*/ 2097781 w 2449768"/>
                <a:gd name="connsiteY619" fmla="*/ 544317 h 1050628"/>
                <a:gd name="connsiteX620" fmla="*/ 2111073 w 2449768"/>
                <a:gd name="connsiteY620" fmla="*/ 553051 h 1050628"/>
                <a:gd name="connsiteX621" fmla="*/ 2104997 w 2449768"/>
                <a:gd name="connsiteY621" fmla="*/ 577356 h 1050628"/>
                <a:gd name="connsiteX622" fmla="*/ 2080692 w 2449768"/>
                <a:gd name="connsiteY622" fmla="*/ 571280 h 1050628"/>
                <a:gd name="connsiteX623" fmla="*/ 2086768 w 2449768"/>
                <a:gd name="connsiteY623" fmla="*/ 546975 h 1050628"/>
                <a:gd name="connsiteX624" fmla="*/ 2097781 w 2449768"/>
                <a:gd name="connsiteY624" fmla="*/ 544317 h 1050628"/>
                <a:gd name="connsiteX625" fmla="*/ 1745366 w 2449768"/>
                <a:gd name="connsiteY625" fmla="*/ 538241 h 1050628"/>
                <a:gd name="connsiteX626" fmla="*/ 1758658 w 2449768"/>
                <a:gd name="connsiteY626" fmla="*/ 546975 h 1050628"/>
                <a:gd name="connsiteX627" fmla="*/ 1752582 w 2449768"/>
                <a:gd name="connsiteY627" fmla="*/ 571280 h 1050628"/>
                <a:gd name="connsiteX628" fmla="*/ 1728277 w 2449768"/>
                <a:gd name="connsiteY628" fmla="*/ 565204 h 1050628"/>
                <a:gd name="connsiteX629" fmla="*/ 1734353 w 2449768"/>
                <a:gd name="connsiteY629" fmla="*/ 540899 h 1050628"/>
                <a:gd name="connsiteX630" fmla="*/ 1745366 w 2449768"/>
                <a:gd name="connsiteY630" fmla="*/ 538241 h 1050628"/>
                <a:gd name="connsiteX631" fmla="*/ 624322 w 2449768"/>
                <a:gd name="connsiteY631" fmla="*/ 529127 h 1050628"/>
                <a:gd name="connsiteX632" fmla="*/ 637613 w 2449768"/>
                <a:gd name="connsiteY632" fmla="*/ 537861 h 1050628"/>
                <a:gd name="connsiteX633" fmla="*/ 631537 w 2449768"/>
                <a:gd name="connsiteY633" fmla="*/ 562166 h 1050628"/>
                <a:gd name="connsiteX634" fmla="*/ 607233 w 2449768"/>
                <a:gd name="connsiteY634" fmla="*/ 556090 h 1050628"/>
                <a:gd name="connsiteX635" fmla="*/ 613309 w 2449768"/>
                <a:gd name="connsiteY635" fmla="*/ 531785 h 1050628"/>
                <a:gd name="connsiteX636" fmla="*/ 624322 w 2449768"/>
                <a:gd name="connsiteY636" fmla="*/ 529127 h 1050628"/>
                <a:gd name="connsiteX637" fmla="*/ 958508 w 2449768"/>
                <a:gd name="connsiteY637" fmla="*/ 523051 h 1050628"/>
                <a:gd name="connsiteX638" fmla="*/ 971800 w 2449768"/>
                <a:gd name="connsiteY638" fmla="*/ 531785 h 1050628"/>
                <a:gd name="connsiteX639" fmla="*/ 965724 w 2449768"/>
                <a:gd name="connsiteY639" fmla="*/ 556090 h 1050628"/>
                <a:gd name="connsiteX640" fmla="*/ 941419 w 2449768"/>
                <a:gd name="connsiteY640" fmla="*/ 550014 h 1050628"/>
                <a:gd name="connsiteX641" fmla="*/ 947495 w 2449768"/>
                <a:gd name="connsiteY641" fmla="*/ 525709 h 1050628"/>
                <a:gd name="connsiteX642" fmla="*/ 958508 w 2449768"/>
                <a:gd name="connsiteY642" fmla="*/ 523051 h 1050628"/>
                <a:gd name="connsiteX643" fmla="*/ 1177248 w 2449768"/>
                <a:gd name="connsiteY643" fmla="*/ 507861 h 1050628"/>
                <a:gd name="connsiteX644" fmla="*/ 1190540 w 2449768"/>
                <a:gd name="connsiteY644" fmla="*/ 516595 h 1050628"/>
                <a:gd name="connsiteX645" fmla="*/ 1184464 w 2449768"/>
                <a:gd name="connsiteY645" fmla="*/ 540900 h 1050628"/>
                <a:gd name="connsiteX646" fmla="*/ 1160159 w 2449768"/>
                <a:gd name="connsiteY646" fmla="*/ 534824 h 1050628"/>
                <a:gd name="connsiteX647" fmla="*/ 1166235 w 2449768"/>
                <a:gd name="connsiteY647" fmla="*/ 510519 h 1050628"/>
                <a:gd name="connsiteX648" fmla="*/ 1177248 w 2449768"/>
                <a:gd name="connsiteY648" fmla="*/ 507861 h 1050628"/>
                <a:gd name="connsiteX649" fmla="*/ 1399027 w 2449768"/>
                <a:gd name="connsiteY649" fmla="*/ 504823 h 1050628"/>
                <a:gd name="connsiteX650" fmla="*/ 1412319 w 2449768"/>
                <a:gd name="connsiteY650" fmla="*/ 513557 h 1050628"/>
                <a:gd name="connsiteX651" fmla="*/ 1406243 w 2449768"/>
                <a:gd name="connsiteY651" fmla="*/ 537862 h 1050628"/>
                <a:gd name="connsiteX652" fmla="*/ 1381938 w 2449768"/>
                <a:gd name="connsiteY652" fmla="*/ 531786 h 1050628"/>
                <a:gd name="connsiteX653" fmla="*/ 1388014 w 2449768"/>
                <a:gd name="connsiteY653" fmla="*/ 507481 h 1050628"/>
                <a:gd name="connsiteX654" fmla="*/ 1399027 w 2449768"/>
                <a:gd name="connsiteY654" fmla="*/ 504823 h 1050628"/>
                <a:gd name="connsiteX655" fmla="*/ 2194999 w 2449768"/>
                <a:gd name="connsiteY655" fmla="*/ 492670 h 1050628"/>
                <a:gd name="connsiteX656" fmla="*/ 2208291 w 2449768"/>
                <a:gd name="connsiteY656" fmla="*/ 501404 h 1050628"/>
                <a:gd name="connsiteX657" fmla="*/ 2202214 w 2449768"/>
                <a:gd name="connsiteY657" fmla="*/ 525709 h 1050628"/>
                <a:gd name="connsiteX658" fmla="*/ 2177910 w 2449768"/>
                <a:gd name="connsiteY658" fmla="*/ 519633 h 1050628"/>
                <a:gd name="connsiteX659" fmla="*/ 2183986 w 2449768"/>
                <a:gd name="connsiteY659" fmla="*/ 495328 h 1050628"/>
                <a:gd name="connsiteX660" fmla="*/ 2194999 w 2449768"/>
                <a:gd name="connsiteY660" fmla="*/ 492670 h 1050628"/>
                <a:gd name="connsiteX661" fmla="*/ 1912459 w 2449768"/>
                <a:gd name="connsiteY661" fmla="*/ 480518 h 1050628"/>
                <a:gd name="connsiteX662" fmla="*/ 1925751 w 2449768"/>
                <a:gd name="connsiteY662" fmla="*/ 489252 h 1050628"/>
                <a:gd name="connsiteX663" fmla="*/ 1919675 w 2449768"/>
                <a:gd name="connsiteY663" fmla="*/ 513557 h 1050628"/>
                <a:gd name="connsiteX664" fmla="*/ 1895370 w 2449768"/>
                <a:gd name="connsiteY664" fmla="*/ 507481 h 1050628"/>
                <a:gd name="connsiteX665" fmla="*/ 1901446 w 2449768"/>
                <a:gd name="connsiteY665" fmla="*/ 483176 h 1050628"/>
                <a:gd name="connsiteX666" fmla="*/ 1912459 w 2449768"/>
                <a:gd name="connsiteY666" fmla="*/ 480518 h 1050628"/>
                <a:gd name="connsiteX667" fmla="*/ 803567 w 2449768"/>
                <a:gd name="connsiteY667" fmla="*/ 480518 h 1050628"/>
                <a:gd name="connsiteX668" fmla="*/ 816859 w 2449768"/>
                <a:gd name="connsiteY668" fmla="*/ 489252 h 1050628"/>
                <a:gd name="connsiteX669" fmla="*/ 810783 w 2449768"/>
                <a:gd name="connsiteY669" fmla="*/ 513557 h 1050628"/>
                <a:gd name="connsiteX670" fmla="*/ 786478 w 2449768"/>
                <a:gd name="connsiteY670" fmla="*/ 507481 h 1050628"/>
                <a:gd name="connsiteX671" fmla="*/ 792554 w 2449768"/>
                <a:gd name="connsiteY671" fmla="*/ 483176 h 1050628"/>
                <a:gd name="connsiteX672" fmla="*/ 803567 w 2449768"/>
                <a:gd name="connsiteY672" fmla="*/ 480518 h 1050628"/>
                <a:gd name="connsiteX673" fmla="*/ 1550930 w 2449768"/>
                <a:gd name="connsiteY673" fmla="*/ 471404 h 1050628"/>
                <a:gd name="connsiteX674" fmla="*/ 1564222 w 2449768"/>
                <a:gd name="connsiteY674" fmla="*/ 480138 h 1050628"/>
                <a:gd name="connsiteX675" fmla="*/ 1558146 w 2449768"/>
                <a:gd name="connsiteY675" fmla="*/ 504443 h 1050628"/>
                <a:gd name="connsiteX676" fmla="*/ 1533841 w 2449768"/>
                <a:gd name="connsiteY676" fmla="*/ 498367 h 1050628"/>
                <a:gd name="connsiteX677" fmla="*/ 1539917 w 2449768"/>
                <a:gd name="connsiteY677" fmla="*/ 474062 h 1050628"/>
                <a:gd name="connsiteX678" fmla="*/ 1550930 w 2449768"/>
                <a:gd name="connsiteY678" fmla="*/ 471404 h 1050628"/>
                <a:gd name="connsiteX679" fmla="*/ 2307407 w 2449768"/>
                <a:gd name="connsiteY679" fmla="*/ 465328 h 1050628"/>
                <a:gd name="connsiteX680" fmla="*/ 2320698 w 2449768"/>
                <a:gd name="connsiteY680" fmla="*/ 474062 h 1050628"/>
                <a:gd name="connsiteX681" fmla="*/ 2314622 w 2449768"/>
                <a:gd name="connsiteY681" fmla="*/ 498367 h 1050628"/>
                <a:gd name="connsiteX682" fmla="*/ 2290318 w 2449768"/>
                <a:gd name="connsiteY682" fmla="*/ 492291 h 1050628"/>
                <a:gd name="connsiteX683" fmla="*/ 2296394 w 2449768"/>
                <a:gd name="connsiteY683" fmla="*/ 467986 h 1050628"/>
                <a:gd name="connsiteX684" fmla="*/ 2307407 w 2449768"/>
                <a:gd name="connsiteY684" fmla="*/ 465328 h 1050628"/>
                <a:gd name="connsiteX685" fmla="*/ 1076992 w 2449768"/>
                <a:gd name="connsiteY685" fmla="*/ 462290 h 1050628"/>
                <a:gd name="connsiteX686" fmla="*/ 1090284 w 2449768"/>
                <a:gd name="connsiteY686" fmla="*/ 471024 h 1050628"/>
                <a:gd name="connsiteX687" fmla="*/ 1084208 w 2449768"/>
                <a:gd name="connsiteY687" fmla="*/ 495329 h 1050628"/>
                <a:gd name="connsiteX688" fmla="*/ 1059903 w 2449768"/>
                <a:gd name="connsiteY688" fmla="*/ 489253 h 1050628"/>
                <a:gd name="connsiteX689" fmla="*/ 1065979 w 2449768"/>
                <a:gd name="connsiteY689" fmla="*/ 464948 h 1050628"/>
                <a:gd name="connsiteX690" fmla="*/ 1076992 w 2449768"/>
                <a:gd name="connsiteY690" fmla="*/ 462290 h 1050628"/>
                <a:gd name="connsiteX691" fmla="*/ 2030944 w 2449768"/>
                <a:gd name="connsiteY691" fmla="*/ 456214 h 1050628"/>
                <a:gd name="connsiteX692" fmla="*/ 2044236 w 2449768"/>
                <a:gd name="connsiteY692" fmla="*/ 464948 h 1050628"/>
                <a:gd name="connsiteX693" fmla="*/ 2038160 w 2449768"/>
                <a:gd name="connsiteY693" fmla="*/ 489253 h 1050628"/>
                <a:gd name="connsiteX694" fmla="*/ 2013855 w 2449768"/>
                <a:gd name="connsiteY694" fmla="*/ 483177 h 1050628"/>
                <a:gd name="connsiteX695" fmla="*/ 2019931 w 2449768"/>
                <a:gd name="connsiteY695" fmla="*/ 458872 h 1050628"/>
                <a:gd name="connsiteX696" fmla="*/ 2030944 w 2449768"/>
                <a:gd name="connsiteY696" fmla="*/ 456214 h 1050628"/>
                <a:gd name="connsiteX697" fmla="*/ 1280542 w 2449768"/>
                <a:gd name="connsiteY697" fmla="*/ 453176 h 1050628"/>
                <a:gd name="connsiteX698" fmla="*/ 1293834 w 2449768"/>
                <a:gd name="connsiteY698" fmla="*/ 461910 h 1050628"/>
                <a:gd name="connsiteX699" fmla="*/ 1287758 w 2449768"/>
                <a:gd name="connsiteY699" fmla="*/ 486215 h 1050628"/>
                <a:gd name="connsiteX700" fmla="*/ 1263453 w 2449768"/>
                <a:gd name="connsiteY700" fmla="*/ 480139 h 1050628"/>
                <a:gd name="connsiteX701" fmla="*/ 1269529 w 2449768"/>
                <a:gd name="connsiteY701" fmla="*/ 455834 h 1050628"/>
                <a:gd name="connsiteX702" fmla="*/ 1280542 w 2449768"/>
                <a:gd name="connsiteY702" fmla="*/ 453176 h 1050628"/>
                <a:gd name="connsiteX703" fmla="*/ 679006 w 2449768"/>
                <a:gd name="connsiteY703" fmla="*/ 450138 h 1050628"/>
                <a:gd name="connsiteX704" fmla="*/ 692298 w 2449768"/>
                <a:gd name="connsiteY704" fmla="*/ 458872 h 1050628"/>
                <a:gd name="connsiteX705" fmla="*/ 686222 w 2449768"/>
                <a:gd name="connsiteY705" fmla="*/ 483177 h 1050628"/>
                <a:gd name="connsiteX706" fmla="*/ 661917 w 2449768"/>
                <a:gd name="connsiteY706" fmla="*/ 477101 h 1050628"/>
                <a:gd name="connsiteX707" fmla="*/ 667993 w 2449768"/>
                <a:gd name="connsiteY707" fmla="*/ 452796 h 1050628"/>
                <a:gd name="connsiteX708" fmla="*/ 679006 w 2449768"/>
                <a:gd name="connsiteY708" fmla="*/ 450138 h 1050628"/>
                <a:gd name="connsiteX709" fmla="*/ 1815242 w 2449768"/>
                <a:gd name="connsiteY709" fmla="*/ 447099 h 1050628"/>
                <a:gd name="connsiteX710" fmla="*/ 1828533 w 2449768"/>
                <a:gd name="connsiteY710" fmla="*/ 455833 h 1050628"/>
                <a:gd name="connsiteX711" fmla="*/ 1822457 w 2449768"/>
                <a:gd name="connsiteY711" fmla="*/ 480138 h 1050628"/>
                <a:gd name="connsiteX712" fmla="*/ 1798152 w 2449768"/>
                <a:gd name="connsiteY712" fmla="*/ 474062 h 1050628"/>
                <a:gd name="connsiteX713" fmla="*/ 1804228 w 2449768"/>
                <a:gd name="connsiteY713" fmla="*/ 449757 h 1050628"/>
                <a:gd name="connsiteX714" fmla="*/ 1815242 w 2449768"/>
                <a:gd name="connsiteY714" fmla="*/ 447099 h 1050628"/>
                <a:gd name="connsiteX715" fmla="*/ 1699795 w 2449768"/>
                <a:gd name="connsiteY715" fmla="*/ 444061 h 1050628"/>
                <a:gd name="connsiteX716" fmla="*/ 1713087 w 2449768"/>
                <a:gd name="connsiteY716" fmla="*/ 452795 h 1050628"/>
                <a:gd name="connsiteX717" fmla="*/ 1707011 w 2449768"/>
                <a:gd name="connsiteY717" fmla="*/ 477100 h 1050628"/>
                <a:gd name="connsiteX718" fmla="*/ 1682706 w 2449768"/>
                <a:gd name="connsiteY718" fmla="*/ 471024 h 1050628"/>
                <a:gd name="connsiteX719" fmla="*/ 1688782 w 2449768"/>
                <a:gd name="connsiteY719" fmla="*/ 446719 h 1050628"/>
                <a:gd name="connsiteX720" fmla="*/ 1699795 w 2449768"/>
                <a:gd name="connsiteY720" fmla="*/ 444061 h 1050628"/>
                <a:gd name="connsiteX721" fmla="*/ 888633 w 2449768"/>
                <a:gd name="connsiteY721" fmla="*/ 434947 h 1050628"/>
                <a:gd name="connsiteX722" fmla="*/ 901925 w 2449768"/>
                <a:gd name="connsiteY722" fmla="*/ 443681 h 1050628"/>
                <a:gd name="connsiteX723" fmla="*/ 895849 w 2449768"/>
                <a:gd name="connsiteY723" fmla="*/ 467986 h 1050628"/>
                <a:gd name="connsiteX724" fmla="*/ 871544 w 2449768"/>
                <a:gd name="connsiteY724" fmla="*/ 461910 h 1050628"/>
                <a:gd name="connsiteX725" fmla="*/ 877620 w 2449768"/>
                <a:gd name="connsiteY725" fmla="*/ 437605 h 1050628"/>
                <a:gd name="connsiteX726" fmla="*/ 888633 w 2449768"/>
                <a:gd name="connsiteY726" fmla="*/ 434947 h 1050628"/>
                <a:gd name="connsiteX727" fmla="*/ 2158542 w 2449768"/>
                <a:gd name="connsiteY727" fmla="*/ 407605 h 1050628"/>
                <a:gd name="connsiteX728" fmla="*/ 2171833 w 2449768"/>
                <a:gd name="connsiteY728" fmla="*/ 416339 h 1050628"/>
                <a:gd name="connsiteX729" fmla="*/ 2165757 w 2449768"/>
                <a:gd name="connsiteY729" fmla="*/ 440644 h 1050628"/>
                <a:gd name="connsiteX730" fmla="*/ 2141453 w 2449768"/>
                <a:gd name="connsiteY730" fmla="*/ 434568 h 1050628"/>
                <a:gd name="connsiteX731" fmla="*/ 2147529 w 2449768"/>
                <a:gd name="connsiteY731" fmla="*/ 410263 h 1050628"/>
                <a:gd name="connsiteX732" fmla="*/ 2158542 w 2449768"/>
                <a:gd name="connsiteY732" fmla="*/ 407605 h 1050628"/>
                <a:gd name="connsiteX733" fmla="*/ 1484092 w 2449768"/>
                <a:gd name="connsiteY733" fmla="*/ 407605 h 1050628"/>
                <a:gd name="connsiteX734" fmla="*/ 1497384 w 2449768"/>
                <a:gd name="connsiteY734" fmla="*/ 416339 h 1050628"/>
                <a:gd name="connsiteX735" fmla="*/ 1491308 w 2449768"/>
                <a:gd name="connsiteY735" fmla="*/ 440644 h 1050628"/>
                <a:gd name="connsiteX736" fmla="*/ 1467003 w 2449768"/>
                <a:gd name="connsiteY736" fmla="*/ 434568 h 1050628"/>
                <a:gd name="connsiteX737" fmla="*/ 1473079 w 2449768"/>
                <a:gd name="connsiteY737" fmla="*/ 410263 h 1050628"/>
                <a:gd name="connsiteX738" fmla="*/ 1484092 w 2449768"/>
                <a:gd name="connsiteY738" fmla="*/ 407605 h 1050628"/>
                <a:gd name="connsiteX739" fmla="*/ 1365608 w 2449768"/>
                <a:gd name="connsiteY739" fmla="*/ 404567 h 1050628"/>
                <a:gd name="connsiteX740" fmla="*/ 1378900 w 2449768"/>
                <a:gd name="connsiteY740" fmla="*/ 413301 h 1050628"/>
                <a:gd name="connsiteX741" fmla="*/ 1372824 w 2449768"/>
                <a:gd name="connsiteY741" fmla="*/ 437606 h 1050628"/>
                <a:gd name="connsiteX742" fmla="*/ 1348519 w 2449768"/>
                <a:gd name="connsiteY742" fmla="*/ 431530 h 1050628"/>
                <a:gd name="connsiteX743" fmla="*/ 1354595 w 2449768"/>
                <a:gd name="connsiteY743" fmla="*/ 407225 h 1050628"/>
                <a:gd name="connsiteX744" fmla="*/ 1365608 w 2449768"/>
                <a:gd name="connsiteY744" fmla="*/ 404567 h 1050628"/>
                <a:gd name="connsiteX745" fmla="*/ 988889 w 2449768"/>
                <a:gd name="connsiteY745" fmla="*/ 404567 h 1050628"/>
                <a:gd name="connsiteX746" fmla="*/ 1002180 w 2449768"/>
                <a:gd name="connsiteY746" fmla="*/ 413301 h 1050628"/>
                <a:gd name="connsiteX747" fmla="*/ 996104 w 2449768"/>
                <a:gd name="connsiteY747" fmla="*/ 437606 h 1050628"/>
                <a:gd name="connsiteX748" fmla="*/ 971800 w 2449768"/>
                <a:gd name="connsiteY748" fmla="*/ 431530 h 1050628"/>
                <a:gd name="connsiteX749" fmla="*/ 977876 w 2449768"/>
                <a:gd name="connsiteY749" fmla="*/ 407225 h 1050628"/>
                <a:gd name="connsiteX750" fmla="*/ 988889 w 2449768"/>
                <a:gd name="connsiteY750" fmla="*/ 404567 h 1050628"/>
                <a:gd name="connsiteX751" fmla="*/ 1182565 w 2449768"/>
                <a:gd name="connsiteY751" fmla="*/ 394312 h 1050628"/>
                <a:gd name="connsiteX752" fmla="*/ 1193578 w 2449768"/>
                <a:gd name="connsiteY752" fmla="*/ 404186 h 1050628"/>
                <a:gd name="connsiteX753" fmla="*/ 1187502 w 2449768"/>
                <a:gd name="connsiteY753" fmla="*/ 428491 h 1050628"/>
                <a:gd name="connsiteX754" fmla="*/ 1163197 w 2449768"/>
                <a:gd name="connsiteY754" fmla="*/ 422415 h 1050628"/>
                <a:gd name="connsiteX755" fmla="*/ 1169273 w 2449768"/>
                <a:gd name="connsiteY755" fmla="*/ 398110 h 1050628"/>
                <a:gd name="connsiteX756" fmla="*/ 1182565 w 2449768"/>
                <a:gd name="connsiteY756" fmla="*/ 394312 h 1050628"/>
                <a:gd name="connsiteX757" fmla="*/ 1620805 w 2449768"/>
                <a:gd name="connsiteY757" fmla="*/ 389376 h 1050628"/>
                <a:gd name="connsiteX758" fmla="*/ 1634097 w 2449768"/>
                <a:gd name="connsiteY758" fmla="*/ 398110 h 1050628"/>
                <a:gd name="connsiteX759" fmla="*/ 1628021 w 2449768"/>
                <a:gd name="connsiteY759" fmla="*/ 422415 h 1050628"/>
                <a:gd name="connsiteX760" fmla="*/ 1603716 w 2449768"/>
                <a:gd name="connsiteY760" fmla="*/ 416339 h 1050628"/>
                <a:gd name="connsiteX761" fmla="*/ 1609792 w 2449768"/>
                <a:gd name="connsiteY761" fmla="*/ 392034 h 1050628"/>
                <a:gd name="connsiteX762" fmla="*/ 1620805 w 2449768"/>
                <a:gd name="connsiteY762" fmla="*/ 389376 h 1050628"/>
                <a:gd name="connsiteX763" fmla="*/ 1961068 w 2449768"/>
                <a:gd name="connsiteY763" fmla="*/ 380262 h 1050628"/>
                <a:gd name="connsiteX764" fmla="*/ 1974360 w 2449768"/>
                <a:gd name="connsiteY764" fmla="*/ 388996 h 1050628"/>
                <a:gd name="connsiteX765" fmla="*/ 1968284 w 2449768"/>
                <a:gd name="connsiteY765" fmla="*/ 413301 h 1050628"/>
                <a:gd name="connsiteX766" fmla="*/ 1943979 w 2449768"/>
                <a:gd name="connsiteY766" fmla="*/ 407225 h 1050628"/>
                <a:gd name="connsiteX767" fmla="*/ 1950055 w 2449768"/>
                <a:gd name="connsiteY767" fmla="*/ 382920 h 1050628"/>
                <a:gd name="connsiteX768" fmla="*/ 1961068 w 2449768"/>
                <a:gd name="connsiteY768" fmla="*/ 380262 h 1050628"/>
                <a:gd name="connsiteX769" fmla="*/ 770148 w 2449768"/>
                <a:gd name="connsiteY769" fmla="*/ 380262 h 1050628"/>
                <a:gd name="connsiteX770" fmla="*/ 783440 w 2449768"/>
                <a:gd name="connsiteY770" fmla="*/ 388996 h 1050628"/>
                <a:gd name="connsiteX771" fmla="*/ 777364 w 2449768"/>
                <a:gd name="connsiteY771" fmla="*/ 413301 h 1050628"/>
                <a:gd name="connsiteX772" fmla="*/ 753059 w 2449768"/>
                <a:gd name="connsiteY772" fmla="*/ 407225 h 1050628"/>
                <a:gd name="connsiteX773" fmla="*/ 759135 w 2449768"/>
                <a:gd name="connsiteY773" fmla="*/ 382920 h 1050628"/>
                <a:gd name="connsiteX774" fmla="*/ 770148 w 2449768"/>
                <a:gd name="connsiteY774" fmla="*/ 380262 h 1050628"/>
                <a:gd name="connsiteX775" fmla="*/ 2240571 w 2449768"/>
                <a:gd name="connsiteY775" fmla="*/ 352920 h 1050628"/>
                <a:gd name="connsiteX776" fmla="*/ 2253862 w 2449768"/>
                <a:gd name="connsiteY776" fmla="*/ 361654 h 1050628"/>
                <a:gd name="connsiteX777" fmla="*/ 2247786 w 2449768"/>
                <a:gd name="connsiteY777" fmla="*/ 385959 h 1050628"/>
                <a:gd name="connsiteX778" fmla="*/ 2223481 w 2449768"/>
                <a:gd name="connsiteY778" fmla="*/ 379883 h 1050628"/>
                <a:gd name="connsiteX779" fmla="*/ 2229557 w 2449768"/>
                <a:gd name="connsiteY779" fmla="*/ 355578 h 1050628"/>
                <a:gd name="connsiteX780" fmla="*/ 2240571 w 2449768"/>
                <a:gd name="connsiteY780" fmla="*/ 352920 h 1050628"/>
                <a:gd name="connsiteX781" fmla="*/ 2082590 w 2449768"/>
                <a:gd name="connsiteY781" fmla="*/ 352920 h 1050628"/>
                <a:gd name="connsiteX782" fmla="*/ 2095882 w 2449768"/>
                <a:gd name="connsiteY782" fmla="*/ 361654 h 1050628"/>
                <a:gd name="connsiteX783" fmla="*/ 2089806 w 2449768"/>
                <a:gd name="connsiteY783" fmla="*/ 385959 h 1050628"/>
                <a:gd name="connsiteX784" fmla="*/ 2065501 w 2449768"/>
                <a:gd name="connsiteY784" fmla="*/ 379883 h 1050628"/>
                <a:gd name="connsiteX785" fmla="*/ 2071577 w 2449768"/>
                <a:gd name="connsiteY785" fmla="*/ 355578 h 1050628"/>
                <a:gd name="connsiteX786" fmla="*/ 2082590 w 2449768"/>
                <a:gd name="connsiteY786" fmla="*/ 352920 h 1050628"/>
                <a:gd name="connsiteX787" fmla="*/ 1080030 w 2449768"/>
                <a:gd name="connsiteY787" fmla="*/ 337729 h 1050628"/>
                <a:gd name="connsiteX788" fmla="*/ 1093322 w 2449768"/>
                <a:gd name="connsiteY788" fmla="*/ 346463 h 1050628"/>
                <a:gd name="connsiteX789" fmla="*/ 1087246 w 2449768"/>
                <a:gd name="connsiteY789" fmla="*/ 370768 h 1050628"/>
                <a:gd name="connsiteX790" fmla="*/ 1062941 w 2449768"/>
                <a:gd name="connsiteY790" fmla="*/ 364692 h 1050628"/>
                <a:gd name="connsiteX791" fmla="*/ 1069017 w 2449768"/>
                <a:gd name="connsiteY791" fmla="*/ 340387 h 1050628"/>
                <a:gd name="connsiteX792" fmla="*/ 1080030 w 2449768"/>
                <a:gd name="connsiteY792" fmla="*/ 337729 h 1050628"/>
                <a:gd name="connsiteX793" fmla="*/ 1787899 w 2449768"/>
                <a:gd name="connsiteY793" fmla="*/ 331653 h 1050628"/>
                <a:gd name="connsiteX794" fmla="*/ 1801191 w 2449768"/>
                <a:gd name="connsiteY794" fmla="*/ 340387 h 1050628"/>
                <a:gd name="connsiteX795" fmla="*/ 1795115 w 2449768"/>
                <a:gd name="connsiteY795" fmla="*/ 364692 h 1050628"/>
                <a:gd name="connsiteX796" fmla="*/ 1770810 w 2449768"/>
                <a:gd name="connsiteY796" fmla="*/ 358616 h 1050628"/>
                <a:gd name="connsiteX797" fmla="*/ 1776886 w 2449768"/>
                <a:gd name="connsiteY797" fmla="*/ 334311 h 1050628"/>
                <a:gd name="connsiteX798" fmla="*/ 1787899 w 2449768"/>
                <a:gd name="connsiteY798" fmla="*/ 331653 h 1050628"/>
                <a:gd name="connsiteX799" fmla="*/ 1879040 w 2449768"/>
                <a:gd name="connsiteY799" fmla="*/ 328615 h 1050628"/>
                <a:gd name="connsiteX800" fmla="*/ 1892332 w 2449768"/>
                <a:gd name="connsiteY800" fmla="*/ 337349 h 1050628"/>
                <a:gd name="connsiteX801" fmla="*/ 1886256 w 2449768"/>
                <a:gd name="connsiteY801" fmla="*/ 361654 h 1050628"/>
                <a:gd name="connsiteX802" fmla="*/ 1861951 w 2449768"/>
                <a:gd name="connsiteY802" fmla="*/ 355578 h 1050628"/>
                <a:gd name="connsiteX803" fmla="*/ 1868027 w 2449768"/>
                <a:gd name="connsiteY803" fmla="*/ 331273 h 1050628"/>
                <a:gd name="connsiteX804" fmla="*/ 1879040 w 2449768"/>
                <a:gd name="connsiteY804" fmla="*/ 328615 h 1050628"/>
                <a:gd name="connsiteX805" fmla="*/ 1265352 w 2449768"/>
                <a:gd name="connsiteY805" fmla="*/ 325577 h 1050628"/>
                <a:gd name="connsiteX806" fmla="*/ 1278644 w 2449768"/>
                <a:gd name="connsiteY806" fmla="*/ 334311 h 1050628"/>
                <a:gd name="connsiteX807" fmla="*/ 1272568 w 2449768"/>
                <a:gd name="connsiteY807" fmla="*/ 358616 h 1050628"/>
                <a:gd name="connsiteX808" fmla="*/ 1248263 w 2449768"/>
                <a:gd name="connsiteY808" fmla="*/ 352540 h 1050628"/>
                <a:gd name="connsiteX809" fmla="*/ 1254339 w 2449768"/>
                <a:gd name="connsiteY809" fmla="*/ 328235 h 1050628"/>
                <a:gd name="connsiteX810" fmla="*/ 1265352 w 2449768"/>
                <a:gd name="connsiteY810" fmla="*/ 325577 h 1050628"/>
                <a:gd name="connsiteX811" fmla="*/ 864328 w 2449768"/>
                <a:gd name="connsiteY811" fmla="*/ 319501 h 1050628"/>
                <a:gd name="connsiteX812" fmla="*/ 877620 w 2449768"/>
                <a:gd name="connsiteY812" fmla="*/ 328235 h 1050628"/>
                <a:gd name="connsiteX813" fmla="*/ 871544 w 2449768"/>
                <a:gd name="connsiteY813" fmla="*/ 352540 h 1050628"/>
                <a:gd name="connsiteX814" fmla="*/ 847239 w 2449768"/>
                <a:gd name="connsiteY814" fmla="*/ 346464 h 1050628"/>
                <a:gd name="connsiteX815" fmla="*/ 853315 w 2449768"/>
                <a:gd name="connsiteY815" fmla="*/ 322159 h 1050628"/>
                <a:gd name="connsiteX816" fmla="*/ 864328 w 2449768"/>
                <a:gd name="connsiteY816" fmla="*/ 319501 h 1050628"/>
                <a:gd name="connsiteX817" fmla="*/ 1459788 w 2449768"/>
                <a:gd name="connsiteY817" fmla="*/ 316463 h 1050628"/>
                <a:gd name="connsiteX818" fmla="*/ 1473080 w 2449768"/>
                <a:gd name="connsiteY818" fmla="*/ 325197 h 1050628"/>
                <a:gd name="connsiteX819" fmla="*/ 1467004 w 2449768"/>
                <a:gd name="connsiteY819" fmla="*/ 349502 h 1050628"/>
                <a:gd name="connsiteX820" fmla="*/ 1442699 w 2449768"/>
                <a:gd name="connsiteY820" fmla="*/ 343426 h 1050628"/>
                <a:gd name="connsiteX821" fmla="*/ 1448775 w 2449768"/>
                <a:gd name="connsiteY821" fmla="*/ 319121 h 1050628"/>
                <a:gd name="connsiteX822" fmla="*/ 1459788 w 2449768"/>
                <a:gd name="connsiteY822" fmla="*/ 316463 h 1050628"/>
                <a:gd name="connsiteX823" fmla="*/ 1702833 w 2449768"/>
                <a:gd name="connsiteY823" fmla="*/ 310387 h 1050628"/>
                <a:gd name="connsiteX824" fmla="*/ 1716125 w 2449768"/>
                <a:gd name="connsiteY824" fmla="*/ 319121 h 1050628"/>
                <a:gd name="connsiteX825" fmla="*/ 1710049 w 2449768"/>
                <a:gd name="connsiteY825" fmla="*/ 343426 h 1050628"/>
                <a:gd name="connsiteX826" fmla="*/ 1685744 w 2449768"/>
                <a:gd name="connsiteY826" fmla="*/ 337350 h 1050628"/>
                <a:gd name="connsiteX827" fmla="*/ 1691820 w 2449768"/>
                <a:gd name="connsiteY827" fmla="*/ 313045 h 1050628"/>
                <a:gd name="connsiteX828" fmla="*/ 1702833 w 2449768"/>
                <a:gd name="connsiteY828" fmla="*/ 310387 h 1050628"/>
                <a:gd name="connsiteX829" fmla="*/ 1577893 w 2449768"/>
                <a:gd name="connsiteY829" fmla="*/ 297095 h 1050628"/>
                <a:gd name="connsiteX830" fmla="*/ 1591565 w 2449768"/>
                <a:gd name="connsiteY830" fmla="*/ 306969 h 1050628"/>
                <a:gd name="connsiteX831" fmla="*/ 1585489 w 2449768"/>
                <a:gd name="connsiteY831" fmla="*/ 331274 h 1050628"/>
                <a:gd name="connsiteX832" fmla="*/ 1561184 w 2449768"/>
                <a:gd name="connsiteY832" fmla="*/ 325198 h 1050628"/>
                <a:gd name="connsiteX833" fmla="*/ 1564222 w 2449768"/>
                <a:gd name="connsiteY833" fmla="*/ 300893 h 1050628"/>
                <a:gd name="connsiteX834" fmla="*/ 1577893 w 2449768"/>
                <a:gd name="connsiteY834" fmla="*/ 297095 h 1050628"/>
                <a:gd name="connsiteX835" fmla="*/ 955470 w 2449768"/>
                <a:gd name="connsiteY835" fmla="*/ 295196 h 1050628"/>
                <a:gd name="connsiteX836" fmla="*/ 968762 w 2449768"/>
                <a:gd name="connsiteY836" fmla="*/ 303930 h 1050628"/>
                <a:gd name="connsiteX837" fmla="*/ 962686 w 2449768"/>
                <a:gd name="connsiteY837" fmla="*/ 328235 h 1050628"/>
                <a:gd name="connsiteX838" fmla="*/ 938381 w 2449768"/>
                <a:gd name="connsiteY838" fmla="*/ 322159 h 1050628"/>
                <a:gd name="connsiteX839" fmla="*/ 944457 w 2449768"/>
                <a:gd name="connsiteY839" fmla="*/ 297854 h 1050628"/>
                <a:gd name="connsiteX840" fmla="*/ 955470 w 2449768"/>
                <a:gd name="connsiteY840" fmla="*/ 295196 h 1050628"/>
                <a:gd name="connsiteX841" fmla="*/ 1365608 w 2449768"/>
                <a:gd name="connsiteY841" fmla="*/ 283044 h 1050628"/>
                <a:gd name="connsiteX842" fmla="*/ 1378900 w 2449768"/>
                <a:gd name="connsiteY842" fmla="*/ 291778 h 1050628"/>
                <a:gd name="connsiteX843" fmla="*/ 1372824 w 2449768"/>
                <a:gd name="connsiteY843" fmla="*/ 316083 h 1050628"/>
                <a:gd name="connsiteX844" fmla="*/ 1348519 w 2449768"/>
                <a:gd name="connsiteY844" fmla="*/ 310007 h 1050628"/>
                <a:gd name="connsiteX845" fmla="*/ 1354595 w 2449768"/>
                <a:gd name="connsiteY845" fmla="*/ 285702 h 1050628"/>
                <a:gd name="connsiteX846" fmla="*/ 1365608 w 2449768"/>
                <a:gd name="connsiteY846" fmla="*/ 283044 h 1050628"/>
                <a:gd name="connsiteX847" fmla="*/ 1979296 w 2449768"/>
                <a:gd name="connsiteY847" fmla="*/ 267854 h 1050628"/>
                <a:gd name="connsiteX848" fmla="*/ 1992588 w 2449768"/>
                <a:gd name="connsiteY848" fmla="*/ 276588 h 1050628"/>
                <a:gd name="connsiteX849" fmla="*/ 1986512 w 2449768"/>
                <a:gd name="connsiteY849" fmla="*/ 300893 h 1050628"/>
                <a:gd name="connsiteX850" fmla="*/ 1962207 w 2449768"/>
                <a:gd name="connsiteY850" fmla="*/ 294817 h 1050628"/>
                <a:gd name="connsiteX851" fmla="*/ 1968283 w 2449768"/>
                <a:gd name="connsiteY851" fmla="*/ 270512 h 1050628"/>
                <a:gd name="connsiteX852" fmla="*/ 1979296 w 2449768"/>
                <a:gd name="connsiteY852" fmla="*/ 267854 h 1050628"/>
                <a:gd name="connsiteX853" fmla="*/ 1173830 w 2449768"/>
                <a:gd name="connsiteY853" fmla="*/ 266714 h 1050628"/>
                <a:gd name="connsiteX854" fmla="*/ 1187502 w 2449768"/>
                <a:gd name="connsiteY854" fmla="*/ 276588 h 1050628"/>
                <a:gd name="connsiteX855" fmla="*/ 1181425 w 2449768"/>
                <a:gd name="connsiteY855" fmla="*/ 300893 h 1050628"/>
                <a:gd name="connsiteX856" fmla="*/ 1157121 w 2449768"/>
                <a:gd name="connsiteY856" fmla="*/ 294817 h 1050628"/>
                <a:gd name="connsiteX857" fmla="*/ 1160159 w 2449768"/>
                <a:gd name="connsiteY857" fmla="*/ 270512 h 1050628"/>
                <a:gd name="connsiteX858" fmla="*/ 1173830 w 2449768"/>
                <a:gd name="connsiteY858" fmla="*/ 266714 h 1050628"/>
                <a:gd name="connsiteX859" fmla="*/ 2167656 w 2449768"/>
                <a:gd name="connsiteY859" fmla="*/ 246587 h 1050628"/>
                <a:gd name="connsiteX860" fmla="*/ 2180948 w 2449768"/>
                <a:gd name="connsiteY860" fmla="*/ 255321 h 1050628"/>
                <a:gd name="connsiteX861" fmla="*/ 2174872 w 2449768"/>
                <a:gd name="connsiteY861" fmla="*/ 279626 h 1050628"/>
                <a:gd name="connsiteX862" fmla="*/ 2150567 w 2449768"/>
                <a:gd name="connsiteY862" fmla="*/ 273550 h 1050628"/>
                <a:gd name="connsiteX863" fmla="*/ 2156643 w 2449768"/>
                <a:gd name="connsiteY863" fmla="*/ 249245 h 1050628"/>
                <a:gd name="connsiteX864" fmla="*/ 2167656 w 2449768"/>
                <a:gd name="connsiteY864" fmla="*/ 246587 h 1050628"/>
                <a:gd name="connsiteX865" fmla="*/ 2073477 w 2449768"/>
                <a:gd name="connsiteY865" fmla="*/ 240511 h 1050628"/>
                <a:gd name="connsiteX866" fmla="*/ 2086768 w 2449768"/>
                <a:gd name="connsiteY866" fmla="*/ 249245 h 1050628"/>
                <a:gd name="connsiteX867" fmla="*/ 2080692 w 2449768"/>
                <a:gd name="connsiteY867" fmla="*/ 273550 h 1050628"/>
                <a:gd name="connsiteX868" fmla="*/ 2056387 w 2449768"/>
                <a:gd name="connsiteY868" fmla="*/ 267474 h 1050628"/>
                <a:gd name="connsiteX869" fmla="*/ 2062463 w 2449768"/>
                <a:gd name="connsiteY869" fmla="*/ 243169 h 1050628"/>
                <a:gd name="connsiteX870" fmla="*/ 2073477 w 2449768"/>
                <a:gd name="connsiteY870" fmla="*/ 240511 h 1050628"/>
                <a:gd name="connsiteX871" fmla="*/ 1505359 w 2449768"/>
                <a:gd name="connsiteY871" fmla="*/ 222283 h 1050628"/>
                <a:gd name="connsiteX872" fmla="*/ 1518651 w 2449768"/>
                <a:gd name="connsiteY872" fmla="*/ 231017 h 1050628"/>
                <a:gd name="connsiteX873" fmla="*/ 1512575 w 2449768"/>
                <a:gd name="connsiteY873" fmla="*/ 255322 h 1050628"/>
                <a:gd name="connsiteX874" fmla="*/ 1488270 w 2449768"/>
                <a:gd name="connsiteY874" fmla="*/ 249246 h 1050628"/>
                <a:gd name="connsiteX875" fmla="*/ 1494346 w 2449768"/>
                <a:gd name="connsiteY875" fmla="*/ 224941 h 1050628"/>
                <a:gd name="connsiteX876" fmla="*/ 1505359 w 2449768"/>
                <a:gd name="connsiteY876" fmla="*/ 222283 h 1050628"/>
                <a:gd name="connsiteX877" fmla="*/ 1007117 w 2449768"/>
                <a:gd name="connsiteY877" fmla="*/ 222283 h 1050628"/>
                <a:gd name="connsiteX878" fmla="*/ 1020409 w 2449768"/>
                <a:gd name="connsiteY878" fmla="*/ 231017 h 1050628"/>
                <a:gd name="connsiteX879" fmla="*/ 1014333 w 2449768"/>
                <a:gd name="connsiteY879" fmla="*/ 255322 h 1050628"/>
                <a:gd name="connsiteX880" fmla="*/ 990028 w 2449768"/>
                <a:gd name="connsiteY880" fmla="*/ 249246 h 1050628"/>
                <a:gd name="connsiteX881" fmla="*/ 996104 w 2449768"/>
                <a:gd name="connsiteY881" fmla="*/ 224941 h 1050628"/>
                <a:gd name="connsiteX882" fmla="*/ 1007117 w 2449768"/>
                <a:gd name="connsiteY882" fmla="*/ 222283 h 1050628"/>
                <a:gd name="connsiteX883" fmla="*/ 1298771 w 2449768"/>
                <a:gd name="connsiteY883" fmla="*/ 210131 h 1050628"/>
                <a:gd name="connsiteX884" fmla="*/ 1312063 w 2449768"/>
                <a:gd name="connsiteY884" fmla="*/ 218865 h 1050628"/>
                <a:gd name="connsiteX885" fmla="*/ 1305987 w 2449768"/>
                <a:gd name="connsiteY885" fmla="*/ 243170 h 1050628"/>
                <a:gd name="connsiteX886" fmla="*/ 1281682 w 2449768"/>
                <a:gd name="connsiteY886" fmla="*/ 237094 h 1050628"/>
                <a:gd name="connsiteX887" fmla="*/ 1287758 w 2449768"/>
                <a:gd name="connsiteY887" fmla="*/ 212789 h 1050628"/>
                <a:gd name="connsiteX888" fmla="*/ 1298771 w 2449768"/>
                <a:gd name="connsiteY888" fmla="*/ 210131 h 1050628"/>
                <a:gd name="connsiteX889" fmla="*/ 1881700 w 2449768"/>
                <a:gd name="connsiteY889" fmla="*/ 207472 h 1050628"/>
                <a:gd name="connsiteX890" fmla="*/ 1895371 w 2449768"/>
                <a:gd name="connsiteY890" fmla="*/ 218865 h 1050628"/>
                <a:gd name="connsiteX891" fmla="*/ 1889295 w 2449768"/>
                <a:gd name="connsiteY891" fmla="*/ 243170 h 1050628"/>
                <a:gd name="connsiteX892" fmla="*/ 1864990 w 2449768"/>
                <a:gd name="connsiteY892" fmla="*/ 237094 h 1050628"/>
                <a:gd name="connsiteX893" fmla="*/ 1868028 w 2449768"/>
                <a:gd name="connsiteY893" fmla="*/ 209751 h 1050628"/>
                <a:gd name="connsiteX894" fmla="*/ 1881700 w 2449768"/>
                <a:gd name="connsiteY894" fmla="*/ 207472 h 1050628"/>
                <a:gd name="connsiteX895" fmla="*/ 1657262 w 2449768"/>
                <a:gd name="connsiteY895" fmla="*/ 207093 h 1050628"/>
                <a:gd name="connsiteX896" fmla="*/ 1670554 w 2449768"/>
                <a:gd name="connsiteY896" fmla="*/ 215827 h 1050628"/>
                <a:gd name="connsiteX897" fmla="*/ 1664478 w 2449768"/>
                <a:gd name="connsiteY897" fmla="*/ 240132 h 1050628"/>
                <a:gd name="connsiteX898" fmla="*/ 1637135 w 2449768"/>
                <a:gd name="connsiteY898" fmla="*/ 234056 h 1050628"/>
                <a:gd name="connsiteX899" fmla="*/ 1646249 w 2449768"/>
                <a:gd name="connsiteY899" fmla="*/ 209751 h 1050628"/>
                <a:gd name="connsiteX900" fmla="*/ 1657262 w 2449768"/>
                <a:gd name="connsiteY900" fmla="*/ 207093 h 1050628"/>
                <a:gd name="connsiteX901" fmla="*/ 1769671 w 2449768"/>
                <a:gd name="connsiteY901" fmla="*/ 201017 h 1050628"/>
                <a:gd name="connsiteX902" fmla="*/ 1782962 w 2449768"/>
                <a:gd name="connsiteY902" fmla="*/ 209751 h 1050628"/>
                <a:gd name="connsiteX903" fmla="*/ 1776886 w 2449768"/>
                <a:gd name="connsiteY903" fmla="*/ 234056 h 1050628"/>
                <a:gd name="connsiteX904" fmla="*/ 1752581 w 2449768"/>
                <a:gd name="connsiteY904" fmla="*/ 227980 h 1050628"/>
                <a:gd name="connsiteX905" fmla="*/ 1758657 w 2449768"/>
                <a:gd name="connsiteY905" fmla="*/ 203675 h 1050628"/>
                <a:gd name="connsiteX906" fmla="*/ 1769671 w 2449768"/>
                <a:gd name="connsiteY906" fmla="*/ 201017 h 1050628"/>
                <a:gd name="connsiteX907" fmla="*/ 1089145 w 2449768"/>
                <a:gd name="connsiteY907" fmla="*/ 197978 h 1050628"/>
                <a:gd name="connsiteX908" fmla="*/ 1102437 w 2449768"/>
                <a:gd name="connsiteY908" fmla="*/ 206712 h 1050628"/>
                <a:gd name="connsiteX909" fmla="*/ 1096361 w 2449768"/>
                <a:gd name="connsiteY909" fmla="*/ 231017 h 1050628"/>
                <a:gd name="connsiteX910" fmla="*/ 1072056 w 2449768"/>
                <a:gd name="connsiteY910" fmla="*/ 224941 h 1050628"/>
                <a:gd name="connsiteX911" fmla="*/ 1078132 w 2449768"/>
                <a:gd name="connsiteY911" fmla="*/ 200636 h 1050628"/>
                <a:gd name="connsiteX912" fmla="*/ 1089145 w 2449768"/>
                <a:gd name="connsiteY912" fmla="*/ 197978 h 1050628"/>
                <a:gd name="connsiteX913" fmla="*/ 1395989 w 2449768"/>
                <a:gd name="connsiteY913" fmla="*/ 161522 h 1050628"/>
                <a:gd name="connsiteX914" fmla="*/ 1409281 w 2449768"/>
                <a:gd name="connsiteY914" fmla="*/ 170256 h 1050628"/>
                <a:gd name="connsiteX915" fmla="*/ 1403205 w 2449768"/>
                <a:gd name="connsiteY915" fmla="*/ 194561 h 1050628"/>
                <a:gd name="connsiteX916" fmla="*/ 1378900 w 2449768"/>
                <a:gd name="connsiteY916" fmla="*/ 188485 h 1050628"/>
                <a:gd name="connsiteX917" fmla="*/ 1384976 w 2449768"/>
                <a:gd name="connsiteY917" fmla="*/ 164180 h 1050628"/>
                <a:gd name="connsiteX918" fmla="*/ 1395989 w 2449768"/>
                <a:gd name="connsiteY918" fmla="*/ 161522 h 1050628"/>
                <a:gd name="connsiteX919" fmla="*/ 1967145 w 2449768"/>
                <a:gd name="connsiteY919" fmla="*/ 140255 h 1050628"/>
                <a:gd name="connsiteX920" fmla="*/ 1980436 w 2449768"/>
                <a:gd name="connsiteY920" fmla="*/ 148989 h 1050628"/>
                <a:gd name="connsiteX921" fmla="*/ 1974360 w 2449768"/>
                <a:gd name="connsiteY921" fmla="*/ 173294 h 1050628"/>
                <a:gd name="connsiteX922" fmla="*/ 1950055 w 2449768"/>
                <a:gd name="connsiteY922" fmla="*/ 170256 h 1050628"/>
                <a:gd name="connsiteX923" fmla="*/ 1956131 w 2449768"/>
                <a:gd name="connsiteY923" fmla="*/ 142913 h 1050628"/>
                <a:gd name="connsiteX924" fmla="*/ 1967145 w 2449768"/>
                <a:gd name="connsiteY924" fmla="*/ 140255 h 1050628"/>
                <a:gd name="connsiteX925" fmla="*/ 1234971 w 2449768"/>
                <a:gd name="connsiteY925" fmla="*/ 131141 h 1050628"/>
                <a:gd name="connsiteX926" fmla="*/ 1248263 w 2449768"/>
                <a:gd name="connsiteY926" fmla="*/ 139875 h 1050628"/>
                <a:gd name="connsiteX927" fmla="*/ 1242187 w 2449768"/>
                <a:gd name="connsiteY927" fmla="*/ 164180 h 1050628"/>
                <a:gd name="connsiteX928" fmla="*/ 1217882 w 2449768"/>
                <a:gd name="connsiteY928" fmla="*/ 158104 h 1050628"/>
                <a:gd name="connsiteX929" fmla="*/ 1223958 w 2449768"/>
                <a:gd name="connsiteY929" fmla="*/ 133799 h 1050628"/>
                <a:gd name="connsiteX930" fmla="*/ 1234971 w 2449768"/>
                <a:gd name="connsiteY930" fmla="*/ 131141 h 1050628"/>
                <a:gd name="connsiteX931" fmla="*/ 1149906 w 2449768"/>
                <a:gd name="connsiteY931" fmla="*/ 131141 h 1050628"/>
                <a:gd name="connsiteX932" fmla="*/ 1163198 w 2449768"/>
                <a:gd name="connsiteY932" fmla="*/ 139875 h 1050628"/>
                <a:gd name="connsiteX933" fmla="*/ 1157122 w 2449768"/>
                <a:gd name="connsiteY933" fmla="*/ 164180 h 1050628"/>
                <a:gd name="connsiteX934" fmla="*/ 1132817 w 2449768"/>
                <a:gd name="connsiteY934" fmla="*/ 158104 h 1050628"/>
                <a:gd name="connsiteX935" fmla="*/ 1138893 w 2449768"/>
                <a:gd name="connsiteY935" fmla="*/ 133799 h 1050628"/>
                <a:gd name="connsiteX936" fmla="*/ 1149906 w 2449768"/>
                <a:gd name="connsiteY936" fmla="*/ 131141 h 1050628"/>
                <a:gd name="connsiteX937" fmla="*/ 2064362 w 2449768"/>
                <a:gd name="connsiteY937" fmla="*/ 128103 h 1050628"/>
                <a:gd name="connsiteX938" fmla="*/ 2077654 w 2449768"/>
                <a:gd name="connsiteY938" fmla="*/ 136837 h 1050628"/>
                <a:gd name="connsiteX939" fmla="*/ 2071578 w 2449768"/>
                <a:gd name="connsiteY939" fmla="*/ 161142 h 1050628"/>
                <a:gd name="connsiteX940" fmla="*/ 2047273 w 2449768"/>
                <a:gd name="connsiteY940" fmla="*/ 155066 h 1050628"/>
                <a:gd name="connsiteX941" fmla="*/ 2053349 w 2449768"/>
                <a:gd name="connsiteY941" fmla="*/ 130761 h 1050628"/>
                <a:gd name="connsiteX942" fmla="*/ 2064362 w 2449768"/>
                <a:gd name="connsiteY942" fmla="*/ 128103 h 1050628"/>
                <a:gd name="connsiteX943" fmla="*/ 1496245 w 2449768"/>
                <a:gd name="connsiteY943" fmla="*/ 120887 h 1050628"/>
                <a:gd name="connsiteX944" fmla="*/ 1509537 w 2449768"/>
                <a:gd name="connsiteY944" fmla="*/ 130761 h 1050628"/>
                <a:gd name="connsiteX945" fmla="*/ 1503461 w 2449768"/>
                <a:gd name="connsiteY945" fmla="*/ 155066 h 1050628"/>
                <a:gd name="connsiteX946" fmla="*/ 1479156 w 2449768"/>
                <a:gd name="connsiteY946" fmla="*/ 148990 h 1050628"/>
                <a:gd name="connsiteX947" fmla="*/ 1485232 w 2449768"/>
                <a:gd name="connsiteY947" fmla="*/ 124685 h 1050628"/>
                <a:gd name="connsiteX948" fmla="*/ 1496245 w 2449768"/>
                <a:gd name="connsiteY948" fmla="*/ 120887 h 1050628"/>
                <a:gd name="connsiteX949" fmla="*/ 1599539 w 2449768"/>
                <a:gd name="connsiteY949" fmla="*/ 112913 h 1050628"/>
                <a:gd name="connsiteX950" fmla="*/ 1612831 w 2449768"/>
                <a:gd name="connsiteY950" fmla="*/ 121647 h 1050628"/>
                <a:gd name="connsiteX951" fmla="*/ 1606754 w 2449768"/>
                <a:gd name="connsiteY951" fmla="*/ 145952 h 1050628"/>
                <a:gd name="connsiteX952" fmla="*/ 1582450 w 2449768"/>
                <a:gd name="connsiteY952" fmla="*/ 139876 h 1050628"/>
                <a:gd name="connsiteX953" fmla="*/ 1588526 w 2449768"/>
                <a:gd name="connsiteY953" fmla="*/ 115571 h 1050628"/>
                <a:gd name="connsiteX954" fmla="*/ 1599539 w 2449768"/>
                <a:gd name="connsiteY954" fmla="*/ 112913 h 1050628"/>
                <a:gd name="connsiteX955" fmla="*/ 1836508 w 2449768"/>
                <a:gd name="connsiteY955" fmla="*/ 109875 h 1050628"/>
                <a:gd name="connsiteX956" fmla="*/ 1849800 w 2449768"/>
                <a:gd name="connsiteY956" fmla="*/ 118609 h 1050628"/>
                <a:gd name="connsiteX957" fmla="*/ 1843724 w 2449768"/>
                <a:gd name="connsiteY957" fmla="*/ 142914 h 1050628"/>
                <a:gd name="connsiteX958" fmla="*/ 1819419 w 2449768"/>
                <a:gd name="connsiteY958" fmla="*/ 136838 h 1050628"/>
                <a:gd name="connsiteX959" fmla="*/ 1825495 w 2449768"/>
                <a:gd name="connsiteY959" fmla="*/ 112533 h 1050628"/>
                <a:gd name="connsiteX960" fmla="*/ 1836508 w 2449768"/>
                <a:gd name="connsiteY960" fmla="*/ 109875 h 1050628"/>
                <a:gd name="connsiteX961" fmla="*/ 1708529 w 2449768"/>
                <a:gd name="connsiteY961" fmla="*/ 106837 h 1050628"/>
                <a:gd name="connsiteX962" fmla="*/ 1722201 w 2449768"/>
                <a:gd name="connsiteY962" fmla="*/ 115571 h 1050628"/>
                <a:gd name="connsiteX963" fmla="*/ 1716124 w 2449768"/>
                <a:gd name="connsiteY963" fmla="*/ 139876 h 1050628"/>
                <a:gd name="connsiteX964" fmla="*/ 1691820 w 2449768"/>
                <a:gd name="connsiteY964" fmla="*/ 133800 h 1050628"/>
                <a:gd name="connsiteX965" fmla="*/ 1694858 w 2449768"/>
                <a:gd name="connsiteY965" fmla="*/ 109495 h 1050628"/>
                <a:gd name="connsiteX966" fmla="*/ 1708529 w 2449768"/>
                <a:gd name="connsiteY966" fmla="*/ 106837 h 1050628"/>
                <a:gd name="connsiteX967" fmla="*/ 1301429 w 2449768"/>
                <a:gd name="connsiteY967" fmla="*/ 60126 h 1050628"/>
                <a:gd name="connsiteX968" fmla="*/ 1315101 w 2449768"/>
                <a:gd name="connsiteY968" fmla="*/ 70000 h 1050628"/>
                <a:gd name="connsiteX969" fmla="*/ 1309024 w 2449768"/>
                <a:gd name="connsiteY969" fmla="*/ 94305 h 1050628"/>
                <a:gd name="connsiteX970" fmla="*/ 1284720 w 2449768"/>
                <a:gd name="connsiteY970" fmla="*/ 88229 h 1050628"/>
                <a:gd name="connsiteX971" fmla="*/ 1287758 w 2449768"/>
                <a:gd name="connsiteY971" fmla="*/ 63924 h 1050628"/>
                <a:gd name="connsiteX972" fmla="*/ 1301429 w 2449768"/>
                <a:gd name="connsiteY972" fmla="*/ 60126 h 1050628"/>
                <a:gd name="connsiteX973" fmla="*/ 1930687 w 2449768"/>
                <a:gd name="connsiteY973" fmla="*/ 49113 h 1050628"/>
                <a:gd name="connsiteX974" fmla="*/ 1943979 w 2449768"/>
                <a:gd name="connsiteY974" fmla="*/ 57847 h 1050628"/>
                <a:gd name="connsiteX975" fmla="*/ 1937903 w 2449768"/>
                <a:gd name="connsiteY975" fmla="*/ 82152 h 1050628"/>
                <a:gd name="connsiteX976" fmla="*/ 1913598 w 2449768"/>
                <a:gd name="connsiteY976" fmla="*/ 76076 h 1050628"/>
                <a:gd name="connsiteX977" fmla="*/ 1919674 w 2449768"/>
                <a:gd name="connsiteY977" fmla="*/ 51771 h 1050628"/>
                <a:gd name="connsiteX978" fmla="*/ 1930687 w 2449768"/>
                <a:gd name="connsiteY978" fmla="*/ 49113 h 1050628"/>
                <a:gd name="connsiteX979" fmla="*/ 1402065 w 2449768"/>
                <a:gd name="connsiteY979" fmla="*/ 43037 h 1050628"/>
                <a:gd name="connsiteX980" fmla="*/ 1415357 w 2449768"/>
                <a:gd name="connsiteY980" fmla="*/ 51771 h 1050628"/>
                <a:gd name="connsiteX981" fmla="*/ 1409281 w 2449768"/>
                <a:gd name="connsiteY981" fmla="*/ 76076 h 1050628"/>
                <a:gd name="connsiteX982" fmla="*/ 1384976 w 2449768"/>
                <a:gd name="connsiteY982" fmla="*/ 70000 h 1050628"/>
                <a:gd name="connsiteX983" fmla="*/ 1391052 w 2449768"/>
                <a:gd name="connsiteY983" fmla="*/ 45695 h 1050628"/>
                <a:gd name="connsiteX984" fmla="*/ 1402065 w 2449768"/>
                <a:gd name="connsiteY984" fmla="*/ 43037 h 1050628"/>
                <a:gd name="connsiteX985" fmla="*/ 1806127 w 2449768"/>
                <a:gd name="connsiteY985" fmla="*/ 15695 h 1050628"/>
                <a:gd name="connsiteX986" fmla="*/ 1819419 w 2449768"/>
                <a:gd name="connsiteY986" fmla="*/ 24429 h 1050628"/>
                <a:gd name="connsiteX987" fmla="*/ 1813343 w 2449768"/>
                <a:gd name="connsiteY987" fmla="*/ 48734 h 1050628"/>
                <a:gd name="connsiteX988" fmla="*/ 1789038 w 2449768"/>
                <a:gd name="connsiteY988" fmla="*/ 42658 h 1050628"/>
                <a:gd name="connsiteX989" fmla="*/ 1795114 w 2449768"/>
                <a:gd name="connsiteY989" fmla="*/ 18353 h 1050628"/>
                <a:gd name="connsiteX990" fmla="*/ 1806127 w 2449768"/>
                <a:gd name="connsiteY990" fmla="*/ 15695 h 1050628"/>
                <a:gd name="connsiteX991" fmla="*/ 1499283 w 2449768"/>
                <a:gd name="connsiteY991" fmla="*/ 9619 h 1050628"/>
                <a:gd name="connsiteX992" fmla="*/ 1512575 w 2449768"/>
                <a:gd name="connsiteY992" fmla="*/ 18353 h 1050628"/>
                <a:gd name="connsiteX993" fmla="*/ 1506499 w 2449768"/>
                <a:gd name="connsiteY993" fmla="*/ 45696 h 1050628"/>
                <a:gd name="connsiteX994" fmla="*/ 1482194 w 2449768"/>
                <a:gd name="connsiteY994" fmla="*/ 39620 h 1050628"/>
                <a:gd name="connsiteX995" fmla="*/ 1488270 w 2449768"/>
                <a:gd name="connsiteY995" fmla="*/ 12277 h 1050628"/>
                <a:gd name="connsiteX996" fmla="*/ 1499283 w 2449768"/>
                <a:gd name="connsiteY996" fmla="*/ 9619 h 1050628"/>
                <a:gd name="connsiteX997" fmla="*/ 1699795 w 2449768"/>
                <a:gd name="connsiteY997" fmla="*/ 3543 h 1050628"/>
                <a:gd name="connsiteX998" fmla="*/ 1713087 w 2449768"/>
                <a:gd name="connsiteY998" fmla="*/ 12277 h 1050628"/>
                <a:gd name="connsiteX999" fmla="*/ 1707011 w 2449768"/>
                <a:gd name="connsiteY999" fmla="*/ 36582 h 1050628"/>
                <a:gd name="connsiteX1000" fmla="*/ 1682706 w 2449768"/>
                <a:gd name="connsiteY1000" fmla="*/ 30506 h 1050628"/>
                <a:gd name="connsiteX1001" fmla="*/ 1688782 w 2449768"/>
                <a:gd name="connsiteY1001" fmla="*/ 6201 h 1050628"/>
                <a:gd name="connsiteX1002" fmla="*/ 1699795 w 2449768"/>
                <a:gd name="connsiteY1002" fmla="*/ 3543 h 1050628"/>
                <a:gd name="connsiteX1003" fmla="*/ 1599539 w 2449768"/>
                <a:gd name="connsiteY1003" fmla="*/ 504 h 1050628"/>
                <a:gd name="connsiteX1004" fmla="*/ 1612831 w 2449768"/>
                <a:gd name="connsiteY1004" fmla="*/ 9238 h 1050628"/>
                <a:gd name="connsiteX1005" fmla="*/ 1606754 w 2449768"/>
                <a:gd name="connsiteY1005" fmla="*/ 33543 h 1050628"/>
                <a:gd name="connsiteX1006" fmla="*/ 1582450 w 2449768"/>
                <a:gd name="connsiteY1006" fmla="*/ 27467 h 1050628"/>
                <a:gd name="connsiteX1007" fmla="*/ 1588526 w 2449768"/>
                <a:gd name="connsiteY1007" fmla="*/ 3162 h 1050628"/>
                <a:gd name="connsiteX1008" fmla="*/ 1599539 w 2449768"/>
                <a:gd name="connsiteY1008" fmla="*/ 504 h 105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Lst>
              <a:rect l="l" t="t" r="r" b="b"/>
              <a:pathLst>
                <a:path w="2449768" h="1050628">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dirty="0"/>
            </a:p>
          </p:txBody>
        </p:sp>
        <p:sp>
          <p:nvSpPr>
            <p:cNvPr id="14" name="Freeform: Shape 13">
              <a:extLst>
                <a:ext uri="{FF2B5EF4-FFF2-40B4-BE49-F238E27FC236}">
                  <a16:creationId xmlns:a16="http://schemas.microsoft.com/office/drawing/2014/main" id="{295D81CC-D131-42ED-BFC2-66C3CEC4FA5C}"/>
                </a:ext>
              </a:extLst>
            </p:cNvPr>
            <p:cNvSpPr/>
            <p:nvPr/>
          </p:nvSpPr>
          <p:spPr>
            <a:xfrm>
              <a:off x="3474720" y="0"/>
              <a:ext cx="6177282" cy="1778750"/>
            </a:xfrm>
            <a:custGeom>
              <a:avLst/>
              <a:gdLst>
                <a:gd name="connsiteX0" fmla="*/ 4421987 w 6386648"/>
                <a:gd name="connsiteY0" fmla="*/ 1813377 h 1849426"/>
                <a:gd name="connsiteX1" fmla="*/ 4440012 w 6386648"/>
                <a:gd name="connsiteY1" fmla="*/ 1831401 h 1849426"/>
                <a:gd name="connsiteX2" fmla="*/ 4421987 w 6386648"/>
                <a:gd name="connsiteY2" fmla="*/ 1849426 h 1849426"/>
                <a:gd name="connsiteX3" fmla="*/ 4403963 w 6386648"/>
                <a:gd name="connsiteY3" fmla="*/ 1831401 h 1849426"/>
                <a:gd name="connsiteX4" fmla="*/ 4421987 w 6386648"/>
                <a:gd name="connsiteY4" fmla="*/ 1813377 h 1849426"/>
                <a:gd name="connsiteX5" fmla="*/ 4235735 w 6386648"/>
                <a:gd name="connsiteY5" fmla="*/ 1807369 h 1849426"/>
                <a:gd name="connsiteX6" fmla="*/ 4253760 w 6386648"/>
                <a:gd name="connsiteY6" fmla="*/ 1825393 h 1849426"/>
                <a:gd name="connsiteX7" fmla="*/ 4235735 w 6386648"/>
                <a:gd name="connsiteY7" fmla="*/ 1843418 h 1849426"/>
                <a:gd name="connsiteX8" fmla="*/ 4217711 w 6386648"/>
                <a:gd name="connsiteY8" fmla="*/ 1825393 h 1849426"/>
                <a:gd name="connsiteX9" fmla="*/ 4235735 w 6386648"/>
                <a:gd name="connsiteY9" fmla="*/ 1807369 h 1849426"/>
                <a:gd name="connsiteX10" fmla="*/ 4566182 w 6386648"/>
                <a:gd name="connsiteY10" fmla="*/ 1795353 h 1849426"/>
                <a:gd name="connsiteX11" fmla="*/ 4584207 w 6386648"/>
                <a:gd name="connsiteY11" fmla="*/ 1813377 h 1849426"/>
                <a:gd name="connsiteX12" fmla="*/ 4566182 w 6386648"/>
                <a:gd name="connsiteY12" fmla="*/ 1831402 h 1849426"/>
                <a:gd name="connsiteX13" fmla="*/ 4548158 w 6386648"/>
                <a:gd name="connsiteY13" fmla="*/ 1813377 h 1849426"/>
                <a:gd name="connsiteX14" fmla="*/ 4566182 w 6386648"/>
                <a:gd name="connsiteY14" fmla="*/ 1795353 h 1849426"/>
                <a:gd name="connsiteX15" fmla="*/ 4698361 w 6386648"/>
                <a:gd name="connsiteY15" fmla="*/ 1777329 h 1849426"/>
                <a:gd name="connsiteX16" fmla="*/ 4716386 w 6386648"/>
                <a:gd name="connsiteY16" fmla="*/ 1795353 h 1849426"/>
                <a:gd name="connsiteX17" fmla="*/ 4698361 w 6386648"/>
                <a:gd name="connsiteY17" fmla="*/ 1813378 h 1849426"/>
                <a:gd name="connsiteX18" fmla="*/ 4680336 w 6386648"/>
                <a:gd name="connsiteY18" fmla="*/ 1795353 h 1849426"/>
                <a:gd name="connsiteX19" fmla="*/ 4698361 w 6386648"/>
                <a:gd name="connsiteY19" fmla="*/ 1777329 h 1849426"/>
                <a:gd name="connsiteX20" fmla="*/ 4085531 w 6386648"/>
                <a:gd name="connsiteY20" fmla="*/ 1759304 h 1849426"/>
                <a:gd name="connsiteX21" fmla="*/ 4103556 w 6386648"/>
                <a:gd name="connsiteY21" fmla="*/ 1777329 h 1849426"/>
                <a:gd name="connsiteX22" fmla="*/ 4085531 w 6386648"/>
                <a:gd name="connsiteY22" fmla="*/ 1795353 h 1849426"/>
                <a:gd name="connsiteX23" fmla="*/ 4067507 w 6386648"/>
                <a:gd name="connsiteY23" fmla="*/ 1777329 h 1849426"/>
                <a:gd name="connsiteX24" fmla="*/ 4085531 w 6386648"/>
                <a:gd name="connsiteY24" fmla="*/ 1759304 h 1849426"/>
                <a:gd name="connsiteX25" fmla="*/ 4301824 w 6386648"/>
                <a:gd name="connsiteY25" fmla="*/ 1723255 h 1849426"/>
                <a:gd name="connsiteX26" fmla="*/ 4319849 w 6386648"/>
                <a:gd name="connsiteY26" fmla="*/ 1741279 h 1849426"/>
                <a:gd name="connsiteX27" fmla="*/ 4301824 w 6386648"/>
                <a:gd name="connsiteY27" fmla="*/ 1759304 h 1849426"/>
                <a:gd name="connsiteX28" fmla="*/ 4283800 w 6386648"/>
                <a:gd name="connsiteY28" fmla="*/ 1741279 h 1849426"/>
                <a:gd name="connsiteX29" fmla="*/ 4301824 w 6386648"/>
                <a:gd name="connsiteY29" fmla="*/ 1723255 h 1849426"/>
                <a:gd name="connsiteX30" fmla="*/ 4440011 w 6386648"/>
                <a:gd name="connsiteY30" fmla="*/ 1717247 h 1849426"/>
                <a:gd name="connsiteX31" fmla="*/ 4458036 w 6386648"/>
                <a:gd name="connsiteY31" fmla="*/ 1735271 h 1849426"/>
                <a:gd name="connsiteX32" fmla="*/ 4440011 w 6386648"/>
                <a:gd name="connsiteY32" fmla="*/ 1753296 h 1849426"/>
                <a:gd name="connsiteX33" fmla="*/ 4421987 w 6386648"/>
                <a:gd name="connsiteY33" fmla="*/ 1735271 h 1849426"/>
                <a:gd name="connsiteX34" fmla="*/ 4440011 w 6386648"/>
                <a:gd name="connsiteY34" fmla="*/ 1717247 h 1849426"/>
                <a:gd name="connsiteX35" fmla="*/ 3965369 w 6386648"/>
                <a:gd name="connsiteY35" fmla="*/ 1711239 h 1849426"/>
                <a:gd name="connsiteX36" fmla="*/ 3983394 w 6386648"/>
                <a:gd name="connsiteY36" fmla="*/ 1729263 h 1849426"/>
                <a:gd name="connsiteX37" fmla="*/ 3965369 w 6386648"/>
                <a:gd name="connsiteY37" fmla="*/ 1747288 h 1849426"/>
                <a:gd name="connsiteX38" fmla="*/ 3947345 w 6386648"/>
                <a:gd name="connsiteY38" fmla="*/ 1729263 h 1849426"/>
                <a:gd name="connsiteX39" fmla="*/ 3965369 w 6386648"/>
                <a:gd name="connsiteY39" fmla="*/ 1711239 h 1849426"/>
                <a:gd name="connsiteX40" fmla="*/ 4836548 w 6386648"/>
                <a:gd name="connsiteY40" fmla="*/ 1705231 h 1849426"/>
                <a:gd name="connsiteX41" fmla="*/ 4854573 w 6386648"/>
                <a:gd name="connsiteY41" fmla="*/ 1723255 h 1849426"/>
                <a:gd name="connsiteX42" fmla="*/ 4836548 w 6386648"/>
                <a:gd name="connsiteY42" fmla="*/ 1741280 h 1849426"/>
                <a:gd name="connsiteX43" fmla="*/ 4818524 w 6386648"/>
                <a:gd name="connsiteY43" fmla="*/ 1723255 h 1849426"/>
                <a:gd name="connsiteX44" fmla="*/ 4836548 w 6386648"/>
                <a:gd name="connsiteY44" fmla="*/ 1705231 h 1849426"/>
                <a:gd name="connsiteX45" fmla="*/ 4175653 w 6386648"/>
                <a:gd name="connsiteY45" fmla="*/ 1681198 h 1849426"/>
                <a:gd name="connsiteX46" fmla="*/ 4193678 w 6386648"/>
                <a:gd name="connsiteY46" fmla="*/ 1699222 h 1849426"/>
                <a:gd name="connsiteX47" fmla="*/ 4175653 w 6386648"/>
                <a:gd name="connsiteY47" fmla="*/ 1717247 h 1849426"/>
                <a:gd name="connsiteX48" fmla="*/ 4157629 w 6386648"/>
                <a:gd name="connsiteY48" fmla="*/ 1699222 h 1849426"/>
                <a:gd name="connsiteX49" fmla="*/ 4175653 w 6386648"/>
                <a:gd name="connsiteY49" fmla="*/ 1681198 h 1849426"/>
                <a:gd name="connsiteX50" fmla="*/ 4602231 w 6386648"/>
                <a:gd name="connsiteY50" fmla="*/ 1675190 h 1849426"/>
                <a:gd name="connsiteX51" fmla="*/ 4620256 w 6386648"/>
                <a:gd name="connsiteY51" fmla="*/ 1693214 h 1849426"/>
                <a:gd name="connsiteX52" fmla="*/ 4602231 w 6386648"/>
                <a:gd name="connsiteY52" fmla="*/ 1711239 h 1849426"/>
                <a:gd name="connsiteX53" fmla="*/ 4584207 w 6386648"/>
                <a:gd name="connsiteY53" fmla="*/ 1693214 h 1849426"/>
                <a:gd name="connsiteX54" fmla="*/ 4602231 w 6386648"/>
                <a:gd name="connsiteY54" fmla="*/ 1675190 h 1849426"/>
                <a:gd name="connsiteX55" fmla="*/ 4734410 w 6386648"/>
                <a:gd name="connsiteY55" fmla="*/ 1663174 h 1849426"/>
                <a:gd name="connsiteX56" fmla="*/ 4752435 w 6386648"/>
                <a:gd name="connsiteY56" fmla="*/ 1681198 h 1849426"/>
                <a:gd name="connsiteX57" fmla="*/ 4734410 w 6386648"/>
                <a:gd name="connsiteY57" fmla="*/ 1699223 h 1849426"/>
                <a:gd name="connsiteX58" fmla="*/ 4716386 w 6386648"/>
                <a:gd name="connsiteY58" fmla="*/ 1681198 h 1849426"/>
                <a:gd name="connsiteX59" fmla="*/ 4734410 w 6386648"/>
                <a:gd name="connsiteY59" fmla="*/ 1663174 h 1849426"/>
                <a:gd name="connsiteX60" fmla="*/ 3851214 w 6386648"/>
                <a:gd name="connsiteY60" fmla="*/ 1663174 h 1849426"/>
                <a:gd name="connsiteX61" fmla="*/ 3869239 w 6386648"/>
                <a:gd name="connsiteY61" fmla="*/ 1681198 h 1849426"/>
                <a:gd name="connsiteX62" fmla="*/ 3851214 w 6386648"/>
                <a:gd name="connsiteY62" fmla="*/ 1699223 h 1849426"/>
                <a:gd name="connsiteX63" fmla="*/ 3833190 w 6386648"/>
                <a:gd name="connsiteY63" fmla="*/ 1681198 h 1849426"/>
                <a:gd name="connsiteX64" fmla="*/ 3851214 w 6386648"/>
                <a:gd name="connsiteY64" fmla="*/ 1663174 h 1849426"/>
                <a:gd name="connsiteX65" fmla="*/ 4061499 w 6386648"/>
                <a:gd name="connsiteY65" fmla="*/ 1627125 h 1849426"/>
                <a:gd name="connsiteX66" fmla="*/ 4079524 w 6386648"/>
                <a:gd name="connsiteY66" fmla="*/ 1645149 h 1849426"/>
                <a:gd name="connsiteX67" fmla="*/ 4061499 w 6386648"/>
                <a:gd name="connsiteY67" fmla="*/ 1663174 h 1849426"/>
                <a:gd name="connsiteX68" fmla="*/ 4043475 w 6386648"/>
                <a:gd name="connsiteY68" fmla="*/ 1645149 h 1849426"/>
                <a:gd name="connsiteX69" fmla="*/ 4061499 w 6386648"/>
                <a:gd name="connsiteY69" fmla="*/ 1627125 h 1849426"/>
                <a:gd name="connsiteX70" fmla="*/ 4482068 w 6386648"/>
                <a:gd name="connsiteY70" fmla="*/ 1621117 h 1849426"/>
                <a:gd name="connsiteX71" fmla="*/ 4500093 w 6386648"/>
                <a:gd name="connsiteY71" fmla="*/ 1639141 h 1849426"/>
                <a:gd name="connsiteX72" fmla="*/ 4482068 w 6386648"/>
                <a:gd name="connsiteY72" fmla="*/ 1657166 h 1849426"/>
                <a:gd name="connsiteX73" fmla="*/ 4464044 w 6386648"/>
                <a:gd name="connsiteY73" fmla="*/ 1639141 h 1849426"/>
                <a:gd name="connsiteX74" fmla="*/ 4482068 w 6386648"/>
                <a:gd name="connsiteY74" fmla="*/ 1621117 h 1849426"/>
                <a:gd name="connsiteX75" fmla="*/ 4926670 w 6386648"/>
                <a:gd name="connsiteY75" fmla="*/ 1615109 h 1849426"/>
                <a:gd name="connsiteX76" fmla="*/ 4944695 w 6386648"/>
                <a:gd name="connsiteY76" fmla="*/ 1633133 h 1849426"/>
                <a:gd name="connsiteX77" fmla="*/ 4926670 w 6386648"/>
                <a:gd name="connsiteY77" fmla="*/ 1651158 h 1849426"/>
                <a:gd name="connsiteX78" fmla="*/ 4908646 w 6386648"/>
                <a:gd name="connsiteY78" fmla="*/ 1633133 h 1849426"/>
                <a:gd name="connsiteX79" fmla="*/ 4926670 w 6386648"/>
                <a:gd name="connsiteY79" fmla="*/ 1615109 h 1849426"/>
                <a:gd name="connsiteX80" fmla="*/ 3719035 w 6386648"/>
                <a:gd name="connsiteY80" fmla="*/ 1615109 h 1849426"/>
                <a:gd name="connsiteX81" fmla="*/ 3737060 w 6386648"/>
                <a:gd name="connsiteY81" fmla="*/ 1633133 h 1849426"/>
                <a:gd name="connsiteX82" fmla="*/ 3719035 w 6386648"/>
                <a:gd name="connsiteY82" fmla="*/ 1651158 h 1849426"/>
                <a:gd name="connsiteX83" fmla="*/ 3701011 w 6386648"/>
                <a:gd name="connsiteY83" fmla="*/ 1633133 h 1849426"/>
                <a:gd name="connsiteX84" fmla="*/ 3719035 w 6386648"/>
                <a:gd name="connsiteY84" fmla="*/ 1615109 h 1849426"/>
                <a:gd name="connsiteX85" fmla="*/ 4343881 w 6386648"/>
                <a:gd name="connsiteY85" fmla="*/ 1603093 h 1849426"/>
                <a:gd name="connsiteX86" fmla="*/ 4361906 w 6386648"/>
                <a:gd name="connsiteY86" fmla="*/ 1621117 h 1849426"/>
                <a:gd name="connsiteX87" fmla="*/ 4343881 w 6386648"/>
                <a:gd name="connsiteY87" fmla="*/ 1639142 h 1849426"/>
                <a:gd name="connsiteX88" fmla="*/ 4325857 w 6386648"/>
                <a:gd name="connsiteY88" fmla="*/ 1621117 h 1849426"/>
                <a:gd name="connsiteX89" fmla="*/ 4343881 w 6386648"/>
                <a:gd name="connsiteY89" fmla="*/ 1603093 h 1849426"/>
                <a:gd name="connsiteX90" fmla="*/ 4235735 w 6386648"/>
                <a:gd name="connsiteY90" fmla="*/ 1579060 h 1849426"/>
                <a:gd name="connsiteX91" fmla="*/ 4253760 w 6386648"/>
                <a:gd name="connsiteY91" fmla="*/ 1597085 h 1849426"/>
                <a:gd name="connsiteX92" fmla="*/ 4235735 w 6386648"/>
                <a:gd name="connsiteY92" fmla="*/ 1615109 h 1849426"/>
                <a:gd name="connsiteX93" fmla="*/ 4217711 w 6386648"/>
                <a:gd name="connsiteY93" fmla="*/ 1597085 h 1849426"/>
                <a:gd name="connsiteX94" fmla="*/ 4235735 w 6386648"/>
                <a:gd name="connsiteY94" fmla="*/ 1579060 h 1849426"/>
                <a:gd name="connsiteX95" fmla="*/ 3941336 w 6386648"/>
                <a:gd name="connsiteY95" fmla="*/ 1573052 h 1849426"/>
                <a:gd name="connsiteX96" fmla="*/ 3959361 w 6386648"/>
                <a:gd name="connsiteY96" fmla="*/ 1591076 h 1849426"/>
                <a:gd name="connsiteX97" fmla="*/ 3941336 w 6386648"/>
                <a:gd name="connsiteY97" fmla="*/ 1609101 h 1849426"/>
                <a:gd name="connsiteX98" fmla="*/ 3923312 w 6386648"/>
                <a:gd name="connsiteY98" fmla="*/ 1591076 h 1849426"/>
                <a:gd name="connsiteX99" fmla="*/ 3941336 w 6386648"/>
                <a:gd name="connsiteY99" fmla="*/ 1573052 h 1849426"/>
                <a:gd name="connsiteX100" fmla="*/ 1057431 w 6386648"/>
                <a:gd name="connsiteY100" fmla="*/ 1567044 h 1849426"/>
                <a:gd name="connsiteX101" fmla="*/ 1075456 w 6386648"/>
                <a:gd name="connsiteY101" fmla="*/ 1585068 h 1849426"/>
                <a:gd name="connsiteX102" fmla="*/ 1057431 w 6386648"/>
                <a:gd name="connsiteY102" fmla="*/ 1603093 h 1849426"/>
                <a:gd name="connsiteX103" fmla="*/ 1039407 w 6386648"/>
                <a:gd name="connsiteY103" fmla="*/ 1585068 h 1849426"/>
                <a:gd name="connsiteX104" fmla="*/ 1057431 w 6386648"/>
                <a:gd name="connsiteY104" fmla="*/ 1567044 h 1849426"/>
                <a:gd name="connsiteX105" fmla="*/ 1201626 w 6386648"/>
                <a:gd name="connsiteY105" fmla="*/ 1561036 h 1849426"/>
                <a:gd name="connsiteX106" fmla="*/ 1219651 w 6386648"/>
                <a:gd name="connsiteY106" fmla="*/ 1579060 h 1849426"/>
                <a:gd name="connsiteX107" fmla="*/ 1201626 w 6386648"/>
                <a:gd name="connsiteY107" fmla="*/ 1597085 h 1849426"/>
                <a:gd name="connsiteX108" fmla="*/ 1183602 w 6386648"/>
                <a:gd name="connsiteY108" fmla="*/ 1579060 h 1849426"/>
                <a:gd name="connsiteX109" fmla="*/ 1201626 w 6386648"/>
                <a:gd name="connsiteY109" fmla="*/ 1561036 h 1849426"/>
                <a:gd name="connsiteX110" fmla="*/ 4716385 w 6386648"/>
                <a:gd name="connsiteY110" fmla="*/ 1555028 h 1849426"/>
                <a:gd name="connsiteX111" fmla="*/ 4734410 w 6386648"/>
                <a:gd name="connsiteY111" fmla="*/ 1573052 h 1849426"/>
                <a:gd name="connsiteX112" fmla="*/ 4716385 w 6386648"/>
                <a:gd name="connsiteY112" fmla="*/ 1591077 h 1849426"/>
                <a:gd name="connsiteX113" fmla="*/ 4698361 w 6386648"/>
                <a:gd name="connsiteY113" fmla="*/ 1573052 h 1849426"/>
                <a:gd name="connsiteX114" fmla="*/ 4716385 w 6386648"/>
                <a:gd name="connsiteY114" fmla="*/ 1555028 h 1849426"/>
                <a:gd name="connsiteX115" fmla="*/ 4578198 w 6386648"/>
                <a:gd name="connsiteY115" fmla="*/ 1555028 h 1849426"/>
                <a:gd name="connsiteX116" fmla="*/ 4596223 w 6386648"/>
                <a:gd name="connsiteY116" fmla="*/ 1573052 h 1849426"/>
                <a:gd name="connsiteX117" fmla="*/ 4578198 w 6386648"/>
                <a:gd name="connsiteY117" fmla="*/ 1591077 h 1849426"/>
                <a:gd name="connsiteX118" fmla="*/ 4560173 w 6386648"/>
                <a:gd name="connsiteY118" fmla="*/ 1573052 h 1849426"/>
                <a:gd name="connsiteX119" fmla="*/ 4578198 w 6386648"/>
                <a:gd name="connsiteY119" fmla="*/ 1555028 h 1849426"/>
                <a:gd name="connsiteX120" fmla="*/ 1333805 w 6386648"/>
                <a:gd name="connsiteY120" fmla="*/ 1555028 h 1849426"/>
                <a:gd name="connsiteX121" fmla="*/ 1351830 w 6386648"/>
                <a:gd name="connsiteY121" fmla="*/ 1573052 h 1849426"/>
                <a:gd name="connsiteX122" fmla="*/ 1333805 w 6386648"/>
                <a:gd name="connsiteY122" fmla="*/ 1591077 h 1849426"/>
                <a:gd name="connsiteX123" fmla="*/ 1315781 w 6386648"/>
                <a:gd name="connsiteY123" fmla="*/ 1573052 h 1849426"/>
                <a:gd name="connsiteX124" fmla="*/ 1333805 w 6386648"/>
                <a:gd name="connsiteY124" fmla="*/ 1555028 h 1849426"/>
                <a:gd name="connsiteX125" fmla="*/ 4842556 w 6386648"/>
                <a:gd name="connsiteY125" fmla="*/ 1543011 h 1849426"/>
                <a:gd name="connsiteX126" fmla="*/ 4860581 w 6386648"/>
                <a:gd name="connsiteY126" fmla="*/ 1561035 h 1849426"/>
                <a:gd name="connsiteX127" fmla="*/ 4842556 w 6386648"/>
                <a:gd name="connsiteY127" fmla="*/ 1579060 h 1849426"/>
                <a:gd name="connsiteX128" fmla="*/ 4824532 w 6386648"/>
                <a:gd name="connsiteY128" fmla="*/ 1561035 h 1849426"/>
                <a:gd name="connsiteX129" fmla="*/ 4842556 w 6386648"/>
                <a:gd name="connsiteY129" fmla="*/ 1543011 h 1849426"/>
                <a:gd name="connsiteX130" fmla="*/ 3803149 w 6386648"/>
                <a:gd name="connsiteY130" fmla="*/ 1537003 h 1849426"/>
                <a:gd name="connsiteX131" fmla="*/ 3821174 w 6386648"/>
                <a:gd name="connsiteY131" fmla="*/ 1555027 h 1849426"/>
                <a:gd name="connsiteX132" fmla="*/ 3803149 w 6386648"/>
                <a:gd name="connsiteY132" fmla="*/ 1573052 h 1849426"/>
                <a:gd name="connsiteX133" fmla="*/ 3785125 w 6386648"/>
                <a:gd name="connsiteY133" fmla="*/ 1555027 h 1849426"/>
                <a:gd name="connsiteX134" fmla="*/ 3803149 w 6386648"/>
                <a:gd name="connsiteY134" fmla="*/ 1537003 h 1849426"/>
                <a:gd name="connsiteX135" fmla="*/ 4127588 w 6386648"/>
                <a:gd name="connsiteY135" fmla="*/ 1530995 h 1849426"/>
                <a:gd name="connsiteX136" fmla="*/ 4145613 w 6386648"/>
                <a:gd name="connsiteY136" fmla="*/ 1549019 h 1849426"/>
                <a:gd name="connsiteX137" fmla="*/ 4127588 w 6386648"/>
                <a:gd name="connsiteY137" fmla="*/ 1567044 h 1849426"/>
                <a:gd name="connsiteX138" fmla="*/ 4109563 w 6386648"/>
                <a:gd name="connsiteY138" fmla="*/ 1549019 h 1849426"/>
                <a:gd name="connsiteX139" fmla="*/ 4127588 w 6386648"/>
                <a:gd name="connsiteY139" fmla="*/ 1530995 h 1849426"/>
                <a:gd name="connsiteX140" fmla="*/ 3634921 w 6386648"/>
                <a:gd name="connsiteY140" fmla="*/ 1530995 h 1849426"/>
                <a:gd name="connsiteX141" fmla="*/ 3652946 w 6386648"/>
                <a:gd name="connsiteY141" fmla="*/ 1549019 h 1849426"/>
                <a:gd name="connsiteX142" fmla="*/ 3634921 w 6386648"/>
                <a:gd name="connsiteY142" fmla="*/ 1567044 h 1849426"/>
                <a:gd name="connsiteX143" fmla="*/ 3616897 w 6386648"/>
                <a:gd name="connsiteY143" fmla="*/ 1549019 h 1849426"/>
                <a:gd name="connsiteX144" fmla="*/ 3634921 w 6386648"/>
                <a:gd name="connsiteY144" fmla="*/ 1530995 h 1849426"/>
                <a:gd name="connsiteX145" fmla="*/ 3532783 w 6386648"/>
                <a:gd name="connsiteY145" fmla="*/ 1530995 h 1849426"/>
                <a:gd name="connsiteX146" fmla="*/ 3550808 w 6386648"/>
                <a:gd name="connsiteY146" fmla="*/ 1549019 h 1849426"/>
                <a:gd name="connsiteX147" fmla="*/ 3532783 w 6386648"/>
                <a:gd name="connsiteY147" fmla="*/ 1567044 h 1849426"/>
                <a:gd name="connsiteX148" fmla="*/ 3514759 w 6386648"/>
                <a:gd name="connsiteY148" fmla="*/ 1549019 h 1849426"/>
                <a:gd name="connsiteX149" fmla="*/ 3532783 w 6386648"/>
                <a:gd name="connsiteY149" fmla="*/ 1530995 h 1849426"/>
                <a:gd name="connsiteX150" fmla="*/ 1478000 w 6386648"/>
                <a:gd name="connsiteY150" fmla="*/ 1530995 h 1849426"/>
                <a:gd name="connsiteX151" fmla="*/ 1496025 w 6386648"/>
                <a:gd name="connsiteY151" fmla="*/ 1549019 h 1849426"/>
                <a:gd name="connsiteX152" fmla="*/ 1478000 w 6386648"/>
                <a:gd name="connsiteY152" fmla="*/ 1567044 h 1849426"/>
                <a:gd name="connsiteX153" fmla="*/ 1459976 w 6386648"/>
                <a:gd name="connsiteY153" fmla="*/ 1549019 h 1849426"/>
                <a:gd name="connsiteX154" fmla="*/ 1478000 w 6386648"/>
                <a:gd name="connsiteY154" fmla="*/ 1530995 h 1849426"/>
                <a:gd name="connsiteX155" fmla="*/ 4427995 w 6386648"/>
                <a:gd name="connsiteY155" fmla="*/ 1518979 h 1849426"/>
                <a:gd name="connsiteX156" fmla="*/ 4446020 w 6386648"/>
                <a:gd name="connsiteY156" fmla="*/ 1537004 h 1849426"/>
                <a:gd name="connsiteX157" fmla="*/ 4427995 w 6386648"/>
                <a:gd name="connsiteY157" fmla="*/ 1555028 h 1849426"/>
                <a:gd name="connsiteX158" fmla="*/ 4409970 w 6386648"/>
                <a:gd name="connsiteY158" fmla="*/ 1537004 h 1849426"/>
                <a:gd name="connsiteX159" fmla="*/ 4427995 w 6386648"/>
                <a:gd name="connsiteY159" fmla="*/ 1518979 h 1849426"/>
                <a:gd name="connsiteX160" fmla="*/ 4980743 w 6386648"/>
                <a:gd name="connsiteY160" fmla="*/ 1506962 h 1849426"/>
                <a:gd name="connsiteX161" fmla="*/ 4998768 w 6386648"/>
                <a:gd name="connsiteY161" fmla="*/ 1524986 h 1849426"/>
                <a:gd name="connsiteX162" fmla="*/ 4980743 w 6386648"/>
                <a:gd name="connsiteY162" fmla="*/ 1543011 h 1849426"/>
                <a:gd name="connsiteX163" fmla="*/ 4962719 w 6386648"/>
                <a:gd name="connsiteY163" fmla="*/ 1524986 h 1849426"/>
                <a:gd name="connsiteX164" fmla="*/ 4980743 w 6386648"/>
                <a:gd name="connsiteY164" fmla="*/ 1506962 h 1849426"/>
                <a:gd name="connsiteX165" fmla="*/ 961301 w 6386648"/>
                <a:gd name="connsiteY165" fmla="*/ 1506962 h 1849426"/>
                <a:gd name="connsiteX166" fmla="*/ 979326 w 6386648"/>
                <a:gd name="connsiteY166" fmla="*/ 1524986 h 1849426"/>
                <a:gd name="connsiteX167" fmla="*/ 961301 w 6386648"/>
                <a:gd name="connsiteY167" fmla="*/ 1543011 h 1849426"/>
                <a:gd name="connsiteX168" fmla="*/ 943277 w 6386648"/>
                <a:gd name="connsiteY168" fmla="*/ 1524986 h 1849426"/>
                <a:gd name="connsiteX169" fmla="*/ 961301 w 6386648"/>
                <a:gd name="connsiteY169" fmla="*/ 1506962 h 1849426"/>
                <a:gd name="connsiteX170" fmla="*/ 859163 w 6386648"/>
                <a:gd name="connsiteY170" fmla="*/ 1500954 h 1849426"/>
                <a:gd name="connsiteX171" fmla="*/ 877188 w 6386648"/>
                <a:gd name="connsiteY171" fmla="*/ 1518978 h 1849426"/>
                <a:gd name="connsiteX172" fmla="*/ 859163 w 6386648"/>
                <a:gd name="connsiteY172" fmla="*/ 1537003 h 1849426"/>
                <a:gd name="connsiteX173" fmla="*/ 841139 w 6386648"/>
                <a:gd name="connsiteY173" fmla="*/ 1518978 h 1849426"/>
                <a:gd name="connsiteX174" fmla="*/ 859163 w 6386648"/>
                <a:gd name="connsiteY174" fmla="*/ 1500954 h 1849426"/>
                <a:gd name="connsiteX175" fmla="*/ 4013434 w 6386648"/>
                <a:gd name="connsiteY175" fmla="*/ 1482930 h 1849426"/>
                <a:gd name="connsiteX176" fmla="*/ 4031459 w 6386648"/>
                <a:gd name="connsiteY176" fmla="*/ 1500954 h 1849426"/>
                <a:gd name="connsiteX177" fmla="*/ 4013434 w 6386648"/>
                <a:gd name="connsiteY177" fmla="*/ 1518979 h 1849426"/>
                <a:gd name="connsiteX178" fmla="*/ 3995410 w 6386648"/>
                <a:gd name="connsiteY178" fmla="*/ 1500954 h 1849426"/>
                <a:gd name="connsiteX179" fmla="*/ 4013434 w 6386648"/>
                <a:gd name="connsiteY179" fmla="*/ 1482930 h 1849426"/>
                <a:gd name="connsiteX180" fmla="*/ 3412620 w 6386648"/>
                <a:gd name="connsiteY180" fmla="*/ 1482930 h 1849426"/>
                <a:gd name="connsiteX181" fmla="*/ 3430645 w 6386648"/>
                <a:gd name="connsiteY181" fmla="*/ 1500954 h 1849426"/>
                <a:gd name="connsiteX182" fmla="*/ 3412620 w 6386648"/>
                <a:gd name="connsiteY182" fmla="*/ 1518979 h 1849426"/>
                <a:gd name="connsiteX183" fmla="*/ 3394596 w 6386648"/>
                <a:gd name="connsiteY183" fmla="*/ 1500954 h 1849426"/>
                <a:gd name="connsiteX184" fmla="*/ 3412620 w 6386648"/>
                <a:gd name="connsiteY184" fmla="*/ 1482930 h 1849426"/>
                <a:gd name="connsiteX185" fmla="*/ 1586148 w 6386648"/>
                <a:gd name="connsiteY185" fmla="*/ 1476922 h 1849426"/>
                <a:gd name="connsiteX186" fmla="*/ 1604172 w 6386648"/>
                <a:gd name="connsiteY186" fmla="*/ 1494946 h 1849426"/>
                <a:gd name="connsiteX187" fmla="*/ 1586148 w 6386648"/>
                <a:gd name="connsiteY187" fmla="*/ 1512971 h 1849426"/>
                <a:gd name="connsiteX188" fmla="*/ 1568123 w 6386648"/>
                <a:gd name="connsiteY188" fmla="*/ 1494946 h 1849426"/>
                <a:gd name="connsiteX189" fmla="*/ 1586148 w 6386648"/>
                <a:gd name="connsiteY189" fmla="*/ 1476922 h 1849426"/>
                <a:gd name="connsiteX190" fmla="*/ 4271783 w 6386648"/>
                <a:gd name="connsiteY190" fmla="*/ 1464906 h 1849426"/>
                <a:gd name="connsiteX191" fmla="*/ 4289808 w 6386648"/>
                <a:gd name="connsiteY191" fmla="*/ 1482930 h 1849426"/>
                <a:gd name="connsiteX192" fmla="*/ 4271783 w 6386648"/>
                <a:gd name="connsiteY192" fmla="*/ 1500955 h 1849426"/>
                <a:gd name="connsiteX193" fmla="*/ 4253759 w 6386648"/>
                <a:gd name="connsiteY193" fmla="*/ 1482930 h 1849426"/>
                <a:gd name="connsiteX194" fmla="*/ 4271783 w 6386648"/>
                <a:gd name="connsiteY194" fmla="*/ 1464906 h 1849426"/>
                <a:gd name="connsiteX195" fmla="*/ 1105497 w 6386648"/>
                <a:gd name="connsiteY195" fmla="*/ 1464906 h 1849426"/>
                <a:gd name="connsiteX196" fmla="*/ 1123521 w 6386648"/>
                <a:gd name="connsiteY196" fmla="*/ 1482930 h 1849426"/>
                <a:gd name="connsiteX197" fmla="*/ 1105497 w 6386648"/>
                <a:gd name="connsiteY197" fmla="*/ 1500955 h 1849426"/>
                <a:gd name="connsiteX198" fmla="*/ 1087472 w 6386648"/>
                <a:gd name="connsiteY198" fmla="*/ 1482930 h 1849426"/>
                <a:gd name="connsiteX199" fmla="*/ 1105497 w 6386648"/>
                <a:gd name="connsiteY199" fmla="*/ 1464906 h 1849426"/>
                <a:gd name="connsiteX200" fmla="*/ 4602231 w 6386648"/>
                <a:gd name="connsiteY200" fmla="*/ 1452889 h 1849426"/>
                <a:gd name="connsiteX201" fmla="*/ 4620256 w 6386648"/>
                <a:gd name="connsiteY201" fmla="*/ 1470913 h 1849426"/>
                <a:gd name="connsiteX202" fmla="*/ 4602231 w 6386648"/>
                <a:gd name="connsiteY202" fmla="*/ 1488938 h 1849426"/>
                <a:gd name="connsiteX203" fmla="*/ 4584207 w 6386648"/>
                <a:gd name="connsiteY203" fmla="*/ 1470913 h 1849426"/>
                <a:gd name="connsiteX204" fmla="*/ 4602231 w 6386648"/>
                <a:gd name="connsiteY204" fmla="*/ 1452889 h 1849426"/>
                <a:gd name="connsiteX205" fmla="*/ 3875247 w 6386648"/>
                <a:gd name="connsiteY205" fmla="*/ 1452889 h 1849426"/>
                <a:gd name="connsiteX206" fmla="*/ 3893272 w 6386648"/>
                <a:gd name="connsiteY206" fmla="*/ 1470913 h 1849426"/>
                <a:gd name="connsiteX207" fmla="*/ 3875247 w 6386648"/>
                <a:gd name="connsiteY207" fmla="*/ 1488938 h 1849426"/>
                <a:gd name="connsiteX208" fmla="*/ 3857223 w 6386648"/>
                <a:gd name="connsiteY208" fmla="*/ 1470913 h 1849426"/>
                <a:gd name="connsiteX209" fmla="*/ 3875247 w 6386648"/>
                <a:gd name="connsiteY209" fmla="*/ 1452889 h 1849426"/>
                <a:gd name="connsiteX210" fmla="*/ 1706311 w 6386648"/>
                <a:gd name="connsiteY210" fmla="*/ 1452889 h 1849426"/>
                <a:gd name="connsiteX211" fmla="*/ 1724335 w 6386648"/>
                <a:gd name="connsiteY211" fmla="*/ 1470913 h 1849426"/>
                <a:gd name="connsiteX212" fmla="*/ 1706311 w 6386648"/>
                <a:gd name="connsiteY212" fmla="*/ 1488938 h 1849426"/>
                <a:gd name="connsiteX213" fmla="*/ 1688286 w 6386648"/>
                <a:gd name="connsiteY213" fmla="*/ 1470913 h 1849426"/>
                <a:gd name="connsiteX214" fmla="*/ 1706311 w 6386648"/>
                <a:gd name="connsiteY214" fmla="*/ 1452889 h 1849426"/>
                <a:gd name="connsiteX215" fmla="*/ 1411911 w 6386648"/>
                <a:gd name="connsiteY215" fmla="*/ 1452889 h 1849426"/>
                <a:gd name="connsiteX216" fmla="*/ 1429936 w 6386648"/>
                <a:gd name="connsiteY216" fmla="*/ 1470913 h 1849426"/>
                <a:gd name="connsiteX217" fmla="*/ 1411911 w 6386648"/>
                <a:gd name="connsiteY217" fmla="*/ 1488938 h 1849426"/>
                <a:gd name="connsiteX218" fmla="*/ 1393887 w 6386648"/>
                <a:gd name="connsiteY218" fmla="*/ 1470913 h 1849426"/>
                <a:gd name="connsiteX219" fmla="*/ 1411911 w 6386648"/>
                <a:gd name="connsiteY219" fmla="*/ 1452889 h 1849426"/>
                <a:gd name="connsiteX220" fmla="*/ 1249691 w 6386648"/>
                <a:gd name="connsiteY220" fmla="*/ 1452889 h 1849426"/>
                <a:gd name="connsiteX221" fmla="*/ 1267716 w 6386648"/>
                <a:gd name="connsiteY221" fmla="*/ 1470913 h 1849426"/>
                <a:gd name="connsiteX222" fmla="*/ 1249691 w 6386648"/>
                <a:gd name="connsiteY222" fmla="*/ 1488938 h 1849426"/>
                <a:gd name="connsiteX223" fmla="*/ 1231667 w 6386648"/>
                <a:gd name="connsiteY223" fmla="*/ 1470913 h 1849426"/>
                <a:gd name="connsiteX224" fmla="*/ 1249691 w 6386648"/>
                <a:gd name="connsiteY224" fmla="*/ 1452889 h 1849426"/>
                <a:gd name="connsiteX225" fmla="*/ 4764451 w 6386648"/>
                <a:gd name="connsiteY225" fmla="*/ 1446881 h 1849426"/>
                <a:gd name="connsiteX226" fmla="*/ 4782476 w 6386648"/>
                <a:gd name="connsiteY226" fmla="*/ 1464905 h 1849426"/>
                <a:gd name="connsiteX227" fmla="*/ 4764451 w 6386648"/>
                <a:gd name="connsiteY227" fmla="*/ 1482930 h 1849426"/>
                <a:gd name="connsiteX228" fmla="*/ 4746427 w 6386648"/>
                <a:gd name="connsiteY228" fmla="*/ 1464905 h 1849426"/>
                <a:gd name="connsiteX229" fmla="*/ 4764451 w 6386648"/>
                <a:gd name="connsiteY229" fmla="*/ 1446881 h 1849426"/>
                <a:gd name="connsiteX230" fmla="*/ 763032 w 6386648"/>
                <a:gd name="connsiteY230" fmla="*/ 1446881 h 1849426"/>
                <a:gd name="connsiteX231" fmla="*/ 781057 w 6386648"/>
                <a:gd name="connsiteY231" fmla="*/ 1464905 h 1849426"/>
                <a:gd name="connsiteX232" fmla="*/ 763032 w 6386648"/>
                <a:gd name="connsiteY232" fmla="*/ 1482930 h 1849426"/>
                <a:gd name="connsiteX233" fmla="*/ 745008 w 6386648"/>
                <a:gd name="connsiteY233" fmla="*/ 1464905 h 1849426"/>
                <a:gd name="connsiteX234" fmla="*/ 763032 w 6386648"/>
                <a:gd name="connsiteY234" fmla="*/ 1446881 h 1849426"/>
                <a:gd name="connsiteX235" fmla="*/ 3731051 w 6386648"/>
                <a:gd name="connsiteY235" fmla="*/ 1434865 h 1849426"/>
                <a:gd name="connsiteX236" fmla="*/ 3749076 w 6386648"/>
                <a:gd name="connsiteY236" fmla="*/ 1452889 h 1849426"/>
                <a:gd name="connsiteX237" fmla="*/ 3731051 w 6386648"/>
                <a:gd name="connsiteY237" fmla="*/ 1470914 h 1849426"/>
                <a:gd name="connsiteX238" fmla="*/ 3713027 w 6386648"/>
                <a:gd name="connsiteY238" fmla="*/ 1452889 h 1849426"/>
                <a:gd name="connsiteX239" fmla="*/ 3731051 w 6386648"/>
                <a:gd name="connsiteY239" fmla="*/ 1434865 h 1849426"/>
                <a:gd name="connsiteX240" fmla="*/ 3304474 w 6386648"/>
                <a:gd name="connsiteY240" fmla="*/ 1422849 h 1849426"/>
                <a:gd name="connsiteX241" fmla="*/ 3322499 w 6386648"/>
                <a:gd name="connsiteY241" fmla="*/ 1440873 h 1849426"/>
                <a:gd name="connsiteX242" fmla="*/ 3304474 w 6386648"/>
                <a:gd name="connsiteY242" fmla="*/ 1458898 h 1849426"/>
                <a:gd name="connsiteX243" fmla="*/ 3286450 w 6386648"/>
                <a:gd name="connsiteY243" fmla="*/ 1440873 h 1849426"/>
                <a:gd name="connsiteX244" fmla="*/ 3304474 w 6386648"/>
                <a:gd name="connsiteY244" fmla="*/ 1422849 h 1849426"/>
                <a:gd name="connsiteX245" fmla="*/ 4890621 w 6386648"/>
                <a:gd name="connsiteY245" fmla="*/ 1416840 h 1849426"/>
                <a:gd name="connsiteX246" fmla="*/ 4908646 w 6386648"/>
                <a:gd name="connsiteY246" fmla="*/ 1434864 h 1849426"/>
                <a:gd name="connsiteX247" fmla="*/ 4890621 w 6386648"/>
                <a:gd name="connsiteY247" fmla="*/ 1452889 h 1849426"/>
                <a:gd name="connsiteX248" fmla="*/ 4872597 w 6386648"/>
                <a:gd name="connsiteY248" fmla="*/ 1434864 h 1849426"/>
                <a:gd name="connsiteX249" fmla="*/ 4890621 w 6386648"/>
                <a:gd name="connsiteY249" fmla="*/ 1416840 h 1849426"/>
                <a:gd name="connsiteX250" fmla="*/ 3544799 w 6386648"/>
                <a:gd name="connsiteY250" fmla="*/ 1410832 h 1849426"/>
                <a:gd name="connsiteX251" fmla="*/ 3562824 w 6386648"/>
                <a:gd name="connsiteY251" fmla="*/ 1428856 h 1849426"/>
                <a:gd name="connsiteX252" fmla="*/ 3544799 w 6386648"/>
                <a:gd name="connsiteY252" fmla="*/ 1446881 h 1849426"/>
                <a:gd name="connsiteX253" fmla="*/ 3526775 w 6386648"/>
                <a:gd name="connsiteY253" fmla="*/ 1428856 h 1849426"/>
                <a:gd name="connsiteX254" fmla="*/ 3544799 w 6386648"/>
                <a:gd name="connsiteY254" fmla="*/ 1410832 h 1849426"/>
                <a:gd name="connsiteX255" fmla="*/ 4488076 w 6386648"/>
                <a:gd name="connsiteY255" fmla="*/ 1404824 h 1849426"/>
                <a:gd name="connsiteX256" fmla="*/ 4506101 w 6386648"/>
                <a:gd name="connsiteY256" fmla="*/ 1422848 h 1849426"/>
                <a:gd name="connsiteX257" fmla="*/ 4488076 w 6386648"/>
                <a:gd name="connsiteY257" fmla="*/ 1440873 h 1849426"/>
                <a:gd name="connsiteX258" fmla="*/ 4470051 w 6386648"/>
                <a:gd name="connsiteY258" fmla="*/ 1422848 h 1849426"/>
                <a:gd name="connsiteX259" fmla="*/ 4488076 w 6386648"/>
                <a:gd name="connsiteY259" fmla="*/ 1404824 h 1849426"/>
                <a:gd name="connsiteX260" fmla="*/ 5028808 w 6386648"/>
                <a:gd name="connsiteY260" fmla="*/ 1398816 h 1849426"/>
                <a:gd name="connsiteX261" fmla="*/ 5046833 w 6386648"/>
                <a:gd name="connsiteY261" fmla="*/ 1416841 h 1849426"/>
                <a:gd name="connsiteX262" fmla="*/ 5028808 w 6386648"/>
                <a:gd name="connsiteY262" fmla="*/ 1434865 h 1849426"/>
                <a:gd name="connsiteX263" fmla="*/ 5010783 w 6386648"/>
                <a:gd name="connsiteY263" fmla="*/ 1416841 h 1849426"/>
                <a:gd name="connsiteX264" fmla="*/ 5028808 w 6386648"/>
                <a:gd name="connsiteY264" fmla="*/ 1398816 h 1849426"/>
                <a:gd name="connsiteX265" fmla="*/ 4367914 w 6386648"/>
                <a:gd name="connsiteY265" fmla="*/ 1398816 h 1849426"/>
                <a:gd name="connsiteX266" fmla="*/ 4385939 w 6386648"/>
                <a:gd name="connsiteY266" fmla="*/ 1416841 h 1849426"/>
                <a:gd name="connsiteX267" fmla="*/ 4367914 w 6386648"/>
                <a:gd name="connsiteY267" fmla="*/ 1434865 h 1849426"/>
                <a:gd name="connsiteX268" fmla="*/ 4349889 w 6386648"/>
                <a:gd name="connsiteY268" fmla="*/ 1416841 h 1849426"/>
                <a:gd name="connsiteX269" fmla="*/ 4367914 w 6386648"/>
                <a:gd name="connsiteY269" fmla="*/ 1398816 h 1849426"/>
                <a:gd name="connsiteX270" fmla="*/ 4163637 w 6386648"/>
                <a:gd name="connsiteY270" fmla="*/ 1398816 h 1849426"/>
                <a:gd name="connsiteX271" fmla="*/ 4181662 w 6386648"/>
                <a:gd name="connsiteY271" fmla="*/ 1416841 h 1849426"/>
                <a:gd name="connsiteX272" fmla="*/ 4163637 w 6386648"/>
                <a:gd name="connsiteY272" fmla="*/ 1434865 h 1849426"/>
                <a:gd name="connsiteX273" fmla="*/ 4145613 w 6386648"/>
                <a:gd name="connsiteY273" fmla="*/ 1416841 h 1849426"/>
                <a:gd name="connsiteX274" fmla="*/ 4163637 w 6386648"/>
                <a:gd name="connsiteY274" fmla="*/ 1398816 h 1849426"/>
                <a:gd name="connsiteX275" fmla="*/ 672910 w 6386648"/>
                <a:gd name="connsiteY275" fmla="*/ 1398816 h 1849426"/>
                <a:gd name="connsiteX276" fmla="*/ 690935 w 6386648"/>
                <a:gd name="connsiteY276" fmla="*/ 1416841 h 1849426"/>
                <a:gd name="connsiteX277" fmla="*/ 672910 w 6386648"/>
                <a:gd name="connsiteY277" fmla="*/ 1434865 h 1849426"/>
                <a:gd name="connsiteX278" fmla="*/ 654886 w 6386648"/>
                <a:gd name="connsiteY278" fmla="*/ 1416841 h 1849426"/>
                <a:gd name="connsiteX279" fmla="*/ 672910 w 6386648"/>
                <a:gd name="connsiteY279" fmla="*/ 1398816 h 1849426"/>
                <a:gd name="connsiteX280" fmla="*/ 3190319 w 6386648"/>
                <a:gd name="connsiteY280" fmla="*/ 1392808 h 1849426"/>
                <a:gd name="connsiteX281" fmla="*/ 3208344 w 6386648"/>
                <a:gd name="connsiteY281" fmla="*/ 1410832 h 1849426"/>
                <a:gd name="connsiteX282" fmla="*/ 3190319 w 6386648"/>
                <a:gd name="connsiteY282" fmla="*/ 1428857 h 1849426"/>
                <a:gd name="connsiteX283" fmla="*/ 3172295 w 6386648"/>
                <a:gd name="connsiteY283" fmla="*/ 1410832 h 1849426"/>
                <a:gd name="connsiteX284" fmla="*/ 3190319 w 6386648"/>
                <a:gd name="connsiteY284" fmla="*/ 1392808 h 1849426"/>
                <a:gd name="connsiteX285" fmla="*/ 1814456 w 6386648"/>
                <a:gd name="connsiteY285" fmla="*/ 1392808 h 1849426"/>
                <a:gd name="connsiteX286" fmla="*/ 1832481 w 6386648"/>
                <a:gd name="connsiteY286" fmla="*/ 1410832 h 1849426"/>
                <a:gd name="connsiteX287" fmla="*/ 1814456 w 6386648"/>
                <a:gd name="connsiteY287" fmla="*/ 1428857 h 1849426"/>
                <a:gd name="connsiteX288" fmla="*/ 1796432 w 6386648"/>
                <a:gd name="connsiteY288" fmla="*/ 1410832 h 1849426"/>
                <a:gd name="connsiteX289" fmla="*/ 1814456 w 6386648"/>
                <a:gd name="connsiteY289" fmla="*/ 1392808 h 1849426"/>
                <a:gd name="connsiteX290" fmla="*/ 967309 w 6386648"/>
                <a:gd name="connsiteY290" fmla="*/ 1386800 h 1849426"/>
                <a:gd name="connsiteX291" fmla="*/ 985334 w 6386648"/>
                <a:gd name="connsiteY291" fmla="*/ 1404824 h 1849426"/>
                <a:gd name="connsiteX292" fmla="*/ 967309 w 6386648"/>
                <a:gd name="connsiteY292" fmla="*/ 1422849 h 1849426"/>
                <a:gd name="connsiteX293" fmla="*/ 949285 w 6386648"/>
                <a:gd name="connsiteY293" fmla="*/ 1404824 h 1849426"/>
                <a:gd name="connsiteX294" fmla="*/ 967309 w 6386648"/>
                <a:gd name="connsiteY294" fmla="*/ 1386800 h 1849426"/>
                <a:gd name="connsiteX295" fmla="*/ 4049482 w 6386648"/>
                <a:gd name="connsiteY295" fmla="*/ 1374784 h 1849426"/>
                <a:gd name="connsiteX296" fmla="*/ 4067507 w 6386648"/>
                <a:gd name="connsiteY296" fmla="*/ 1392808 h 1849426"/>
                <a:gd name="connsiteX297" fmla="*/ 4049482 w 6386648"/>
                <a:gd name="connsiteY297" fmla="*/ 1410833 h 1849426"/>
                <a:gd name="connsiteX298" fmla="*/ 4031458 w 6386648"/>
                <a:gd name="connsiteY298" fmla="*/ 1392808 h 1849426"/>
                <a:gd name="connsiteX299" fmla="*/ 4049482 w 6386648"/>
                <a:gd name="connsiteY299" fmla="*/ 1374784 h 1849426"/>
                <a:gd name="connsiteX300" fmla="*/ 4674329 w 6386648"/>
                <a:gd name="connsiteY300" fmla="*/ 1368775 h 1849426"/>
                <a:gd name="connsiteX301" fmla="*/ 4692354 w 6386648"/>
                <a:gd name="connsiteY301" fmla="*/ 1386800 h 1849426"/>
                <a:gd name="connsiteX302" fmla="*/ 4674329 w 6386648"/>
                <a:gd name="connsiteY302" fmla="*/ 1404824 h 1849426"/>
                <a:gd name="connsiteX303" fmla="*/ 4656305 w 6386648"/>
                <a:gd name="connsiteY303" fmla="*/ 1386800 h 1849426"/>
                <a:gd name="connsiteX304" fmla="*/ 4674329 w 6386648"/>
                <a:gd name="connsiteY304" fmla="*/ 1368775 h 1849426"/>
                <a:gd name="connsiteX305" fmla="*/ 1526067 w 6386648"/>
                <a:gd name="connsiteY305" fmla="*/ 1368775 h 1849426"/>
                <a:gd name="connsiteX306" fmla="*/ 1544091 w 6386648"/>
                <a:gd name="connsiteY306" fmla="*/ 1386800 h 1849426"/>
                <a:gd name="connsiteX307" fmla="*/ 1526067 w 6386648"/>
                <a:gd name="connsiteY307" fmla="*/ 1404824 h 1849426"/>
                <a:gd name="connsiteX308" fmla="*/ 1508042 w 6386648"/>
                <a:gd name="connsiteY308" fmla="*/ 1386800 h 1849426"/>
                <a:gd name="connsiteX309" fmla="*/ 1526067 w 6386648"/>
                <a:gd name="connsiteY309" fmla="*/ 1368775 h 1849426"/>
                <a:gd name="connsiteX310" fmla="*/ 1369854 w 6386648"/>
                <a:gd name="connsiteY310" fmla="*/ 1368775 h 1849426"/>
                <a:gd name="connsiteX311" fmla="*/ 1387879 w 6386648"/>
                <a:gd name="connsiteY311" fmla="*/ 1386800 h 1849426"/>
                <a:gd name="connsiteX312" fmla="*/ 1369854 w 6386648"/>
                <a:gd name="connsiteY312" fmla="*/ 1404824 h 1849426"/>
                <a:gd name="connsiteX313" fmla="*/ 1351830 w 6386648"/>
                <a:gd name="connsiteY313" fmla="*/ 1386800 h 1849426"/>
                <a:gd name="connsiteX314" fmla="*/ 1369854 w 6386648"/>
                <a:gd name="connsiteY314" fmla="*/ 1368775 h 1849426"/>
                <a:gd name="connsiteX315" fmla="*/ 3418628 w 6386648"/>
                <a:gd name="connsiteY315" fmla="*/ 1362767 h 1849426"/>
                <a:gd name="connsiteX316" fmla="*/ 3436653 w 6386648"/>
                <a:gd name="connsiteY316" fmla="*/ 1380791 h 1849426"/>
                <a:gd name="connsiteX317" fmla="*/ 3418628 w 6386648"/>
                <a:gd name="connsiteY317" fmla="*/ 1398816 h 1849426"/>
                <a:gd name="connsiteX318" fmla="*/ 3400604 w 6386648"/>
                <a:gd name="connsiteY318" fmla="*/ 1380791 h 1849426"/>
                <a:gd name="connsiteX319" fmla="*/ 3418628 w 6386648"/>
                <a:gd name="connsiteY319" fmla="*/ 1362767 h 1849426"/>
                <a:gd name="connsiteX320" fmla="*/ 1147553 w 6386648"/>
                <a:gd name="connsiteY320" fmla="*/ 1362767 h 1849426"/>
                <a:gd name="connsiteX321" fmla="*/ 1165578 w 6386648"/>
                <a:gd name="connsiteY321" fmla="*/ 1380791 h 1849426"/>
                <a:gd name="connsiteX322" fmla="*/ 1147553 w 6386648"/>
                <a:gd name="connsiteY322" fmla="*/ 1398816 h 1849426"/>
                <a:gd name="connsiteX323" fmla="*/ 1129529 w 6386648"/>
                <a:gd name="connsiteY323" fmla="*/ 1380791 h 1849426"/>
                <a:gd name="connsiteX324" fmla="*/ 1147553 w 6386648"/>
                <a:gd name="connsiteY324" fmla="*/ 1362767 h 1849426"/>
                <a:gd name="connsiteX325" fmla="*/ 3646937 w 6386648"/>
                <a:gd name="connsiteY325" fmla="*/ 1356759 h 1849426"/>
                <a:gd name="connsiteX326" fmla="*/ 3664962 w 6386648"/>
                <a:gd name="connsiteY326" fmla="*/ 1374783 h 1849426"/>
                <a:gd name="connsiteX327" fmla="*/ 3646937 w 6386648"/>
                <a:gd name="connsiteY327" fmla="*/ 1392808 h 1849426"/>
                <a:gd name="connsiteX328" fmla="*/ 3628912 w 6386648"/>
                <a:gd name="connsiteY328" fmla="*/ 1374783 h 1849426"/>
                <a:gd name="connsiteX329" fmla="*/ 3646937 w 6386648"/>
                <a:gd name="connsiteY329" fmla="*/ 1356759 h 1849426"/>
                <a:gd name="connsiteX330" fmla="*/ 1946636 w 6386648"/>
                <a:gd name="connsiteY330" fmla="*/ 1356759 h 1849426"/>
                <a:gd name="connsiteX331" fmla="*/ 1964660 w 6386648"/>
                <a:gd name="connsiteY331" fmla="*/ 1374783 h 1849426"/>
                <a:gd name="connsiteX332" fmla="*/ 1946636 w 6386648"/>
                <a:gd name="connsiteY332" fmla="*/ 1392808 h 1849426"/>
                <a:gd name="connsiteX333" fmla="*/ 1928611 w 6386648"/>
                <a:gd name="connsiteY333" fmla="*/ 1374783 h 1849426"/>
                <a:gd name="connsiteX334" fmla="*/ 1946636 w 6386648"/>
                <a:gd name="connsiteY334" fmla="*/ 1356759 h 1849426"/>
                <a:gd name="connsiteX335" fmla="*/ 1658245 w 6386648"/>
                <a:gd name="connsiteY335" fmla="*/ 1350751 h 1849426"/>
                <a:gd name="connsiteX336" fmla="*/ 1676270 w 6386648"/>
                <a:gd name="connsiteY336" fmla="*/ 1368775 h 1849426"/>
                <a:gd name="connsiteX337" fmla="*/ 1658245 w 6386648"/>
                <a:gd name="connsiteY337" fmla="*/ 1386800 h 1849426"/>
                <a:gd name="connsiteX338" fmla="*/ 1640221 w 6386648"/>
                <a:gd name="connsiteY338" fmla="*/ 1368775 h 1849426"/>
                <a:gd name="connsiteX339" fmla="*/ 1658245 w 6386648"/>
                <a:gd name="connsiteY339" fmla="*/ 1350751 h 1849426"/>
                <a:gd name="connsiteX340" fmla="*/ 3929320 w 6386648"/>
                <a:gd name="connsiteY340" fmla="*/ 1344743 h 1849426"/>
                <a:gd name="connsiteX341" fmla="*/ 3947345 w 6386648"/>
                <a:gd name="connsiteY341" fmla="*/ 1362767 h 1849426"/>
                <a:gd name="connsiteX342" fmla="*/ 3929320 w 6386648"/>
                <a:gd name="connsiteY342" fmla="*/ 1380792 h 1849426"/>
                <a:gd name="connsiteX343" fmla="*/ 3911296 w 6386648"/>
                <a:gd name="connsiteY343" fmla="*/ 1362767 h 1849426"/>
                <a:gd name="connsiteX344" fmla="*/ 3929320 w 6386648"/>
                <a:gd name="connsiteY344" fmla="*/ 1344743 h 1849426"/>
                <a:gd name="connsiteX345" fmla="*/ 3088181 w 6386648"/>
                <a:gd name="connsiteY345" fmla="*/ 1344743 h 1849426"/>
                <a:gd name="connsiteX346" fmla="*/ 3106206 w 6386648"/>
                <a:gd name="connsiteY346" fmla="*/ 1362767 h 1849426"/>
                <a:gd name="connsiteX347" fmla="*/ 3088181 w 6386648"/>
                <a:gd name="connsiteY347" fmla="*/ 1380792 h 1849426"/>
                <a:gd name="connsiteX348" fmla="*/ 3070157 w 6386648"/>
                <a:gd name="connsiteY348" fmla="*/ 1362767 h 1849426"/>
                <a:gd name="connsiteX349" fmla="*/ 3088181 w 6386648"/>
                <a:gd name="connsiteY349" fmla="*/ 1344743 h 1849426"/>
                <a:gd name="connsiteX350" fmla="*/ 853154 w 6386648"/>
                <a:gd name="connsiteY350" fmla="*/ 1344743 h 1849426"/>
                <a:gd name="connsiteX351" fmla="*/ 871179 w 6386648"/>
                <a:gd name="connsiteY351" fmla="*/ 1362767 h 1849426"/>
                <a:gd name="connsiteX352" fmla="*/ 853154 w 6386648"/>
                <a:gd name="connsiteY352" fmla="*/ 1380792 h 1849426"/>
                <a:gd name="connsiteX353" fmla="*/ 835130 w 6386648"/>
                <a:gd name="connsiteY353" fmla="*/ 1362767 h 1849426"/>
                <a:gd name="connsiteX354" fmla="*/ 853154 w 6386648"/>
                <a:gd name="connsiteY354" fmla="*/ 1344743 h 1849426"/>
                <a:gd name="connsiteX355" fmla="*/ 4283800 w 6386648"/>
                <a:gd name="connsiteY355" fmla="*/ 1326718 h 1849426"/>
                <a:gd name="connsiteX356" fmla="*/ 4301825 w 6386648"/>
                <a:gd name="connsiteY356" fmla="*/ 1344742 h 1849426"/>
                <a:gd name="connsiteX357" fmla="*/ 4283800 w 6386648"/>
                <a:gd name="connsiteY357" fmla="*/ 1362767 h 1849426"/>
                <a:gd name="connsiteX358" fmla="*/ 4265776 w 6386648"/>
                <a:gd name="connsiteY358" fmla="*/ 1344742 h 1849426"/>
                <a:gd name="connsiteX359" fmla="*/ 4283800 w 6386648"/>
                <a:gd name="connsiteY359" fmla="*/ 1326718 h 1849426"/>
                <a:gd name="connsiteX360" fmla="*/ 3815165 w 6386648"/>
                <a:gd name="connsiteY360" fmla="*/ 1326718 h 1849426"/>
                <a:gd name="connsiteX361" fmla="*/ 3833190 w 6386648"/>
                <a:gd name="connsiteY361" fmla="*/ 1344742 h 1849426"/>
                <a:gd name="connsiteX362" fmla="*/ 3815165 w 6386648"/>
                <a:gd name="connsiteY362" fmla="*/ 1362767 h 1849426"/>
                <a:gd name="connsiteX363" fmla="*/ 3797141 w 6386648"/>
                <a:gd name="connsiteY363" fmla="*/ 1344742 h 1849426"/>
                <a:gd name="connsiteX364" fmla="*/ 3815165 w 6386648"/>
                <a:gd name="connsiteY364" fmla="*/ 1326718 h 1849426"/>
                <a:gd name="connsiteX365" fmla="*/ 2980034 w 6386648"/>
                <a:gd name="connsiteY365" fmla="*/ 1326718 h 1849426"/>
                <a:gd name="connsiteX366" fmla="*/ 2998059 w 6386648"/>
                <a:gd name="connsiteY366" fmla="*/ 1344742 h 1849426"/>
                <a:gd name="connsiteX367" fmla="*/ 2980034 w 6386648"/>
                <a:gd name="connsiteY367" fmla="*/ 1362767 h 1849426"/>
                <a:gd name="connsiteX368" fmla="*/ 2962010 w 6386648"/>
                <a:gd name="connsiteY368" fmla="*/ 1344742 h 1849426"/>
                <a:gd name="connsiteX369" fmla="*/ 2980034 w 6386648"/>
                <a:gd name="connsiteY369" fmla="*/ 1326718 h 1849426"/>
                <a:gd name="connsiteX370" fmla="*/ 594806 w 6386648"/>
                <a:gd name="connsiteY370" fmla="*/ 1326718 h 1849426"/>
                <a:gd name="connsiteX371" fmla="*/ 612830 w 6386648"/>
                <a:gd name="connsiteY371" fmla="*/ 1344742 h 1849426"/>
                <a:gd name="connsiteX372" fmla="*/ 594806 w 6386648"/>
                <a:gd name="connsiteY372" fmla="*/ 1362767 h 1849426"/>
                <a:gd name="connsiteX373" fmla="*/ 576781 w 6386648"/>
                <a:gd name="connsiteY373" fmla="*/ 1344742 h 1849426"/>
                <a:gd name="connsiteX374" fmla="*/ 594806 w 6386648"/>
                <a:gd name="connsiteY374" fmla="*/ 1326718 h 1849426"/>
                <a:gd name="connsiteX375" fmla="*/ 4836548 w 6386648"/>
                <a:gd name="connsiteY375" fmla="*/ 1314702 h 1849426"/>
                <a:gd name="connsiteX376" fmla="*/ 4854573 w 6386648"/>
                <a:gd name="connsiteY376" fmla="*/ 1332726 h 1849426"/>
                <a:gd name="connsiteX377" fmla="*/ 4836548 w 6386648"/>
                <a:gd name="connsiteY377" fmla="*/ 1350751 h 1849426"/>
                <a:gd name="connsiteX378" fmla="*/ 4818524 w 6386648"/>
                <a:gd name="connsiteY378" fmla="*/ 1332726 h 1849426"/>
                <a:gd name="connsiteX379" fmla="*/ 4836548 w 6386648"/>
                <a:gd name="connsiteY379" fmla="*/ 1314702 h 1849426"/>
                <a:gd name="connsiteX380" fmla="*/ 4980743 w 6386648"/>
                <a:gd name="connsiteY380" fmla="*/ 1308694 h 1849426"/>
                <a:gd name="connsiteX381" fmla="*/ 4998768 w 6386648"/>
                <a:gd name="connsiteY381" fmla="*/ 1326719 h 1849426"/>
                <a:gd name="connsiteX382" fmla="*/ 4980743 w 6386648"/>
                <a:gd name="connsiteY382" fmla="*/ 1344743 h 1849426"/>
                <a:gd name="connsiteX383" fmla="*/ 4962719 w 6386648"/>
                <a:gd name="connsiteY383" fmla="*/ 1326719 h 1849426"/>
                <a:gd name="connsiteX384" fmla="*/ 4980743 w 6386648"/>
                <a:gd name="connsiteY384" fmla="*/ 1308694 h 1849426"/>
                <a:gd name="connsiteX385" fmla="*/ 2871888 w 6386648"/>
                <a:gd name="connsiteY385" fmla="*/ 1302686 h 1849426"/>
                <a:gd name="connsiteX386" fmla="*/ 2889913 w 6386648"/>
                <a:gd name="connsiteY386" fmla="*/ 1320710 h 1849426"/>
                <a:gd name="connsiteX387" fmla="*/ 2871888 w 6386648"/>
                <a:gd name="connsiteY387" fmla="*/ 1338735 h 1849426"/>
                <a:gd name="connsiteX388" fmla="*/ 2853864 w 6386648"/>
                <a:gd name="connsiteY388" fmla="*/ 1320710 h 1849426"/>
                <a:gd name="connsiteX389" fmla="*/ 2871888 w 6386648"/>
                <a:gd name="connsiteY389" fmla="*/ 1302686 h 1849426"/>
                <a:gd name="connsiteX390" fmla="*/ 2102847 w 6386648"/>
                <a:gd name="connsiteY390" fmla="*/ 1302686 h 1849426"/>
                <a:gd name="connsiteX391" fmla="*/ 2120872 w 6386648"/>
                <a:gd name="connsiteY391" fmla="*/ 1320710 h 1849426"/>
                <a:gd name="connsiteX392" fmla="*/ 2102847 w 6386648"/>
                <a:gd name="connsiteY392" fmla="*/ 1338735 h 1849426"/>
                <a:gd name="connsiteX393" fmla="*/ 2084823 w 6386648"/>
                <a:gd name="connsiteY393" fmla="*/ 1320710 h 1849426"/>
                <a:gd name="connsiteX394" fmla="*/ 2102847 w 6386648"/>
                <a:gd name="connsiteY394" fmla="*/ 1302686 h 1849426"/>
                <a:gd name="connsiteX395" fmla="*/ 1273724 w 6386648"/>
                <a:gd name="connsiteY395" fmla="*/ 1302686 h 1849426"/>
                <a:gd name="connsiteX396" fmla="*/ 1291749 w 6386648"/>
                <a:gd name="connsiteY396" fmla="*/ 1320710 h 1849426"/>
                <a:gd name="connsiteX397" fmla="*/ 1273724 w 6386648"/>
                <a:gd name="connsiteY397" fmla="*/ 1338735 h 1849426"/>
                <a:gd name="connsiteX398" fmla="*/ 1255700 w 6386648"/>
                <a:gd name="connsiteY398" fmla="*/ 1320710 h 1849426"/>
                <a:gd name="connsiteX399" fmla="*/ 1273724 w 6386648"/>
                <a:gd name="connsiteY399" fmla="*/ 1302686 h 1849426"/>
                <a:gd name="connsiteX400" fmla="*/ 1033398 w 6386648"/>
                <a:gd name="connsiteY400" fmla="*/ 1302686 h 1849426"/>
                <a:gd name="connsiteX401" fmla="*/ 1051423 w 6386648"/>
                <a:gd name="connsiteY401" fmla="*/ 1320710 h 1849426"/>
                <a:gd name="connsiteX402" fmla="*/ 1033398 w 6386648"/>
                <a:gd name="connsiteY402" fmla="*/ 1338735 h 1849426"/>
                <a:gd name="connsiteX403" fmla="*/ 1015374 w 6386648"/>
                <a:gd name="connsiteY403" fmla="*/ 1320710 h 1849426"/>
                <a:gd name="connsiteX404" fmla="*/ 1033398 w 6386648"/>
                <a:gd name="connsiteY404" fmla="*/ 1302686 h 1849426"/>
                <a:gd name="connsiteX405" fmla="*/ 4548158 w 6386648"/>
                <a:gd name="connsiteY405" fmla="*/ 1296678 h 1849426"/>
                <a:gd name="connsiteX406" fmla="*/ 4566183 w 6386648"/>
                <a:gd name="connsiteY406" fmla="*/ 1314702 h 1849426"/>
                <a:gd name="connsiteX407" fmla="*/ 4548158 w 6386648"/>
                <a:gd name="connsiteY407" fmla="*/ 1332727 h 1849426"/>
                <a:gd name="connsiteX408" fmla="*/ 4530133 w 6386648"/>
                <a:gd name="connsiteY408" fmla="*/ 1314702 h 1849426"/>
                <a:gd name="connsiteX409" fmla="*/ 4548158 w 6386648"/>
                <a:gd name="connsiteY409" fmla="*/ 1296678 h 1849426"/>
                <a:gd name="connsiteX410" fmla="*/ 3520767 w 6386648"/>
                <a:gd name="connsiteY410" fmla="*/ 1290670 h 1849426"/>
                <a:gd name="connsiteX411" fmla="*/ 3538792 w 6386648"/>
                <a:gd name="connsiteY411" fmla="*/ 1308694 h 1849426"/>
                <a:gd name="connsiteX412" fmla="*/ 3520767 w 6386648"/>
                <a:gd name="connsiteY412" fmla="*/ 1326719 h 1849426"/>
                <a:gd name="connsiteX413" fmla="*/ 3502743 w 6386648"/>
                <a:gd name="connsiteY413" fmla="*/ 1308694 h 1849426"/>
                <a:gd name="connsiteX414" fmla="*/ 3520767 w 6386648"/>
                <a:gd name="connsiteY414" fmla="*/ 1290670 h 1849426"/>
                <a:gd name="connsiteX415" fmla="*/ 3244392 w 6386648"/>
                <a:gd name="connsiteY415" fmla="*/ 1290670 h 1849426"/>
                <a:gd name="connsiteX416" fmla="*/ 3262417 w 6386648"/>
                <a:gd name="connsiteY416" fmla="*/ 1308694 h 1849426"/>
                <a:gd name="connsiteX417" fmla="*/ 3244392 w 6386648"/>
                <a:gd name="connsiteY417" fmla="*/ 1326719 h 1849426"/>
                <a:gd name="connsiteX418" fmla="*/ 3226368 w 6386648"/>
                <a:gd name="connsiteY418" fmla="*/ 1308694 h 1849426"/>
                <a:gd name="connsiteX419" fmla="*/ 3244392 w 6386648"/>
                <a:gd name="connsiteY419" fmla="*/ 1290670 h 1849426"/>
                <a:gd name="connsiteX420" fmla="*/ 757024 w 6386648"/>
                <a:gd name="connsiteY420" fmla="*/ 1290670 h 1849426"/>
                <a:gd name="connsiteX421" fmla="*/ 775049 w 6386648"/>
                <a:gd name="connsiteY421" fmla="*/ 1308694 h 1849426"/>
                <a:gd name="connsiteX422" fmla="*/ 757024 w 6386648"/>
                <a:gd name="connsiteY422" fmla="*/ 1326719 h 1849426"/>
                <a:gd name="connsiteX423" fmla="*/ 739000 w 6386648"/>
                <a:gd name="connsiteY423" fmla="*/ 1308694 h 1849426"/>
                <a:gd name="connsiteX424" fmla="*/ 757024 w 6386648"/>
                <a:gd name="connsiteY424" fmla="*/ 1290670 h 1849426"/>
                <a:gd name="connsiteX425" fmla="*/ 4427995 w 6386648"/>
                <a:gd name="connsiteY425" fmla="*/ 1284661 h 1849426"/>
                <a:gd name="connsiteX426" fmla="*/ 4446020 w 6386648"/>
                <a:gd name="connsiteY426" fmla="*/ 1302685 h 1849426"/>
                <a:gd name="connsiteX427" fmla="*/ 4427995 w 6386648"/>
                <a:gd name="connsiteY427" fmla="*/ 1320710 h 1849426"/>
                <a:gd name="connsiteX428" fmla="*/ 4409970 w 6386648"/>
                <a:gd name="connsiteY428" fmla="*/ 1302685 h 1849426"/>
                <a:gd name="connsiteX429" fmla="*/ 4427995 w 6386648"/>
                <a:gd name="connsiteY429" fmla="*/ 1284661 h 1849426"/>
                <a:gd name="connsiteX430" fmla="*/ 2763741 w 6386648"/>
                <a:gd name="connsiteY430" fmla="*/ 1278653 h 1849426"/>
                <a:gd name="connsiteX431" fmla="*/ 2781766 w 6386648"/>
                <a:gd name="connsiteY431" fmla="*/ 1296678 h 1849426"/>
                <a:gd name="connsiteX432" fmla="*/ 2763741 w 6386648"/>
                <a:gd name="connsiteY432" fmla="*/ 1314702 h 1849426"/>
                <a:gd name="connsiteX433" fmla="*/ 2745717 w 6386648"/>
                <a:gd name="connsiteY433" fmla="*/ 1296678 h 1849426"/>
                <a:gd name="connsiteX434" fmla="*/ 2763741 w 6386648"/>
                <a:gd name="connsiteY434" fmla="*/ 1278653 h 1849426"/>
                <a:gd name="connsiteX435" fmla="*/ 2217002 w 6386648"/>
                <a:gd name="connsiteY435" fmla="*/ 1272645 h 1849426"/>
                <a:gd name="connsiteX436" fmla="*/ 2235026 w 6386648"/>
                <a:gd name="connsiteY436" fmla="*/ 1290669 h 1849426"/>
                <a:gd name="connsiteX437" fmla="*/ 2217002 w 6386648"/>
                <a:gd name="connsiteY437" fmla="*/ 1308694 h 1849426"/>
                <a:gd name="connsiteX438" fmla="*/ 2198977 w 6386648"/>
                <a:gd name="connsiteY438" fmla="*/ 1290669 h 1849426"/>
                <a:gd name="connsiteX439" fmla="*/ 2217002 w 6386648"/>
                <a:gd name="connsiteY439" fmla="*/ 1272645 h 1849426"/>
                <a:gd name="connsiteX440" fmla="*/ 1874537 w 6386648"/>
                <a:gd name="connsiteY440" fmla="*/ 1272645 h 1849426"/>
                <a:gd name="connsiteX441" fmla="*/ 1892562 w 6386648"/>
                <a:gd name="connsiteY441" fmla="*/ 1290669 h 1849426"/>
                <a:gd name="connsiteX442" fmla="*/ 1874537 w 6386648"/>
                <a:gd name="connsiteY442" fmla="*/ 1308694 h 1849426"/>
                <a:gd name="connsiteX443" fmla="*/ 1856513 w 6386648"/>
                <a:gd name="connsiteY443" fmla="*/ 1290669 h 1849426"/>
                <a:gd name="connsiteX444" fmla="*/ 1874537 w 6386648"/>
                <a:gd name="connsiteY444" fmla="*/ 1272645 h 1849426"/>
                <a:gd name="connsiteX445" fmla="*/ 3376571 w 6386648"/>
                <a:gd name="connsiteY445" fmla="*/ 1266637 h 1849426"/>
                <a:gd name="connsiteX446" fmla="*/ 3394596 w 6386648"/>
                <a:gd name="connsiteY446" fmla="*/ 1284661 h 1849426"/>
                <a:gd name="connsiteX447" fmla="*/ 3376571 w 6386648"/>
                <a:gd name="connsiteY447" fmla="*/ 1302686 h 1849426"/>
                <a:gd name="connsiteX448" fmla="*/ 3358546 w 6386648"/>
                <a:gd name="connsiteY448" fmla="*/ 1284661 h 1849426"/>
                <a:gd name="connsiteX449" fmla="*/ 3376571 w 6386648"/>
                <a:gd name="connsiteY449" fmla="*/ 1266637 h 1849426"/>
                <a:gd name="connsiteX450" fmla="*/ 2643579 w 6386648"/>
                <a:gd name="connsiteY450" fmla="*/ 1266637 h 1849426"/>
                <a:gd name="connsiteX451" fmla="*/ 2661604 w 6386648"/>
                <a:gd name="connsiteY451" fmla="*/ 1284661 h 1849426"/>
                <a:gd name="connsiteX452" fmla="*/ 2643579 w 6386648"/>
                <a:gd name="connsiteY452" fmla="*/ 1302686 h 1849426"/>
                <a:gd name="connsiteX453" fmla="*/ 2625555 w 6386648"/>
                <a:gd name="connsiteY453" fmla="*/ 1284661 h 1849426"/>
                <a:gd name="connsiteX454" fmla="*/ 2643579 w 6386648"/>
                <a:gd name="connsiteY454" fmla="*/ 1266637 h 1849426"/>
                <a:gd name="connsiteX455" fmla="*/ 1754375 w 6386648"/>
                <a:gd name="connsiteY455" fmla="*/ 1266637 h 1849426"/>
                <a:gd name="connsiteX456" fmla="*/ 1772400 w 6386648"/>
                <a:gd name="connsiteY456" fmla="*/ 1284661 h 1849426"/>
                <a:gd name="connsiteX457" fmla="*/ 1754375 w 6386648"/>
                <a:gd name="connsiteY457" fmla="*/ 1302686 h 1849426"/>
                <a:gd name="connsiteX458" fmla="*/ 1736351 w 6386648"/>
                <a:gd name="connsiteY458" fmla="*/ 1284661 h 1849426"/>
                <a:gd name="connsiteX459" fmla="*/ 1754375 w 6386648"/>
                <a:gd name="connsiteY459" fmla="*/ 1266637 h 1849426"/>
                <a:gd name="connsiteX460" fmla="*/ 4740418 w 6386648"/>
                <a:gd name="connsiteY460" fmla="*/ 1260629 h 1849426"/>
                <a:gd name="connsiteX461" fmla="*/ 4758443 w 6386648"/>
                <a:gd name="connsiteY461" fmla="*/ 1278653 h 1849426"/>
                <a:gd name="connsiteX462" fmla="*/ 4740418 w 6386648"/>
                <a:gd name="connsiteY462" fmla="*/ 1296678 h 1849426"/>
                <a:gd name="connsiteX463" fmla="*/ 4722394 w 6386648"/>
                <a:gd name="connsiteY463" fmla="*/ 1278653 h 1849426"/>
                <a:gd name="connsiteX464" fmla="*/ 4740418 w 6386648"/>
                <a:gd name="connsiteY464" fmla="*/ 1260629 h 1849426"/>
                <a:gd name="connsiteX465" fmla="*/ 4103556 w 6386648"/>
                <a:gd name="connsiteY465" fmla="*/ 1260629 h 1849426"/>
                <a:gd name="connsiteX466" fmla="*/ 4121581 w 6386648"/>
                <a:gd name="connsiteY466" fmla="*/ 1278653 h 1849426"/>
                <a:gd name="connsiteX467" fmla="*/ 4103556 w 6386648"/>
                <a:gd name="connsiteY467" fmla="*/ 1296678 h 1849426"/>
                <a:gd name="connsiteX468" fmla="*/ 4085532 w 6386648"/>
                <a:gd name="connsiteY468" fmla="*/ 1278653 h 1849426"/>
                <a:gd name="connsiteX469" fmla="*/ 4103556 w 6386648"/>
                <a:gd name="connsiteY469" fmla="*/ 1260629 h 1849426"/>
                <a:gd name="connsiteX470" fmla="*/ 3725043 w 6386648"/>
                <a:gd name="connsiteY470" fmla="*/ 1260629 h 1849426"/>
                <a:gd name="connsiteX471" fmla="*/ 3743068 w 6386648"/>
                <a:gd name="connsiteY471" fmla="*/ 1278653 h 1849426"/>
                <a:gd name="connsiteX472" fmla="*/ 3725043 w 6386648"/>
                <a:gd name="connsiteY472" fmla="*/ 1296678 h 1849426"/>
                <a:gd name="connsiteX473" fmla="*/ 3707019 w 6386648"/>
                <a:gd name="connsiteY473" fmla="*/ 1278653 h 1849426"/>
                <a:gd name="connsiteX474" fmla="*/ 3725043 w 6386648"/>
                <a:gd name="connsiteY474" fmla="*/ 1260629 h 1849426"/>
                <a:gd name="connsiteX475" fmla="*/ 1405904 w 6386648"/>
                <a:gd name="connsiteY475" fmla="*/ 1260629 h 1849426"/>
                <a:gd name="connsiteX476" fmla="*/ 1423928 w 6386648"/>
                <a:gd name="connsiteY476" fmla="*/ 1278653 h 1849426"/>
                <a:gd name="connsiteX477" fmla="*/ 1405904 w 6386648"/>
                <a:gd name="connsiteY477" fmla="*/ 1296678 h 1849426"/>
                <a:gd name="connsiteX478" fmla="*/ 1387879 w 6386648"/>
                <a:gd name="connsiteY478" fmla="*/ 1278653 h 1849426"/>
                <a:gd name="connsiteX479" fmla="*/ 1405904 w 6386648"/>
                <a:gd name="connsiteY479" fmla="*/ 1260629 h 1849426"/>
                <a:gd name="connsiteX480" fmla="*/ 492666 w 6386648"/>
                <a:gd name="connsiteY480" fmla="*/ 1260629 h 1849426"/>
                <a:gd name="connsiteX481" fmla="*/ 510691 w 6386648"/>
                <a:gd name="connsiteY481" fmla="*/ 1278653 h 1849426"/>
                <a:gd name="connsiteX482" fmla="*/ 492666 w 6386648"/>
                <a:gd name="connsiteY482" fmla="*/ 1296678 h 1849426"/>
                <a:gd name="connsiteX483" fmla="*/ 474642 w 6386648"/>
                <a:gd name="connsiteY483" fmla="*/ 1278653 h 1849426"/>
                <a:gd name="connsiteX484" fmla="*/ 492666 w 6386648"/>
                <a:gd name="connsiteY484" fmla="*/ 1260629 h 1849426"/>
                <a:gd name="connsiteX485" fmla="*/ 4229726 w 6386648"/>
                <a:gd name="connsiteY485" fmla="*/ 1248613 h 1849426"/>
                <a:gd name="connsiteX486" fmla="*/ 4247751 w 6386648"/>
                <a:gd name="connsiteY486" fmla="*/ 1266638 h 1849426"/>
                <a:gd name="connsiteX487" fmla="*/ 4229726 w 6386648"/>
                <a:gd name="connsiteY487" fmla="*/ 1284662 h 1849426"/>
                <a:gd name="connsiteX488" fmla="*/ 4211702 w 6386648"/>
                <a:gd name="connsiteY488" fmla="*/ 1266638 h 1849426"/>
                <a:gd name="connsiteX489" fmla="*/ 4229726 w 6386648"/>
                <a:gd name="connsiteY489" fmla="*/ 1248613 h 1849426"/>
                <a:gd name="connsiteX490" fmla="*/ 2439302 w 6386648"/>
                <a:gd name="connsiteY490" fmla="*/ 1248613 h 1849426"/>
                <a:gd name="connsiteX491" fmla="*/ 2457327 w 6386648"/>
                <a:gd name="connsiteY491" fmla="*/ 1266638 h 1849426"/>
                <a:gd name="connsiteX492" fmla="*/ 2439302 w 6386648"/>
                <a:gd name="connsiteY492" fmla="*/ 1284662 h 1849426"/>
                <a:gd name="connsiteX493" fmla="*/ 2421278 w 6386648"/>
                <a:gd name="connsiteY493" fmla="*/ 1266638 h 1849426"/>
                <a:gd name="connsiteX494" fmla="*/ 2439302 w 6386648"/>
                <a:gd name="connsiteY494" fmla="*/ 1248613 h 1849426"/>
                <a:gd name="connsiteX495" fmla="*/ 2337165 w 6386648"/>
                <a:gd name="connsiteY495" fmla="*/ 1248613 h 1849426"/>
                <a:gd name="connsiteX496" fmla="*/ 2355189 w 6386648"/>
                <a:gd name="connsiteY496" fmla="*/ 1266638 h 1849426"/>
                <a:gd name="connsiteX497" fmla="*/ 2337165 w 6386648"/>
                <a:gd name="connsiteY497" fmla="*/ 1284662 h 1849426"/>
                <a:gd name="connsiteX498" fmla="*/ 2319140 w 6386648"/>
                <a:gd name="connsiteY498" fmla="*/ 1266638 h 1849426"/>
                <a:gd name="connsiteX499" fmla="*/ 2337165 w 6386648"/>
                <a:gd name="connsiteY499" fmla="*/ 1248613 h 1849426"/>
                <a:gd name="connsiteX500" fmla="*/ 2012725 w 6386648"/>
                <a:gd name="connsiteY500" fmla="*/ 1248613 h 1849426"/>
                <a:gd name="connsiteX501" fmla="*/ 2030750 w 6386648"/>
                <a:gd name="connsiteY501" fmla="*/ 1266638 h 1849426"/>
                <a:gd name="connsiteX502" fmla="*/ 2012725 w 6386648"/>
                <a:gd name="connsiteY502" fmla="*/ 1284662 h 1849426"/>
                <a:gd name="connsiteX503" fmla="*/ 1994701 w 6386648"/>
                <a:gd name="connsiteY503" fmla="*/ 1266638 h 1849426"/>
                <a:gd name="connsiteX504" fmla="*/ 2012725 w 6386648"/>
                <a:gd name="connsiteY504" fmla="*/ 1248613 h 1849426"/>
                <a:gd name="connsiteX505" fmla="*/ 1165578 w 6386648"/>
                <a:gd name="connsiteY505" fmla="*/ 1248613 h 1849426"/>
                <a:gd name="connsiteX506" fmla="*/ 1183602 w 6386648"/>
                <a:gd name="connsiteY506" fmla="*/ 1266638 h 1849426"/>
                <a:gd name="connsiteX507" fmla="*/ 1165578 w 6386648"/>
                <a:gd name="connsiteY507" fmla="*/ 1284662 h 1849426"/>
                <a:gd name="connsiteX508" fmla="*/ 1147553 w 6386648"/>
                <a:gd name="connsiteY508" fmla="*/ 1266638 h 1849426"/>
                <a:gd name="connsiteX509" fmla="*/ 1165578 w 6386648"/>
                <a:gd name="connsiteY509" fmla="*/ 1248613 h 1849426"/>
                <a:gd name="connsiteX510" fmla="*/ 3989401 w 6386648"/>
                <a:gd name="connsiteY510" fmla="*/ 1242605 h 1849426"/>
                <a:gd name="connsiteX511" fmla="*/ 4007426 w 6386648"/>
                <a:gd name="connsiteY511" fmla="*/ 1260629 h 1849426"/>
                <a:gd name="connsiteX512" fmla="*/ 3989401 w 6386648"/>
                <a:gd name="connsiteY512" fmla="*/ 1278654 h 1849426"/>
                <a:gd name="connsiteX513" fmla="*/ 3971377 w 6386648"/>
                <a:gd name="connsiteY513" fmla="*/ 1260629 h 1849426"/>
                <a:gd name="connsiteX514" fmla="*/ 3989401 w 6386648"/>
                <a:gd name="connsiteY514" fmla="*/ 1242605 h 1849426"/>
                <a:gd name="connsiteX515" fmla="*/ 1514049 w 6386648"/>
                <a:gd name="connsiteY515" fmla="*/ 1242605 h 1849426"/>
                <a:gd name="connsiteX516" fmla="*/ 1532074 w 6386648"/>
                <a:gd name="connsiteY516" fmla="*/ 1260629 h 1849426"/>
                <a:gd name="connsiteX517" fmla="*/ 1514049 w 6386648"/>
                <a:gd name="connsiteY517" fmla="*/ 1278654 h 1849426"/>
                <a:gd name="connsiteX518" fmla="*/ 1496025 w 6386648"/>
                <a:gd name="connsiteY518" fmla="*/ 1260629 h 1849426"/>
                <a:gd name="connsiteX519" fmla="*/ 1514049 w 6386648"/>
                <a:gd name="connsiteY519" fmla="*/ 1242605 h 1849426"/>
                <a:gd name="connsiteX520" fmla="*/ 3088181 w 6386648"/>
                <a:gd name="connsiteY520" fmla="*/ 1230588 h 1849426"/>
                <a:gd name="connsiteX521" fmla="*/ 3106206 w 6386648"/>
                <a:gd name="connsiteY521" fmla="*/ 1248612 h 1849426"/>
                <a:gd name="connsiteX522" fmla="*/ 3088181 w 6386648"/>
                <a:gd name="connsiteY522" fmla="*/ 1266637 h 1849426"/>
                <a:gd name="connsiteX523" fmla="*/ 3070157 w 6386648"/>
                <a:gd name="connsiteY523" fmla="*/ 1248612 h 1849426"/>
                <a:gd name="connsiteX524" fmla="*/ 3088181 w 6386648"/>
                <a:gd name="connsiteY524" fmla="*/ 1230588 h 1849426"/>
                <a:gd name="connsiteX525" fmla="*/ 895212 w 6386648"/>
                <a:gd name="connsiteY525" fmla="*/ 1230588 h 1849426"/>
                <a:gd name="connsiteX526" fmla="*/ 913236 w 6386648"/>
                <a:gd name="connsiteY526" fmla="*/ 1248612 h 1849426"/>
                <a:gd name="connsiteX527" fmla="*/ 895212 w 6386648"/>
                <a:gd name="connsiteY527" fmla="*/ 1266637 h 1849426"/>
                <a:gd name="connsiteX528" fmla="*/ 877187 w 6386648"/>
                <a:gd name="connsiteY528" fmla="*/ 1248612 h 1849426"/>
                <a:gd name="connsiteX529" fmla="*/ 895212 w 6386648"/>
                <a:gd name="connsiteY529" fmla="*/ 1230588 h 1849426"/>
                <a:gd name="connsiteX530" fmla="*/ 4626263 w 6386648"/>
                <a:gd name="connsiteY530" fmla="*/ 1224580 h 1849426"/>
                <a:gd name="connsiteX531" fmla="*/ 4644288 w 6386648"/>
                <a:gd name="connsiteY531" fmla="*/ 1242604 h 1849426"/>
                <a:gd name="connsiteX532" fmla="*/ 4626263 w 6386648"/>
                <a:gd name="connsiteY532" fmla="*/ 1260629 h 1849426"/>
                <a:gd name="connsiteX533" fmla="*/ 4608239 w 6386648"/>
                <a:gd name="connsiteY533" fmla="*/ 1242604 h 1849426"/>
                <a:gd name="connsiteX534" fmla="*/ 4626263 w 6386648"/>
                <a:gd name="connsiteY534" fmla="*/ 1224580 h 1849426"/>
                <a:gd name="connsiteX535" fmla="*/ 2547449 w 6386648"/>
                <a:gd name="connsiteY535" fmla="*/ 1224580 h 1849426"/>
                <a:gd name="connsiteX536" fmla="*/ 2565474 w 6386648"/>
                <a:gd name="connsiteY536" fmla="*/ 1242604 h 1849426"/>
                <a:gd name="connsiteX537" fmla="*/ 2547449 w 6386648"/>
                <a:gd name="connsiteY537" fmla="*/ 1260629 h 1849426"/>
                <a:gd name="connsiteX538" fmla="*/ 2529425 w 6386648"/>
                <a:gd name="connsiteY538" fmla="*/ 1242604 h 1849426"/>
                <a:gd name="connsiteX539" fmla="*/ 2547449 w 6386648"/>
                <a:gd name="connsiteY539" fmla="*/ 1224580 h 1849426"/>
                <a:gd name="connsiteX540" fmla="*/ 1628204 w 6386648"/>
                <a:gd name="connsiteY540" fmla="*/ 1224580 h 1849426"/>
                <a:gd name="connsiteX541" fmla="*/ 1646229 w 6386648"/>
                <a:gd name="connsiteY541" fmla="*/ 1242604 h 1849426"/>
                <a:gd name="connsiteX542" fmla="*/ 1628204 w 6386648"/>
                <a:gd name="connsiteY542" fmla="*/ 1260629 h 1849426"/>
                <a:gd name="connsiteX543" fmla="*/ 1610180 w 6386648"/>
                <a:gd name="connsiteY543" fmla="*/ 1242604 h 1849426"/>
                <a:gd name="connsiteX544" fmla="*/ 1628204 w 6386648"/>
                <a:gd name="connsiteY544" fmla="*/ 1224580 h 1849426"/>
                <a:gd name="connsiteX545" fmla="*/ 5052841 w 6386648"/>
                <a:gd name="connsiteY545" fmla="*/ 1212564 h 1849426"/>
                <a:gd name="connsiteX546" fmla="*/ 5070866 w 6386648"/>
                <a:gd name="connsiteY546" fmla="*/ 1230588 h 1849426"/>
                <a:gd name="connsiteX547" fmla="*/ 5052841 w 6386648"/>
                <a:gd name="connsiteY547" fmla="*/ 1248613 h 1849426"/>
                <a:gd name="connsiteX548" fmla="*/ 5034817 w 6386648"/>
                <a:gd name="connsiteY548" fmla="*/ 1230588 h 1849426"/>
                <a:gd name="connsiteX549" fmla="*/ 5052841 w 6386648"/>
                <a:gd name="connsiteY549" fmla="*/ 1212564 h 1849426"/>
                <a:gd name="connsiteX550" fmla="*/ 3845206 w 6386648"/>
                <a:gd name="connsiteY550" fmla="*/ 1206556 h 1849426"/>
                <a:gd name="connsiteX551" fmla="*/ 3863231 w 6386648"/>
                <a:gd name="connsiteY551" fmla="*/ 1224580 h 1849426"/>
                <a:gd name="connsiteX552" fmla="*/ 3845206 w 6386648"/>
                <a:gd name="connsiteY552" fmla="*/ 1242605 h 1849426"/>
                <a:gd name="connsiteX553" fmla="*/ 3827182 w 6386648"/>
                <a:gd name="connsiteY553" fmla="*/ 1224580 h 1849426"/>
                <a:gd name="connsiteX554" fmla="*/ 3845206 w 6386648"/>
                <a:gd name="connsiteY554" fmla="*/ 1206556 h 1849426"/>
                <a:gd name="connsiteX555" fmla="*/ 3604880 w 6386648"/>
                <a:gd name="connsiteY555" fmla="*/ 1206556 h 1849426"/>
                <a:gd name="connsiteX556" fmla="*/ 3622905 w 6386648"/>
                <a:gd name="connsiteY556" fmla="*/ 1224580 h 1849426"/>
                <a:gd name="connsiteX557" fmla="*/ 3604880 w 6386648"/>
                <a:gd name="connsiteY557" fmla="*/ 1242605 h 1849426"/>
                <a:gd name="connsiteX558" fmla="*/ 3586856 w 6386648"/>
                <a:gd name="connsiteY558" fmla="*/ 1224580 h 1849426"/>
                <a:gd name="connsiteX559" fmla="*/ 3604880 w 6386648"/>
                <a:gd name="connsiteY559" fmla="*/ 1206556 h 1849426"/>
                <a:gd name="connsiteX560" fmla="*/ 600813 w 6386648"/>
                <a:gd name="connsiteY560" fmla="*/ 1200548 h 1849426"/>
                <a:gd name="connsiteX561" fmla="*/ 618838 w 6386648"/>
                <a:gd name="connsiteY561" fmla="*/ 1218572 h 1849426"/>
                <a:gd name="connsiteX562" fmla="*/ 600813 w 6386648"/>
                <a:gd name="connsiteY562" fmla="*/ 1236597 h 1849426"/>
                <a:gd name="connsiteX563" fmla="*/ 582789 w 6386648"/>
                <a:gd name="connsiteY563" fmla="*/ 1218572 h 1849426"/>
                <a:gd name="connsiteX564" fmla="*/ 600813 w 6386648"/>
                <a:gd name="connsiteY564" fmla="*/ 1200548 h 1849426"/>
                <a:gd name="connsiteX565" fmla="*/ 2949994 w 6386648"/>
                <a:gd name="connsiteY565" fmla="*/ 1194539 h 1849426"/>
                <a:gd name="connsiteX566" fmla="*/ 2968019 w 6386648"/>
                <a:gd name="connsiteY566" fmla="*/ 1212563 h 1849426"/>
                <a:gd name="connsiteX567" fmla="*/ 2949994 w 6386648"/>
                <a:gd name="connsiteY567" fmla="*/ 1230588 h 1849426"/>
                <a:gd name="connsiteX568" fmla="*/ 2931970 w 6386648"/>
                <a:gd name="connsiteY568" fmla="*/ 1212563 h 1849426"/>
                <a:gd name="connsiteX569" fmla="*/ 2949994 w 6386648"/>
                <a:gd name="connsiteY569" fmla="*/ 1194539 h 1849426"/>
                <a:gd name="connsiteX570" fmla="*/ 1009366 w 6386648"/>
                <a:gd name="connsiteY570" fmla="*/ 1194539 h 1849426"/>
                <a:gd name="connsiteX571" fmla="*/ 1027391 w 6386648"/>
                <a:gd name="connsiteY571" fmla="*/ 1212563 h 1849426"/>
                <a:gd name="connsiteX572" fmla="*/ 1009366 w 6386648"/>
                <a:gd name="connsiteY572" fmla="*/ 1230588 h 1849426"/>
                <a:gd name="connsiteX573" fmla="*/ 991342 w 6386648"/>
                <a:gd name="connsiteY573" fmla="*/ 1212563 h 1849426"/>
                <a:gd name="connsiteX574" fmla="*/ 1009366 w 6386648"/>
                <a:gd name="connsiteY574" fmla="*/ 1194539 h 1849426"/>
                <a:gd name="connsiteX575" fmla="*/ 4932678 w 6386648"/>
                <a:gd name="connsiteY575" fmla="*/ 1188531 h 1849426"/>
                <a:gd name="connsiteX576" fmla="*/ 4950703 w 6386648"/>
                <a:gd name="connsiteY576" fmla="*/ 1206556 h 1849426"/>
                <a:gd name="connsiteX577" fmla="*/ 4932678 w 6386648"/>
                <a:gd name="connsiteY577" fmla="*/ 1224580 h 1849426"/>
                <a:gd name="connsiteX578" fmla="*/ 4914654 w 6386648"/>
                <a:gd name="connsiteY578" fmla="*/ 1206556 h 1849426"/>
                <a:gd name="connsiteX579" fmla="*/ 4932678 w 6386648"/>
                <a:gd name="connsiteY579" fmla="*/ 1188531 h 1849426"/>
                <a:gd name="connsiteX580" fmla="*/ 4361905 w 6386648"/>
                <a:gd name="connsiteY580" fmla="*/ 1188531 h 1849426"/>
                <a:gd name="connsiteX581" fmla="*/ 4379930 w 6386648"/>
                <a:gd name="connsiteY581" fmla="*/ 1206556 h 1849426"/>
                <a:gd name="connsiteX582" fmla="*/ 4361905 w 6386648"/>
                <a:gd name="connsiteY582" fmla="*/ 1224580 h 1849426"/>
                <a:gd name="connsiteX583" fmla="*/ 4343881 w 6386648"/>
                <a:gd name="connsiteY583" fmla="*/ 1206556 h 1849426"/>
                <a:gd name="connsiteX584" fmla="*/ 4361905 w 6386648"/>
                <a:gd name="connsiteY584" fmla="*/ 1188531 h 1849426"/>
                <a:gd name="connsiteX585" fmla="*/ 3220360 w 6386648"/>
                <a:gd name="connsiteY585" fmla="*/ 1188531 h 1849426"/>
                <a:gd name="connsiteX586" fmla="*/ 3238385 w 6386648"/>
                <a:gd name="connsiteY586" fmla="*/ 1206556 h 1849426"/>
                <a:gd name="connsiteX587" fmla="*/ 3220360 w 6386648"/>
                <a:gd name="connsiteY587" fmla="*/ 1224580 h 1849426"/>
                <a:gd name="connsiteX588" fmla="*/ 3202336 w 6386648"/>
                <a:gd name="connsiteY588" fmla="*/ 1206556 h 1849426"/>
                <a:gd name="connsiteX589" fmla="*/ 3220360 w 6386648"/>
                <a:gd name="connsiteY589" fmla="*/ 1188531 h 1849426"/>
                <a:gd name="connsiteX590" fmla="*/ 708959 w 6386648"/>
                <a:gd name="connsiteY590" fmla="*/ 1188531 h 1849426"/>
                <a:gd name="connsiteX591" fmla="*/ 726984 w 6386648"/>
                <a:gd name="connsiteY591" fmla="*/ 1206556 h 1849426"/>
                <a:gd name="connsiteX592" fmla="*/ 708959 w 6386648"/>
                <a:gd name="connsiteY592" fmla="*/ 1224580 h 1849426"/>
                <a:gd name="connsiteX593" fmla="*/ 690935 w 6386648"/>
                <a:gd name="connsiteY593" fmla="*/ 1206556 h 1849426"/>
                <a:gd name="connsiteX594" fmla="*/ 708959 w 6386648"/>
                <a:gd name="connsiteY594" fmla="*/ 1188531 h 1849426"/>
                <a:gd name="connsiteX595" fmla="*/ 4824532 w 6386648"/>
                <a:gd name="connsiteY595" fmla="*/ 1182523 h 1849426"/>
                <a:gd name="connsiteX596" fmla="*/ 4842557 w 6386648"/>
                <a:gd name="connsiteY596" fmla="*/ 1200547 h 1849426"/>
                <a:gd name="connsiteX597" fmla="*/ 4824532 w 6386648"/>
                <a:gd name="connsiteY597" fmla="*/ 1218572 h 1849426"/>
                <a:gd name="connsiteX598" fmla="*/ 4806508 w 6386648"/>
                <a:gd name="connsiteY598" fmla="*/ 1200547 h 1849426"/>
                <a:gd name="connsiteX599" fmla="*/ 4824532 w 6386648"/>
                <a:gd name="connsiteY599" fmla="*/ 1182523 h 1849426"/>
                <a:gd name="connsiteX600" fmla="*/ 1279732 w 6386648"/>
                <a:gd name="connsiteY600" fmla="*/ 1170507 h 1849426"/>
                <a:gd name="connsiteX601" fmla="*/ 1297757 w 6386648"/>
                <a:gd name="connsiteY601" fmla="*/ 1188531 h 1849426"/>
                <a:gd name="connsiteX602" fmla="*/ 1279732 w 6386648"/>
                <a:gd name="connsiteY602" fmla="*/ 1206556 h 1849426"/>
                <a:gd name="connsiteX603" fmla="*/ 1261708 w 6386648"/>
                <a:gd name="connsiteY603" fmla="*/ 1188531 h 1849426"/>
                <a:gd name="connsiteX604" fmla="*/ 1279732 w 6386648"/>
                <a:gd name="connsiteY604" fmla="*/ 1170507 h 1849426"/>
                <a:gd name="connsiteX605" fmla="*/ 3478710 w 6386648"/>
                <a:gd name="connsiteY605" fmla="*/ 1164499 h 1849426"/>
                <a:gd name="connsiteX606" fmla="*/ 3496735 w 6386648"/>
                <a:gd name="connsiteY606" fmla="*/ 1182523 h 1849426"/>
                <a:gd name="connsiteX607" fmla="*/ 3478710 w 6386648"/>
                <a:gd name="connsiteY607" fmla="*/ 1200548 h 1849426"/>
                <a:gd name="connsiteX608" fmla="*/ 3460686 w 6386648"/>
                <a:gd name="connsiteY608" fmla="*/ 1182523 h 1849426"/>
                <a:gd name="connsiteX609" fmla="*/ 3478710 w 6386648"/>
                <a:gd name="connsiteY609" fmla="*/ 1164499 h 1849426"/>
                <a:gd name="connsiteX610" fmla="*/ 2703660 w 6386648"/>
                <a:gd name="connsiteY610" fmla="*/ 1164499 h 1849426"/>
                <a:gd name="connsiteX611" fmla="*/ 2721685 w 6386648"/>
                <a:gd name="connsiteY611" fmla="*/ 1182523 h 1849426"/>
                <a:gd name="connsiteX612" fmla="*/ 2703660 w 6386648"/>
                <a:gd name="connsiteY612" fmla="*/ 1200548 h 1849426"/>
                <a:gd name="connsiteX613" fmla="*/ 2685636 w 6386648"/>
                <a:gd name="connsiteY613" fmla="*/ 1182523 h 1849426"/>
                <a:gd name="connsiteX614" fmla="*/ 2703660 w 6386648"/>
                <a:gd name="connsiteY614" fmla="*/ 1164499 h 1849426"/>
                <a:gd name="connsiteX615" fmla="*/ 4500093 w 6386648"/>
                <a:gd name="connsiteY615" fmla="*/ 1158491 h 1849426"/>
                <a:gd name="connsiteX616" fmla="*/ 4518118 w 6386648"/>
                <a:gd name="connsiteY616" fmla="*/ 1176516 h 1849426"/>
                <a:gd name="connsiteX617" fmla="*/ 4500093 w 6386648"/>
                <a:gd name="connsiteY617" fmla="*/ 1194540 h 1849426"/>
                <a:gd name="connsiteX618" fmla="*/ 4482069 w 6386648"/>
                <a:gd name="connsiteY618" fmla="*/ 1176516 h 1849426"/>
                <a:gd name="connsiteX619" fmla="*/ 4500093 w 6386648"/>
                <a:gd name="connsiteY619" fmla="*/ 1158491 h 1849426"/>
                <a:gd name="connsiteX620" fmla="*/ 4199686 w 6386648"/>
                <a:gd name="connsiteY620" fmla="*/ 1158491 h 1849426"/>
                <a:gd name="connsiteX621" fmla="*/ 4217711 w 6386648"/>
                <a:gd name="connsiteY621" fmla="*/ 1176516 h 1849426"/>
                <a:gd name="connsiteX622" fmla="*/ 4199686 w 6386648"/>
                <a:gd name="connsiteY622" fmla="*/ 1194540 h 1849426"/>
                <a:gd name="connsiteX623" fmla="*/ 4181662 w 6386648"/>
                <a:gd name="connsiteY623" fmla="*/ 1176516 h 1849426"/>
                <a:gd name="connsiteX624" fmla="*/ 4199686 w 6386648"/>
                <a:gd name="connsiteY624" fmla="*/ 1158491 h 1849426"/>
                <a:gd name="connsiteX625" fmla="*/ 2132887 w 6386648"/>
                <a:gd name="connsiteY625" fmla="*/ 1158491 h 1849426"/>
                <a:gd name="connsiteX626" fmla="*/ 2150912 w 6386648"/>
                <a:gd name="connsiteY626" fmla="*/ 1176516 h 1849426"/>
                <a:gd name="connsiteX627" fmla="*/ 2132887 w 6386648"/>
                <a:gd name="connsiteY627" fmla="*/ 1194540 h 1849426"/>
                <a:gd name="connsiteX628" fmla="*/ 2114863 w 6386648"/>
                <a:gd name="connsiteY628" fmla="*/ 1176516 h 1849426"/>
                <a:gd name="connsiteX629" fmla="*/ 2132887 w 6386648"/>
                <a:gd name="connsiteY629" fmla="*/ 1158491 h 1849426"/>
                <a:gd name="connsiteX630" fmla="*/ 1850505 w 6386648"/>
                <a:gd name="connsiteY630" fmla="*/ 1158491 h 1849426"/>
                <a:gd name="connsiteX631" fmla="*/ 1868530 w 6386648"/>
                <a:gd name="connsiteY631" fmla="*/ 1176516 h 1849426"/>
                <a:gd name="connsiteX632" fmla="*/ 1850505 w 6386648"/>
                <a:gd name="connsiteY632" fmla="*/ 1194540 h 1849426"/>
                <a:gd name="connsiteX633" fmla="*/ 1832481 w 6386648"/>
                <a:gd name="connsiteY633" fmla="*/ 1176516 h 1849426"/>
                <a:gd name="connsiteX634" fmla="*/ 1850505 w 6386648"/>
                <a:gd name="connsiteY634" fmla="*/ 1158491 h 1849426"/>
                <a:gd name="connsiteX635" fmla="*/ 3340522 w 6386648"/>
                <a:gd name="connsiteY635" fmla="*/ 1152483 h 1849426"/>
                <a:gd name="connsiteX636" fmla="*/ 3358547 w 6386648"/>
                <a:gd name="connsiteY636" fmla="*/ 1170507 h 1849426"/>
                <a:gd name="connsiteX637" fmla="*/ 3340522 w 6386648"/>
                <a:gd name="connsiteY637" fmla="*/ 1188532 h 1849426"/>
                <a:gd name="connsiteX638" fmla="*/ 3322498 w 6386648"/>
                <a:gd name="connsiteY638" fmla="*/ 1170507 h 1849426"/>
                <a:gd name="connsiteX639" fmla="*/ 3340522 w 6386648"/>
                <a:gd name="connsiteY639" fmla="*/ 1152483 h 1849426"/>
                <a:gd name="connsiteX640" fmla="*/ 2829831 w 6386648"/>
                <a:gd name="connsiteY640" fmla="*/ 1152483 h 1849426"/>
                <a:gd name="connsiteX641" fmla="*/ 2847856 w 6386648"/>
                <a:gd name="connsiteY641" fmla="*/ 1170507 h 1849426"/>
                <a:gd name="connsiteX642" fmla="*/ 2829831 w 6386648"/>
                <a:gd name="connsiteY642" fmla="*/ 1188532 h 1849426"/>
                <a:gd name="connsiteX643" fmla="*/ 2811807 w 6386648"/>
                <a:gd name="connsiteY643" fmla="*/ 1170507 h 1849426"/>
                <a:gd name="connsiteX644" fmla="*/ 2829831 w 6386648"/>
                <a:gd name="connsiteY644" fmla="*/ 1152483 h 1849426"/>
                <a:gd name="connsiteX645" fmla="*/ 2253050 w 6386648"/>
                <a:gd name="connsiteY645" fmla="*/ 1152483 h 1849426"/>
                <a:gd name="connsiteX646" fmla="*/ 2271075 w 6386648"/>
                <a:gd name="connsiteY646" fmla="*/ 1170507 h 1849426"/>
                <a:gd name="connsiteX647" fmla="*/ 2253050 w 6386648"/>
                <a:gd name="connsiteY647" fmla="*/ 1188532 h 1849426"/>
                <a:gd name="connsiteX648" fmla="*/ 2235026 w 6386648"/>
                <a:gd name="connsiteY648" fmla="*/ 1170507 h 1849426"/>
                <a:gd name="connsiteX649" fmla="*/ 2253050 w 6386648"/>
                <a:gd name="connsiteY649" fmla="*/ 1152483 h 1849426"/>
                <a:gd name="connsiteX650" fmla="*/ 1994700 w 6386648"/>
                <a:gd name="connsiteY650" fmla="*/ 1146474 h 1849426"/>
                <a:gd name="connsiteX651" fmla="*/ 2012725 w 6386648"/>
                <a:gd name="connsiteY651" fmla="*/ 1164498 h 1849426"/>
                <a:gd name="connsiteX652" fmla="*/ 1994700 w 6386648"/>
                <a:gd name="connsiteY652" fmla="*/ 1182523 h 1849426"/>
                <a:gd name="connsiteX653" fmla="*/ 1976676 w 6386648"/>
                <a:gd name="connsiteY653" fmla="*/ 1164498 h 1849426"/>
                <a:gd name="connsiteX654" fmla="*/ 1994700 w 6386648"/>
                <a:gd name="connsiteY654" fmla="*/ 1146474 h 1849426"/>
                <a:gd name="connsiteX655" fmla="*/ 1718326 w 6386648"/>
                <a:gd name="connsiteY655" fmla="*/ 1146474 h 1849426"/>
                <a:gd name="connsiteX656" fmla="*/ 1736351 w 6386648"/>
                <a:gd name="connsiteY656" fmla="*/ 1164498 h 1849426"/>
                <a:gd name="connsiteX657" fmla="*/ 1718326 w 6386648"/>
                <a:gd name="connsiteY657" fmla="*/ 1182523 h 1849426"/>
                <a:gd name="connsiteX658" fmla="*/ 1700302 w 6386648"/>
                <a:gd name="connsiteY658" fmla="*/ 1164498 h 1849426"/>
                <a:gd name="connsiteX659" fmla="*/ 1718326 w 6386648"/>
                <a:gd name="connsiteY659" fmla="*/ 1146474 h 1849426"/>
                <a:gd name="connsiteX660" fmla="*/ 1129529 w 6386648"/>
                <a:gd name="connsiteY660" fmla="*/ 1146474 h 1849426"/>
                <a:gd name="connsiteX661" fmla="*/ 1147554 w 6386648"/>
                <a:gd name="connsiteY661" fmla="*/ 1164498 h 1849426"/>
                <a:gd name="connsiteX662" fmla="*/ 1129529 w 6386648"/>
                <a:gd name="connsiteY662" fmla="*/ 1182523 h 1849426"/>
                <a:gd name="connsiteX663" fmla="*/ 1111505 w 6386648"/>
                <a:gd name="connsiteY663" fmla="*/ 1164498 h 1849426"/>
                <a:gd name="connsiteX664" fmla="*/ 1129529 w 6386648"/>
                <a:gd name="connsiteY664" fmla="*/ 1146474 h 1849426"/>
                <a:gd name="connsiteX665" fmla="*/ 498674 w 6386648"/>
                <a:gd name="connsiteY665" fmla="*/ 1140466 h 1849426"/>
                <a:gd name="connsiteX666" fmla="*/ 516699 w 6386648"/>
                <a:gd name="connsiteY666" fmla="*/ 1158490 h 1849426"/>
                <a:gd name="connsiteX667" fmla="*/ 498674 w 6386648"/>
                <a:gd name="connsiteY667" fmla="*/ 1176515 h 1849426"/>
                <a:gd name="connsiteX668" fmla="*/ 480650 w 6386648"/>
                <a:gd name="connsiteY668" fmla="*/ 1158490 h 1849426"/>
                <a:gd name="connsiteX669" fmla="*/ 498674 w 6386648"/>
                <a:gd name="connsiteY669" fmla="*/ 1140466 h 1849426"/>
                <a:gd name="connsiteX670" fmla="*/ 3707019 w 6386648"/>
                <a:gd name="connsiteY670" fmla="*/ 1134458 h 1849426"/>
                <a:gd name="connsiteX671" fmla="*/ 3725044 w 6386648"/>
                <a:gd name="connsiteY671" fmla="*/ 1152482 h 1849426"/>
                <a:gd name="connsiteX672" fmla="*/ 3707019 w 6386648"/>
                <a:gd name="connsiteY672" fmla="*/ 1170507 h 1849426"/>
                <a:gd name="connsiteX673" fmla="*/ 3688994 w 6386648"/>
                <a:gd name="connsiteY673" fmla="*/ 1152482 h 1849426"/>
                <a:gd name="connsiteX674" fmla="*/ 3707019 w 6386648"/>
                <a:gd name="connsiteY674" fmla="*/ 1134458 h 1849426"/>
                <a:gd name="connsiteX675" fmla="*/ 799081 w 6386648"/>
                <a:gd name="connsiteY675" fmla="*/ 1134458 h 1849426"/>
                <a:gd name="connsiteX676" fmla="*/ 817106 w 6386648"/>
                <a:gd name="connsiteY676" fmla="*/ 1152482 h 1849426"/>
                <a:gd name="connsiteX677" fmla="*/ 799081 w 6386648"/>
                <a:gd name="connsiteY677" fmla="*/ 1170507 h 1849426"/>
                <a:gd name="connsiteX678" fmla="*/ 781057 w 6386648"/>
                <a:gd name="connsiteY678" fmla="*/ 1152482 h 1849426"/>
                <a:gd name="connsiteX679" fmla="*/ 799081 w 6386648"/>
                <a:gd name="connsiteY679" fmla="*/ 1134458 h 1849426"/>
                <a:gd name="connsiteX680" fmla="*/ 384520 w 6386648"/>
                <a:gd name="connsiteY680" fmla="*/ 1134458 h 1849426"/>
                <a:gd name="connsiteX681" fmla="*/ 402545 w 6386648"/>
                <a:gd name="connsiteY681" fmla="*/ 1152482 h 1849426"/>
                <a:gd name="connsiteX682" fmla="*/ 384520 w 6386648"/>
                <a:gd name="connsiteY682" fmla="*/ 1170507 h 1849426"/>
                <a:gd name="connsiteX683" fmla="*/ 366496 w 6386648"/>
                <a:gd name="connsiteY683" fmla="*/ 1152482 h 1849426"/>
                <a:gd name="connsiteX684" fmla="*/ 384520 w 6386648"/>
                <a:gd name="connsiteY684" fmla="*/ 1134458 h 1849426"/>
                <a:gd name="connsiteX685" fmla="*/ 3935328 w 6386648"/>
                <a:gd name="connsiteY685" fmla="*/ 1128450 h 1849426"/>
                <a:gd name="connsiteX686" fmla="*/ 3953353 w 6386648"/>
                <a:gd name="connsiteY686" fmla="*/ 1146475 h 1849426"/>
                <a:gd name="connsiteX687" fmla="*/ 3935328 w 6386648"/>
                <a:gd name="connsiteY687" fmla="*/ 1164499 h 1849426"/>
                <a:gd name="connsiteX688" fmla="*/ 3917304 w 6386648"/>
                <a:gd name="connsiteY688" fmla="*/ 1146475 h 1849426"/>
                <a:gd name="connsiteX689" fmla="*/ 3935328 w 6386648"/>
                <a:gd name="connsiteY689" fmla="*/ 1128450 h 1849426"/>
                <a:gd name="connsiteX690" fmla="*/ 1514049 w 6386648"/>
                <a:gd name="connsiteY690" fmla="*/ 1128450 h 1849426"/>
                <a:gd name="connsiteX691" fmla="*/ 1532074 w 6386648"/>
                <a:gd name="connsiteY691" fmla="*/ 1146475 h 1849426"/>
                <a:gd name="connsiteX692" fmla="*/ 1514049 w 6386648"/>
                <a:gd name="connsiteY692" fmla="*/ 1164499 h 1849426"/>
                <a:gd name="connsiteX693" fmla="*/ 1496025 w 6386648"/>
                <a:gd name="connsiteY693" fmla="*/ 1146475 h 1849426"/>
                <a:gd name="connsiteX694" fmla="*/ 1514049 w 6386648"/>
                <a:gd name="connsiteY694" fmla="*/ 1128450 h 1849426"/>
                <a:gd name="connsiteX695" fmla="*/ 4650296 w 6386648"/>
                <a:gd name="connsiteY695" fmla="*/ 1122442 h 1849426"/>
                <a:gd name="connsiteX696" fmla="*/ 4668321 w 6386648"/>
                <a:gd name="connsiteY696" fmla="*/ 1140466 h 1849426"/>
                <a:gd name="connsiteX697" fmla="*/ 4650296 w 6386648"/>
                <a:gd name="connsiteY697" fmla="*/ 1158491 h 1849426"/>
                <a:gd name="connsiteX698" fmla="*/ 4632272 w 6386648"/>
                <a:gd name="connsiteY698" fmla="*/ 1140466 h 1849426"/>
                <a:gd name="connsiteX699" fmla="*/ 4650296 w 6386648"/>
                <a:gd name="connsiteY699" fmla="*/ 1122442 h 1849426"/>
                <a:gd name="connsiteX700" fmla="*/ 4073515 w 6386648"/>
                <a:gd name="connsiteY700" fmla="*/ 1122442 h 1849426"/>
                <a:gd name="connsiteX701" fmla="*/ 4091540 w 6386648"/>
                <a:gd name="connsiteY701" fmla="*/ 1140466 h 1849426"/>
                <a:gd name="connsiteX702" fmla="*/ 4073515 w 6386648"/>
                <a:gd name="connsiteY702" fmla="*/ 1158491 h 1849426"/>
                <a:gd name="connsiteX703" fmla="*/ 4055491 w 6386648"/>
                <a:gd name="connsiteY703" fmla="*/ 1140466 h 1849426"/>
                <a:gd name="connsiteX704" fmla="*/ 4073515 w 6386648"/>
                <a:gd name="connsiteY704" fmla="*/ 1122442 h 1849426"/>
                <a:gd name="connsiteX705" fmla="*/ 2475351 w 6386648"/>
                <a:gd name="connsiteY705" fmla="*/ 1122442 h 1849426"/>
                <a:gd name="connsiteX706" fmla="*/ 2493376 w 6386648"/>
                <a:gd name="connsiteY706" fmla="*/ 1140466 h 1849426"/>
                <a:gd name="connsiteX707" fmla="*/ 2475351 w 6386648"/>
                <a:gd name="connsiteY707" fmla="*/ 1158491 h 1849426"/>
                <a:gd name="connsiteX708" fmla="*/ 2457326 w 6386648"/>
                <a:gd name="connsiteY708" fmla="*/ 1140466 h 1849426"/>
                <a:gd name="connsiteX709" fmla="*/ 2475351 w 6386648"/>
                <a:gd name="connsiteY709" fmla="*/ 1122442 h 1849426"/>
                <a:gd name="connsiteX710" fmla="*/ 1393887 w 6386648"/>
                <a:gd name="connsiteY710" fmla="*/ 1122442 h 1849426"/>
                <a:gd name="connsiteX711" fmla="*/ 1411912 w 6386648"/>
                <a:gd name="connsiteY711" fmla="*/ 1140466 h 1849426"/>
                <a:gd name="connsiteX712" fmla="*/ 1393887 w 6386648"/>
                <a:gd name="connsiteY712" fmla="*/ 1158491 h 1849426"/>
                <a:gd name="connsiteX713" fmla="*/ 1375863 w 6386648"/>
                <a:gd name="connsiteY713" fmla="*/ 1140466 h 1849426"/>
                <a:gd name="connsiteX714" fmla="*/ 1393887 w 6386648"/>
                <a:gd name="connsiteY714" fmla="*/ 1122442 h 1849426"/>
                <a:gd name="connsiteX715" fmla="*/ 3058140 w 6386648"/>
                <a:gd name="connsiteY715" fmla="*/ 1116434 h 1849426"/>
                <a:gd name="connsiteX716" fmla="*/ 3076165 w 6386648"/>
                <a:gd name="connsiteY716" fmla="*/ 1134458 h 1849426"/>
                <a:gd name="connsiteX717" fmla="*/ 3058140 w 6386648"/>
                <a:gd name="connsiteY717" fmla="*/ 1152483 h 1849426"/>
                <a:gd name="connsiteX718" fmla="*/ 3040116 w 6386648"/>
                <a:gd name="connsiteY718" fmla="*/ 1134458 h 1849426"/>
                <a:gd name="connsiteX719" fmla="*/ 3058140 w 6386648"/>
                <a:gd name="connsiteY719" fmla="*/ 1116434 h 1849426"/>
                <a:gd name="connsiteX720" fmla="*/ 4800499 w 6386648"/>
                <a:gd name="connsiteY720" fmla="*/ 1092401 h 1849426"/>
                <a:gd name="connsiteX721" fmla="*/ 4818524 w 6386648"/>
                <a:gd name="connsiteY721" fmla="*/ 1110425 h 1849426"/>
                <a:gd name="connsiteX722" fmla="*/ 4800499 w 6386648"/>
                <a:gd name="connsiteY722" fmla="*/ 1128450 h 1849426"/>
                <a:gd name="connsiteX723" fmla="*/ 4782475 w 6386648"/>
                <a:gd name="connsiteY723" fmla="*/ 1110425 h 1849426"/>
                <a:gd name="connsiteX724" fmla="*/ 4800499 w 6386648"/>
                <a:gd name="connsiteY724" fmla="*/ 1092401 h 1849426"/>
                <a:gd name="connsiteX725" fmla="*/ 2349180 w 6386648"/>
                <a:gd name="connsiteY725" fmla="*/ 1092401 h 1849426"/>
                <a:gd name="connsiteX726" fmla="*/ 2367205 w 6386648"/>
                <a:gd name="connsiteY726" fmla="*/ 1110425 h 1849426"/>
                <a:gd name="connsiteX727" fmla="*/ 2349180 w 6386648"/>
                <a:gd name="connsiteY727" fmla="*/ 1128450 h 1849426"/>
                <a:gd name="connsiteX728" fmla="*/ 2331156 w 6386648"/>
                <a:gd name="connsiteY728" fmla="*/ 1110425 h 1849426"/>
                <a:gd name="connsiteX729" fmla="*/ 2349180 w 6386648"/>
                <a:gd name="connsiteY729" fmla="*/ 1092401 h 1849426"/>
                <a:gd name="connsiteX730" fmla="*/ 931260 w 6386648"/>
                <a:gd name="connsiteY730" fmla="*/ 1092401 h 1849426"/>
                <a:gd name="connsiteX731" fmla="*/ 949285 w 6386648"/>
                <a:gd name="connsiteY731" fmla="*/ 1110425 h 1849426"/>
                <a:gd name="connsiteX732" fmla="*/ 931260 w 6386648"/>
                <a:gd name="connsiteY732" fmla="*/ 1128450 h 1849426"/>
                <a:gd name="connsiteX733" fmla="*/ 913236 w 6386648"/>
                <a:gd name="connsiteY733" fmla="*/ 1110425 h 1849426"/>
                <a:gd name="connsiteX734" fmla="*/ 931260 w 6386648"/>
                <a:gd name="connsiteY734" fmla="*/ 1092401 h 1849426"/>
                <a:gd name="connsiteX735" fmla="*/ 4986752 w 6386648"/>
                <a:gd name="connsiteY735" fmla="*/ 1086393 h 1849426"/>
                <a:gd name="connsiteX736" fmla="*/ 5004777 w 6386648"/>
                <a:gd name="connsiteY736" fmla="*/ 1104417 h 1849426"/>
                <a:gd name="connsiteX737" fmla="*/ 4986752 w 6386648"/>
                <a:gd name="connsiteY737" fmla="*/ 1122442 h 1849426"/>
                <a:gd name="connsiteX738" fmla="*/ 4968728 w 6386648"/>
                <a:gd name="connsiteY738" fmla="*/ 1104417 h 1849426"/>
                <a:gd name="connsiteX739" fmla="*/ 4986752 w 6386648"/>
                <a:gd name="connsiteY739" fmla="*/ 1086393 h 1849426"/>
                <a:gd name="connsiteX740" fmla="*/ 3815165 w 6386648"/>
                <a:gd name="connsiteY740" fmla="*/ 1086393 h 1849426"/>
                <a:gd name="connsiteX741" fmla="*/ 3833190 w 6386648"/>
                <a:gd name="connsiteY741" fmla="*/ 1104417 h 1849426"/>
                <a:gd name="connsiteX742" fmla="*/ 3815165 w 6386648"/>
                <a:gd name="connsiteY742" fmla="*/ 1122442 h 1849426"/>
                <a:gd name="connsiteX743" fmla="*/ 3797141 w 6386648"/>
                <a:gd name="connsiteY743" fmla="*/ 1104417 h 1849426"/>
                <a:gd name="connsiteX744" fmla="*/ 3815165 w 6386648"/>
                <a:gd name="connsiteY744" fmla="*/ 1086393 h 1849426"/>
                <a:gd name="connsiteX745" fmla="*/ 3586856 w 6386648"/>
                <a:gd name="connsiteY745" fmla="*/ 1086393 h 1849426"/>
                <a:gd name="connsiteX746" fmla="*/ 3604881 w 6386648"/>
                <a:gd name="connsiteY746" fmla="*/ 1104417 h 1849426"/>
                <a:gd name="connsiteX747" fmla="*/ 3586856 w 6386648"/>
                <a:gd name="connsiteY747" fmla="*/ 1122442 h 1849426"/>
                <a:gd name="connsiteX748" fmla="*/ 3568831 w 6386648"/>
                <a:gd name="connsiteY748" fmla="*/ 1104417 h 1849426"/>
                <a:gd name="connsiteX749" fmla="*/ 3586856 w 6386648"/>
                <a:gd name="connsiteY749" fmla="*/ 1086393 h 1849426"/>
                <a:gd name="connsiteX750" fmla="*/ 3166287 w 6386648"/>
                <a:gd name="connsiteY750" fmla="*/ 1086393 h 1849426"/>
                <a:gd name="connsiteX751" fmla="*/ 3184312 w 6386648"/>
                <a:gd name="connsiteY751" fmla="*/ 1104417 h 1849426"/>
                <a:gd name="connsiteX752" fmla="*/ 3166287 w 6386648"/>
                <a:gd name="connsiteY752" fmla="*/ 1122442 h 1849426"/>
                <a:gd name="connsiteX753" fmla="*/ 3148262 w 6386648"/>
                <a:gd name="connsiteY753" fmla="*/ 1104417 h 1849426"/>
                <a:gd name="connsiteX754" fmla="*/ 3166287 w 6386648"/>
                <a:gd name="connsiteY754" fmla="*/ 1086393 h 1849426"/>
                <a:gd name="connsiteX755" fmla="*/ 2595514 w 6386648"/>
                <a:gd name="connsiteY755" fmla="*/ 1086393 h 1849426"/>
                <a:gd name="connsiteX756" fmla="*/ 2613539 w 6386648"/>
                <a:gd name="connsiteY756" fmla="*/ 1104417 h 1849426"/>
                <a:gd name="connsiteX757" fmla="*/ 2595514 w 6386648"/>
                <a:gd name="connsiteY757" fmla="*/ 1122442 h 1849426"/>
                <a:gd name="connsiteX758" fmla="*/ 2577489 w 6386648"/>
                <a:gd name="connsiteY758" fmla="*/ 1104417 h 1849426"/>
                <a:gd name="connsiteX759" fmla="*/ 2595514 w 6386648"/>
                <a:gd name="connsiteY759" fmla="*/ 1086393 h 1849426"/>
                <a:gd name="connsiteX760" fmla="*/ 1628204 w 6386648"/>
                <a:gd name="connsiteY760" fmla="*/ 1074377 h 1849426"/>
                <a:gd name="connsiteX761" fmla="*/ 1646229 w 6386648"/>
                <a:gd name="connsiteY761" fmla="*/ 1092401 h 1849426"/>
                <a:gd name="connsiteX762" fmla="*/ 1628204 w 6386648"/>
                <a:gd name="connsiteY762" fmla="*/ 1110426 h 1849426"/>
                <a:gd name="connsiteX763" fmla="*/ 1610180 w 6386648"/>
                <a:gd name="connsiteY763" fmla="*/ 1092401 h 1849426"/>
                <a:gd name="connsiteX764" fmla="*/ 1628204 w 6386648"/>
                <a:gd name="connsiteY764" fmla="*/ 1074377 h 1849426"/>
                <a:gd name="connsiteX765" fmla="*/ 642870 w 6386648"/>
                <a:gd name="connsiteY765" fmla="*/ 1074377 h 1849426"/>
                <a:gd name="connsiteX766" fmla="*/ 660895 w 6386648"/>
                <a:gd name="connsiteY766" fmla="*/ 1092401 h 1849426"/>
                <a:gd name="connsiteX767" fmla="*/ 642870 w 6386648"/>
                <a:gd name="connsiteY767" fmla="*/ 1110426 h 1849426"/>
                <a:gd name="connsiteX768" fmla="*/ 624846 w 6386648"/>
                <a:gd name="connsiteY768" fmla="*/ 1092401 h 1849426"/>
                <a:gd name="connsiteX769" fmla="*/ 642870 w 6386648"/>
                <a:gd name="connsiteY769" fmla="*/ 1074377 h 1849426"/>
                <a:gd name="connsiteX770" fmla="*/ 2925961 w 6386648"/>
                <a:gd name="connsiteY770" fmla="*/ 1068369 h 1849426"/>
                <a:gd name="connsiteX771" fmla="*/ 2943986 w 6386648"/>
                <a:gd name="connsiteY771" fmla="*/ 1086394 h 1849426"/>
                <a:gd name="connsiteX772" fmla="*/ 2925961 w 6386648"/>
                <a:gd name="connsiteY772" fmla="*/ 1104418 h 1849426"/>
                <a:gd name="connsiteX773" fmla="*/ 2907936 w 6386648"/>
                <a:gd name="connsiteY773" fmla="*/ 1086394 h 1849426"/>
                <a:gd name="connsiteX774" fmla="*/ 2925961 w 6386648"/>
                <a:gd name="connsiteY774" fmla="*/ 1068369 h 1849426"/>
                <a:gd name="connsiteX775" fmla="*/ 3424636 w 6386648"/>
                <a:gd name="connsiteY775" fmla="*/ 1062360 h 1849426"/>
                <a:gd name="connsiteX776" fmla="*/ 3442661 w 6386648"/>
                <a:gd name="connsiteY776" fmla="*/ 1080384 h 1849426"/>
                <a:gd name="connsiteX777" fmla="*/ 3424636 w 6386648"/>
                <a:gd name="connsiteY777" fmla="*/ 1098409 h 1849426"/>
                <a:gd name="connsiteX778" fmla="*/ 3406612 w 6386648"/>
                <a:gd name="connsiteY778" fmla="*/ 1080384 h 1849426"/>
                <a:gd name="connsiteX779" fmla="*/ 3424636 w 6386648"/>
                <a:gd name="connsiteY779" fmla="*/ 1062360 h 1849426"/>
                <a:gd name="connsiteX780" fmla="*/ 1249691 w 6386648"/>
                <a:gd name="connsiteY780" fmla="*/ 1062360 h 1849426"/>
                <a:gd name="connsiteX781" fmla="*/ 1267716 w 6386648"/>
                <a:gd name="connsiteY781" fmla="*/ 1080384 h 1849426"/>
                <a:gd name="connsiteX782" fmla="*/ 1249691 w 6386648"/>
                <a:gd name="connsiteY782" fmla="*/ 1098409 h 1849426"/>
                <a:gd name="connsiteX783" fmla="*/ 1231667 w 6386648"/>
                <a:gd name="connsiteY783" fmla="*/ 1080384 h 1849426"/>
                <a:gd name="connsiteX784" fmla="*/ 1249691 w 6386648"/>
                <a:gd name="connsiteY784" fmla="*/ 1062360 h 1849426"/>
                <a:gd name="connsiteX785" fmla="*/ 1075456 w 6386648"/>
                <a:gd name="connsiteY785" fmla="*/ 1062360 h 1849426"/>
                <a:gd name="connsiteX786" fmla="*/ 1093480 w 6386648"/>
                <a:gd name="connsiteY786" fmla="*/ 1080384 h 1849426"/>
                <a:gd name="connsiteX787" fmla="*/ 1075456 w 6386648"/>
                <a:gd name="connsiteY787" fmla="*/ 1098409 h 1849426"/>
                <a:gd name="connsiteX788" fmla="*/ 1057431 w 6386648"/>
                <a:gd name="connsiteY788" fmla="*/ 1080384 h 1849426"/>
                <a:gd name="connsiteX789" fmla="*/ 1075456 w 6386648"/>
                <a:gd name="connsiteY789" fmla="*/ 1062360 h 1849426"/>
                <a:gd name="connsiteX790" fmla="*/ 1928611 w 6386648"/>
                <a:gd name="connsiteY790" fmla="*/ 1056352 h 1849426"/>
                <a:gd name="connsiteX791" fmla="*/ 1946636 w 6386648"/>
                <a:gd name="connsiteY791" fmla="*/ 1074376 h 1849426"/>
                <a:gd name="connsiteX792" fmla="*/ 1928611 w 6386648"/>
                <a:gd name="connsiteY792" fmla="*/ 1092401 h 1849426"/>
                <a:gd name="connsiteX793" fmla="*/ 1910587 w 6386648"/>
                <a:gd name="connsiteY793" fmla="*/ 1074376 h 1849426"/>
                <a:gd name="connsiteX794" fmla="*/ 1928611 w 6386648"/>
                <a:gd name="connsiteY794" fmla="*/ 1056352 h 1849426"/>
                <a:gd name="connsiteX795" fmla="*/ 2709668 w 6386648"/>
                <a:gd name="connsiteY795" fmla="*/ 1044336 h 1849426"/>
                <a:gd name="connsiteX796" fmla="*/ 2727693 w 6386648"/>
                <a:gd name="connsiteY796" fmla="*/ 1062360 h 1849426"/>
                <a:gd name="connsiteX797" fmla="*/ 2709668 w 6386648"/>
                <a:gd name="connsiteY797" fmla="*/ 1080385 h 1849426"/>
                <a:gd name="connsiteX798" fmla="*/ 2691644 w 6386648"/>
                <a:gd name="connsiteY798" fmla="*/ 1062360 h 1849426"/>
                <a:gd name="connsiteX799" fmla="*/ 2709668 w 6386648"/>
                <a:gd name="connsiteY799" fmla="*/ 1044336 h 1849426"/>
                <a:gd name="connsiteX800" fmla="*/ 1784415 w 6386648"/>
                <a:gd name="connsiteY800" fmla="*/ 1044336 h 1849426"/>
                <a:gd name="connsiteX801" fmla="*/ 1802440 w 6386648"/>
                <a:gd name="connsiteY801" fmla="*/ 1062360 h 1849426"/>
                <a:gd name="connsiteX802" fmla="*/ 1784415 w 6386648"/>
                <a:gd name="connsiteY802" fmla="*/ 1080385 h 1849426"/>
                <a:gd name="connsiteX803" fmla="*/ 1766391 w 6386648"/>
                <a:gd name="connsiteY803" fmla="*/ 1062360 h 1849426"/>
                <a:gd name="connsiteX804" fmla="*/ 1784415 w 6386648"/>
                <a:gd name="connsiteY804" fmla="*/ 1044336 h 1849426"/>
                <a:gd name="connsiteX805" fmla="*/ 3292457 w 6386648"/>
                <a:gd name="connsiteY805" fmla="*/ 1038328 h 1849426"/>
                <a:gd name="connsiteX806" fmla="*/ 3310482 w 6386648"/>
                <a:gd name="connsiteY806" fmla="*/ 1056353 h 1849426"/>
                <a:gd name="connsiteX807" fmla="*/ 3292457 w 6386648"/>
                <a:gd name="connsiteY807" fmla="*/ 1074377 h 1849426"/>
                <a:gd name="connsiteX808" fmla="*/ 3274433 w 6386648"/>
                <a:gd name="connsiteY808" fmla="*/ 1056353 h 1849426"/>
                <a:gd name="connsiteX809" fmla="*/ 3292457 w 6386648"/>
                <a:gd name="connsiteY809" fmla="*/ 1038328 h 1849426"/>
                <a:gd name="connsiteX810" fmla="*/ 2198977 w 6386648"/>
                <a:gd name="connsiteY810" fmla="*/ 1038328 h 1849426"/>
                <a:gd name="connsiteX811" fmla="*/ 2217002 w 6386648"/>
                <a:gd name="connsiteY811" fmla="*/ 1056353 h 1849426"/>
                <a:gd name="connsiteX812" fmla="*/ 2198977 w 6386648"/>
                <a:gd name="connsiteY812" fmla="*/ 1074377 h 1849426"/>
                <a:gd name="connsiteX813" fmla="*/ 2180953 w 6386648"/>
                <a:gd name="connsiteY813" fmla="*/ 1056353 h 1849426"/>
                <a:gd name="connsiteX814" fmla="*/ 2198977 w 6386648"/>
                <a:gd name="connsiteY814" fmla="*/ 1038328 h 1849426"/>
                <a:gd name="connsiteX815" fmla="*/ 2078814 w 6386648"/>
                <a:gd name="connsiteY815" fmla="*/ 1032320 h 1849426"/>
                <a:gd name="connsiteX816" fmla="*/ 2096839 w 6386648"/>
                <a:gd name="connsiteY816" fmla="*/ 1050344 h 1849426"/>
                <a:gd name="connsiteX817" fmla="*/ 2078814 w 6386648"/>
                <a:gd name="connsiteY817" fmla="*/ 1068369 h 1849426"/>
                <a:gd name="connsiteX818" fmla="*/ 2060790 w 6386648"/>
                <a:gd name="connsiteY818" fmla="*/ 1050344 h 1849426"/>
                <a:gd name="connsiteX819" fmla="*/ 2078814 w 6386648"/>
                <a:gd name="connsiteY819" fmla="*/ 1032320 h 1849426"/>
                <a:gd name="connsiteX820" fmla="*/ 3983393 w 6386648"/>
                <a:gd name="connsiteY820" fmla="*/ 1026312 h 1849426"/>
                <a:gd name="connsiteX821" fmla="*/ 4001418 w 6386648"/>
                <a:gd name="connsiteY821" fmla="*/ 1044336 h 1849426"/>
                <a:gd name="connsiteX822" fmla="*/ 3983393 w 6386648"/>
                <a:gd name="connsiteY822" fmla="*/ 1062361 h 1849426"/>
                <a:gd name="connsiteX823" fmla="*/ 3965369 w 6386648"/>
                <a:gd name="connsiteY823" fmla="*/ 1044336 h 1849426"/>
                <a:gd name="connsiteX824" fmla="*/ 3983393 w 6386648"/>
                <a:gd name="connsiteY824" fmla="*/ 1026312 h 1849426"/>
                <a:gd name="connsiteX825" fmla="*/ 817106 w 6386648"/>
                <a:gd name="connsiteY825" fmla="*/ 1020304 h 1849426"/>
                <a:gd name="connsiteX826" fmla="*/ 829123 w 6386648"/>
                <a:gd name="connsiteY826" fmla="*/ 1032320 h 1849426"/>
                <a:gd name="connsiteX827" fmla="*/ 817106 w 6386648"/>
                <a:gd name="connsiteY827" fmla="*/ 1044336 h 1849426"/>
                <a:gd name="connsiteX828" fmla="*/ 805090 w 6386648"/>
                <a:gd name="connsiteY828" fmla="*/ 1032320 h 1849426"/>
                <a:gd name="connsiteX829" fmla="*/ 817106 w 6386648"/>
                <a:gd name="connsiteY829" fmla="*/ 1020304 h 1849426"/>
                <a:gd name="connsiteX830" fmla="*/ 2817815 w 6386648"/>
                <a:gd name="connsiteY830" fmla="*/ 1014295 h 1849426"/>
                <a:gd name="connsiteX831" fmla="*/ 2835840 w 6386648"/>
                <a:gd name="connsiteY831" fmla="*/ 1032319 h 1849426"/>
                <a:gd name="connsiteX832" fmla="*/ 2817815 w 6386648"/>
                <a:gd name="connsiteY832" fmla="*/ 1050344 h 1849426"/>
                <a:gd name="connsiteX833" fmla="*/ 2799791 w 6386648"/>
                <a:gd name="connsiteY833" fmla="*/ 1032319 h 1849426"/>
                <a:gd name="connsiteX834" fmla="*/ 2817815 w 6386648"/>
                <a:gd name="connsiteY834" fmla="*/ 1014295 h 1849426"/>
                <a:gd name="connsiteX835" fmla="*/ 2445310 w 6386648"/>
                <a:gd name="connsiteY835" fmla="*/ 1014295 h 1849426"/>
                <a:gd name="connsiteX836" fmla="*/ 2463335 w 6386648"/>
                <a:gd name="connsiteY836" fmla="*/ 1032319 h 1849426"/>
                <a:gd name="connsiteX837" fmla="*/ 2445310 w 6386648"/>
                <a:gd name="connsiteY837" fmla="*/ 1050344 h 1849426"/>
                <a:gd name="connsiteX838" fmla="*/ 2427285 w 6386648"/>
                <a:gd name="connsiteY838" fmla="*/ 1032319 h 1849426"/>
                <a:gd name="connsiteX839" fmla="*/ 2445310 w 6386648"/>
                <a:gd name="connsiteY839" fmla="*/ 1014295 h 1849426"/>
                <a:gd name="connsiteX840" fmla="*/ 420569 w 6386648"/>
                <a:gd name="connsiteY840" fmla="*/ 1014295 h 1849426"/>
                <a:gd name="connsiteX841" fmla="*/ 438594 w 6386648"/>
                <a:gd name="connsiteY841" fmla="*/ 1032319 h 1849426"/>
                <a:gd name="connsiteX842" fmla="*/ 420569 w 6386648"/>
                <a:gd name="connsiteY842" fmla="*/ 1050344 h 1849426"/>
                <a:gd name="connsiteX843" fmla="*/ 402545 w 6386648"/>
                <a:gd name="connsiteY843" fmla="*/ 1032319 h 1849426"/>
                <a:gd name="connsiteX844" fmla="*/ 420569 w 6386648"/>
                <a:gd name="connsiteY844" fmla="*/ 1014295 h 1849426"/>
                <a:gd name="connsiteX845" fmla="*/ 1520057 w 6386648"/>
                <a:gd name="connsiteY845" fmla="*/ 1008287 h 1849426"/>
                <a:gd name="connsiteX846" fmla="*/ 1538082 w 6386648"/>
                <a:gd name="connsiteY846" fmla="*/ 1026312 h 1849426"/>
                <a:gd name="connsiteX847" fmla="*/ 1520057 w 6386648"/>
                <a:gd name="connsiteY847" fmla="*/ 1044336 h 1849426"/>
                <a:gd name="connsiteX848" fmla="*/ 1502033 w 6386648"/>
                <a:gd name="connsiteY848" fmla="*/ 1026312 h 1849426"/>
                <a:gd name="connsiteX849" fmla="*/ 1520057 w 6386648"/>
                <a:gd name="connsiteY849" fmla="*/ 1008287 h 1849426"/>
                <a:gd name="connsiteX850" fmla="*/ 1387878 w 6386648"/>
                <a:gd name="connsiteY850" fmla="*/ 1008287 h 1849426"/>
                <a:gd name="connsiteX851" fmla="*/ 1405903 w 6386648"/>
                <a:gd name="connsiteY851" fmla="*/ 1026312 h 1849426"/>
                <a:gd name="connsiteX852" fmla="*/ 1387878 w 6386648"/>
                <a:gd name="connsiteY852" fmla="*/ 1044336 h 1849426"/>
                <a:gd name="connsiteX853" fmla="*/ 1369854 w 6386648"/>
                <a:gd name="connsiteY853" fmla="*/ 1026312 h 1849426"/>
                <a:gd name="connsiteX854" fmla="*/ 1387878 w 6386648"/>
                <a:gd name="connsiteY854" fmla="*/ 1008287 h 1849426"/>
                <a:gd name="connsiteX855" fmla="*/ 534724 w 6386648"/>
                <a:gd name="connsiteY855" fmla="*/ 1008287 h 1849426"/>
                <a:gd name="connsiteX856" fmla="*/ 552748 w 6386648"/>
                <a:gd name="connsiteY856" fmla="*/ 1026312 h 1849426"/>
                <a:gd name="connsiteX857" fmla="*/ 534724 w 6386648"/>
                <a:gd name="connsiteY857" fmla="*/ 1044336 h 1849426"/>
                <a:gd name="connsiteX858" fmla="*/ 516699 w 6386648"/>
                <a:gd name="connsiteY858" fmla="*/ 1026312 h 1849426"/>
                <a:gd name="connsiteX859" fmla="*/ 534724 w 6386648"/>
                <a:gd name="connsiteY859" fmla="*/ 1008287 h 1849426"/>
                <a:gd name="connsiteX860" fmla="*/ 3016083 w 6386648"/>
                <a:gd name="connsiteY860" fmla="*/ 1002279 h 1849426"/>
                <a:gd name="connsiteX861" fmla="*/ 3034108 w 6386648"/>
                <a:gd name="connsiteY861" fmla="*/ 1020303 h 1849426"/>
                <a:gd name="connsiteX862" fmla="*/ 3016083 w 6386648"/>
                <a:gd name="connsiteY862" fmla="*/ 1038328 h 1849426"/>
                <a:gd name="connsiteX863" fmla="*/ 2998058 w 6386648"/>
                <a:gd name="connsiteY863" fmla="*/ 1020303 h 1849426"/>
                <a:gd name="connsiteX864" fmla="*/ 3016083 w 6386648"/>
                <a:gd name="connsiteY864" fmla="*/ 1002279 h 1849426"/>
                <a:gd name="connsiteX865" fmla="*/ 294398 w 6386648"/>
                <a:gd name="connsiteY865" fmla="*/ 996271 h 1849426"/>
                <a:gd name="connsiteX866" fmla="*/ 312423 w 6386648"/>
                <a:gd name="connsiteY866" fmla="*/ 1014295 h 1849426"/>
                <a:gd name="connsiteX867" fmla="*/ 294398 w 6386648"/>
                <a:gd name="connsiteY867" fmla="*/ 1032320 h 1849426"/>
                <a:gd name="connsiteX868" fmla="*/ 276374 w 6386648"/>
                <a:gd name="connsiteY868" fmla="*/ 1014295 h 1849426"/>
                <a:gd name="connsiteX869" fmla="*/ 294398 w 6386648"/>
                <a:gd name="connsiteY869" fmla="*/ 996271 h 1849426"/>
                <a:gd name="connsiteX870" fmla="*/ 3676978 w 6386648"/>
                <a:gd name="connsiteY870" fmla="*/ 990263 h 1849426"/>
                <a:gd name="connsiteX871" fmla="*/ 3695003 w 6386648"/>
                <a:gd name="connsiteY871" fmla="*/ 1008287 h 1849426"/>
                <a:gd name="connsiteX872" fmla="*/ 3676978 w 6386648"/>
                <a:gd name="connsiteY872" fmla="*/ 1026312 h 1849426"/>
                <a:gd name="connsiteX873" fmla="*/ 3658953 w 6386648"/>
                <a:gd name="connsiteY873" fmla="*/ 1008287 h 1849426"/>
                <a:gd name="connsiteX874" fmla="*/ 3676978 w 6386648"/>
                <a:gd name="connsiteY874" fmla="*/ 990263 h 1849426"/>
                <a:gd name="connsiteX875" fmla="*/ 3544799 w 6386648"/>
                <a:gd name="connsiteY875" fmla="*/ 984255 h 1849426"/>
                <a:gd name="connsiteX876" fmla="*/ 3562824 w 6386648"/>
                <a:gd name="connsiteY876" fmla="*/ 1002279 h 1849426"/>
                <a:gd name="connsiteX877" fmla="*/ 3544799 w 6386648"/>
                <a:gd name="connsiteY877" fmla="*/ 1020304 h 1849426"/>
                <a:gd name="connsiteX878" fmla="*/ 3526775 w 6386648"/>
                <a:gd name="connsiteY878" fmla="*/ 1002279 h 1849426"/>
                <a:gd name="connsiteX879" fmla="*/ 3544799 w 6386648"/>
                <a:gd name="connsiteY879" fmla="*/ 984255 h 1849426"/>
                <a:gd name="connsiteX880" fmla="*/ 708959 w 6386648"/>
                <a:gd name="connsiteY880" fmla="*/ 984255 h 1849426"/>
                <a:gd name="connsiteX881" fmla="*/ 726984 w 6386648"/>
                <a:gd name="connsiteY881" fmla="*/ 1002279 h 1849426"/>
                <a:gd name="connsiteX882" fmla="*/ 708959 w 6386648"/>
                <a:gd name="connsiteY882" fmla="*/ 1020304 h 1849426"/>
                <a:gd name="connsiteX883" fmla="*/ 690935 w 6386648"/>
                <a:gd name="connsiteY883" fmla="*/ 1002279 h 1849426"/>
                <a:gd name="connsiteX884" fmla="*/ 708959 w 6386648"/>
                <a:gd name="connsiteY884" fmla="*/ 984255 h 1849426"/>
                <a:gd name="connsiteX885" fmla="*/ 3803149 w 6386648"/>
                <a:gd name="connsiteY885" fmla="*/ 978247 h 1849426"/>
                <a:gd name="connsiteX886" fmla="*/ 3821174 w 6386648"/>
                <a:gd name="connsiteY886" fmla="*/ 996272 h 1849426"/>
                <a:gd name="connsiteX887" fmla="*/ 3803149 w 6386648"/>
                <a:gd name="connsiteY887" fmla="*/ 1014296 h 1849426"/>
                <a:gd name="connsiteX888" fmla="*/ 3785125 w 6386648"/>
                <a:gd name="connsiteY888" fmla="*/ 996272 h 1849426"/>
                <a:gd name="connsiteX889" fmla="*/ 3803149 w 6386648"/>
                <a:gd name="connsiteY889" fmla="*/ 978247 h 1849426"/>
                <a:gd name="connsiteX890" fmla="*/ 1003358 w 6386648"/>
                <a:gd name="connsiteY890" fmla="*/ 978247 h 1849426"/>
                <a:gd name="connsiteX891" fmla="*/ 1021383 w 6386648"/>
                <a:gd name="connsiteY891" fmla="*/ 996272 h 1849426"/>
                <a:gd name="connsiteX892" fmla="*/ 1003358 w 6386648"/>
                <a:gd name="connsiteY892" fmla="*/ 1014296 h 1849426"/>
                <a:gd name="connsiteX893" fmla="*/ 985334 w 6386648"/>
                <a:gd name="connsiteY893" fmla="*/ 996272 h 1849426"/>
                <a:gd name="connsiteX894" fmla="*/ 1003358 w 6386648"/>
                <a:gd name="connsiteY894" fmla="*/ 978247 h 1849426"/>
                <a:gd name="connsiteX895" fmla="*/ 3196327 w 6386648"/>
                <a:gd name="connsiteY895" fmla="*/ 972238 h 1849426"/>
                <a:gd name="connsiteX896" fmla="*/ 3214352 w 6386648"/>
                <a:gd name="connsiteY896" fmla="*/ 990262 h 1849426"/>
                <a:gd name="connsiteX897" fmla="*/ 3196327 w 6386648"/>
                <a:gd name="connsiteY897" fmla="*/ 1008287 h 1849426"/>
                <a:gd name="connsiteX898" fmla="*/ 3178302 w 6386648"/>
                <a:gd name="connsiteY898" fmla="*/ 990262 h 1849426"/>
                <a:gd name="connsiteX899" fmla="*/ 3196327 w 6386648"/>
                <a:gd name="connsiteY899" fmla="*/ 972238 h 1849426"/>
                <a:gd name="connsiteX900" fmla="*/ 1183602 w 6386648"/>
                <a:gd name="connsiteY900" fmla="*/ 972238 h 1849426"/>
                <a:gd name="connsiteX901" fmla="*/ 1201627 w 6386648"/>
                <a:gd name="connsiteY901" fmla="*/ 990262 h 1849426"/>
                <a:gd name="connsiteX902" fmla="*/ 1183602 w 6386648"/>
                <a:gd name="connsiteY902" fmla="*/ 1008287 h 1849426"/>
                <a:gd name="connsiteX903" fmla="*/ 1165578 w 6386648"/>
                <a:gd name="connsiteY903" fmla="*/ 990262 h 1849426"/>
                <a:gd name="connsiteX904" fmla="*/ 1183602 w 6386648"/>
                <a:gd name="connsiteY904" fmla="*/ 972238 h 1849426"/>
                <a:gd name="connsiteX905" fmla="*/ 2271074 w 6386648"/>
                <a:gd name="connsiteY905" fmla="*/ 960222 h 1849426"/>
                <a:gd name="connsiteX906" fmla="*/ 2289099 w 6386648"/>
                <a:gd name="connsiteY906" fmla="*/ 978246 h 1849426"/>
                <a:gd name="connsiteX907" fmla="*/ 2271074 w 6386648"/>
                <a:gd name="connsiteY907" fmla="*/ 996271 h 1849426"/>
                <a:gd name="connsiteX908" fmla="*/ 2253050 w 6386648"/>
                <a:gd name="connsiteY908" fmla="*/ 978246 h 1849426"/>
                <a:gd name="connsiteX909" fmla="*/ 2271074 w 6386648"/>
                <a:gd name="connsiteY909" fmla="*/ 960222 h 1849426"/>
                <a:gd name="connsiteX910" fmla="*/ 1658245 w 6386648"/>
                <a:gd name="connsiteY910" fmla="*/ 960222 h 1849426"/>
                <a:gd name="connsiteX911" fmla="*/ 1676270 w 6386648"/>
                <a:gd name="connsiteY911" fmla="*/ 978246 h 1849426"/>
                <a:gd name="connsiteX912" fmla="*/ 1658245 w 6386648"/>
                <a:gd name="connsiteY912" fmla="*/ 996271 h 1849426"/>
                <a:gd name="connsiteX913" fmla="*/ 1640221 w 6386648"/>
                <a:gd name="connsiteY913" fmla="*/ 978246 h 1849426"/>
                <a:gd name="connsiteX914" fmla="*/ 1658245 w 6386648"/>
                <a:gd name="connsiteY914" fmla="*/ 960222 h 1849426"/>
                <a:gd name="connsiteX915" fmla="*/ 1958651 w 6386648"/>
                <a:gd name="connsiteY915" fmla="*/ 954214 h 1849426"/>
                <a:gd name="connsiteX916" fmla="*/ 1976676 w 6386648"/>
                <a:gd name="connsiteY916" fmla="*/ 972238 h 1849426"/>
                <a:gd name="connsiteX917" fmla="*/ 1958651 w 6386648"/>
                <a:gd name="connsiteY917" fmla="*/ 990263 h 1849426"/>
                <a:gd name="connsiteX918" fmla="*/ 1940627 w 6386648"/>
                <a:gd name="connsiteY918" fmla="*/ 972238 h 1849426"/>
                <a:gd name="connsiteX919" fmla="*/ 1958651 w 6386648"/>
                <a:gd name="connsiteY919" fmla="*/ 954214 h 1849426"/>
                <a:gd name="connsiteX920" fmla="*/ 2631562 w 6386648"/>
                <a:gd name="connsiteY920" fmla="*/ 948206 h 1849426"/>
                <a:gd name="connsiteX921" fmla="*/ 2649587 w 6386648"/>
                <a:gd name="connsiteY921" fmla="*/ 966231 h 1849426"/>
                <a:gd name="connsiteX922" fmla="*/ 2631562 w 6386648"/>
                <a:gd name="connsiteY922" fmla="*/ 984255 h 1849426"/>
                <a:gd name="connsiteX923" fmla="*/ 2613538 w 6386648"/>
                <a:gd name="connsiteY923" fmla="*/ 966231 h 1849426"/>
                <a:gd name="connsiteX924" fmla="*/ 2631562 w 6386648"/>
                <a:gd name="connsiteY924" fmla="*/ 948206 h 1849426"/>
                <a:gd name="connsiteX925" fmla="*/ 1838489 w 6386648"/>
                <a:gd name="connsiteY925" fmla="*/ 948206 h 1849426"/>
                <a:gd name="connsiteX926" fmla="*/ 1856514 w 6386648"/>
                <a:gd name="connsiteY926" fmla="*/ 966231 h 1849426"/>
                <a:gd name="connsiteX927" fmla="*/ 1838489 w 6386648"/>
                <a:gd name="connsiteY927" fmla="*/ 984255 h 1849426"/>
                <a:gd name="connsiteX928" fmla="*/ 1820465 w 6386648"/>
                <a:gd name="connsiteY928" fmla="*/ 966231 h 1849426"/>
                <a:gd name="connsiteX929" fmla="*/ 1838489 w 6386648"/>
                <a:gd name="connsiteY929" fmla="*/ 948206 h 1849426"/>
                <a:gd name="connsiteX930" fmla="*/ 3430644 w 6386648"/>
                <a:gd name="connsiteY930" fmla="*/ 942198 h 1849426"/>
                <a:gd name="connsiteX931" fmla="*/ 3448669 w 6386648"/>
                <a:gd name="connsiteY931" fmla="*/ 960222 h 1849426"/>
                <a:gd name="connsiteX932" fmla="*/ 3430644 w 6386648"/>
                <a:gd name="connsiteY932" fmla="*/ 978247 h 1849426"/>
                <a:gd name="connsiteX933" fmla="*/ 3412620 w 6386648"/>
                <a:gd name="connsiteY933" fmla="*/ 960222 h 1849426"/>
                <a:gd name="connsiteX934" fmla="*/ 3430644 w 6386648"/>
                <a:gd name="connsiteY934" fmla="*/ 942198 h 1849426"/>
                <a:gd name="connsiteX935" fmla="*/ 2529424 w 6386648"/>
                <a:gd name="connsiteY935" fmla="*/ 942198 h 1849426"/>
                <a:gd name="connsiteX936" fmla="*/ 2547449 w 6386648"/>
                <a:gd name="connsiteY936" fmla="*/ 960222 h 1849426"/>
                <a:gd name="connsiteX937" fmla="*/ 2529424 w 6386648"/>
                <a:gd name="connsiteY937" fmla="*/ 978247 h 1849426"/>
                <a:gd name="connsiteX938" fmla="*/ 2511400 w 6386648"/>
                <a:gd name="connsiteY938" fmla="*/ 960222 h 1849426"/>
                <a:gd name="connsiteX939" fmla="*/ 2529424 w 6386648"/>
                <a:gd name="connsiteY939" fmla="*/ 942198 h 1849426"/>
                <a:gd name="connsiteX940" fmla="*/ 889203 w 6386648"/>
                <a:gd name="connsiteY940" fmla="*/ 942198 h 1849426"/>
                <a:gd name="connsiteX941" fmla="*/ 907228 w 6386648"/>
                <a:gd name="connsiteY941" fmla="*/ 960222 h 1849426"/>
                <a:gd name="connsiteX942" fmla="*/ 889203 w 6386648"/>
                <a:gd name="connsiteY942" fmla="*/ 978247 h 1849426"/>
                <a:gd name="connsiteX943" fmla="*/ 871179 w 6386648"/>
                <a:gd name="connsiteY943" fmla="*/ 960222 h 1849426"/>
                <a:gd name="connsiteX944" fmla="*/ 889203 w 6386648"/>
                <a:gd name="connsiteY944" fmla="*/ 942198 h 1849426"/>
                <a:gd name="connsiteX945" fmla="*/ 3935328 w 6386648"/>
                <a:gd name="connsiteY945" fmla="*/ 936190 h 1849426"/>
                <a:gd name="connsiteX946" fmla="*/ 3953353 w 6386648"/>
                <a:gd name="connsiteY946" fmla="*/ 954214 h 1849426"/>
                <a:gd name="connsiteX947" fmla="*/ 3935328 w 6386648"/>
                <a:gd name="connsiteY947" fmla="*/ 972239 h 1849426"/>
                <a:gd name="connsiteX948" fmla="*/ 3917304 w 6386648"/>
                <a:gd name="connsiteY948" fmla="*/ 954214 h 1849426"/>
                <a:gd name="connsiteX949" fmla="*/ 3935328 w 6386648"/>
                <a:gd name="connsiteY949" fmla="*/ 936190 h 1849426"/>
                <a:gd name="connsiteX950" fmla="*/ 1303765 w 6386648"/>
                <a:gd name="connsiteY950" fmla="*/ 936190 h 1849426"/>
                <a:gd name="connsiteX951" fmla="*/ 1321790 w 6386648"/>
                <a:gd name="connsiteY951" fmla="*/ 954214 h 1849426"/>
                <a:gd name="connsiteX952" fmla="*/ 1303765 w 6386648"/>
                <a:gd name="connsiteY952" fmla="*/ 972239 h 1849426"/>
                <a:gd name="connsiteX953" fmla="*/ 1285741 w 6386648"/>
                <a:gd name="connsiteY953" fmla="*/ 954214 h 1849426"/>
                <a:gd name="connsiteX954" fmla="*/ 1303765 w 6386648"/>
                <a:gd name="connsiteY954" fmla="*/ 936190 h 1849426"/>
                <a:gd name="connsiteX955" fmla="*/ 600813 w 6386648"/>
                <a:gd name="connsiteY955" fmla="*/ 924173 h 1849426"/>
                <a:gd name="connsiteX956" fmla="*/ 618838 w 6386648"/>
                <a:gd name="connsiteY956" fmla="*/ 942197 h 1849426"/>
                <a:gd name="connsiteX957" fmla="*/ 600813 w 6386648"/>
                <a:gd name="connsiteY957" fmla="*/ 960222 h 1849426"/>
                <a:gd name="connsiteX958" fmla="*/ 582789 w 6386648"/>
                <a:gd name="connsiteY958" fmla="*/ 942197 h 1849426"/>
                <a:gd name="connsiteX959" fmla="*/ 600813 w 6386648"/>
                <a:gd name="connsiteY959" fmla="*/ 924173 h 1849426"/>
                <a:gd name="connsiteX960" fmla="*/ 3088181 w 6386648"/>
                <a:gd name="connsiteY960" fmla="*/ 918165 h 1849426"/>
                <a:gd name="connsiteX961" fmla="*/ 3106206 w 6386648"/>
                <a:gd name="connsiteY961" fmla="*/ 936190 h 1849426"/>
                <a:gd name="connsiteX962" fmla="*/ 3088181 w 6386648"/>
                <a:gd name="connsiteY962" fmla="*/ 954214 h 1849426"/>
                <a:gd name="connsiteX963" fmla="*/ 3070157 w 6386648"/>
                <a:gd name="connsiteY963" fmla="*/ 936190 h 1849426"/>
                <a:gd name="connsiteX964" fmla="*/ 3088181 w 6386648"/>
                <a:gd name="connsiteY964" fmla="*/ 918165 h 1849426"/>
                <a:gd name="connsiteX965" fmla="*/ 2883904 w 6386648"/>
                <a:gd name="connsiteY965" fmla="*/ 918165 h 1849426"/>
                <a:gd name="connsiteX966" fmla="*/ 2901929 w 6386648"/>
                <a:gd name="connsiteY966" fmla="*/ 936190 h 1849426"/>
                <a:gd name="connsiteX967" fmla="*/ 2883904 w 6386648"/>
                <a:gd name="connsiteY967" fmla="*/ 954214 h 1849426"/>
                <a:gd name="connsiteX968" fmla="*/ 2865880 w 6386648"/>
                <a:gd name="connsiteY968" fmla="*/ 936190 h 1849426"/>
                <a:gd name="connsiteX969" fmla="*/ 2883904 w 6386648"/>
                <a:gd name="connsiteY969" fmla="*/ 918165 h 1849426"/>
                <a:gd name="connsiteX970" fmla="*/ 2379221 w 6386648"/>
                <a:gd name="connsiteY970" fmla="*/ 918165 h 1849426"/>
                <a:gd name="connsiteX971" fmla="*/ 2397246 w 6386648"/>
                <a:gd name="connsiteY971" fmla="*/ 936190 h 1849426"/>
                <a:gd name="connsiteX972" fmla="*/ 2379221 w 6386648"/>
                <a:gd name="connsiteY972" fmla="*/ 954214 h 1849426"/>
                <a:gd name="connsiteX973" fmla="*/ 2361197 w 6386648"/>
                <a:gd name="connsiteY973" fmla="*/ 936190 h 1849426"/>
                <a:gd name="connsiteX974" fmla="*/ 2379221 w 6386648"/>
                <a:gd name="connsiteY974" fmla="*/ 918165 h 1849426"/>
                <a:gd name="connsiteX975" fmla="*/ 2120871 w 6386648"/>
                <a:gd name="connsiteY975" fmla="*/ 918165 h 1849426"/>
                <a:gd name="connsiteX976" fmla="*/ 2138896 w 6386648"/>
                <a:gd name="connsiteY976" fmla="*/ 936190 h 1849426"/>
                <a:gd name="connsiteX977" fmla="*/ 2120871 w 6386648"/>
                <a:gd name="connsiteY977" fmla="*/ 954214 h 1849426"/>
                <a:gd name="connsiteX978" fmla="*/ 2102847 w 6386648"/>
                <a:gd name="connsiteY978" fmla="*/ 936190 h 1849426"/>
                <a:gd name="connsiteX979" fmla="*/ 2120871 w 6386648"/>
                <a:gd name="connsiteY979" fmla="*/ 918165 h 1849426"/>
                <a:gd name="connsiteX980" fmla="*/ 3328506 w 6386648"/>
                <a:gd name="connsiteY980" fmla="*/ 906149 h 1849426"/>
                <a:gd name="connsiteX981" fmla="*/ 3346531 w 6386648"/>
                <a:gd name="connsiteY981" fmla="*/ 924173 h 1849426"/>
                <a:gd name="connsiteX982" fmla="*/ 3328506 w 6386648"/>
                <a:gd name="connsiteY982" fmla="*/ 942198 h 1849426"/>
                <a:gd name="connsiteX983" fmla="*/ 3310482 w 6386648"/>
                <a:gd name="connsiteY983" fmla="*/ 924173 h 1849426"/>
                <a:gd name="connsiteX984" fmla="*/ 3328506 w 6386648"/>
                <a:gd name="connsiteY984" fmla="*/ 906149 h 1849426"/>
                <a:gd name="connsiteX985" fmla="*/ 1508041 w 6386648"/>
                <a:gd name="connsiteY985" fmla="*/ 900141 h 1849426"/>
                <a:gd name="connsiteX986" fmla="*/ 1526066 w 6386648"/>
                <a:gd name="connsiteY986" fmla="*/ 918165 h 1849426"/>
                <a:gd name="connsiteX987" fmla="*/ 1508041 w 6386648"/>
                <a:gd name="connsiteY987" fmla="*/ 936190 h 1849426"/>
                <a:gd name="connsiteX988" fmla="*/ 1490017 w 6386648"/>
                <a:gd name="connsiteY988" fmla="*/ 918165 h 1849426"/>
                <a:gd name="connsiteX989" fmla="*/ 1508041 w 6386648"/>
                <a:gd name="connsiteY989" fmla="*/ 900141 h 1849426"/>
                <a:gd name="connsiteX990" fmla="*/ 2739709 w 6386648"/>
                <a:gd name="connsiteY990" fmla="*/ 894133 h 1849426"/>
                <a:gd name="connsiteX991" fmla="*/ 2757734 w 6386648"/>
                <a:gd name="connsiteY991" fmla="*/ 912157 h 1849426"/>
                <a:gd name="connsiteX992" fmla="*/ 2739709 w 6386648"/>
                <a:gd name="connsiteY992" fmla="*/ 930182 h 1849426"/>
                <a:gd name="connsiteX993" fmla="*/ 2721685 w 6386648"/>
                <a:gd name="connsiteY993" fmla="*/ 912157 h 1849426"/>
                <a:gd name="connsiteX994" fmla="*/ 2739709 w 6386648"/>
                <a:gd name="connsiteY994" fmla="*/ 894133 h 1849426"/>
                <a:gd name="connsiteX995" fmla="*/ 360487 w 6386648"/>
                <a:gd name="connsiteY995" fmla="*/ 894133 h 1849426"/>
                <a:gd name="connsiteX996" fmla="*/ 378512 w 6386648"/>
                <a:gd name="connsiteY996" fmla="*/ 912157 h 1849426"/>
                <a:gd name="connsiteX997" fmla="*/ 360487 w 6386648"/>
                <a:gd name="connsiteY997" fmla="*/ 930182 h 1849426"/>
                <a:gd name="connsiteX998" fmla="*/ 342463 w 6386648"/>
                <a:gd name="connsiteY998" fmla="*/ 912157 h 1849426"/>
                <a:gd name="connsiteX999" fmla="*/ 360487 w 6386648"/>
                <a:gd name="connsiteY999" fmla="*/ 894133 h 1849426"/>
                <a:gd name="connsiteX1000" fmla="*/ 1093480 w 6386648"/>
                <a:gd name="connsiteY1000" fmla="*/ 888125 h 1849426"/>
                <a:gd name="connsiteX1001" fmla="*/ 1111505 w 6386648"/>
                <a:gd name="connsiteY1001" fmla="*/ 906150 h 1849426"/>
                <a:gd name="connsiteX1002" fmla="*/ 1093480 w 6386648"/>
                <a:gd name="connsiteY1002" fmla="*/ 924174 h 1849426"/>
                <a:gd name="connsiteX1003" fmla="*/ 1075456 w 6386648"/>
                <a:gd name="connsiteY1003" fmla="*/ 906150 h 1849426"/>
                <a:gd name="connsiteX1004" fmla="*/ 1093480 w 6386648"/>
                <a:gd name="connsiteY1004" fmla="*/ 888125 h 1849426"/>
                <a:gd name="connsiteX1005" fmla="*/ 3707019 w 6386648"/>
                <a:gd name="connsiteY1005" fmla="*/ 882116 h 1849426"/>
                <a:gd name="connsiteX1006" fmla="*/ 3725044 w 6386648"/>
                <a:gd name="connsiteY1006" fmla="*/ 900140 h 1849426"/>
                <a:gd name="connsiteX1007" fmla="*/ 3707019 w 6386648"/>
                <a:gd name="connsiteY1007" fmla="*/ 918165 h 1849426"/>
                <a:gd name="connsiteX1008" fmla="*/ 3688994 w 6386648"/>
                <a:gd name="connsiteY1008" fmla="*/ 900140 h 1849426"/>
                <a:gd name="connsiteX1009" fmla="*/ 3707019 w 6386648"/>
                <a:gd name="connsiteY1009" fmla="*/ 882116 h 1849426"/>
                <a:gd name="connsiteX1010" fmla="*/ 1742358 w 6386648"/>
                <a:gd name="connsiteY1010" fmla="*/ 882116 h 1849426"/>
                <a:gd name="connsiteX1011" fmla="*/ 1760383 w 6386648"/>
                <a:gd name="connsiteY1011" fmla="*/ 900140 h 1849426"/>
                <a:gd name="connsiteX1012" fmla="*/ 1742358 w 6386648"/>
                <a:gd name="connsiteY1012" fmla="*/ 918165 h 1849426"/>
                <a:gd name="connsiteX1013" fmla="*/ 1724334 w 6386648"/>
                <a:gd name="connsiteY1013" fmla="*/ 900140 h 1849426"/>
                <a:gd name="connsiteX1014" fmla="*/ 1742358 w 6386648"/>
                <a:gd name="connsiteY1014" fmla="*/ 882116 h 1849426"/>
                <a:gd name="connsiteX1015" fmla="*/ 757024 w 6386648"/>
                <a:gd name="connsiteY1015" fmla="*/ 876108 h 1849426"/>
                <a:gd name="connsiteX1016" fmla="*/ 775049 w 6386648"/>
                <a:gd name="connsiteY1016" fmla="*/ 894132 h 1849426"/>
                <a:gd name="connsiteX1017" fmla="*/ 757024 w 6386648"/>
                <a:gd name="connsiteY1017" fmla="*/ 912157 h 1849426"/>
                <a:gd name="connsiteX1018" fmla="*/ 739000 w 6386648"/>
                <a:gd name="connsiteY1018" fmla="*/ 894132 h 1849426"/>
                <a:gd name="connsiteX1019" fmla="*/ 757024 w 6386648"/>
                <a:gd name="connsiteY1019" fmla="*/ 876108 h 1849426"/>
                <a:gd name="connsiteX1020" fmla="*/ 6104265 w 6386648"/>
                <a:gd name="connsiteY1020" fmla="*/ 870100 h 1849426"/>
                <a:gd name="connsiteX1021" fmla="*/ 6122290 w 6386648"/>
                <a:gd name="connsiteY1021" fmla="*/ 888124 h 1849426"/>
                <a:gd name="connsiteX1022" fmla="*/ 6104265 w 6386648"/>
                <a:gd name="connsiteY1022" fmla="*/ 906149 h 1849426"/>
                <a:gd name="connsiteX1023" fmla="*/ 6086241 w 6386648"/>
                <a:gd name="connsiteY1023" fmla="*/ 888124 h 1849426"/>
                <a:gd name="connsiteX1024" fmla="*/ 6104265 w 6386648"/>
                <a:gd name="connsiteY1024" fmla="*/ 870100 h 1849426"/>
                <a:gd name="connsiteX1025" fmla="*/ 474642 w 6386648"/>
                <a:gd name="connsiteY1025" fmla="*/ 870100 h 1849426"/>
                <a:gd name="connsiteX1026" fmla="*/ 492667 w 6386648"/>
                <a:gd name="connsiteY1026" fmla="*/ 888124 h 1849426"/>
                <a:gd name="connsiteX1027" fmla="*/ 474642 w 6386648"/>
                <a:gd name="connsiteY1027" fmla="*/ 906149 h 1849426"/>
                <a:gd name="connsiteX1028" fmla="*/ 456618 w 6386648"/>
                <a:gd name="connsiteY1028" fmla="*/ 888124 h 1849426"/>
                <a:gd name="connsiteX1029" fmla="*/ 474642 w 6386648"/>
                <a:gd name="connsiteY1029" fmla="*/ 870100 h 1849426"/>
                <a:gd name="connsiteX1030" fmla="*/ 3568832 w 6386648"/>
                <a:gd name="connsiteY1030" fmla="*/ 864092 h 1849426"/>
                <a:gd name="connsiteX1031" fmla="*/ 3586857 w 6386648"/>
                <a:gd name="connsiteY1031" fmla="*/ 882116 h 1849426"/>
                <a:gd name="connsiteX1032" fmla="*/ 3568832 w 6386648"/>
                <a:gd name="connsiteY1032" fmla="*/ 900141 h 1849426"/>
                <a:gd name="connsiteX1033" fmla="*/ 3550808 w 6386648"/>
                <a:gd name="connsiteY1033" fmla="*/ 882116 h 1849426"/>
                <a:gd name="connsiteX1034" fmla="*/ 3568832 w 6386648"/>
                <a:gd name="connsiteY1034" fmla="*/ 864092 h 1849426"/>
                <a:gd name="connsiteX1035" fmla="*/ 2980034 w 6386648"/>
                <a:gd name="connsiteY1035" fmla="*/ 864092 h 1849426"/>
                <a:gd name="connsiteX1036" fmla="*/ 2998059 w 6386648"/>
                <a:gd name="connsiteY1036" fmla="*/ 882116 h 1849426"/>
                <a:gd name="connsiteX1037" fmla="*/ 2980034 w 6386648"/>
                <a:gd name="connsiteY1037" fmla="*/ 900141 h 1849426"/>
                <a:gd name="connsiteX1038" fmla="*/ 2962010 w 6386648"/>
                <a:gd name="connsiteY1038" fmla="*/ 882116 h 1849426"/>
                <a:gd name="connsiteX1039" fmla="*/ 2980034 w 6386648"/>
                <a:gd name="connsiteY1039" fmla="*/ 864092 h 1849426"/>
                <a:gd name="connsiteX1040" fmla="*/ 2012725 w 6386648"/>
                <a:gd name="connsiteY1040" fmla="*/ 864092 h 1849426"/>
                <a:gd name="connsiteX1041" fmla="*/ 2030750 w 6386648"/>
                <a:gd name="connsiteY1041" fmla="*/ 882116 h 1849426"/>
                <a:gd name="connsiteX1042" fmla="*/ 2012725 w 6386648"/>
                <a:gd name="connsiteY1042" fmla="*/ 900141 h 1849426"/>
                <a:gd name="connsiteX1043" fmla="*/ 1994701 w 6386648"/>
                <a:gd name="connsiteY1043" fmla="*/ 882116 h 1849426"/>
                <a:gd name="connsiteX1044" fmla="*/ 2012725 w 6386648"/>
                <a:gd name="connsiteY1044" fmla="*/ 864092 h 1849426"/>
                <a:gd name="connsiteX1045" fmla="*/ 3857222 w 6386648"/>
                <a:gd name="connsiteY1045" fmla="*/ 858084 h 1849426"/>
                <a:gd name="connsiteX1046" fmla="*/ 3875247 w 6386648"/>
                <a:gd name="connsiteY1046" fmla="*/ 876109 h 1849426"/>
                <a:gd name="connsiteX1047" fmla="*/ 3857222 w 6386648"/>
                <a:gd name="connsiteY1047" fmla="*/ 894133 h 1849426"/>
                <a:gd name="connsiteX1048" fmla="*/ 3839197 w 6386648"/>
                <a:gd name="connsiteY1048" fmla="*/ 876109 h 1849426"/>
                <a:gd name="connsiteX1049" fmla="*/ 3857222 w 6386648"/>
                <a:gd name="connsiteY1049" fmla="*/ 858084 h 1849426"/>
                <a:gd name="connsiteX1050" fmla="*/ 1387878 w 6386648"/>
                <a:gd name="connsiteY1050" fmla="*/ 858084 h 1849426"/>
                <a:gd name="connsiteX1051" fmla="*/ 1405903 w 6386648"/>
                <a:gd name="connsiteY1051" fmla="*/ 876109 h 1849426"/>
                <a:gd name="connsiteX1052" fmla="*/ 1387878 w 6386648"/>
                <a:gd name="connsiteY1052" fmla="*/ 894133 h 1849426"/>
                <a:gd name="connsiteX1053" fmla="*/ 1369854 w 6386648"/>
                <a:gd name="connsiteY1053" fmla="*/ 876109 h 1849426"/>
                <a:gd name="connsiteX1054" fmla="*/ 1387878 w 6386648"/>
                <a:gd name="connsiteY1054" fmla="*/ 858084 h 1849426"/>
                <a:gd name="connsiteX1055" fmla="*/ 973317 w 6386648"/>
                <a:gd name="connsiteY1055" fmla="*/ 852076 h 1849426"/>
                <a:gd name="connsiteX1056" fmla="*/ 991342 w 6386648"/>
                <a:gd name="connsiteY1056" fmla="*/ 870100 h 1849426"/>
                <a:gd name="connsiteX1057" fmla="*/ 973317 w 6386648"/>
                <a:gd name="connsiteY1057" fmla="*/ 888125 h 1849426"/>
                <a:gd name="connsiteX1058" fmla="*/ 955293 w 6386648"/>
                <a:gd name="connsiteY1058" fmla="*/ 870100 h 1849426"/>
                <a:gd name="connsiteX1059" fmla="*/ 973317 w 6386648"/>
                <a:gd name="connsiteY1059" fmla="*/ 852076 h 1849426"/>
                <a:gd name="connsiteX1060" fmla="*/ 228308 w 6386648"/>
                <a:gd name="connsiteY1060" fmla="*/ 852076 h 1849426"/>
                <a:gd name="connsiteX1061" fmla="*/ 246333 w 6386648"/>
                <a:gd name="connsiteY1061" fmla="*/ 870100 h 1849426"/>
                <a:gd name="connsiteX1062" fmla="*/ 228308 w 6386648"/>
                <a:gd name="connsiteY1062" fmla="*/ 888125 h 1849426"/>
                <a:gd name="connsiteX1063" fmla="*/ 210284 w 6386648"/>
                <a:gd name="connsiteY1063" fmla="*/ 870100 h 1849426"/>
                <a:gd name="connsiteX1064" fmla="*/ 228308 w 6386648"/>
                <a:gd name="connsiteY1064" fmla="*/ 852076 h 1849426"/>
                <a:gd name="connsiteX1065" fmla="*/ 3196327 w 6386648"/>
                <a:gd name="connsiteY1065" fmla="*/ 846068 h 1849426"/>
                <a:gd name="connsiteX1066" fmla="*/ 3214352 w 6386648"/>
                <a:gd name="connsiteY1066" fmla="*/ 864092 h 1849426"/>
                <a:gd name="connsiteX1067" fmla="*/ 3196327 w 6386648"/>
                <a:gd name="connsiteY1067" fmla="*/ 882117 h 1849426"/>
                <a:gd name="connsiteX1068" fmla="*/ 3178302 w 6386648"/>
                <a:gd name="connsiteY1068" fmla="*/ 864092 h 1849426"/>
                <a:gd name="connsiteX1069" fmla="*/ 3196327 w 6386648"/>
                <a:gd name="connsiteY1069" fmla="*/ 846068 h 1849426"/>
                <a:gd name="connsiteX1070" fmla="*/ 6218419 w 6386648"/>
                <a:gd name="connsiteY1070" fmla="*/ 840059 h 1849426"/>
                <a:gd name="connsiteX1071" fmla="*/ 6236444 w 6386648"/>
                <a:gd name="connsiteY1071" fmla="*/ 858083 h 1849426"/>
                <a:gd name="connsiteX1072" fmla="*/ 6218419 w 6386648"/>
                <a:gd name="connsiteY1072" fmla="*/ 876108 h 1849426"/>
                <a:gd name="connsiteX1073" fmla="*/ 6200395 w 6386648"/>
                <a:gd name="connsiteY1073" fmla="*/ 858083 h 1849426"/>
                <a:gd name="connsiteX1074" fmla="*/ 6218419 w 6386648"/>
                <a:gd name="connsiteY1074" fmla="*/ 840059 h 1849426"/>
                <a:gd name="connsiteX1075" fmla="*/ 5978094 w 6386648"/>
                <a:gd name="connsiteY1075" fmla="*/ 834051 h 1849426"/>
                <a:gd name="connsiteX1076" fmla="*/ 5996119 w 6386648"/>
                <a:gd name="connsiteY1076" fmla="*/ 852075 h 1849426"/>
                <a:gd name="connsiteX1077" fmla="*/ 5978094 w 6386648"/>
                <a:gd name="connsiteY1077" fmla="*/ 870100 h 1849426"/>
                <a:gd name="connsiteX1078" fmla="*/ 5960070 w 6386648"/>
                <a:gd name="connsiteY1078" fmla="*/ 852075 h 1849426"/>
                <a:gd name="connsiteX1079" fmla="*/ 5978094 w 6386648"/>
                <a:gd name="connsiteY1079" fmla="*/ 834051 h 1849426"/>
                <a:gd name="connsiteX1080" fmla="*/ 2198977 w 6386648"/>
                <a:gd name="connsiteY1080" fmla="*/ 834051 h 1849426"/>
                <a:gd name="connsiteX1081" fmla="*/ 2217002 w 6386648"/>
                <a:gd name="connsiteY1081" fmla="*/ 852075 h 1849426"/>
                <a:gd name="connsiteX1082" fmla="*/ 2198977 w 6386648"/>
                <a:gd name="connsiteY1082" fmla="*/ 870100 h 1849426"/>
                <a:gd name="connsiteX1083" fmla="*/ 2180953 w 6386648"/>
                <a:gd name="connsiteY1083" fmla="*/ 852075 h 1849426"/>
                <a:gd name="connsiteX1084" fmla="*/ 2198977 w 6386648"/>
                <a:gd name="connsiteY1084" fmla="*/ 834051 h 1849426"/>
                <a:gd name="connsiteX1085" fmla="*/ 1622196 w 6386648"/>
                <a:gd name="connsiteY1085" fmla="*/ 834051 h 1849426"/>
                <a:gd name="connsiteX1086" fmla="*/ 1640221 w 6386648"/>
                <a:gd name="connsiteY1086" fmla="*/ 852075 h 1849426"/>
                <a:gd name="connsiteX1087" fmla="*/ 1622196 w 6386648"/>
                <a:gd name="connsiteY1087" fmla="*/ 870100 h 1849426"/>
                <a:gd name="connsiteX1088" fmla="*/ 1604172 w 6386648"/>
                <a:gd name="connsiteY1088" fmla="*/ 852075 h 1849426"/>
                <a:gd name="connsiteX1089" fmla="*/ 1622196 w 6386648"/>
                <a:gd name="connsiteY1089" fmla="*/ 834051 h 1849426"/>
                <a:gd name="connsiteX1090" fmla="*/ 1201626 w 6386648"/>
                <a:gd name="connsiteY1090" fmla="*/ 834051 h 1849426"/>
                <a:gd name="connsiteX1091" fmla="*/ 1219651 w 6386648"/>
                <a:gd name="connsiteY1091" fmla="*/ 852075 h 1849426"/>
                <a:gd name="connsiteX1092" fmla="*/ 1201626 w 6386648"/>
                <a:gd name="connsiteY1092" fmla="*/ 870100 h 1849426"/>
                <a:gd name="connsiteX1093" fmla="*/ 1183602 w 6386648"/>
                <a:gd name="connsiteY1093" fmla="*/ 852075 h 1849426"/>
                <a:gd name="connsiteX1094" fmla="*/ 1201626 w 6386648"/>
                <a:gd name="connsiteY1094" fmla="*/ 834051 h 1849426"/>
                <a:gd name="connsiteX1095" fmla="*/ 2469343 w 6386648"/>
                <a:gd name="connsiteY1095" fmla="*/ 828043 h 1849426"/>
                <a:gd name="connsiteX1096" fmla="*/ 2487368 w 6386648"/>
                <a:gd name="connsiteY1096" fmla="*/ 846068 h 1849426"/>
                <a:gd name="connsiteX1097" fmla="*/ 2469343 w 6386648"/>
                <a:gd name="connsiteY1097" fmla="*/ 864092 h 1849426"/>
                <a:gd name="connsiteX1098" fmla="*/ 2451319 w 6386648"/>
                <a:gd name="connsiteY1098" fmla="*/ 846068 h 1849426"/>
                <a:gd name="connsiteX1099" fmla="*/ 2469343 w 6386648"/>
                <a:gd name="connsiteY1099" fmla="*/ 828043 h 1849426"/>
                <a:gd name="connsiteX1100" fmla="*/ 3448669 w 6386648"/>
                <a:gd name="connsiteY1100" fmla="*/ 822035 h 1849426"/>
                <a:gd name="connsiteX1101" fmla="*/ 3466694 w 6386648"/>
                <a:gd name="connsiteY1101" fmla="*/ 840059 h 1849426"/>
                <a:gd name="connsiteX1102" fmla="*/ 3448669 w 6386648"/>
                <a:gd name="connsiteY1102" fmla="*/ 858084 h 1849426"/>
                <a:gd name="connsiteX1103" fmla="*/ 3430645 w 6386648"/>
                <a:gd name="connsiteY1103" fmla="*/ 840059 h 1849426"/>
                <a:gd name="connsiteX1104" fmla="*/ 3448669 w 6386648"/>
                <a:gd name="connsiteY1104" fmla="*/ 822035 h 1849426"/>
                <a:gd name="connsiteX1105" fmla="*/ 1874537 w 6386648"/>
                <a:gd name="connsiteY1105" fmla="*/ 822035 h 1849426"/>
                <a:gd name="connsiteX1106" fmla="*/ 1892562 w 6386648"/>
                <a:gd name="connsiteY1106" fmla="*/ 840059 h 1849426"/>
                <a:gd name="connsiteX1107" fmla="*/ 1874537 w 6386648"/>
                <a:gd name="connsiteY1107" fmla="*/ 858084 h 1849426"/>
                <a:gd name="connsiteX1108" fmla="*/ 1856513 w 6386648"/>
                <a:gd name="connsiteY1108" fmla="*/ 840059 h 1849426"/>
                <a:gd name="connsiteX1109" fmla="*/ 1874537 w 6386648"/>
                <a:gd name="connsiteY1109" fmla="*/ 822035 h 1849426"/>
                <a:gd name="connsiteX1110" fmla="*/ 2823823 w 6386648"/>
                <a:gd name="connsiteY1110" fmla="*/ 816027 h 1849426"/>
                <a:gd name="connsiteX1111" fmla="*/ 2841848 w 6386648"/>
                <a:gd name="connsiteY1111" fmla="*/ 834051 h 1849426"/>
                <a:gd name="connsiteX1112" fmla="*/ 2823823 w 6386648"/>
                <a:gd name="connsiteY1112" fmla="*/ 852076 h 1849426"/>
                <a:gd name="connsiteX1113" fmla="*/ 2805799 w 6386648"/>
                <a:gd name="connsiteY1113" fmla="*/ 834051 h 1849426"/>
                <a:gd name="connsiteX1114" fmla="*/ 2823823 w 6386648"/>
                <a:gd name="connsiteY1114" fmla="*/ 816027 h 1849426"/>
                <a:gd name="connsiteX1115" fmla="*/ 2595514 w 6386648"/>
                <a:gd name="connsiteY1115" fmla="*/ 816027 h 1849426"/>
                <a:gd name="connsiteX1116" fmla="*/ 2613539 w 6386648"/>
                <a:gd name="connsiteY1116" fmla="*/ 834051 h 1849426"/>
                <a:gd name="connsiteX1117" fmla="*/ 2595514 w 6386648"/>
                <a:gd name="connsiteY1117" fmla="*/ 852076 h 1849426"/>
                <a:gd name="connsiteX1118" fmla="*/ 2577489 w 6386648"/>
                <a:gd name="connsiteY1118" fmla="*/ 834051 h 1849426"/>
                <a:gd name="connsiteX1119" fmla="*/ 2595514 w 6386648"/>
                <a:gd name="connsiteY1119" fmla="*/ 816027 h 1849426"/>
                <a:gd name="connsiteX1120" fmla="*/ 2307124 w 6386648"/>
                <a:gd name="connsiteY1120" fmla="*/ 816027 h 1849426"/>
                <a:gd name="connsiteX1121" fmla="*/ 2325148 w 6386648"/>
                <a:gd name="connsiteY1121" fmla="*/ 834051 h 1849426"/>
                <a:gd name="connsiteX1122" fmla="*/ 2307124 w 6386648"/>
                <a:gd name="connsiteY1122" fmla="*/ 852076 h 1849426"/>
                <a:gd name="connsiteX1123" fmla="*/ 2289099 w 6386648"/>
                <a:gd name="connsiteY1123" fmla="*/ 834051 h 1849426"/>
                <a:gd name="connsiteX1124" fmla="*/ 2307124 w 6386648"/>
                <a:gd name="connsiteY1124" fmla="*/ 816027 h 1849426"/>
                <a:gd name="connsiteX1125" fmla="*/ 606821 w 6386648"/>
                <a:gd name="connsiteY1125" fmla="*/ 816027 h 1849426"/>
                <a:gd name="connsiteX1126" fmla="*/ 624846 w 6386648"/>
                <a:gd name="connsiteY1126" fmla="*/ 834051 h 1849426"/>
                <a:gd name="connsiteX1127" fmla="*/ 606821 w 6386648"/>
                <a:gd name="connsiteY1127" fmla="*/ 852076 h 1849426"/>
                <a:gd name="connsiteX1128" fmla="*/ 588797 w 6386648"/>
                <a:gd name="connsiteY1128" fmla="*/ 834051 h 1849426"/>
                <a:gd name="connsiteX1129" fmla="*/ 606821 w 6386648"/>
                <a:gd name="connsiteY1129" fmla="*/ 816027 h 1849426"/>
                <a:gd name="connsiteX1130" fmla="*/ 3292457 w 6386648"/>
                <a:gd name="connsiteY1130" fmla="*/ 791994 h 1849426"/>
                <a:gd name="connsiteX1131" fmla="*/ 3310482 w 6386648"/>
                <a:gd name="connsiteY1131" fmla="*/ 810018 h 1849426"/>
                <a:gd name="connsiteX1132" fmla="*/ 3292457 w 6386648"/>
                <a:gd name="connsiteY1132" fmla="*/ 828043 h 1849426"/>
                <a:gd name="connsiteX1133" fmla="*/ 3274433 w 6386648"/>
                <a:gd name="connsiteY1133" fmla="*/ 810018 h 1849426"/>
                <a:gd name="connsiteX1134" fmla="*/ 3292457 w 6386648"/>
                <a:gd name="connsiteY1134" fmla="*/ 791994 h 1849426"/>
                <a:gd name="connsiteX1135" fmla="*/ 859163 w 6386648"/>
                <a:gd name="connsiteY1135" fmla="*/ 791994 h 1849426"/>
                <a:gd name="connsiteX1136" fmla="*/ 877188 w 6386648"/>
                <a:gd name="connsiteY1136" fmla="*/ 810018 h 1849426"/>
                <a:gd name="connsiteX1137" fmla="*/ 859163 w 6386648"/>
                <a:gd name="connsiteY1137" fmla="*/ 828043 h 1849426"/>
                <a:gd name="connsiteX1138" fmla="*/ 841139 w 6386648"/>
                <a:gd name="connsiteY1138" fmla="*/ 810018 h 1849426"/>
                <a:gd name="connsiteX1139" fmla="*/ 859163 w 6386648"/>
                <a:gd name="connsiteY1139" fmla="*/ 791994 h 1849426"/>
                <a:gd name="connsiteX1140" fmla="*/ 1297756 w 6386648"/>
                <a:gd name="connsiteY1140" fmla="*/ 785986 h 1849426"/>
                <a:gd name="connsiteX1141" fmla="*/ 1315781 w 6386648"/>
                <a:gd name="connsiteY1141" fmla="*/ 804010 h 1849426"/>
                <a:gd name="connsiteX1142" fmla="*/ 1297756 w 6386648"/>
                <a:gd name="connsiteY1142" fmla="*/ 822035 h 1849426"/>
                <a:gd name="connsiteX1143" fmla="*/ 1279732 w 6386648"/>
                <a:gd name="connsiteY1143" fmla="*/ 804010 h 1849426"/>
                <a:gd name="connsiteX1144" fmla="*/ 1297756 w 6386648"/>
                <a:gd name="connsiteY1144" fmla="*/ 785986 h 1849426"/>
                <a:gd name="connsiteX1145" fmla="*/ 324438 w 6386648"/>
                <a:gd name="connsiteY1145" fmla="*/ 785986 h 1849426"/>
                <a:gd name="connsiteX1146" fmla="*/ 342463 w 6386648"/>
                <a:gd name="connsiteY1146" fmla="*/ 804010 h 1849426"/>
                <a:gd name="connsiteX1147" fmla="*/ 324438 w 6386648"/>
                <a:gd name="connsiteY1147" fmla="*/ 822035 h 1849426"/>
                <a:gd name="connsiteX1148" fmla="*/ 306414 w 6386648"/>
                <a:gd name="connsiteY1148" fmla="*/ 804010 h 1849426"/>
                <a:gd name="connsiteX1149" fmla="*/ 324438 w 6386648"/>
                <a:gd name="connsiteY1149" fmla="*/ 785986 h 1849426"/>
                <a:gd name="connsiteX1150" fmla="*/ 3755084 w 6386648"/>
                <a:gd name="connsiteY1150" fmla="*/ 779978 h 1849426"/>
                <a:gd name="connsiteX1151" fmla="*/ 3773109 w 6386648"/>
                <a:gd name="connsiteY1151" fmla="*/ 798002 h 1849426"/>
                <a:gd name="connsiteX1152" fmla="*/ 3755084 w 6386648"/>
                <a:gd name="connsiteY1152" fmla="*/ 816027 h 1849426"/>
                <a:gd name="connsiteX1153" fmla="*/ 3737060 w 6386648"/>
                <a:gd name="connsiteY1153" fmla="*/ 798002 h 1849426"/>
                <a:gd name="connsiteX1154" fmla="*/ 3755084 w 6386648"/>
                <a:gd name="connsiteY1154" fmla="*/ 779978 h 1849426"/>
                <a:gd name="connsiteX1155" fmla="*/ 1496026 w 6386648"/>
                <a:gd name="connsiteY1155" fmla="*/ 779978 h 1849426"/>
                <a:gd name="connsiteX1156" fmla="*/ 1514050 w 6386648"/>
                <a:gd name="connsiteY1156" fmla="*/ 798002 h 1849426"/>
                <a:gd name="connsiteX1157" fmla="*/ 1496026 w 6386648"/>
                <a:gd name="connsiteY1157" fmla="*/ 816027 h 1849426"/>
                <a:gd name="connsiteX1158" fmla="*/ 1478001 w 6386648"/>
                <a:gd name="connsiteY1158" fmla="*/ 798002 h 1849426"/>
                <a:gd name="connsiteX1159" fmla="*/ 1496026 w 6386648"/>
                <a:gd name="connsiteY1159" fmla="*/ 779978 h 1849426"/>
                <a:gd name="connsiteX1160" fmla="*/ 3622905 w 6386648"/>
                <a:gd name="connsiteY1160" fmla="*/ 767962 h 1849426"/>
                <a:gd name="connsiteX1161" fmla="*/ 3640930 w 6386648"/>
                <a:gd name="connsiteY1161" fmla="*/ 785987 h 1849426"/>
                <a:gd name="connsiteX1162" fmla="*/ 3622905 w 6386648"/>
                <a:gd name="connsiteY1162" fmla="*/ 804011 h 1849426"/>
                <a:gd name="connsiteX1163" fmla="*/ 3604881 w 6386648"/>
                <a:gd name="connsiteY1163" fmla="*/ 785987 h 1849426"/>
                <a:gd name="connsiteX1164" fmla="*/ 3622905 w 6386648"/>
                <a:gd name="connsiteY1164" fmla="*/ 767962 h 1849426"/>
                <a:gd name="connsiteX1165" fmla="*/ 3112213 w 6386648"/>
                <a:gd name="connsiteY1165" fmla="*/ 767962 h 1849426"/>
                <a:gd name="connsiteX1166" fmla="*/ 3130238 w 6386648"/>
                <a:gd name="connsiteY1166" fmla="*/ 785987 h 1849426"/>
                <a:gd name="connsiteX1167" fmla="*/ 3112213 w 6386648"/>
                <a:gd name="connsiteY1167" fmla="*/ 804011 h 1849426"/>
                <a:gd name="connsiteX1168" fmla="*/ 3094189 w 6386648"/>
                <a:gd name="connsiteY1168" fmla="*/ 785987 h 1849426"/>
                <a:gd name="connsiteX1169" fmla="*/ 3112213 w 6386648"/>
                <a:gd name="connsiteY1169" fmla="*/ 767962 h 1849426"/>
                <a:gd name="connsiteX1170" fmla="*/ 714968 w 6386648"/>
                <a:gd name="connsiteY1170" fmla="*/ 767962 h 1849426"/>
                <a:gd name="connsiteX1171" fmla="*/ 732992 w 6386648"/>
                <a:gd name="connsiteY1171" fmla="*/ 785987 h 1849426"/>
                <a:gd name="connsiteX1172" fmla="*/ 714968 w 6386648"/>
                <a:gd name="connsiteY1172" fmla="*/ 804011 h 1849426"/>
                <a:gd name="connsiteX1173" fmla="*/ 696943 w 6386648"/>
                <a:gd name="connsiteY1173" fmla="*/ 785987 h 1849426"/>
                <a:gd name="connsiteX1174" fmla="*/ 714968 w 6386648"/>
                <a:gd name="connsiteY1174" fmla="*/ 767962 h 1849426"/>
                <a:gd name="connsiteX1175" fmla="*/ 2986042 w 6386648"/>
                <a:gd name="connsiteY1175" fmla="*/ 761954 h 1849426"/>
                <a:gd name="connsiteX1176" fmla="*/ 3004067 w 6386648"/>
                <a:gd name="connsiteY1176" fmla="*/ 779978 h 1849426"/>
                <a:gd name="connsiteX1177" fmla="*/ 2986042 w 6386648"/>
                <a:gd name="connsiteY1177" fmla="*/ 798003 h 1849426"/>
                <a:gd name="connsiteX1178" fmla="*/ 2968017 w 6386648"/>
                <a:gd name="connsiteY1178" fmla="*/ 779978 h 1849426"/>
                <a:gd name="connsiteX1179" fmla="*/ 2986042 w 6386648"/>
                <a:gd name="connsiteY1179" fmla="*/ 761954 h 1849426"/>
                <a:gd name="connsiteX1180" fmla="*/ 1736351 w 6386648"/>
                <a:gd name="connsiteY1180" fmla="*/ 761954 h 1849426"/>
                <a:gd name="connsiteX1181" fmla="*/ 1754375 w 6386648"/>
                <a:gd name="connsiteY1181" fmla="*/ 779978 h 1849426"/>
                <a:gd name="connsiteX1182" fmla="*/ 1736351 w 6386648"/>
                <a:gd name="connsiteY1182" fmla="*/ 798003 h 1849426"/>
                <a:gd name="connsiteX1183" fmla="*/ 1718326 w 6386648"/>
                <a:gd name="connsiteY1183" fmla="*/ 779978 h 1849426"/>
                <a:gd name="connsiteX1184" fmla="*/ 1736351 w 6386648"/>
                <a:gd name="connsiteY1184" fmla="*/ 761954 h 1849426"/>
                <a:gd name="connsiteX1185" fmla="*/ 5863939 w 6386648"/>
                <a:gd name="connsiteY1185" fmla="*/ 755946 h 1849426"/>
                <a:gd name="connsiteX1186" fmla="*/ 5881964 w 6386648"/>
                <a:gd name="connsiteY1186" fmla="*/ 773970 h 1849426"/>
                <a:gd name="connsiteX1187" fmla="*/ 5863939 w 6386648"/>
                <a:gd name="connsiteY1187" fmla="*/ 791995 h 1849426"/>
                <a:gd name="connsiteX1188" fmla="*/ 5845915 w 6386648"/>
                <a:gd name="connsiteY1188" fmla="*/ 773970 h 1849426"/>
                <a:gd name="connsiteX1189" fmla="*/ 5863939 w 6386648"/>
                <a:gd name="connsiteY1189" fmla="*/ 755946 h 1849426"/>
                <a:gd name="connsiteX1190" fmla="*/ 2685636 w 6386648"/>
                <a:gd name="connsiteY1190" fmla="*/ 755946 h 1849426"/>
                <a:gd name="connsiteX1191" fmla="*/ 2703661 w 6386648"/>
                <a:gd name="connsiteY1191" fmla="*/ 773970 h 1849426"/>
                <a:gd name="connsiteX1192" fmla="*/ 2685636 w 6386648"/>
                <a:gd name="connsiteY1192" fmla="*/ 791995 h 1849426"/>
                <a:gd name="connsiteX1193" fmla="*/ 2667611 w 6386648"/>
                <a:gd name="connsiteY1193" fmla="*/ 773970 h 1849426"/>
                <a:gd name="connsiteX1194" fmla="*/ 2685636 w 6386648"/>
                <a:gd name="connsiteY1194" fmla="*/ 755946 h 1849426"/>
                <a:gd name="connsiteX1195" fmla="*/ 1069447 w 6386648"/>
                <a:gd name="connsiteY1195" fmla="*/ 755946 h 1849426"/>
                <a:gd name="connsiteX1196" fmla="*/ 1087472 w 6386648"/>
                <a:gd name="connsiteY1196" fmla="*/ 773970 h 1849426"/>
                <a:gd name="connsiteX1197" fmla="*/ 1069447 w 6386648"/>
                <a:gd name="connsiteY1197" fmla="*/ 791995 h 1849426"/>
                <a:gd name="connsiteX1198" fmla="*/ 1051423 w 6386648"/>
                <a:gd name="connsiteY1198" fmla="*/ 773970 h 1849426"/>
                <a:gd name="connsiteX1199" fmla="*/ 1069447 w 6386648"/>
                <a:gd name="connsiteY1199" fmla="*/ 755946 h 1849426"/>
                <a:gd name="connsiteX1200" fmla="*/ 3935328 w 6386648"/>
                <a:gd name="connsiteY1200" fmla="*/ 749937 h 1849426"/>
                <a:gd name="connsiteX1201" fmla="*/ 3953353 w 6386648"/>
                <a:gd name="connsiteY1201" fmla="*/ 767961 h 1849426"/>
                <a:gd name="connsiteX1202" fmla="*/ 3935328 w 6386648"/>
                <a:gd name="connsiteY1202" fmla="*/ 785986 h 1849426"/>
                <a:gd name="connsiteX1203" fmla="*/ 3917304 w 6386648"/>
                <a:gd name="connsiteY1203" fmla="*/ 767961 h 1849426"/>
                <a:gd name="connsiteX1204" fmla="*/ 3935328 w 6386648"/>
                <a:gd name="connsiteY1204" fmla="*/ 749937 h 1849426"/>
                <a:gd name="connsiteX1205" fmla="*/ 2114863 w 6386648"/>
                <a:gd name="connsiteY1205" fmla="*/ 749937 h 1849426"/>
                <a:gd name="connsiteX1206" fmla="*/ 2132888 w 6386648"/>
                <a:gd name="connsiteY1206" fmla="*/ 767961 h 1849426"/>
                <a:gd name="connsiteX1207" fmla="*/ 2114863 w 6386648"/>
                <a:gd name="connsiteY1207" fmla="*/ 785986 h 1849426"/>
                <a:gd name="connsiteX1208" fmla="*/ 2096839 w 6386648"/>
                <a:gd name="connsiteY1208" fmla="*/ 767961 h 1849426"/>
                <a:gd name="connsiteX1209" fmla="*/ 2114863 w 6386648"/>
                <a:gd name="connsiteY1209" fmla="*/ 749937 h 1849426"/>
                <a:gd name="connsiteX1210" fmla="*/ 2006717 w 6386648"/>
                <a:gd name="connsiteY1210" fmla="*/ 749937 h 1849426"/>
                <a:gd name="connsiteX1211" fmla="*/ 2024741 w 6386648"/>
                <a:gd name="connsiteY1211" fmla="*/ 767961 h 1849426"/>
                <a:gd name="connsiteX1212" fmla="*/ 2006717 w 6386648"/>
                <a:gd name="connsiteY1212" fmla="*/ 785986 h 1849426"/>
                <a:gd name="connsiteX1213" fmla="*/ 1988692 w 6386648"/>
                <a:gd name="connsiteY1213" fmla="*/ 767961 h 1849426"/>
                <a:gd name="connsiteX1214" fmla="*/ 2006717 w 6386648"/>
                <a:gd name="connsiteY1214" fmla="*/ 749937 h 1849426"/>
                <a:gd name="connsiteX1215" fmla="*/ 6116281 w 6386648"/>
                <a:gd name="connsiteY1215" fmla="*/ 737921 h 1849426"/>
                <a:gd name="connsiteX1216" fmla="*/ 6134306 w 6386648"/>
                <a:gd name="connsiteY1216" fmla="*/ 755946 h 1849426"/>
                <a:gd name="connsiteX1217" fmla="*/ 6116281 w 6386648"/>
                <a:gd name="connsiteY1217" fmla="*/ 773970 h 1849426"/>
                <a:gd name="connsiteX1218" fmla="*/ 6098257 w 6386648"/>
                <a:gd name="connsiteY1218" fmla="*/ 755946 h 1849426"/>
                <a:gd name="connsiteX1219" fmla="*/ 6116281 w 6386648"/>
                <a:gd name="connsiteY1219" fmla="*/ 737921 h 1849426"/>
                <a:gd name="connsiteX1220" fmla="*/ 2397246 w 6386648"/>
                <a:gd name="connsiteY1220" fmla="*/ 737921 h 1849426"/>
                <a:gd name="connsiteX1221" fmla="*/ 2415270 w 6386648"/>
                <a:gd name="connsiteY1221" fmla="*/ 755946 h 1849426"/>
                <a:gd name="connsiteX1222" fmla="*/ 2397246 w 6386648"/>
                <a:gd name="connsiteY1222" fmla="*/ 773970 h 1849426"/>
                <a:gd name="connsiteX1223" fmla="*/ 2379221 w 6386648"/>
                <a:gd name="connsiteY1223" fmla="*/ 755946 h 1849426"/>
                <a:gd name="connsiteX1224" fmla="*/ 2397246 w 6386648"/>
                <a:gd name="connsiteY1224" fmla="*/ 737921 h 1849426"/>
                <a:gd name="connsiteX1225" fmla="*/ 522707 w 6386648"/>
                <a:gd name="connsiteY1225" fmla="*/ 731913 h 1849426"/>
                <a:gd name="connsiteX1226" fmla="*/ 540732 w 6386648"/>
                <a:gd name="connsiteY1226" fmla="*/ 749937 h 1849426"/>
                <a:gd name="connsiteX1227" fmla="*/ 522707 w 6386648"/>
                <a:gd name="connsiteY1227" fmla="*/ 767962 h 1849426"/>
                <a:gd name="connsiteX1228" fmla="*/ 504683 w 6386648"/>
                <a:gd name="connsiteY1228" fmla="*/ 749937 h 1849426"/>
                <a:gd name="connsiteX1229" fmla="*/ 522707 w 6386648"/>
                <a:gd name="connsiteY1229" fmla="*/ 731913 h 1849426"/>
                <a:gd name="connsiteX1230" fmla="*/ 414561 w 6386648"/>
                <a:gd name="connsiteY1230" fmla="*/ 731913 h 1849426"/>
                <a:gd name="connsiteX1231" fmla="*/ 432586 w 6386648"/>
                <a:gd name="connsiteY1231" fmla="*/ 749937 h 1849426"/>
                <a:gd name="connsiteX1232" fmla="*/ 414561 w 6386648"/>
                <a:gd name="connsiteY1232" fmla="*/ 767962 h 1849426"/>
                <a:gd name="connsiteX1233" fmla="*/ 396537 w 6386648"/>
                <a:gd name="connsiteY1233" fmla="*/ 749937 h 1849426"/>
                <a:gd name="connsiteX1234" fmla="*/ 414561 w 6386648"/>
                <a:gd name="connsiteY1234" fmla="*/ 731913 h 1849426"/>
                <a:gd name="connsiteX1235" fmla="*/ 6236444 w 6386648"/>
                <a:gd name="connsiteY1235" fmla="*/ 725905 h 1849426"/>
                <a:gd name="connsiteX1236" fmla="*/ 6254469 w 6386648"/>
                <a:gd name="connsiteY1236" fmla="*/ 743929 h 1849426"/>
                <a:gd name="connsiteX1237" fmla="*/ 6236444 w 6386648"/>
                <a:gd name="connsiteY1237" fmla="*/ 761954 h 1849426"/>
                <a:gd name="connsiteX1238" fmla="*/ 6218420 w 6386648"/>
                <a:gd name="connsiteY1238" fmla="*/ 743929 h 1849426"/>
                <a:gd name="connsiteX1239" fmla="*/ 6236444 w 6386648"/>
                <a:gd name="connsiteY1239" fmla="*/ 725905 h 1849426"/>
                <a:gd name="connsiteX1240" fmla="*/ 961301 w 6386648"/>
                <a:gd name="connsiteY1240" fmla="*/ 725905 h 1849426"/>
                <a:gd name="connsiteX1241" fmla="*/ 979326 w 6386648"/>
                <a:gd name="connsiteY1241" fmla="*/ 743929 h 1849426"/>
                <a:gd name="connsiteX1242" fmla="*/ 961301 w 6386648"/>
                <a:gd name="connsiteY1242" fmla="*/ 761954 h 1849426"/>
                <a:gd name="connsiteX1243" fmla="*/ 943277 w 6386648"/>
                <a:gd name="connsiteY1243" fmla="*/ 743929 h 1849426"/>
                <a:gd name="connsiteX1244" fmla="*/ 961301 w 6386648"/>
                <a:gd name="connsiteY1244" fmla="*/ 725905 h 1849426"/>
                <a:gd name="connsiteX1245" fmla="*/ 3400604 w 6386648"/>
                <a:gd name="connsiteY1245" fmla="*/ 719897 h 1849426"/>
                <a:gd name="connsiteX1246" fmla="*/ 3418629 w 6386648"/>
                <a:gd name="connsiteY1246" fmla="*/ 737921 h 1849426"/>
                <a:gd name="connsiteX1247" fmla="*/ 3400604 w 6386648"/>
                <a:gd name="connsiteY1247" fmla="*/ 755946 h 1849426"/>
                <a:gd name="connsiteX1248" fmla="*/ 3382580 w 6386648"/>
                <a:gd name="connsiteY1248" fmla="*/ 737921 h 1849426"/>
                <a:gd name="connsiteX1249" fmla="*/ 3400604 w 6386648"/>
                <a:gd name="connsiteY1249" fmla="*/ 719897 h 1849426"/>
                <a:gd name="connsiteX1250" fmla="*/ 6002126 w 6386648"/>
                <a:gd name="connsiteY1250" fmla="*/ 713889 h 1849426"/>
                <a:gd name="connsiteX1251" fmla="*/ 6020151 w 6386648"/>
                <a:gd name="connsiteY1251" fmla="*/ 731913 h 1849426"/>
                <a:gd name="connsiteX1252" fmla="*/ 6002126 w 6386648"/>
                <a:gd name="connsiteY1252" fmla="*/ 749938 h 1849426"/>
                <a:gd name="connsiteX1253" fmla="*/ 5984102 w 6386648"/>
                <a:gd name="connsiteY1253" fmla="*/ 731913 h 1849426"/>
                <a:gd name="connsiteX1254" fmla="*/ 6002126 w 6386648"/>
                <a:gd name="connsiteY1254" fmla="*/ 713889 h 1849426"/>
                <a:gd name="connsiteX1255" fmla="*/ 1610179 w 6386648"/>
                <a:gd name="connsiteY1255" fmla="*/ 713889 h 1849426"/>
                <a:gd name="connsiteX1256" fmla="*/ 1628204 w 6386648"/>
                <a:gd name="connsiteY1256" fmla="*/ 731913 h 1849426"/>
                <a:gd name="connsiteX1257" fmla="*/ 1610179 w 6386648"/>
                <a:gd name="connsiteY1257" fmla="*/ 749938 h 1849426"/>
                <a:gd name="connsiteX1258" fmla="*/ 1592155 w 6386648"/>
                <a:gd name="connsiteY1258" fmla="*/ 731913 h 1849426"/>
                <a:gd name="connsiteX1259" fmla="*/ 1610179 w 6386648"/>
                <a:gd name="connsiteY1259" fmla="*/ 713889 h 1849426"/>
                <a:gd name="connsiteX1260" fmla="*/ 3520767 w 6386648"/>
                <a:gd name="connsiteY1260" fmla="*/ 707881 h 1849426"/>
                <a:gd name="connsiteX1261" fmla="*/ 3538792 w 6386648"/>
                <a:gd name="connsiteY1261" fmla="*/ 725906 h 1849426"/>
                <a:gd name="connsiteX1262" fmla="*/ 3520767 w 6386648"/>
                <a:gd name="connsiteY1262" fmla="*/ 743930 h 1849426"/>
                <a:gd name="connsiteX1263" fmla="*/ 3502743 w 6386648"/>
                <a:gd name="connsiteY1263" fmla="*/ 725906 h 1849426"/>
                <a:gd name="connsiteX1264" fmla="*/ 3520767 w 6386648"/>
                <a:gd name="connsiteY1264" fmla="*/ 707881 h 1849426"/>
                <a:gd name="connsiteX1265" fmla="*/ 2895920 w 6386648"/>
                <a:gd name="connsiteY1265" fmla="*/ 701872 h 1849426"/>
                <a:gd name="connsiteX1266" fmla="*/ 2913945 w 6386648"/>
                <a:gd name="connsiteY1266" fmla="*/ 719896 h 1849426"/>
                <a:gd name="connsiteX1267" fmla="*/ 2895920 w 6386648"/>
                <a:gd name="connsiteY1267" fmla="*/ 737921 h 1849426"/>
                <a:gd name="connsiteX1268" fmla="*/ 2877895 w 6386648"/>
                <a:gd name="connsiteY1268" fmla="*/ 719896 h 1849426"/>
                <a:gd name="connsiteX1269" fmla="*/ 2895920 w 6386648"/>
                <a:gd name="connsiteY1269" fmla="*/ 701872 h 1849426"/>
                <a:gd name="connsiteX1270" fmla="*/ 2547449 w 6386648"/>
                <a:gd name="connsiteY1270" fmla="*/ 701872 h 1849426"/>
                <a:gd name="connsiteX1271" fmla="*/ 2565474 w 6386648"/>
                <a:gd name="connsiteY1271" fmla="*/ 719896 h 1849426"/>
                <a:gd name="connsiteX1272" fmla="*/ 2547449 w 6386648"/>
                <a:gd name="connsiteY1272" fmla="*/ 737921 h 1849426"/>
                <a:gd name="connsiteX1273" fmla="*/ 2529425 w 6386648"/>
                <a:gd name="connsiteY1273" fmla="*/ 719896 h 1849426"/>
                <a:gd name="connsiteX1274" fmla="*/ 2547449 w 6386648"/>
                <a:gd name="connsiteY1274" fmla="*/ 701872 h 1849426"/>
                <a:gd name="connsiteX1275" fmla="*/ 2241034 w 6386648"/>
                <a:gd name="connsiteY1275" fmla="*/ 701872 h 1849426"/>
                <a:gd name="connsiteX1276" fmla="*/ 2259059 w 6386648"/>
                <a:gd name="connsiteY1276" fmla="*/ 719896 h 1849426"/>
                <a:gd name="connsiteX1277" fmla="*/ 2241034 w 6386648"/>
                <a:gd name="connsiteY1277" fmla="*/ 737921 h 1849426"/>
                <a:gd name="connsiteX1278" fmla="*/ 2223010 w 6386648"/>
                <a:gd name="connsiteY1278" fmla="*/ 719896 h 1849426"/>
                <a:gd name="connsiteX1279" fmla="*/ 2241034 w 6386648"/>
                <a:gd name="connsiteY1279" fmla="*/ 701872 h 1849426"/>
                <a:gd name="connsiteX1280" fmla="*/ 1411911 w 6386648"/>
                <a:gd name="connsiteY1280" fmla="*/ 701872 h 1849426"/>
                <a:gd name="connsiteX1281" fmla="*/ 1429936 w 6386648"/>
                <a:gd name="connsiteY1281" fmla="*/ 719896 h 1849426"/>
                <a:gd name="connsiteX1282" fmla="*/ 1411911 w 6386648"/>
                <a:gd name="connsiteY1282" fmla="*/ 737921 h 1849426"/>
                <a:gd name="connsiteX1283" fmla="*/ 1393887 w 6386648"/>
                <a:gd name="connsiteY1283" fmla="*/ 719896 h 1849426"/>
                <a:gd name="connsiteX1284" fmla="*/ 1411911 w 6386648"/>
                <a:gd name="connsiteY1284" fmla="*/ 701872 h 1849426"/>
                <a:gd name="connsiteX1285" fmla="*/ 1165578 w 6386648"/>
                <a:gd name="connsiteY1285" fmla="*/ 701872 h 1849426"/>
                <a:gd name="connsiteX1286" fmla="*/ 1183602 w 6386648"/>
                <a:gd name="connsiteY1286" fmla="*/ 719896 h 1849426"/>
                <a:gd name="connsiteX1287" fmla="*/ 1165578 w 6386648"/>
                <a:gd name="connsiteY1287" fmla="*/ 737921 h 1849426"/>
                <a:gd name="connsiteX1288" fmla="*/ 1147553 w 6386648"/>
                <a:gd name="connsiteY1288" fmla="*/ 719896 h 1849426"/>
                <a:gd name="connsiteX1289" fmla="*/ 1165578 w 6386648"/>
                <a:gd name="connsiteY1289" fmla="*/ 701872 h 1849426"/>
                <a:gd name="connsiteX1290" fmla="*/ 168227 w 6386648"/>
                <a:gd name="connsiteY1290" fmla="*/ 701872 h 1849426"/>
                <a:gd name="connsiteX1291" fmla="*/ 186252 w 6386648"/>
                <a:gd name="connsiteY1291" fmla="*/ 719896 h 1849426"/>
                <a:gd name="connsiteX1292" fmla="*/ 168227 w 6386648"/>
                <a:gd name="connsiteY1292" fmla="*/ 737921 h 1849426"/>
                <a:gd name="connsiteX1293" fmla="*/ 150203 w 6386648"/>
                <a:gd name="connsiteY1293" fmla="*/ 719896 h 1849426"/>
                <a:gd name="connsiteX1294" fmla="*/ 168227 w 6386648"/>
                <a:gd name="connsiteY1294" fmla="*/ 701872 h 1849426"/>
                <a:gd name="connsiteX1295" fmla="*/ 1910586 w 6386648"/>
                <a:gd name="connsiteY1295" fmla="*/ 695864 h 1849426"/>
                <a:gd name="connsiteX1296" fmla="*/ 1928611 w 6386648"/>
                <a:gd name="connsiteY1296" fmla="*/ 713888 h 1849426"/>
                <a:gd name="connsiteX1297" fmla="*/ 1910586 w 6386648"/>
                <a:gd name="connsiteY1297" fmla="*/ 731913 h 1849426"/>
                <a:gd name="connsiteX1298" fmla="*/ 1892562 w 6386648"/>
                <a:gd name="connsiteY1298" fmla="*/ 713888 h 1849426"/>
                <a:gd name="connsiteX1299" fmla="*/ 1910586 w 6386648"/>
                <a:gd name="connsiteY1299" fmla="*/ 695864 h 1849426"/>
                <a:gd name="connsiteX1300" fmla="*/ 3833190 w 6386648"/>
                <a:gd name="connsiteY1300" fmla="*/ 689856 h 1849426"/>
                <a:gd name="connsiteX1301" fmla="*/ 3851215 w 6386648"/>
                <a:gd name="connsiteY1301" fmla="*/ 707880 h 1849426"/>
                <a:gd name="connsiteX1302" fmla="*/ 3833190 w 6386648"/>
                <a:gd name="connsiteY1302" fmla="*/ 725905 h 1849426"/>
                <a:gd name="connsiteX1303" fmla="*/ 3815166 w 6386648"/>
                <a:gd name="connsiteY1303" fmla="*/ 707880 h 1849426"/>
                <a:gd name="connsiteX1304" fmla="*/ 3833190 w 6386648"/>
                <a:gd name="connsiteY1304" fmla="*/ 689856 h 1849426"/>
                <a:gd name="connsiteX1305" fmla="*/ 2787774 w 6386648"/>
                <a:gd name="connsiteY1305" fmla="*/ 689856 h 1849426"/>
                <a:gd name="connsiteX1306" fmla="*/ 2805799 w 6386648"/>
                <a:gd name="connsiteY1306" fmla="*/ 707880 h 1849426"/>
                <a:gd name="connsiteX1307" fmla="*/ 2787774 w 6386648"/>
                <a:gd name="connsiteY1307" fmla="*/ 725905 h 1849426"/>
                <a:gd name="connsiteX1308" fmla="*/ 2769750 w 6386648"/>
                <a:gd name="connsiteY1308" fmla="*/ 707880 h 1849426"/>
                <a:gd name="connsiteX1309" fmla="*/ 2787774 w 6386648"/>
                <a:gd name="connsiteY1309" fmla="*/ 689856 h 1849426"/>
                <a:gd name="connsiteX1310" fmla="*/ 5737768 w 6386648"/>
                <a:gd name="connsiteY1310" fmla="*/ 677840 h 1849426"/>
                <a:gd name="connsiteX1311" fmla="*/ 5755793 w 6386648"/>
                <a:gd name="connsiteY1311" fmla="*/ 695865 h 1849426"/>
                <a:gd name="connsiteX1312" fmla="*/ 5737768 w 6386648"/>
                <a:gd name="connsiteY1312" fmla="*/ 713889 h 1849426"/>
                <a:gd name="connsiteX1313" fmla="*/ 5719744 w 6386648"/>
                <a:gd name="connsiteY1313" fmla="*/ 695865 h 1849426"/>
                <a:gd name="connsiteX1314" fmla="*/ 5737768 w 6386648"/>
                <a:gd name="connsiteY1314" fmla="*/ 677840 h 1849426"/>
                <a:gd name="connsiteX1315" fmla="*/ 781057 w 6386648"/>
                <a:gd name="connsiteY1315" fmla="*/ 677840 h 1849426"/>
                <a:gd name="connsiteX1316" fmla="*/ 799082 w 6386648"/>
                <a:gd name="connsiteY1316" fmla="*/ 695865 h 1849426"/>
                <a:gd name="connsiteX1317" fmla="*/ 781057 w 6386648"/>
                <a:gd name="connsiteY1317" fmla="*/ 713889 h 1849426"/>
                <a:gd name="connsiteX1318" fmla="*/ 763033 w 6386648"/>
                <a:gd name="connsiteY1318" fmla="*/ 695865 h 1849426"/>
                <a:gd name="connsiteX1319" fmla="*/ 781057 w 6386648"/>
                <a:gd name="connsiteY1319" fmla="*/ 677840 h 1849426"/>
                <a:gd name="connsiteX1320" fmla="*/ 276373 w 6386648"/>
                <a:gd name="connsiteY1320" fmla="*/ 677840 h 1849426"/>
                <a:gd name="connsiteX1321" fmla="*/ 294398 w 6386648"/>
                <a:gd name="connsiteY1321" fmla="*/ 695865 h 1849426"/>
                <a:gd name="connsiteX1322" fmla="*/ 276373 w 6386648"/>
                <a:gd name="connsiteY1322" fmla="*/ 713889 h 1849426"/>
                <a:gd name="connsiteX1323" fmla="*/ 258349 w 6386648"/>
                <a:gd name="connsiteY1323" fmla="*/ 695865 h 1849426"/>
                <a:gd name="connsiteX1324" fmla="*/ 276373 w 6386648"/>
                <a:gd name="connsiteY1324" fmla="*/ 677840 h 1849426"/>
                <a:gd name="connsiteX1325" fmla="*/ 1784415 w 6386648"/>
                <a:gd name="connsiteY1325" fmla="*/ 671832 h 1849426"/>
                <a:gd name="connsiteX1326" fmla="*/ 1802440 w 6386648"/>
                <a:gd name="connsiteY1326" fmla="*/ 689856 h 1849426"/>
                <a:gd name="connsiteX1327" fmla="*/ 1784415 w 6386648"/>
                <a:gd name="connsiteY1327" fmla="*/ 707881 h 1849426"/>
                <a:gd name="connsiteX1328" fmla="*/ 1766391 w 6386648"/>
                <a:gd name="connsiteY1328" fmla="*/ 689856 h 1849426"/>
                <a:gd name="connsiteX1329" fmla="*/ 1784415 w 6386648"/>
                <a:gd name="connsiteY1329" fmla="*/ 671832 h 1849426"/>
                <a:gd name="connsiteX1330" fmla="*/ 3713027 w 6386648"/>
                <a:gd name="connsiteY1330" fmla="*/ 665824 h 1849426"/>
                <a:gd name="connsiteX1331" fmla="*/ 3731052 w 6386648"/>
                <a:gd name="connsiteY1331" fmla="*/ 683848 h 1849426"/>
                <a:gd name="connsiteX1332" fmla="*/ 3713027 w 6386648"/>
                <a:gd name="connsiteY1332" fmla="*/ 701873 h 1849426"/>
                <a:gd name="connsiteX1333" fmla="*/ 3695003 w 6386648"/>
                <a:gd name="connsiteY1333" fmla="*/ 683848 h 1849426"/>
                <a:gd name="connsiteX1334" fmla="*/ 3713027 w 6386648"/>
                <a:gd name="connsiteY1334" fmla="*/ 665824 h 1849426"/>
                <a:gd name="connsiteX1335" fmla="*/ 3274433 w 6386648"/>
                <a:gd name="connsiteY1335" fmla="*/ 665824 h 1849426"/>
                <a:gd name="connsiteX1336" fmla="*/ 3292458 w 6386648"/>
                <a:gd name="connsiteY1336" fmla="*/ 683848 h 1849426"/>
                <a:gd name="connsiteX1337" fmla="*/ 3274433 w 6386648"/>
                <a:gd name="connsiteY1337" fmla="*/ 701873 h 1849426"/>
                <a:gd name="connsiteX1338" fmla="*/ 3256409 w 6386648"/>
                <a:gd name="connsiteY1338" fmla="*/ 683848 h 1849426"/>
                <a:gd name="connsiteX1339" fmla="*/ 3274433 w 6386648"/>
                <a:gd name="connsiteY1339" fmla="*/ 665824 h 1849426"/>
                <a:gd name="connsiteX1340" fmla="*/ 1291748 w 6386648"/>
                <a:gd name="connsiteY1340" fmla="*/ 665824 h 1849426"/>
                <a:gd name="connsiteX1341" fmla="*/ 1309773 w 6386648"/>
                <a:gd name="connsiteY1341" fmla="*/ 683848 h 1849426"/>
                <a:gd name="connsiteX1342" fmla="*/ 1291748 w 6386648"/>
                <a:gd name="connsiteY1342" fmla="*/ 701873 h 1849426"/>
                <a:gd name="connsiteX1343" fmla="*/ 1273724 w 6386648"/>
                <a:gd name="connsiteY1343" fmla="*/ 683848 h 1849426"/>
                <a:gd name="connsiteX1344" fmla="*/ 1291748 w 6386648"/>
                <a:gd name="connsiteY1344" fmla="*/ 665824 h 1849426"/>
                <a:gd name="connsiteX1345" fmla="*/ 636862 w 6386648"/>
                <a:gd name="connsiteY1345" fmla="*/ 665824 h 1849426"/>
                <a:gd name="connsiteX1346" fmla="*/ 654887 w 6386648"/>
                <a:gd name="connsiteY1346" fmla="*/ 683848 h 1849426"/>
                <a:gd name="connsiteX1347" fmla="*/ 636862 w 6386648"/>
                <a:gd name="connsiteY1347" fmla="*/ 701873 h 1849426"/>
                <a:gd name="connsiteX1348" fmla="*/ 618838 w 6386648"/>
                <a:gd name="connsiteY1348" fmla="*/ 683848 h 1849426"/>
                <a:gd name="connsiteX1349" fmla="*/ 636862 w 6386648"/>
                <a:gd name="connsiteY1349" fmla="*/ 665824 h 1849426"/>
                <a:gd name="connsiteX1350" fmla="*/ 3172295 w 6386648"/>
                <a:gd name="connsiteY1350" fmla="*/ 659815 h 1849426"/>
                <a:gd name="connsiteX1351" fmla="*/ 3190320 w 6386648"/>
                <a:gd name="connsiteY1351" fmla="*/ 677839 h 1849426"/>
                <a:gd name="connsiteX1352" fmla="*/ 3172295 w 6386648"/>
                <a:gd name="connsiteY1352" fmla="*/ 695864 h 1849426"/>
                <a:gd name="connsiteX1353" fmla="*/ 3154271 w 6386648"/>
                <a:gd name="connsiteY1353" fmla="*/ 677839 h 1849426"/>
                <a:gd name="connsiteX1354" fmla="*/ 3172295 w 6386648"/>
                <a:gd name="connsiteY1354" fmla="*/ 659815 h 1849426"/>
                <a:gd name="connsiteX1355" fmla="*/ 6314550 w 6386648"/>
                <a:gd name="connsiteY1355" fmla="*/ 647799 h 1849426"/>
                <a:gd name="connsiteX1356" fmla="*/ 6332574 w 6386648"/>
                <a:gd name="connsiteY1356" fmla="*/ 665824 h 1849426"/>
                <a:gd name="connsiteX1357" fmla="*/ 6314550 w 6386648"/>
                <a:gd name="connsiteY1357" fmla="*/ 683848 h 1849426"/>
                <a:gd name="connsiteX1358" fmla="*/ 6296525 w 6386648"/>
                <a:gd name="connsiteY1358" fmla="*/ 665824 h 1849426"/>
                <a:gd name="connsiteX1359" fmla="*/ 6314550 w 6386648"/>
                <a:gd name="connsiteY1359" fmla="*/ 647799 h 1849426"/>
                <a:gd name="connsiteX1360" fmla="*/ 3040116 w 6386648"/>
                <a:gd name="connsiteY1360" fmla="*/ 647799 h 1849426"/>
                <a:gd name="connsiteX1361" fmla="*/ 3058141 w 6386648"/>
                <a:gd name="connsiteY1361" fmla="*/ 665824 h 1849426"/>
                <a:gd name="connsiteX1362" fmla="*/ 3040116 w 6386648"/>
                <a:gd name="connsiteY1362" fmla="*/ 683848 h 1849426"/>
                <a:gd name="connsiteX1363" fmla="*/ 3022092 w 6386648"/>
                <a:gd name="connsiteY1363" fmla="*/ 665824 h 1849426"/>
                <a:gd name="connsiteX1364" fmla="*/ 3040116 w 6386648"/>
                <a:gd name="connsiteY1364" fmla="*/ 647799 h 1849426"/>
                <a:gd name="connsiteX1365" fmla="*/ 4025450 w 6386648"/>
                <a:gd name="connsiteY1365" fmla="*/ 641791 h 1849426"/>
                <a:gd name="connsiteX1366" fmla="*/ 4043475 w 6386648"/>
                <a:gd name="connsiteY1366" fmla="*/ 659815 h 1849426"/>
                <a:gd name="connsiteX1367" fmla="*/ 4025450 w 6386648"/>
                <a:gd name="connsiteY1367" fmla="*/ 677840 h 1849426"/>
                <a:gd name="connsiteX1368" fmla="*/ 4007426 w 6386648"/>
                <a:gd name="connsiteY1368" fmla="*/ 659815 h 1849426"/>
                <a:gd name="connsiteX1369" fmla="*/ 4025450 w 6386648"/>
                <a:gd name="connsiteY1369" fmla="*/ 641791 h 1849426"/>
                <a:gd name="connsiteX1370" fmla="*/ 5948053 w 6386648"/>
                <a:gd name="connsiteY1370" fmla="*/ 629775 h 1849426"/>
                <a:gd name="connsiteX1371" fmla="*/ 5966078 w 6386648"/>
                <a:gd name="connsiteY1371" fmla="*/ 647799 h 1849426"/>
                <a:gd name="connsiteX1372" fmla="*/ 5948053 w 6386648"/>
                <a:gd name="connsiteY1372" fmla="*/ 665824 h 1849426"/>
                <a:gd name="connsiteX1373" fmla="*/ 5930029 w 6386648"/>
                <a:gd name="connsiteY1373" fmla="*/ 647799 h 1849426"/>
                <a:gd name="connsiteX1374" fmla="*/ 5948053 w 6386648"/>
                <a:gd name="connsiteY1374" fmla="*/ 629775 h 1849426"/>
                <a:gd name="connsiteX1375" fmla="*/ 2673619 w 6386648"/>
                <a:gd name="connsiteY1375" fmla="*/ 629775 h 1849426"/>
                <a:gd name="connsiteX1376" fmla="*/ 2691644 w 6386648"/>
                <a:gd name="connsiteY1376" fmla="*/ 647799 h 1849426"/>
                <a:gd name="connsiteX1377" fmla="*/ 2673619 w 6386648"/>
                <a:gd name="connsiteY1377" fmla="*/ 665824 h 1849426"/>
                <a:gd name="connsiteX1378" fmla="*/ 2655595 w 6386648"/>
                <a:gd name="connsiteY1378" fmla="*/ 647799 h 1849426"/>
                <a:gd name="connsiteX1379" fmla="*/ 2673619 w 6386648"/>
                <a:gd name="connsiteY1379" fmla="*/ 629775 h 1849426"/>
                <a:gd name="connsiteX1380" fmla="*/ 2331156 w 6386648"/>
                <a:gd name="connsiteY1380" fmla="*/ 629775 h 1849426"/>
                <a:gd name="connsiteX1381" fmla="*/ 2349181 w 6386648"/>
                <a:gd name="connsiteY1381" fmla="*/ 647799 h 1849426"/>
                <a:gd name="connsiteX1382" fmla="*/ 2331156 w 6386648"/>
                <a:gd name="connsiteY1382" fmla="*/ 665824 h 1849426"/>
                <a:gd name="connsiteX1383" fmla="*/ 2313132 w 6386648"/>
                <a:gd name="connsiteY1383" fmla="*/ 647799 h 1849426"/>
                <a:gd name="connsiteX1384" fmla="*/ 2331156 w 6386648"/>
                <a:gd name="connsiteY1384" fmla="*/ 629775 h 1849426"/>
                <a:gd name="connsiteX1385" fmla="*/ 1514049 w 6386648"/>
                <a:gd name="connsiteY1385" fmla="*/ 629775 h 1849426"/>
                <a:gd name="connsiteX1386" fmla="*/ 1532074 w 6386648"/>
                <a:gd name="connsiteY1386" fmla="*/ 647799 h 1849426"/>
                <a:gd name="connsiteX1387" fmla="*/ 1514049 w 6386648"/>
                <a:gd name="connsiteY1387" fmla="*/ 665824 h 1849426"/>
                <a:gd name="connsiteX1388" fmla="*/ 1496025 w 6386648"/>
                <a:gd name="connsiteY1388" fmla="*/ 647799 h 1849426"/>
                <a:gd name="connsiteX1389" fmla="*/ 1514049 w 6386648"/>
                <a:gd name="connsiteY1389" fmla="*/ 629775 h 1849426"/>
                <a:gd name="connsiteX1390" fmla="*/ 901219 w 6386648"/>
                <a:gd name="connsiteY1390" fmla="*/ 629775 h 1849426"/>
                <a:gd name="connsiteX1391" fmla="*/ 919244 w 6386648"/>
                <a:gd name="connsiteY1391" fmla="*/ 647799 h 1849426"/>
                <a:gd name="connsiteX1392" fmla="*/ 901219 w 6386648"/>
                <a:gd name="connsiteY1392" fmla="*/ 665824 h 1849426"/>
                <a:gd name="connsiteX1393" fmla="*/ 883195 w 6386648"/>
                <a:gd name="connsiteY1393" fmla="*/ 647799 h 1849426"/>
                <a:gd name="connsiteX1394" fmla="*/ 901219 w 6386648"/>
                <a:gd name="connsiteY1394" fmla="*/ 629775 h 1849426"/>
                <a:gd name="connsiteX1395" fmla="*/ 5827891 w 6386648"/>
                <a:gd name="connsiteY1395" fmla="*/ 617758 h 1849426"/>
                <a:gd name="connsiteX1396" fmla="*/ 5845916 w 6386648"/>
                <a:gd name="connsiteY1396" fmla="*/ 635783 h 1849426"/>
                <a:gd name="connsiteX1397" fmla="*/ 5827891 w 6386648"/>
                <a:gd name="connsiteY1397" fmla="*/ 653807 h 1849426"/>
                <a:gd name="connsiteX1398" fmla="*/ 5809867 w 6386648"/>
                <a:gd name="connsiteY1398" fmla="*/ 635783 h 1849426"/>
                <a:gd name="connsiteX1399" fmla="*/ 5827891 w 6386648"/>
                <a:gd name="connsiteY1399" fmla="*/ 617758 h 1849426"/>
                <a:gd name="connsiteX1400" fmla="*/ 2469343 w 6386648"/>
                <a:gd name="connsiteY1400" fmla="*/ 617758 h 1849426"/>
                <a:gd name="connsiteX1401" fmla="*/ 2487368 w 6386648"/>
                <a:gd name="connsiteY1401" fmla="*/ 635783 h 1849426"/>
                <a:gd name="connsiteX1402" fmla="*/ 2469343 w 6386648"/>
                <a:gd name="connsiteY1402" fmla="*/ 653807 h 1849426"/>
                <a:gd name="connsiteX1403" fmla="*/ 2451319 w 6386648"/>
                <a:gd name="connsiteY1403" fmla="*/ 635783 h 1849426"/>
                <a:gd name="connsiteX1404" fmla="*/ 2469343 w 6386648"/>
                <a:gd name="connsiteY1404" fmla="*/ 617758 h 1849426"/>
                <a:gd name="connsiteX1405" fmla="*/ 6110273 w 6386648"/>
                <a:gd name="connsiteY1405" fmla="*/ 611750 h 1849426"/>
                <a:gd name="connsiteX1406" fmla="*/ 6128298 w 6386648"/>
                <a:gd name="connsiteY1406" fmla="*/ 629774 h 1849426"/>
                <a:gd name="connsiteX1407" fmla="*/ 6110273 w 6386648"/>
                <a:gd name="connsiteY1407" fmla="*/ 647799 h 1849426"/>
                <a:gd name="connsiteX1408" fmla="*/ 6092248 w 6386648"/>
                <a:gd name="connsiteY1408" fmla="*/ 629774 h 1849426"/>
                <a:gd name="connsiteX1409" fmla="*/ 6110273 w 6386648"/>
                <a:gd name="connsiteY1409" fmla="*/ 611750 h 1849426"/>
                <a:gd name="connsiteX1410" fmla="*/ 3598872 w 6386648"/>
                <a:gd name="connsiteY1410" fmla="*/ 611750 h 1849426"/>
                <a:gd name="connsiteX1411" fmla="*/ 3616897 w 6386648"/>
                <a:gd name="connsiteY1411" fmla="*/ 629774 h 1849426"/>
                <a:gd name="connsiteX1412" fmla="*/ 3598872 w 6386648"/>
                <a:gd name="connsiteY1412" fmla="*/ 647799 h 1849426"/>
                <a:gd name="connsiteX1413" fmla="*/ 3580848 w 6386648"/>
                <a:gd name="connsiteY1413" fmla="*/ 629774 h 1849426"/>
                <a:gd name="connsiteX1414" fmla="*/ 3598872 w 6386648"/>
                <a:gd name="connsiteY1414" fmla="*/ 611750 h 1849426"/>
                <a:gd name="connsiteX1415" fmla="*/ 2150912 w 6386648"/>
                <a:gd name="connsiteY1415" fmla="*/ 611750 h 1849426"/>
                <a:gd name="connsiteX1416" fmla="*/ 2168937 w 6386648"/>
                <a:gd name="connsiteY1416" fmla="*/ 629774 h 1849426"/>
                <a:gd name="connsiteX1417" fmla="*/ 2150912 w 6386648"/>
                <a:gd name="connsiteY1417" fmla="*/ 647799 h 1849426"/>
                <a:gd name="connsiteX1418" fmla="*/ 2132888 w 6386648"/>
                <a:gd name="connsiteY1418" fmla="*/ 629774 h 1849426"/>
                <a:gd name="connsiteX1419" fmla="*/ 2150912 w 6386648"/>
                <a:gd name="connsiteY1419" fmla="*/ 611750 h 1849426"/>
                <a:gd name="connsiteX1420" fmla="*/ 2036758 w 6386648"/>
                <a:gd name="connsiteY1420" fmla="*/ 605742 h 1849426"/>
                <a:gd name="connsiteX1421" fmla="*/ 2054782 w 6386648"/>
                <a:gd name="connsiteY1421" fmla="*/ 623766 h 1849426"/>
                <a:gd name="connsiteX1422" fmla="*/ 2036758 w 6386648"/>
                <a:gd name="connsiteY1422" fmla="*/ 641791 h 1849426"/>
                <a:gd name="connsiteX1423" fmla="*/ 2018733 w 6386648"/>
                <a:gd name="connsiteY1423" fmla="*/ 623766 h 1849426"/>
                <a:gd name="connsiteX1424" fmla="*/ 2036758 w 6386648"/>
                <a:gd name="connsiteY1424" fmla="*/ 605742 h 1849426"/>
                <a:gd name="connsiteX1425" fmla="*/ 1652236 w 6386648"/>
                <a:gd name="connsiteY1425" fmla="*/ 605742 h 1849426"/>
                <a:gd name="connsiteX1426" fmla="*/ 1670261 w 6386648"/>
                <a:gd name="connsiteY1426" fmla="*/ 623766 h 1849426"/>
                <a:gd name="connsiteX1427" fmla="*/ 1652236 w 6386648"/>
                <a:gd name="connsiteY1427" fmla="*/ 641791 h 1849426"/>
                <a:gd name="connsiteX1428" fmla="*/ 1634212 w 6386648"/>
                <a:gd name="connsiteY1428" fmla="*/ 623766 h 1849426"/>
                <a:gd name="connsiteX1429" fmla="*/ 1652236 w 6386648"/>
                <a:gd name="connsiteY1429" fmla="*/ 605742 h 1849426"/>
                <a:gd name="connsiteX1430" fmla="*/ 1027390 w 6386648"/>
                <a:gd name="connsiteY1430" fmla="*/ 605742 h 1849426"/>
                <a:gd name="connsiteX1431" fmla="*/ 1045415 w 6386648"/>
                <a:gd name="connsiteY1431" fmla="*/ 623766 h 1849426"/>
                <a:gd name="connsiteX1432" fmla="*/ 1027390 w 6386648"/>
                <a:gd name="connsiteY1432" fmla="*/ 641791 h 1849426"/>
                <a:gd name="connsiteX1433" fmla="*/ 1009366 w 6386648"/>
                <a:gd name="connsiteY1433" fmla="*/ 623766 h 1849426"/>
                <a:gd name="connsiteX1434" fmla="*/ 1027390 w 6386648"/>
                <a:gd name="connsiteY1434" fmla="*/ 605742 h 1849426"/>
                <a:gd name="connsiteX1435" fmla="*/ 504684 w 6386648"/>
                <a:gd name="connsiteY1435" fmla="*/ 605742 h 1849426"/>
                <a:gd name="connsiteX1436" fmla="*/ 522708 w 6386648"/>
                <a:gd name="connsiteY1436" fmla="*/ 623766 h 1849426"/>
                <a:gd name="connsiteX1437" fmla="*/ 504684 w 6386648"/>
                <a:gd name="connsiteY1437" fmla="*/ 641791 h 1849426"/>
                <a:gd name="connsiteX1438" fmla="*/ 486659 w 6386648"/>
                <a:gd name="connsiteY1438" fmla="*/ 623766 h 1849426"/>
                <a:gd name="connsiteX1439" fmla="*/ 504684 w 6386648"/>
                <a:gd name="connsiteY1439" fmla="*/ 605742 h 1849426"/>
                <a:gd name="connsiteX1440" fmla="*/ 378512 w 6386648"/>
                <a:gd name="connsiteY1440" fmla="*/ 605742 h 1849426"/>
                <a:gd name="connsiteX1441" fmla="*/ 396537 w 6386648"/>
                <a:gd name="connsiteY1441" fmla="*/ 623766 h 1849426"/>
                <a:gd name="connsiteX1442" fmla="*/ 378512 w 6386648"/>
                <a:gd name="connsiteY1442" fmla="*/ 641791 h 1849426"/>
                <a:gd name="connsiteX1443" fmla="*/ 360488 w 6386648"/>
                <a:gd name="connsiteY1443" fmla="*/ 623766 h 1849426"/>
                <a:gd name="connsiteX1444" fmla="*/ 378512 w 6386648"/>
                <a:gd name="connsiteY1444" fmla="*/ 605742 h 1849426"/>
                <a:gd name="connsiteX1445" fmla="*/ 3358547 w 6386648"/>
                <a:gd name="connsiteY1445" fmla="*/ 599734 h 1849426"/>
                <a:gd name="connsiteX1446" fmla="*/ 3376572 w 6386648"/>
                <a:gd name="connsiteY1446" fmla="*/ 617758 h 1849426"/>
                <a:gd name="connsiteX1447" fmla="*/ 3358547 w 6386648"/>
                <a:gd name="connsiteY1447" fmla="*/ 635783 h 1849426"/>
                <a:gd name="connsiteX1448" fmla="*/ 3340523 w 6386648"/>
                <a:gd name="connsiteY1448" fmla="*/ 617758 h 1849426"/>
                <a:gd name="connsiteX1449" fmla="*/ 3358547 w 6386648"/>
                <a:gd name="connsiteY1449" fmla="*/ 599734 h 1849426"/>
                <a:gd name="connsiteX1450" fmla="*/ 3887263 w 6386648"/>
                <a:gd name="connsiteY1450" fmla="*/ 593726 h 1849426"/>
                <a:gd name="connsiteX1451" fmla="*/ 3905288 w 6386648"/>
                <a:gd name="connsiteY1451" fmla="*/ 611750 h 1849426"/>
                <a:gd name="connsiteX1452" fmla="*/ 3887263 w 6386648"/>
                <a:gd name="connsiteY1452" fmla="*/ 629775 h 1849426"/>
                <a:gd name="connsiteX1453" fmla="*/ 3869238 w 6386648"/>
                <a:gd name="connsiteY1453" fmla="*/ 611750 h 1849426"/>
                <a:gd name="connsiteX1454" fmla="*/ 3887263 w 6386648"/>
                <a:gd name="connsiteY1454" fmla="*/ 593726 h 1849426"/>
                <a:gd name="connsiteX1455" fmla="*/ 5623614 w 6386648"/>
                <a:gd name="connsiteY1455" fmla="*/ 587718 h 1849426"/>
                <a:gd name="connsiteX1456" fmla="*/ 5641639 w 6386648"/>
                <a:gd name="connsiteY1456" fmla="*/ 605743 h 1849426"/>
                <a:gd name="connsiteX1457" fmla="*/ 5623614 w 6386648"/>
                <a:gd name="connsiteY1457" fmla="*/ 623767 h 1849426"/>
                <a:gd name="connsiteX1458" fmla="*/ 5605590 w 6386648"/>
                <a:gd name="connsiteY1458" fmla="*/ 605743 h 1849426"/>
                <a:gd name="connsiteX1459" fmla="*/ 5623614 w 6386648"/>
                <a:gd name="connsiteY1459" fmla="*/ 587718 h 1849426"/>
                <a:gd name="connsiteX1460" fmla="*/ 4157629 w 6386648"/>
                <a:gd name="connsiteY1460" fmla="*/ 587718 h 1849426"/>
                <a:gd name="connsiteX1461" fmla="*/ 4175654 w 6386648"/>
                <a:gd name="connsiteY1461" fmla="*/ 605743 h 1849426"/>
                <a:gd name="connsiteX1462" fmla="*/ 4157629 w 6386648"/>
                <a:gd name="connsiteY1462" fmla="*/ 623767 h 1849426"/>
                <a:gd name="connsiteX1463" fmla="*/ 4139604 w 6386648"/>
                <a:gd name="connsiteY1463" fmla="*/ 605743 h 1849426"/>
                <a:gd name="connsiteX1464" fmla="*/ 4157629 w 6386648"/>
                <a:gd name="connsiteY1464" fmla="*/ 587718 h 1849426"/>
                <a:gd name="connsiteX1465" fmla="*/ 1886555 w 6386648"/>
                <a:gd name="connsiteY1465" fmla="*/ 587718 h 1849426"/>
                <a:gd name="connsiteX1466" fmla="*/ 1904579 w 6386648"/>
                <a:gd name="connsiteY1466" fmla="*/ 605743 h 1849426"/>
                <a:gd name="connsiteX1467" fmla="*/ 1886555 w 6386648"/>
                <a:gd name="connsiteY1467" fmla="*/ 623767 h 1849426"/>
                <a:gd name="connsiteX1468" fmla="*/ 1868530 w 6386648"/>
                <a:gd name="connsiteY1468" fmla="*/ 605743 h 1849426"/>
                <a:gd name="connsiteX1469" fmla="*/ 1886555 w 6386648"/>
                <a:gd name="connsiteY1469" fmla="*/ 587718 h 1849426"/>
                <a:gd name="connsiteX1470" fmla="*/ 1147553 w 6386648"/>
                <a:gd name="connsiteY1470" fmla="*/ 587718 h 1849426"/>
                <a:gd name="connsiteX1471" fmla="*/ 1165578 w 6386648"/>
                <a:gd name="connsiteY1471" fmla="*/ 605743 h 1849426"/>
                <a:gd name="connsiteX1472" fmla="*/ 1147553 w 6386648"/>
                <a:gd name="connsiteY1472" fmla="*/ 623767 h 1849426"/>
                <a:gd name="connsiteX1473" fmla="*/ 1129529 w 6386648"/>
                <a:gd name="connsiteY1473" fmla="*/ 605743 h 1849426"/>
                <a:gd name="connsiteX1474" fmla="*/ 1147553 w 6386648"/>
                <a:gd name="connsiteY1474" fmla="*/ 587718 h 1849426"/>
                <a:gd name="connsiteX1475" fmla="*/ 6212411 w 6386648"/>
                <a:gd name="connsiteY1475" fmla="*/ 581710 h 1849426"/>
                <a:gd name="connsiteX1476" fmla="*/ 6230436 w 6386648"/>
                <a:gd name="connsiteY1476" fmla="*/ 599734 h 1849426"/>
                <a:gd name="connsiteX1477" fmla="*/ 6212411 w 6386648"/>
                <a:gd name="connsiteY1477" fmla="*/ 617759 h 1849426"/>
                <a:gd name="connsiteX1478" fmla="*/ 6194387 w 6386648"/>
                <a:gd name="connsiteY1478" fmla="*/ 599734 h 1849426"/>
                <a:gd name="connsiteX1479" fmla="*/ 6212411 w 6386648"/>
                <a:gd name="connsiteY1479" fmla="*/ 581710 h 1849426"/>
                <a:gd name="connsiteX1480" fmla="*/ 3478710 w 6386648"/>
                <a:gd name="connsiteY1480" fmla="*/ 581710 h 1849426"/>
                <a:gd name="connsiteX1481" fmla="*/ 3496735 w 6386648"/>
                <a:gd name="connsiteY1481" fmla="*/ 599734 h 1849426"/>
                <a:gd name="connsiteX1482" fmla="*/ 3478710 w 6386648"/>
                <a:gd name="connsiteY1482" fmla="*/ 617759 h 1849426"/>
                <a:gd name="connsiteX1483" fmla="*/ 3460686 w 6386648"/>
                <a:gd name="connsiteY1483" fmla="*/ 599734 h 1849426"/>
                <a:gd name="connsiteX1484" fmla="*/ 3478710 w 6386648"/>
                <a:gd name="connsiteY1484" fmla="*/ 581710 h 1849426"/>
                <a:gd name="connsiteX1485" fmla="*/ 2883904 w 6386648"/>
                <a:gd name="connsiteY1485" fmla="*/ 581710 h 1849426"/>
                <a:gd name="connsiteX1486" fmla="*/ 2901929 w 6386648"/>
                <a:gd name="connsiteY1486" fmla="*/ 599734 h 1849426"/>
                <a:gd name="connsiteX1487" fmla="*/ 2883904 w 6386648"/>
                <a:gd name="connsiteY1487" fmla="*/ 617759 h 1849426"/>
                <a:gd name="connsiteX1488" fmla="*/ 2865880 w 6386648"/>
                <a:gd name="connsiteY1488" fmla="*/ 599734 h 1849426"/>
                <a:gd name="connsiteX1489" fmla="*/ 2883904 w 6386648"/>
                <a:gd name="connsiteY1489" fmla="*/ 581710 h 1849426"/>
                <a:gd name="connsiteX1490" fmla="*/ 4488076 w 6386648"/>
                <a:gd name="connsiteY1490" fmla="*/ 575702 h 1849426"/>
                <a:gd name="connsiteX1491" fmla="*/ 4506101 w 6386648"/>
                <a:gd name="connsiteY1491" fmla="*/ 593726 h 1849426"/>
                <a:gd name="connsiteX1492" fmla="*/ 4488076 w 6386648"/>
                <a:gd name="connsiteY1492" fmla="*/ 611751 h 1849426"/>
                <a:gd name="connsiteX1493" fmla="*/ 4470051 w 6386648"/>
                <a:gd name="connsiteY1493" fmla="*/ 593726 h 1849426"/>
                <a:gd name="connsiteX1494" fmla="*/ 4488076 w 6386648"/>
                <a:gd name="connsiteY1494" fmla="*/ 575702 h 1849426"/>
                <a:gd name="connsiteX1495" fmla="*/ 4313840 w 6386648"/>
                <a:gd name="connsiteY1495" fmla="*/ 575702 h 1849426"/>
                <a:gd name="connsiteX1496" fmla="*/ 4331865 w 6386648"/>
                <a:gd name="connsiteY1496" fmla="*/ 593726 h 1849426"/>
                <a:gd name="connsiteX1497" fmla="*/ 4313840 w 6386648"/>
                <a:gd name="connsiteY1497" fmla="*/ 611751 h 1849426"/>
                <a:gd name="connsiteX1498" fmla="*/ 4295816 w 6386648"/>
                <a:gd name="connsiteY1498" fmla="*/ 593726 h 1849426"/>
                <a:gd name="connsiteX1499" fmla="*/ 4313840 w 6386648"/>
                <a:gd name="connsiteY1499" fmla="*/ 575702 h 1849426"/>
                <a:gd name="connsiteX1500" fmla="*/ 1381870 w 6386648"/>
                <a:gd name="connsiteY1500" fmla="*/ 569693 h 1849426"/>
                <a:gd name="connsiteX1501" fmla="*/ 1399895 w 6386648"/>
                <a:gd name="connsiteY1501" fmla="*/ 587717 h 1849426"/>
                <a:gd name="connsiteX1502" fmla="*/ 1381870 w 6386648"/>
                <a:gd name="connsiteY1502" fmla="*/ 605742 h 1849426"/>
                <a:gd name="connsiteX1503" fmla="*/ 1363846 w 6386648"/>
                <a:gd name="connsiteY1503" fmla="*/ 587717 h 1849426"/>
                <a:gd name="connsiteX1504" fmla="*/ 1381870 w 6386648"/>
                <a:gd name="connsiteY1504" fmla="*/ 569693 h 1849426"/>
                <a:gd name="connsiteX1505" fmla="*/ 126170 w 6386648"/>
                <a:gd name="connsiteY1505" fmla="*/ 563685 h 1849426"/>
                <a:gd name="connsiteX1506" fmla="*/ 144195 w 6386648"/>
                <a:gd name="connsiteY1506" fmla="*/ 581709 h 1849426"/>
                <a:gd name="connsiteX1507" fmla="*/ 126170 w 6386648"/>
                <a:gd name="connsiteY1507" fmla="*/ 599734 h 1849426"/>
                <a:gd name="connsiteX1508" fmla="*/ 108146 w 6386648"/>
                <a:gd name="connsiteY1508" fmla="*/ 581709 h 1849426"/>
                <a:gd name="connsiteX1509" fmla="*/ 126170 w 6386648"/>
                <a:gd name="connsiteY1509" fmla="*/ 563685 h 1849426"/>
                <a:gd name="connsiteX1510" fmla="*/ 2583497 w 6386648"/>
                <a:gd name="connsiteY1510" fmla="*/ 557677 h 1849426"/>
                <a:gd name="connsiteX1511" fmla="*/ 2601522 w 6386648"/>
                <a:gd name="connsiteY1511" fmla="*/ 575702 h 1849426"/>
                <a:gd name="connsiteX1512" fmla="*/ 2583497 w 6386648"/>
                <a:gd name="connsiteY1512" fmla="*/ 593726 h 1849426"/>
                <a:gd name="connsiteX1513" fmla="*/ 2565473 w 6386648"/>
                <a:gd name="connsiteY1513" fmla="*/ 575702 h 1849426"/>
                <a:gd name="connsiteX1514" fmla="*/ 2583497 w 6386648"/>
                <a:gd name="connsiteY1514" fmla="*/ 557677 h 1849426"/>
                <a:gd name="connsiteX1515" fmla="*/ 246333 w 6386648"/>
                <a:gd name="connsiteY1515" fmla="*/ 557677 h 1849426"/>
                <a:gd name="connsiteX1516" fmla="*/ 264358 w 6386648"/>
                <a:gd name="connsiteY1516" fmla="*/ 575702 h 1849426"/>
                <a:gd name="connsiteX1517" fmla="*/ 246333 w 6386648"/>
                <a:gd name="connsiteY1517" fmla="*/ 593726 h 1849426"/>
                <a:gd name="connsiteX1518" fmla="*/ 228309 w 6386648"/>
                <a:gd name="connsiteY1518" fmla="*/ 575702 h 1849426"/>
                <a:gd name="connsiteX1519" fmla="*/ 246333 w 6386648"/>
                <a:gd name="connsiteY1519" fmla="*/ 557677 h 1849426"/>
                <a:gd name="connsiteX1520" fmla="*/ 1736351 w 6386648"/>
                <a:gd name="connsiteY1520" fmla="*/ 551669 h 1849426"/>
                <a:gd name="connsiteX1521" fmla="*/ 1754375 w 6386648"/>
                <a:gd name="connsiteY1521" fmla="*/ 569693 h 1849426"/>
                <a:gd name="connsiteX1522" fmla="*/ 1736351 w 6386648"/>
                <a:gd name="connsiteY1522" fmla="*/ 587718 h 1849426"/>
                <a:gd name="connsiteX1523" fmla="*/ 1718326 w 6386648"/>
                <a:gd name="connsiteY1523" fmla="*/ 569693 h 1849426"/>
                <a:gd name="connsiteX1524" fmla="*/ 1736351 w 6386648"/>
                <a:gd name="connsiteY1524" fmla="*/ 551669 h 1849426"/>
                <a:gd name="connsiteX1525" fmla="*/ 3731051 w 6386648"/>
                <a:gd name="connsiteY1525" fmla="*/ 545661 h 1849426"/>
                <a:gd name="connsiteX1526" fmla="*/ 3749076 w 6386648"/>
                <a:gd name="connsiteY1526" fmla="*/ 563685 h 1849426"/>
                <a:gd name="connsiteX1527" fmla="*/ 3731051 w 6386648"/>
                <a:gd name="connsiteY1527" fmla="*/ 581710 h 1849426"/>
                <a:gd name="connsiteX1528" fmla="*/ 3713027 w 6386648"/>
                <a:gd name="connsiteY1528" fmla="*/ 563685 h 1849426"/>
                <a:gd name="connsiteX1529" fmla="*/ 3731051 w 6386648"/>
                <a:gd name="connsiteY1529" fmla="*/ 545661 h 1849426"/>
                <a:gd name="connsiteX1530" fmla="*/ 2763741 w 6386648"/>
                <a:gd name="connsiteY1530" fmla="*/ 545661 h 1849426"/>
                <a:gd name="connsiteX1531" fmla="*/ 2781766 w 6386648"/>
                <a:gd name="connsiteY1531" fmla="*/ 563685 h 1849426"/>
                <a:gd name="connsiteX1532" fmla="*/ 2763741 w 6386648"/>
                <a:gd name="connsiteY1532" fmla="*/ 581710 h 1849426"/>
                <a:gd name="connsiteX1533" fmla="*/ 2745717 w 6386648"/>
                <a:gd name="connsiteY1533" fmla="*/ 563685 h 1849426"/>
                <a:gd name="connsiteX1534" fmla="*/ 2763741 w 6386648"/>
                <a:gd name="connsiteY1534" fmla="*/ 545661 h 1849426"/>
                <a:gd name="connsiteX1535" fmla="*/ 726984 w 6386648"/>
                <a:gd name="connsiteY1535" fmla="*/ 545661 h 1849426"/>
                <a:gd name="connsiteX1536" fmla="*/ 745009 w 6386648"/>
                <a:gd name="connsiteY1536" fmla="*/ 563685 h 1849426"/>
                <a:gd name="connsiteX1537" fmla="*/ 726984 w 6386648"/>
                <a:gd name="connsiteY1537" fmla="*/ 581710 h 1849426"/>
                <a:gd name="connsiteX1538" fmla="*/ 708960 w 6386648"/>
                <a:gd name="connsiteY1538" fmla="*/ 563685 h 1849426"/>
                <a:gd name="connsiteX1539" fmla="*/ 726984 w 6386648"/>
                <a:gd name="connsiteY1539" fmla="*/ 545661 h 1849426"/>
                <a:gd name="connsiteX1540" fmla="*/ 3136246 w 6386648"/>
                <a:gd name="connsiteY1540" fmla="*/ 539653 h 1849426"/>
                <a:gd name="connsiteX1541" fmla="*/ 3154271 w 6386648"/>
                <a:gd name="connsiteY1541" fmla="*/ 557677 h 1849426"/>
                <a:gd name="connsiteX1542" fmla="*/ 3136246 w 6386648"/>
                <a:gd name="connsiteY1542" fmla="*/ 575702 h 1849426"/>
                <a:gd name="connsiteX1543" fmla="*/ 3118221 w 6386648"/>
                <a:gd name="connsiteY1543" fmla="*/ 557677 h 1849426"/>
                <a:gd name="connsiteX1544" fmla="*/ 3136246 w 6386648"/>
                <a:gd name="connsiteY1544" fmla="*/ 539653 h 1849426"/>
                <a:gd name="connsiteX1545" fmla="*/ 3004067 w 6386648"/>
                <a:gd name="connsiteY1545" fmla="*/ 539653 h 1849426"/>
                <a:gd name="connsiteX1546" fmla="*/ 3022092 w 6386648"/>
                <a:gd name="connsiteY1546" fmla="*/ 557677 h 1849426"/>
                <a:gd name="connsiteX1547" fmla="*/ 3004067 w 6386648"/>
                <a:gd name="connsiteY1547" fmla="*/ 575702 h 1849426"/>
                <a:gd name="connsiteX1548" fmla="*/ 2986043 w 6386648"/>
                <a:gd name="connsiteY1548" fmla="*/ 557677 h 1849426"/>
                <a:gd name="connsiteX1549" fmla="*/ 3004067 w 6386648"/>
                <a:gd name="connsiteY1549" fmla="*/ 539653 h 1849426"/>
                <a:gd name="connsiteX1550" fmla="*/ 835130 w 6386648"/>
                <a:gd name="connsiteY1550" fmla="*/ 539653 h 1849426"/>
                <a:gd name="connsiteX1551" fmla="*/ 847146 w 6386648"/>
                <a:gd name="connsiteY1551" fmla="*/ 551669 h 1849426"/>
                <a:gd name="connsiteX1552" fmla="*/ 835130 w 6386648"/>
                <a:gd name="connsiteY1552" fmla="*/ 563685 h 1849426"/>
                <a:gd name="connsiteX1553" fmla="*/ 823114 w 6386648"/>
                <a:gd name="connsiteY1553" fmla="*/ 551669 h 1849426"/>
                <a:gd name="connsiteX1554" fmla="*/ 835130 w 6386648"/>
                <a:gd name="connsiteY1554" fmla="*/ 539653 h 1849426"/>
                <a:gd name="connsiteX1555" fmla="*/ 612829 w 6386648"/>
                <a:gd name="connsiteY1555" fmla="*/ 539653 h 1849426"/>
                <a:gd name="connsiteX1556" fmla="*/ 630854 w 6386648"/>
                <a:gd name="connsiteY1556" fmla="*/ 557677 h 1849426"/>
                <a:gd name="connsiteX1557" fmla="*/ 612829 w 6386648"/>
                <a:gd name="connsiteY1557" fmla="*/ 575702 h 1849426"/>
                <a:gd name="connsiteX1558" fmla="*/ 594805 w 6386648"/>
                <a:gd name="connsiteY1558" fmla="*/ 557677 h 1849426"/>
                <a:gd name="connsiteX1559" fmla="*/ 612829 w 6386648"/>
                <a:gd name="connsiteY1559" fmla="*/ 539653 h 1849426"/>
                <a:gd name="connsiteX1560" fmla="*/ 6014143 w 6386648"/>
                <a:gd name="connsiteY1560" fmla="*/ 533645 h 1849426"/>
                <a:gd name="connsiteX1561" fmla="*/ 6032168 w 6386648"/>
                <a:gd name="connsiteY1561" fmla="*/ 551669 h 1849426"/>
                <a:gd name="connsiteX1562" fmla="*/ 6014143 w 6386648"/>
                <a:gd name="connsiteY1562" fmla="*/ 569694 h 1849426"/>
                <a:gd name="connsiteX1563" fmla="*/ 5996119 w 6386648"/>
                <a:gd name="connsiteY1563" fmla="*/ 551669 h 1849426"/>
                <a:gd name="connsiteX1564" fmla="*/ 6014143 w 6386648"/>
                <a:gd name="connsiteY1564" fmla="*/ 533645 h 1849426"/>
                <a:gd name="connsiteX1565" fmla="*/ 5725752 w 6386648"/>
                <a:gd name="connsiteY1565" fmla="*/ 533645 h 1849426"/>
                <a:gd name="connsiteX1566" fmla="*/ 5743777 w 6386648"/>
                <a:gd name="connsiteY1566" fmla="*/ 551669 h 1849426"/>
                <a:gd name="connsiteX1567" fmla="*/ 5725752 w 6386648"/>
                <a:gd name="connsiteY1567" fmla="*/ 569694 h 1849426"/>
                <a:gd name="connsiteX1568" fmla="*/ 5707728 w 6386648"/>
                <a:gd name="connsiteY1568" fmla="*/ 551669 h 1849426"/>
                <a:gd name="connsiteX1569" fmla="*/ 5725752 w 6386648"/>
                <a:gd name="connsiteY1569" fmla="*/ 533645 h 1849426"/>
                <a:gd name="connsiteX1570" fmla="*/ 4013434 w 6386648"/>
                <a:gd name="connsiteY1570" fmla="*/ 533645 h 1849426"/>
                <a:gd name="connsiteX1571" fmla="*/ 4031459 w 6386648"/>
                <a:gd name="connsiteY1571" fmla="*/ 551669 h 1849426"/>
                <a:gd name="connsiteX1572" fmla="*/ 4013434 w 6386648"/>
                <a:gd name="connsiteY1572" fmla="*/ 569694 h 1849426"/>
                <a:gd name="connsiteX1573" fmla="*/ 3995410 w 6386648"/>
                <a:gd name="connsiteY1573" fmla="*/ 551669 h 1849426"/>
                <a:gd name="connsiteX1574" fmla="*/ 4013434 w 6386648"/>
                <a:gd name="connsiteY1574" fmla="*/ 533645 h 1849426"/>
                <a:gd name="connsiteX1575" fmla="*/ 2223009 w 6386648"/>
                <a:gd name="connsiteY1575" fmla="*/ 533645 h 1849426"/>
                <a:gd name="connsiteX1576" fmla="*/ 2241034 w 6386648"/>
                <a:gd name="connsiteY1576" fmla="*/ 551669 h 1849426"/>
                <a:gd name="connsiteX1577" fmla="*/ 2223009 w 6386648"/>
                <a:gd name="connsiteY1577" fmla="*/ 569694 h 1849426"/>
                <a:gd name="connsiteX1578" fmla="*/ 2204985 w 6386648"/>
                <a:gd name="connsiteY1578" fmla="*/ 551669 h 1849426"/>
                <a:gd name="connsiteX1579" fmla="*/ 2223009 w 6386648"/>
                <a:gd name="connsiteY1579" fmla="*/ 533645 h 1849426"/>
                <a:gd name="connsiteX1580" fmla="*/ 1249691 w 6386648"/>
                <a:gd name="connsiteY1580" fmla="*/ 533645 h 1849426"/>
                <a:gd name="connsiteX1581" fmla="*/ 1267716 w 6386648"/>
                <a:gd name="connsiteY1581" fmla="*/ 551669 h 1849426"/>
                <a:gd name="connsiteX1582" fmla="*/ 1249691 w 6386648"/>
                <a:gd name="connsiteY1582" fmla="*/ 569694 h 1849426"/>
                <a:gd name="connsiteX1583" fmla="*/ 1231667 w 6386648"/>
                <a:gd name="connsiteY1583" fmla="*/ 551669 h 1849426"/>
                <a:gd name="connsiteX1584" fmla="*/ 1249691 w 6386648"/>
                <a:gd name="connsiteY1584" fmla="*/ 533645 h 1849426"/>
                <a:gd name="connsiteX1585" fmla="*/ 2409261 w 6386648"/>
                <a:gd name="connsiteY1585" fmla="*/ 527636 h 1849426"/>
                <a:gd name="connsiteX1586" fmla="*/ 2427286 w 6386648"/>
                <a:gd name="connsiteY1586" fmla="*/ 545661 h 1849426"/>
                <a:gd name="connsiteX1587" fmla="*/ 2409261 w 6386648"/>
                <a:gd name="connsiteY1587" fmla="*/ 563685 h 1849426"/>
                <a:gd name="connsiteX1588" fmla="*/ 2391237 w 6386648"/>
                <a:gd name="connsiteY1588" fmla="*/ 545661 h 1849426"/>
                <a:gd name="connsiteX1589" fmla="*/ 2409261 w 6386648"/>
                <a:gd name="connsiteY1589" fmla="*/ 527636 h 1849426"/>
                <a:gd name="connsiteX1590" fmla="*/ 5527484 w 6386648"/>
                <a:gd name="connsiteY1590" fmla="*/ 521628 h 1849426"/>
                <a:gd name="connsiteX1591" fmla="*/ 5545509 w 6386648"/>
                <a:gd name="connsiteY1591" fmla="*/ 539652 h 1849426"/>
                <a:gd name="connsiteX1592" fmla="*/ 5527484 w 6386648"/>
                <a:gd name="connsiteY1592" fmla="*/ 557677 h 1849426"/>
                <a:gd name="connsiteX1593" fmla="*/ 5509460 w 6386648"/>
                <a:gd name="connsiteY1593" fmla="*/ 539652 h 1849426"/>
                <a:gd name="connsiteX1594" fmla="*/ 5527484 w 6386648"/>
                <a:gd name="connsiteY1594" fmla="*/ 521628 h 1849426"/>
                <a:gd name="connsiteX1595" fmla="*/ 4830540 w 6386648"/>
                <a:gd name="connsiteY1595" fmla="*/ 521628 h 1849426"/>
                <a:gd name="connsiteX1596" fmla="*/ 4848565 w 6386648"/>
                <a:gd name="connsiteY1596" fmla="*/ 539652 h 1849426"/>
                <a:gd name="connsiteX1597" fmla="*/ 4830540 w 6386648"/>
                <a:gd name="connsiteY1597" fmla="*/ 557677 h 1849426"/>
                <a:gd name="connsiteX1598" fmla="*/ 4812516 w 6386648"/>
                <a:gd name="connsiteY1598" fmla="*/ 539652 h 1849426"/>
                <a:gd name="connsiteX1599" fmla="*/ 4830540 w 6386648"/>
                <a:gd name="connsiteY1599" fmla="*/ 521628 h 1849426"/>
                <a:gd name="connsiteX1600" fmla="*/ 1514049 w 6386648"/>
                <a:gd name="connsiteY1600" fmla="*/ 521628 h 1849426"/>
                <a:gd name="connsiteX1601" fmla="*/ 1532074 w 6386648"/>
                <a:gd name="connsiteY1601" fmla="*/ 539652 h 1849426"/>
                <a:gd name="connsiteX1602" fmla="*/ 1514049 w 6386648"/>
                <a:gd name="connsiteY1602" fmla="*/ 557677 h 1849426"/>
                <a:gd name="connsiteX1603" fmla="*/ 1496025 w 6386648"/>
                <a:gd name="connsiteY1603" fmla="*/ 539652 h 1849426"/>
                <a:gd name="connsiteX1604" fmla="*/ 1514049 w 6386648"/>
                <a:gd name="connsiteY1604" fmla="*/ 521628 h 1849426"/>
                <a:gd name="connsiteX1605" fmla="*/ 6332574 w 6386648"/>
                <a:gd name="connsiteY1605" fmla="*/ 515620 h 1849426"/>
                <a:gd name="connsiteX1606" fmla="*/ 6350598 w 6386648"/>
                <a:gd name="connsiteY1606" fmla="*/ 533644 h 1849426"/>
                <a:gd name="connsiteX1607" fmla="*/ 6332574 w 6386648"/>
                <a:gd name="connsiteY1607" fmla="*/ 551669 h 1849426"/>
                <a:gd name="connsiteX1608" fmla="*/ 6314549 w 6386648"/>
                <a:gd name="connsiteY1608" fmla="*/ 533644 h 1849426"/>
                <a:gd name="connsiteX1609" fmla="*/ 6332574 w 6386648"/>
                <a:gd name="connsiteY1609" fmla="*/ 515620 h 1849426"/>
                <a:gd name="connsiteX1610" fmla="*/ 5893980 w 6386648"/>
                <a:gd name="connsiteY1610" fmla="*/ 509612 h 1849426"/>
                <a:gd name="connsiteX1611" fmla="*/ 5912005 w 6386648"/>
                <a:gd name="connsiteY1611" fmla="*/ 527636 h 1849426"/>
                <a:gd name="connsiteX1612" fmla="*/ 5893980 w 6386648"/>
                <a:gd name="connsiteY1612" fmla="*/ 545661 h 1849426"/>
                <a:gd name="connsiteX1613" fmla="*/ 5875956 w 6386648"/>
                <a:gd name="connsiteY1613" fmla="*/ 527636 h 1849426"/>
                <a:gd name="connsiteX1614" fmla="*/ 5893980 w 6386648"/>
                <a:gd name="connsiteY1614" fmla="*/ 509612 h 1849426"/>
                <a:gd name="connsiteX1615" fmla="*/ 3244392 w 6386648"/>
                <a:gd name="connsiteY1615" fmla="*/ 509612 h 1849426"/>
                <a:gd name="connsiteX1616" fmla="*/ 3262417 w 6386648"/>
                <a:gd name="connsiteY1616" fmla="*/ 527636 h 1849426"/>
                <a:gd name="connsiteX1617" fmla="*/ 3244392 w 6386648"/>
                <a:gd name="connsiteY1617" fmla="*/ 545661 h 1849426"/>
                <a:gd name="connsiteX1618" fmla="*/ 3226368 w 6386648"/>
                <a:gd name="connsiteY1618" fmla="*/ 527636 h 1849426"/>
                <a:gd name="connsiteX1619" fmla="*/ 3244392 w 6386648"/>
                <a:gd name="connsiteY1619" fmla="*/ 509612 h 1849426"/>
                <a:gd name="connsiteX1620" fmla="*/ 1982684 w 6386648"/>
                <a:gd name="connsiteY1620" fmla="*/ 509612 h 1849426"/>
                <a:gd name="connsiteX1621" fmla="*/ 2000709 w 6386648"/>
                <a:gd name="connsiteY1621" fmla="*/ 527636 h 1849426"/>
                <a:gd name="connsiteX1622" fmla="*/ 1982684 w 6386648"/>
                <a:gd name="connsiteY1622" fmla="*/ 545661 h 1849426"/>
                <a:gd name="connsiteX1623" fmla="*/ 1964660 w 6386648"/>
                <a:gd name="connsiteY1623" fmla="*/ 527636 h 1849426"/>
                <a:gd name="connsiteX1624" fmla="*/ 1982684 w 6386648"/>
                <a:gd name="connsiteY1624" fmla="*/ 509612 h 1849426"/>
                <a:gd name="connsiteX1625" fmla="*/ 5040825 w 6386648"/>
                <a:gd name="connsiteY1625" fmla="*/ 503604 h 1849426"/>
                <a:gd name="connsiteX1626" fmla="*/ 5058850 w 6386648"/>
                <a:gd name="connsiteY1626" fmla="*/ 521628 h 1849426"/>
                <a:gd name="connsiteX1627" fmla="*/ 5040825 w 6386648"/>
                <a:gd name="connsiteY1627" fmla="*/ 539653 h 1849426"/>
                <a:gd name="connsiteX1628" fmla="*/ 5022801 w 6386648"/>
                <a:gd name="connsiteY1628" fmla="*/ 521628 h 1849426"/>
                <a:gd name="connsiteX1629" fmla="*/ 5040825 w 6386648"/>
                <a:gd name="connsiteY1629" fmla="*/ 503604 h 1849426"/>
                <a:gd name="connsiteX1630" fmla="*/ 4926670 w 6386648"/>
                <a:gd name="connsiteY1630" fmla="*/ 503604 h 1849426"/>
                <a:gd name="connsiteX1631" fmla="*/ 4944695 w 6386648"/>
                <a:gd name="connsiteY1631" fmla="*/ 521628 h 1849426"/>
                <a:gd name="connsiteX1632" fmla="*/ 4926670 w 6386648"/>
                <a:gd name="connsiteY1632" fmla="*/ 539653 h 1849426"/>
                <a:gd name="connsiteX1633" fmla="*/ 4908646 w 6386648"/>
                <a:gd name="connsiteY1633" fmla="*/ 521628 h 1849426"/>
                <a:gd name="connsiteX1634" fmla="*/ 4926670 w 6386648"/>
                <a:gd name="connsiteY1634" fmla="*/ 503604 h 1849426"/>
                <a:gd name="connsiteX1635" fmla="*/ 5419337 w 6386648"/>
                <a:gd name="connsiteY1635" fmla="*/ 497596 h 1849426"/>
                <a:gd name="connsiteX1636" fmla="*/ 5437362 w 6386648"/>
                <a:gd name="connsiteY1636" fmla="*/ 515621 h 1849426"/>
                <a:gd name="connsiteX1637" fmla="*/ 5419337 w 6386648"/>
                <a:gd name="connsiteY1637" fmla="*/ 533645 h 1849426"/>
                <a:gd name="connsiteX1638" fmla="*/ 5401312 w 6386648"/>
                <a:gd name="connsiteY1638" fmla="*/ 515621 h 1849426"/>
                <a:gd name="connsiteX1639" fmla="*/ 5419337 w 6386648"/>
                <a:gd name="connsiteY1639" fmla="*/ 497596 h 1849426"/>
                <a:gd name="connsiteX1640" fmla="*/ 3610889 w 6386648"/>
                <a:gd name="connsiteY1640" fmla="*/ 497596 h 1849426"/>
                <a:gd name="connsiteX1641" fmla="*/ 3628914 w 6386648"/>
                <a:gd name="connsiteY1641" fmla="*/ 515621 h 1849426"/>
                <a:gd name="connsiteX1642" fmla="*/ 3610889 w 6386648"/>
                <a:gd name="connsiteY1642" fmla="*/ 533645 h 1849426"/>
                <a:gd name="connsiteX1643" fmla="*/ 3592865 w 6386648"/>
                <a:gd name="connsiteY1643" fmla="*/ 515621 h 1849426"/>
                <a:gd name="connsiteX1644" fmla="*/ 3610889 w 6386648"/>
                <a:gd name="connsiteY1644" fmla="*/ 497596 h 1849426"/>
                <a:gd name="connsiteX1645" fmla="*/ 967309 w 6386648"/>
                <a:gd name="connsiteY1645" fmla="*/ 497596 h 1849426"/>
                <a:gd name="connsiteX1646" fmla="*/ 985334 w 6386648"/>
                <a:gd name="connsiteY1646" fmla="*/ 515621 h 1849426"/>
                <a:gd name="connsiteX1647" fmla="*/ 967309 w 6386648"/>
                <a:gd name="connsiteY1647" fmla="*/ 533645 h 1849426"/>
                <a:gd name="connsiteX1648" fmla="*/ 949285 w 6386648"/>
                <a:gd name="connsiteY1648" fmla="*/ 515621 h 1849426"/>
                <a:gd name="connsiteX1649" fmla="*/ 967309 w 6386648"/>
                <a:gd name="connsiteY1649" fmla="*/ 497596 h 1849426"/>
                <a:gd name="connsiteX1650" fmla="*/ 450609 w 6386648"/>
                <a:gd name="connsiteY1650" fmla="*/ 497596 h 1849426"/>
                <a:gd name="connsiteX1651" fmla="*/ 468634 w 6386648"/>
                <a:gd name="connsiteY1651" fmla="*/ 515621 h 1849426"/>
                <a:gd name="connsiteX1652" fmla="*/ 450609 w 6386648"/>
                <a:gd name="connsiteY1652" fmla="*/ 533645 h 1849426"/>
                <a:gd name="connsiteX1653" fmla="*/ 432585 w 6386648"/>
                <a:gd name="connsiteY1653" fmla="*/ 515621 h 1849426"/>
                <a:gd name="connsiteX1654" fmla="*/ 450609 w 6386648"/>
                <a:gd name="connsiteY1654" fmla="*/ 497596 h 1849426"/>
                <a:gd name="connsiteX1655" fmla="*/ 4632272 w 6386648"/>
                <a:gd name="connsiteY1655" fmla="*/ 485580 h 1849426"/>
                <a:gd name="connsiteX1656" fmla="*/ 4650297 w 6386648"/>
                <a:gd name="connsiteY1656" fmla="*/ 503604 h 1849426"/>
                <a:gd name="connsiteX1657" fmla="*/ 4632272 w 6386648"/>
                <a:gd name="connsiteY1657" fmla="*/ 521629 h 1849426"/>
                <a:gd name="connsiteX1658" fmla="*/ 4614248 w 6386648"/>
                <a:gd name="connsiteY1658" fmla="*/ 503604 h 1849426"/>
                <a:gd name="connsiteX1659" fmla="*/ 4632272 w 6386648"/>
                <a:gd name="connsiteY1659" fmla="*/ 485580 h 1849426"/>
                <a:gd name="connsiteX1660" fmla="*/ 4379930 w 6386648"/>
                <a:gd name="connsiteY1660" fmla="*/ 485580 h 1849426"/>
                <a:gd name="connsiteX1661" fmla="*/ 4397955 w 6386648"/>
                <a:gd name="connsiteY1661" fmla="*/ 503604 h 1849426"/>
                <a:gd name="connsiteX1662" fmla="*/ 4379930 w 6386648"/>
                <a:gd name="connsiteY1662" fmla="*/ 521629 h 1849426"/>
                <a:gd name="connsiteX1663" fmla="*/ 4361906 w 6386648"/>
                <a:gd name="connsiteY1663" fmla="*/ 503604 h 1849426"/>
                <a:gd name="connsiteX1664" fmla="*/ 4379930 w 6386648"/>
                <a:gd name="connsiteY1664" fmla="*/ 485580 h 1849426"/>
                <a:gd name="connsiteX1665" fmla="*/ 5160987 w 6386648"/>
                <a:gd name="connsiteY1665" fmla="*/ 479571 h 1849426"/>
                <a:gd name="connsiteX1666" fmla="*/ 5179012 w 6386648"/>
                <a:gd name="connsiteY1666" fmla="*/ 497595 h 1849426"/>
                <a:gd name="connsiteX1667" fmla="*/ 5160987 w 6386648"/>
                <a:gd name="connsiteY1667" fmla="*/ 515620 h 1849426"/>
                <a:gd name="connsiteX1668" fmla="*/ 5142963 w 6386648"/>
                <a:gd name="connsiteY1668" fmla="*/ 497595 h 1849426"/>
                <a:gd name="connsiteX1669" fmla="*/ 5160987 w 6386648"/>
                <a:gd name="connsiteY1669" fmla="*/ 479571 h 1849426"/>
                <a:gd name="connsiteX1670" fmla="*/ 4241743 w 6386648"/>
                <a:gd name="connsiteY1670" fmla="*/ 479571 h 1849426"/>
                <a:gd name="connsiteX1671" fmla="*/ 4259768 w 6386648"/>
                <a:gd name="connsiteY1671" fmla="*/ 497595 h 1849426"/>
                <a:gd name="connsiteX1672" fmla="*/ 4241743 w 6386648"/>
                <a:gd name="connsiteY1672" fmla="*/ 515620 h 1849426"/>
                <a:gd name="connsiteX1673" fmla="*/ 4223719 w 6386648"/>
                <a:gd name="connsiteY1673" fmla="*/ 497595 h 1849426"/>
                <a:gd name="connsiteX1674" fmla="*/ 4241743 w 6386648"/>
                <a:gd name="connsiteY1674" fmla="*/ 479571 h 1849426"/>
                <a:gd name="connsiteX1675" fmla="*/ 3821173 w 6386648"/>
                <a:gd name="connsiteY1675" fmla="*/ 479571 h 1849426"/>
                <a:gd name="connsiteX1676" fmla="*/ 3839198 w 6386648"/>
                <a:gd name="connsiteY1676" fmla="*/ 497595 h 1849426"/>
                <a:gd name="connsiteX1677" fmla="*/ 3821173 w 6386648"/>
                <a:gd name="connsiteY1677" fmla="*/ 515620 h 1849426"/>
                <a:gd name="connsiteX1678" fmla="*/ 3803149 w 6386648"/>
                <a:gd name="connsiteY1678" fmla="*/ 497595 h 1849426"/>
                <a:gd name="connsiteX1679" fmla="*/ 3821173 w 6386648"/>
                <a:gd name="connsiteY1679" fmla="*/ 479571 h 1849426"/>
                <a:gd name="connsiteX1680" fmla="*/ 3364555 w 6386648"/>
                <a:gd name="connsiteY1680" fmla="*/ 479571 h 1849426"/>
                <a:gd name="connsiteX1681" fmla="*/ 3382580 w 6386648"/>
                <a:gd name="connsiteY1681" fmla="*/ 497595 h 1849426"/>
                <a:gd name="connsiteX1682" fmla="*/ 3364555 w 6386648"/>
                <a:gd name="connsiteY1682" fmla="*/ 515620 h 1849426"/>
                <a:gd name="connsiteX1683" fmla="*/ 3346531 w 6386648"/>
                <a:gd name="connsiteY1683" fmla="*/ 497595 h 1849426"/>
                <a:gd name="connsiteX1684" fmla="*/ 3364555 w 6386648"/>
                <a:gd name="connsiteY1684" fmla="*/ 479571 h 1849426"/>
                <a:gd name="connsiteX1685" fmla="*/ 1093480 w 6386648"/>
                <a:gd name="connsiteY1685" fmla="*/ 479571 h 1849426"/>
                <a:gd name="connsiteX1686" fmla="*/ 1111505 w 6386648"/>
                <a:gd name="connsiteY1686" fmla="*/ 497595 h 1849426"/>
                <a:gd name="connsiteX1687" fmla="*/ 1093480 w 6386648"/>
                <a:gd name="connsiteY1687" fmla="*/ 515620 h 1849426"/>
                <a:gd name="connsiteX1688" fmla="*/ 1075456 w 6386648"/>
                <a:gd name="connsiteY1688" fmla="*/ 497595 h 1849426"/>
                <a:gd name="connsiteX1689" fmla="*/ 1093480 w 6386648"/>
                <a:gd name="connsiteY1689" fmla="*/ 479571 h 1849426"/>
                <a:gd name="connsiteX1690" fmla="*/ 5299175 w 6386648"/>
                <a:gd name="connsiteY1690" fmla="*/ 473563 h 1849426"/>
                <a:gd name="connsiteX1691" fmla="*/ 5317200 w 6386648"/>
                <a:gd name="connsiteY1691" fmla="*/ 491587 h 1849426"/>
                <a:gd name="connsiteX1692" fmla="*/ 5299175 w 6386648"/>
                <a:gd name="connsiteY1692" fmla="*/ 509612 h 1849426"/>
                <a:gd name="connsiteX1693" fmla="*/ 5281150 w 6386648"/>
                <a:gd name="connsiteY1693" fmla="*/ 491587 h 1849426"/>
                <a:gd name="connsiteX1694" fmla="*/ 5299175 w 6386648"/>
                <a:gd name="connsiteY1694" fmla="*/ 473563 h 1849426"/>
                <a:gd name="connsiteX1695" fmla="*/ 4506101 w 6386648"/>
                <a:gd name="connsiteY1695" fmla="*/ 473563 h 1849426"/>
                <a:gd name="connsiteX1696" fmla="*/ 4524126 w 6386648"/>
                <a:gd name="connsiteY1696" fmla="*/ 491587 h 1849426"/>
                <a:gd name="connsiteX1697" fmla="*/ 4506101 w 6386648"/>
                <a:gd name="connsiteY1697" fmla="*/ 509612 h 1849426"/>
                <a:gd name="connsiteX1698" fmla="*/ 4488077 w 6386648"/>
                <a:gd name="connsiteY1698" fmla="*/ 491587 h 1849426"/>
                <a:gd name="connsiteX1699" fmla="*/ 4506101 w 6386648"/>
                <a:gd name="connsiteY1699" fmla="*/ 473563 h 1849426"/>
                <a:gd name="connsiteX1700" fmla="*/ 4115572 w 6386648"/>
                <a:gd name="connsiteY1700" fmla="*/ 473563 h 1849426"/>
                <a:gd name="connsiteX1701" fmla="*/ 4133597 w 6386648"/>
                <a:gd name="connsiteY1701" fmla="*/ 491587 h 1849426"/>
                <a:gd name="connsiteX1702" fmla="*/ 4115572 w 6386648"/>
                <a:gd name="connsiteY1702" fmla="*/ 509612 h 1849426"/>
                <a:gd name="connsiteX1703" fmla="*/ 4097548 w 6386648"/>
                <a:gd name="connsiteY1703" fmla="*/ 491587 h 1849426"/>
                <a:gd name="connsiteX1704" fmla="*/ 4115572 w 6386648"/>
                <a:gd name="connsiteY1704" fmla="*/ 473563 h 1849426"/>
                <a:gd name="connsiteX1705" fmla="*/ 2295107 w 6386648"/>
                <a:gd name="connsiteY1705" fmla="*/ 473563 h 1849426"/>
                <a:gd name="connsiteX1706" fmla="*/ 2313132 w 6386648"/>
                <a:gd name="connsiteY1706" fmla="*/ 491587 h 1849426"/>
                <a:gd name="connsiteX1707" fmla="*/ 2295107 w 6386648"/>
                <a:gd name="connsiteY1707" fmla="*/ 509612 h 1849426"/>
                <a:gd name="connsiteX1708" fmla="*/ 2277083 w 6386648"/>
                <a:gd name="connsiteY1708" fmla="*/ 491587 h 1849426"/>
                <a:gd name="connsiteX1709" fmla="*/ 2295107 w 6386648"/>
                <a:gd name="connsiteY1709" fmla="*/ 473563 h 1849426"/>
                <a:gd name="connsiteX1710" fmla="*/ 1838489 w 6386648"/>
                <a:gd name="connsiteY1710" fmla="*/ 473563 h 1849426"/>
                <a:gd name="connsiteX1711" fmla="*/ 1856514 w 6386648"/>
                <a:gd name="connsiteY1711" fmla="*/ 491587 h 1849426"/>
                <a:gd name="connsiteX1712" fmla="*/ 1838489 w 6386648"/>
                <a:gd name="connsiteY1712" fmla="*/ 509612 h 1849426"/>
                <a:gd name="connsiteX1713" fmla="*/ 1820465 w 6386648"/>
                <a:gd name="connsiteY1713" fmla="*/ 491587 h 1849426"/>
                <a:gd name="connsiteX1714" fmla="*/ 1838489 w 6386648"/>
                <a:gd name="connsiteY1714" fmla="*/ 473563 h 1849426"/>
                <a:gd name="connsiteX1715" fmla="*/ 2889912 w 6386648"/>
                <a:gd name="connsiteY1715" fmla="*/ 467555 h 1849426"/>
                <a:gd name="connsiteX1716" fmla="*/ 2907937 w 6386648"/>
                <a:gd name="connsiteY1716" fmla="*/ 485580 h 1849426"/>
                <a:gd name="connsiteX1717" fmla="*/ 2889912 w 6386648"/>
                <a:gd name="connsiteY1717" fmla="*/ 503604 h 1849426"/>
                <a:gd name="connsiteX1718" fmla="*/ 2871888 w 6386648"/>
                <a:gd name="connsiteY1718" fmla="*/ 485580 h 1849426"/>
                <a:gd name="connsiteX1719" fmla="*/ 2889912 w 6386648"/>
                <a:gd name="connsiteY1719" fmla="*/ 467555 h 1849426"/>
                <a:gd name="connsiteX1720" fmla="*/ 2108855 w 6386648"/>
                <a:gd name="connsiteY1720" fmla="*/ 467555 h 1849426"/>
                <a:gd name="connsiteX1721" fmla="*/ 2126880 w 6386648"/>
                <a:gd name="connsiteY1721" fmla="*/ 485580 h 1849426"/>
                <a:gd name="connsiteX1722" fmla="*/ 2108855 w 6386648"/>
                <a:gd name="connsiteY1722" fmla="*/ 503604 h 1849426"/>
                <a:gd name="connsiteX1723" fmla="*/ 2090831 w 6386648"/>
                <a:gd name="connsiteY1723" fmla="*/ 485580 h 1849426"/>
                <a:gd name="connsiteX1724" fmla="*/ 2108855 w 6386648"/>
                <a:gd name="connsiteY1724" fmla="*/ 467555 h 1849426"/>
                <a:gd name="connsiteX1725" fmla="*/ 1616189 w 6386648"/>
                <a:gd name="connsiteY1725" fmla="*/ 467555 h 1849426"/>
                <a:gd name="connsiteX1726" fmla="*/ 1634213 w 6386648"/>
                <a:gd name="connsiteY1726" fmla="*/ 485580 h 1849426"/>
                <a:gd name="connsiteX1727" fmla="*/ 1616189 w 6386648"/>
                <a:gd name="connsiteY1727" fmla="*/ 503604 h 1849426"/>
                <a:gd name="connsiteX1728" fmla="*/ 1598164 w 6386648"/>
                <a:gd name="connsiteY1728" fmla="*/ 485580 h 1849426"/>
                <a:gd name="connsiteX1729" fmla="*/ 1616189 w 6386648"/>
                <a:gd name="connsiteY1729" fmla="*/ 467555 h 1849426"/>
                <a:gd name="connsiteX1730" fmla="*/ 330447 w 6386648"/>
                <a:gd name="connsiteY1730" fmla="*/ 467555 h 1849426"/>
                <a:gd name="connsiteX1731" fmla="*/ 348472 w 6386648"/>
                <a:gd name="connsiteY1731" fmla="*/ 485580 h 1849426"/>
                <a:gd name="connsiteX1732" fmla="*/ 330447 w 6386648"/>
                <a:gd name="connsiteY1732" fmla="*/ 503604 h 1849426"/>
                <a:gd name="connsiteX1733" fmla="*/ 312423 w 6386648"/>
                <a:gd name="connsiteY1733" fmla="*/ 485580 h 1849426"/>
                <a:gd name="connsiteX1734" fmla="*/ 330447 w 6386648"/>
                <a:gd name="connsiteY1734" fmla="*/ 467555 h 1849426"/>
                <a:gd name="connsiteX1735" fmla="*/ 3935328 w 6386648"/>
                <a:gd name="connsiteY1735" fmla="*/ 461547 h 1849426"/>
                <a:gd name="connsiteX1736" fmla="*/ 3953353 w 6386648"/>
                <a:gd name="connsiteY1736" fmla="*/ 479571 h 1849426"/>
                <a:gd name="connsiteX1737" fmla="*/ 3935328 w 6386648"/>
                <a:gd name="connsiteY1737" fmla="*/ 497596 h 1849426"/>
                <a:gd name="connsiteX1738" fmla="*/ 3917304 w 6386648"/>
                <a:gd name="connsiteY1738" fmla="*/ 479571 h 1849426"/>
                <a:gd name="connsiteX1739" fmla="*/ 3935328 w 6386648"/>
                <a:gd name="connsiteY1739" fmla="*/ 461547 h 1849426"/>
                <a:gd name="connsiteX1740" fmla="*/ 6224427 w 6386648"/>
                <a:gd name="connsiteY1740" fmla="*/ 455539 h 1849426"/>
                <a:gd name="connsiteX1741" fmla="*/ 6242452 w 6386648"/>
                <a:gd name="connsiteY1741" fmla="*/ 473563 h 1849426"/>
                <a:gd name="connsiteX1742" fmla="*/ 6224427 w 6386648"/>
                <a:gd name="connsiteY1742" fmla="*/ 491588 h 1849426"/>
                <a:gd name="connsiteX1743" fmla="*/ 6206403 w 6386648"/>
                <a:gd name="connsiteY1743" fmla="*/ 473563 h 1849426"/>
                <a:gd name="connsiteX1744" fmla="*/ 6224427 w 6386648"/>
                <a:gd name="connsiteY1744" fmla="*/ 455539 h 1849426"/>
                <a:gd name="connsiteX1745" fmla="*/ 6110273 w 6386648"/>
                <a:gd name="connsiteY1745" fmla="*/ 455539 h 1849426"/>
                <a:gd name="connsiteX1746" fmla="*/ 6128298 w 6386648"/>
                <a:gd name="connsiteY1746" fmla="*/ 473563 h 1849426"/>
                <a:gd name="connsiteX1747" fmla="*/ 6110273 w 6386648"/>
                <a:gd name="connsiteY1747" fmla="*/ 491588 h 1849426"/>
                <a:gd name="connsiteX1748" fmla="*/ 6092248 w 6386648"/>
                <a:gd name="connsiteY1748" fmla="*/ 473563 h 1849426"/>
                <a:gd name="connsiteX1749" fmla="*/ 6110273 w 6386648"/>
                <a:gd name="connsiteY1749" fmla="*/ 455539 h 1849426"/>
                <a:gd name="connsiteX1750" fmla="*/ 3496734 w 6386648"/>
                <a:gd name="connsiteY1750" fmla="*/ 455539 h 1849426"/>
                <a:gd name="connsiteX1751" fmla="*/ 3514759 w 6386648"/>
                <a:gd name="connsiteY1751" fmla="*/ 473563 h 1849426"/>
                <a:gd name="connsiteX1752" fmla="*/ 3496734 w 6386648"/>
                <a:gd name="connsiteY1752" fmla="*/ 491588 h 1849426"/>
                <a:gd name="connsiteX1753" fmla="*/ 3478709 w 6386648"/>
                <a:gd name="connsiteY1753" fmla="*/ 473563 h 1849426"/>
                <a:gd name="connsiteX1754" fmla="*/ 3496734 w 6386648"/>
                <a:gd name="connsiteY1754" fmla="*/ 455539 h 1849426"/>
                <a:gd name="connsiteX1755" fmla="*/ 1333805 w 6386648"/>
                <a:gd name="connsiteY1755" fmla="*/ 455539 h 1849426"/>
                <a:gd name="connsiteX1756" fmla="*/ 1351830 w 6386648"/>
                <a:gd name="connsiteY1756" fmla="*/ 473563 h 1849426"/>
                <a:gd name="connsiteX1757" fmla="*/ 1333805 w 6386648"/>
                <a:gd name="connsiteY1757" fmla="*/ 491588 h 1849426"/>
                <a:gd name="connsiteX1758" fmla="*/ 1315781 w 6386648"/>
                <a:gd name="connsiteY1758" fmla="*/ 473563 h 1849426"/>
                <a:gd name="connsiteX1759" fmla="*/ 1333805 w 6386648"/>
                <a:gd name="connsiteY1759" fmla="*/ 455539 h 1849426"/>
                <a:gd name="connsiteX1760" fmla="*/ 2727693 w 6386648"/>
                <a:gd name="connsiteY1760" fmla="*/ 449531 h 1849426"/>
                <a:gd name="connsiteX1761" fmla="*/ 2745718 w 6386648"/>
                <a:gd name="connsiteY1761" fmla="*/ 467555 h 1849426"/>
                <a:gd name="connsiteX1762" fmla="*/ 2727693 w 6386648"/>
                <a:gd name="connsiteY1762" fmla="*/ 485580 h 1849426"/>
                <a:gd name="connsiteX1763" fmla="*/ 2709669 w 6386648"/>
                <a:gd name="connsiteY1763" fmla="*/ 467555 h 1849426"/>
                <a:gd name="connsiteX1764" fmla="*/ 2727693 w 6386648"/>
                <a:gd name="connsiteY1764" fmla="*/ 449531 h 1849426"/>
                <a:gd name="connsiteX1765" fmla="*/ 2607530 w 6386648"/>
                <a:gd name="connsiteY1765" fmla="*/ 449531 h 1849426"/>
                <a:gd name="connsiteX1766" fmla="*/ 2625555 w 6386648"/>
                <a:gd name="connsiteY1766" fmla="*/ 467555 h 1849426"/>
                <a:gd name="connsiteX1767" fmla="*/ 2607530 w 6386648"/>
                <a:gd name="connsiteY1767" fmla="*/ 485580 h 1849426"/>
                <a:gd name="connsiteX1768" fmla="*/ 2589506 w 6386648"/>
                <a:gd name="connsiteY1768" fmla="*/ 467555 h 1849426"/>
                <a:gd name="connsiteX1769" fmla="*/ 2607530 w 6386648"/>
                <a:gd name="connsiteY1769" fmla="*/ 449531 h 1849426"/>
                <a:gd name="connsiteX1770" fmla="*/ 5797850 w 6386648"/>
                <a:gd name="connsiteY1770" fmla="*/ 443523 h 1849426"/>
                <a:gd name="connsiteX1771" fmla="*/ 5815875 w 6386648"/>
                <a:gd name="connsiteY1771" fmla="*/ 461547 h 1849426"/>
                <a:gd name="connsiteX1772" fmla="*/ 5797850 w 6386648"/>
                <a:gd name="connsiteY1772" fmla="*/ 479572 h 1849426"/>
                <a:gd name="connsiteX1773" fmla="*/ 5779826 w 6386648"/>
                <a:gd name="connsiteY1773" fmla="*/ 461547 h 1849426"/>
                <a:gd name="connsiteX1774" fmla="*/ 5797850 w 6386648"/>
                <a:gd name="connsiteY1774" fmla="*/ 443523 h 1849426"/>
                <a:gd name="connsiteX1775" fmla="*/ 5653655 w 6386648"/>
                <a:gd name="connsiteY1775" fmla="*/ 443523 h 1849426"/>
                <a:gd name="connsiteX1776" fmla="*/ 5671680 w 6386648"/>
                <a:gd name="connsiteY1776" fmla="*/ 461547 h 1849426"/>
                <a:gd name="connsiteX1777" fmla="*/ 5653655 w 6386648"/>
                <a:gd name="connsiteY1777" fmla="*/ 479572 h 1849426"/>
                <a:gd name="connsiteX1778" fmla="*/ 5635631 w 6386648"/>
                <a:gd name="connsiteY1778" fmla="*/ 461547 h 1849426"/>
                <a:gd name="connsiteX1779" fmla="*/ 5653655 w 6386648"/>
                <a:gd name="connsiteY1779" fmla="*/ 443523 h 1849426"/>
                <a:gd name="connsiteX1780" fmla="*/ 96129 w 6386648"/>
                <a:gd name="connsiteY1780" fmla="*/ 437514 h 1849426"/>
                <a:gd name="connsiteX1781" fmla="*/ 114154 w 6386648"/>
                <a:gd name="connsiteY1781" fmla="*/ 455539 h 1849426"/>
                <a:gd name="connsiteX1782" fmla="*/ 96129 w 6386648"/>
                <a:gd name="connsiteY1782" fmla="*/ 473563 h 1849426"/>
                <a:gd name="connsiteX1783" fmla="*/ 78105 w 6386648"/>
                <a:gd name="connsiteY1783" fmla="*/ 455539 h 1849426"/>
                <a:gd name="connsiteX1784" fmla="*/ 96129 w 6386648"/>
                <a:gd name="connsiteY1784" fmla="*/ 437514 h 1849426"/>
                <a:gd name="connsiteX1785" fmla="*/ 3058140 w 6386648"/>
                <a:gd name="connsiteY1785" fmla="*/ 431506 h 1849426"/>
                <a:gd name="connsiteX1786" fmla="*/ 3076165 w 6386648"/>
                <a:gd name="connsiteY1786" fmla="*/ 449530 h 1849426"/>
                <a:gd name="connsiteX1787" fmla="*/ 3058140 w 6386648"/>
                <a:gd name="connsiteY1787" fmla="*/ 467555 h 1849426"/>
                <a:gd name="connsiteX1788" fmla="*/ 3040116 w 6386648"/>
                <a:gd name="connsiteY1788" fmla="*/ 449530 h 1849426"/>
                <a:gd name="connsiteX1789" fmla="*/ 3058140 w 6386648"/>
                <a:gd name="connsiteY1789" fmla="*/ 431506 h 1849426"/>
                <a:gd name="connsiteX1790" fmla="*/ 2493375 w 6386648"/>
                <a:gd name="connsiteY1790" fmla="*/ 431506 h 1849426"/>
                <a:gd name="connsiteX1791" fmla="*/ 2511400 w 6386648"/>
                <a:gd name="connsiteY1791" fmla="*/ 449530 h 1849426"/>
                <a:gd name="connsiteX1792" fmla="*/ 2493375 w 6386648"/>
                <a:gd name="connsiteY1792" fmla="*/ 467555 h 1849426"/>
                <a:gd name="connsiteX1793" fmla="*/ 2475351 w 6386648"/>
                <a:gd name="connsiteY1793" fmla="*/ 449530 h 1849426"/>
                <a:gd name="connsiteX1794" fmla="*/ 2493375 w 6386648"/>
                <a:gd name="connsiteY1794" fmla="*/ 431506 h 1849426"/>
                <a:gd name="connsiteX1795" fmla="*/ 216292 w 6386648"/>
                <a:gd name="connsiteY1795" fmla="*/ 431506 h 1849426"/>
                <a:gd name="connsiteX1796" fmla="*/ 234317 w 6386648"/>
                <a:gd name="connsiteY1796" fmla="*/ 449530 h 1849426"/>
                <a:gd name="connsiteX1797" fmla="*/ 216292 w 6386648"/>
                <a:gd name="connsiteY1797" fmla="*/ 467555 h 1849426"/>
                <a:gd name="connsiteX1798" fmla="*/ 198268 w 6386648"/>
                <a:gd name="connsiteY1798" fmla="*/ 449530 h 1849426"/>
                <a:gd name="connsiteX1799" fmla="*/ 216292 w 6386648"/>
                <a:gd name="connsiteY1799" fmla="*/ 431506 h 1849426"/>
                <a:gd name="connsiteX1800" fmla="*/ 4758442 w 6386648"/>
                <a:gd name="connsiteY1800" fmla="*/ 425498 h 1849426"/>
                <a:gd name="connsiteX1801" fmla="*/ 4776467 w 6386648"/>
                <a:gd name="connsiteY1801" fmla="*/ 443522 h 1849426"/>
                <a:gd name="connsiteX1802" fmla="*/ 4758442 w 6386648"/>
                <a:gd name="connsiteY1802" fmla="*/ 461547 h 1849426"/>
                <a:gd name="connsiteX1803" fmla="*/ 4740417 w 6386648"/>
                <a:gd name="connsiteY1803" fmla="*/ 443522 h 1849426"/>
                <a:gd name="connsiteX1804" fmla="*/ 4758442 w 6386648"/>
                <a:gd name="connsiteY1804" fmla="*/ 425498 h 1849426"/>
                <a:gd name="connsiteX1805" fmla="*/ 1453968 w 6386648"/>
                <a:gd name="connsiteY1805" fmla="*/ 425498 h 1849426"/>
                <a:gd name="connsiteX1806" fmla="*/ 1471993 w 6386648"/>
                <a:gd name="connsiteY1806" fmla="*/ 443522 h 1849426"/>
                <a:gd name="connsiteX1807" fmla="*/ 1453968 w 6386648"/>
                <a:gd name="connsiteY1807" fmla="*/ 461547 h 1849426"/>
                <a:gd name="connsiteX1808" fmla="*/ 1435944 w 6386648"/>
                <a:gd name="connsiteY1808" fmla="*/ 443522 h 1849426"/>
                <a:gd name="connsiteX1809" fmla="*/ 1453968 w 6386648"/>
                <a:gd name="connsiteY1809" fmla="*/ 425498 h 1849426"/>
                <a:gd name="connsiteX1810" fmla="*/ 552748 w 6386648"/>
                <a:gd name="connsiteY1810" fmla="*/ 425498 h 1849426"/>
                <a:gd name="connsiteX1811" fmla="*/ 570773 w 6386648"/>
                <a:gd name="connsiteY1811" fmla="*/ 443522 h 1849426"/>
                <a:gd name="connsiteX1812" fmla="*/ 552748 w 6386648"/>
                <a:gd name="connsiteY1812" fmla="*/ 461547 h 1849426"/>
                <a:gd name="connsiteX1813" fmla="*/ 534724 w 6386648"/>
                <a:gd name="connsiteY1813" fmla="*/ 443522 h 1849426"/>
                <a:gd name="connsiteX1814" fmla="*/ 552748 w 6386648"/>
                <a:gd name="connsiteY1814" fmla="*/ 425498 h 1849426"/>
                <a:gd name="connsiteX1815" fmla="*/ 1742358 w 6386648"/>
                <a:gd name="connsiteY1815" fmla="*/ 419490 h 1849426"/>
                <a:gd name="connsiteX1816" fmla="*/ 1760383 w 6386648"/>
                <a:gd name="connsiteY1816" fmla="*/ 437514 h 1849426"/>
                <a:gd name="connsiteX1817" fmla="*/ 1742358 w 6386648"/>
                <a:gd name="connsiteY1817" fmla="*/ 455539 h 1849426"/>
                <a:gd name="connsiteX1818" fmla="*/ 1724334 w 6386648"/>
                <a:gd name="connsiteY1818" fmla="*/ 437514 h 1849426"/>
                <a:gd name="connsiteX1819" fmla="*/ 1742358 w 6386648"/>
                <a:gd name="connsiteY1819" fmla="*/ 419490 h 1849426"/>
                <a:gd name="connsiteX1820" fmla="*/ 1183602 w 6386648"/>
                <a:gd name="connsiteY1820" fmla="*/ 413482 h 1849426"/>
                <a:gd name="connsiteX1821" fmla="*/ 1201627 w 6386648"/>
                <a:gd name="connsiteY1821" fmla="*/ 431506 h 1849426"/>
                <a:gd name="connsiteX1822" fmla="*/ 1183602 w 6386648"/>
                <a:gd name="connsiteY1822" fmla="*/ 449531 h 1849426"/>
                <a:gd name="connsiteX1823" fmla="*/ 1165578 w 6386648"/>
                <a:gd name="connsiteY1823" fmla="*/ 431506 h 1849426"/>
                <a:gd name="connsiteX1824" fmla="*/ 1183602 w 6386648"/>
                <a:gd name="connsiteY1824" fmla="*/ 413482 h 1849426"/>
                <a:gd name="connsiteX1825" fmla="*/ 895212 w 6386648"/>
                <a:gd name="connsiteY1825" fmla="*/ 413482 h 1849426"/>
                <a:gd name="connsiteX1826" fmla="*/ 913236 w 6386648"/>
                <a:gd name="connsiteY1826" fmla="*/ 431506 h 1849426"/>
                <a:gd name="connsiteX1827" fmla="*/ 895212 w 6386648"/>
                <a:gd name="connsiteY1827" fmla="*/ 449531 h 1849426"/>
                <a:gd name="connsiteX1828" fmla="*/ 877187 w 6386648"/>
                <a:gd name="connsiteY1828" fmla="*/ 431506 h 1849426"/>
                <a:gd name="connsiteX1829" fmla="*/ 895212 w 6386648"/>
                <a:gd name="connsiteY1829" fmla="*/ 413482 h 1849426"/>
                <a:gd name="connsiteX1830" fmla="*/ 672910 w 6386648"/>
                <a:gd name="connsiteY1830" fmla="*/ 413482 h 1849426"/>
                <a:gd name="connsiteX1831" fmla="*/ 690935 w 6386648"/>
                <a:gd name="connsiteY1831" fmla="*/ 431506 h 1849426"/>
                <a:gd name="connsiteX1832" fmla="*/ 672910 w 6386648"/>
                <a:gd name="connsiteY1832" fmla="*/ 449531 h 1849426"/>
                <a:gd name="connsiteX1833" fmla="*/ 654886 w 6386648"/>
                <a:gd name="connsiteY1833" fmla="*/ 431506 h 1849426"/>
                <a:gd name="connsiteX1834" fmla="*/ 672910 w 6386648"/>
                <a:gd name="connsiteY1834" fmla="*/ 413482 h 1849426"/>
                <a:gd name="connsiteX1835" fmla="*/ 3719035 w 6386648"/>
                <a:gd name="connsiteY1835" fmla="*/ 407474 h 1849426"/>
                <a:gd name="connsiteX1836" fmla="*/ 3737060 w 6386648"/>
                <a:gd name="connsiteY1836" fmla="*/ 425499 h 1849426"/>
                <a:gd name="connsiteX1837" fmla="*/ 3719035 w 6386648"/>
                <a:gd name="connsiteY1837" fmla="*/ 443523 h 1849426"/>
                <a:gd name="connsiteX1838" fmla="*/ 3701011 w 6386648"/>
                <a:gd name="connsiteY1838" fmla="*/ 425499 h 1849426"/>
                <a:gd name="connsiteX1839" fmla="*/ 3719035 w 6386648"/>
                <a:gd name="connsiteY1839" fmla="*/ 407474 h 1849426"/>
                <a:gd name="connsiteX1840" fmla="*/ 6002126 w 6386648"/>
                <a:gd name="connsiteY1840" fmla="*/ 401466 h 1849426"/>
                <a:gd name="connsiteX1841" fmla="*/ 6020151 w 6386648"/>
                <a:gd name="connsiteY1841" fmla="*/ 419490 h 1849426"/>
                <a:gd name="connsiteX1842" fmla="*/ 6002126 w 6386648"/>
                <a:gd name="connsiteY1842" fmla="*/ 437515 h 1849426"/>
                <a:gd name="connsiteX1843" fmla="*/ 5984102 w 6386648"/>
                <a:gd name="connsiteY1843" fmla="*/ 419490 h 1849426"/>
                <a:gd name="connsiteX1844" fmla="*/ 6002126 w 6386648"/>
                <a:gd name="connsiteY1844" fmla="*/ 401466 h 1849426"/>
                <a:gd name="connsiteX1845" fmla="*/ 1970668 w 6386648"/>
                <a:gd name="connsiteY1845" fmla="*/ 401466 h 1849426"/>
                <a:gd name="connsiteX1846" fmla="*/ 1988693 w 6386648"/>
                <a:gd name="connsiteY1846" fmla="*/ 419490 h 1849426"/>
                <a:gd name="connsiteX1847" fmla="*/ 1970668 w 6386648"/>
                <a:gd name="connsiteY1847" fmla="*/ 437515 h 1849426"/>
                <a:gd name="connsiteX1848" fmla="*/ 1952644 w 6386648"/>
                <a:gd name="connsiteY1848" fmla="*/ 419490 h 1849426"/>
                <a:gd name="connsiteX1849" fmla="*/ 1970668 w 6386648"/>
                <a:gd name="connsiteY1849" fmla="*/ 401466 h 1849426"/>
                <a:gd name="connsiteX1850" fmla="*/ 5533492 w 6386648"/>
                <a:gd name="connsiteY1850" fmla="*/ 395457 h 1849426"/>
                <a:gd name="connsiteX1851" fmla="*/ 5551517 w 6386648"/>
                <a:gd name="connsiteY1851" fmla="*/ 413481 h 1849426"/>
                <a:gd name="connsiteX1852" fmla="*/ 5533492 w 6386648"/>
                <a:gd name="connsiteY1852" fmla="*/ 431506 h 1849426"/>
                <a:gd name="connsiteX1853" fmla="*/ 5515468 w 6386648"/>
                <a:gd name="connsiteY1853" fmla="*/ 413481 h 1849426"/>
                <a:gd name="connsiteX1854" fmla="*/ 5533492 w 6386648"/>
                <a:gd name="connsiteY1854" fmla="*/ 395457 h 1849426"/>
                <a:gd name="connsiteX1855" fmla="*/ 3166287 w 6386648"/>
                <a:gd name="connsiteY1855" fmla="*/ 395457 h 1849426"/>
                <a:gd name="connsiteX1856" fmla="*/ 3184312 w 6386648"/>
                <a:gd name="connsiteY1856" fmla="*/ 413481 h 1849426"/>
                <a:gd name="connsiteX1857" fmla="*/ 3166287 w 6386648"/>
                <a:gd name="connsiteY1857" fmla="*/ 431506 h 1849426"/>
                <a:gd name="connsiteX1858" fmla="*/ 3148262 w 6386648"/>
                <a:gd name="connsiteY1858" fmla="*/ 413481 h 1849426"/>
                <a:gd name="connsiteX1859" fmla="*/ 3166287 w 6386648"/>
                <a:gd name="connsiteY1859" fmla="*/ 395457 h 1849426"/>
                <a:gd name="connsiteX1860" fmla="*/ 2373213 w 6386648"/>
                <a:gd name="connsiteY1860" fmla="*/ 395457 h 1849426"/>
                <a:gd name="connsiteX1861" fmla="*/ 2391238 w 6386648"/>
                <a:gd name="connsiteY1861" fmla="*/ 413481 h 1849426"/>
                <a:gd name="connsiteX1862" fmla="*/ 2373213 w 6386648"/>
                <a:gd name="connsiteY1862" fmla="*/ 431506 h 1849426"/>
                <a:gd name="connsiteX1863" fmla="*/ 2355189 w 6386648"/>
                <a:gd name="connsiteY1863" fmla="*/ 413481 h 1849426"/>
                <a:gd name="connsiteX1864" fmla="*/ 2373213 w 6386648"/>
                <a:gd name="connsiteY1864" fmla="*/ 395457 h 1849426"/>
                <a:gd name="connsiteX1865" fmla="*/ 787065 w 6386648"/>
                <a:gd name="connsiteY1865" fmla="*/ 395457 h 1849426"/>
                <a:gd name="connsiteX1866" fmla="*/ 805090 w 6386648"/>
                <a:gd name="connsiteY1866" fmla="*/ 413481 h 1849426"/>
                <a:gd name="connsiteX1867" fmla="*/ 787065 w 6386648"/>
                <a:gd name="connsiteY1867" fmla="*/ 431506 h 1849426"/>
                <a:gd name="connsiteX1868" fmla="*/ 769041 w 6386648"/>
                <a:gd name="connsiteY1868" fmla="*/ 413481 h 1849426"/>
                <a:gd name="connsiteX1869" fmla="*/ 787065 w 6386648"/>
                <a:gd name="connsiteY1869" fmla="*/ 395457 h 1849426"/>
                <a:gd name="connsiteX1870" fmla="*/ 6344591 w 6386648"/>
                <a:gd name="connsiteY1870" fmla="*/ 389449 h 1849426"/>
                <a:gd name="connsiteX1871" fmla="*/ 6362615 w 6386648"/>
                <a:gd name="connsiteY1871" fmla="*/ 407473 h 1849426"/>
                <a:gd name="connsiteX1872" fmla="*/ 6344591 w 6386648"/>
                <a:gd name="connsiteY1872" fmla="*/ 425498 h 1849426"/>
                <a:gd name="connsiteX1873" fmla="*/ 6326566 w 6386648"/>
                <a:gd name="connsiteY1873" fmla="*/ 407473 h 1849426"/>
                <a:gd name="connsiteX1874" fmla="*/ 6344591 w 6386648"/>
                <a:gd name="connsiteY1874" fmla="*/ 389449 h 1849426"/>
                <a:gd name="connsiteX1875" fmla="*/ 5407321 w 6386648"/>
                <a:gd name="connsiteY1875" fmla="*/ 383441 h 1849426"/>
                <a:gd name="connsiteX1876" fmla="*/ 5425346 w 6386648"/>
                <a:gd name="connsiteY1876" fmla="*/ 401465 h 1849426"/>
                <a:gd name="connsiteX1877" fmla="*/ 5407321 w 6386648"/>
                <a:gd name="connsiteY1877" fmla="*/ 419490 h 1849426"/>
                <a:gd name="connsiteX1878" fmla="*/ 5389297 w 6386648"/>
                <a:gd name="connsiteY1878" fmla="*/ 401465 h 1849426"/>
                <a:gd name="connsiteX1879" fmla="*/ 5407321 w 6386648"/>
                <a:gd name="connsiteY1879" fmla="*/ 383441 h 1849426"/>
                <a:gd name="connsiteX1880" fmla="*/ 5233085 w 6386648"/>
                <a:gd name="connsiteY1880" fmla="*/ 383441 h 1849426"/>
                <a:gd name="connsiteX1881" fmla="*/ 5251110 w 6386648"/>
                <a:gd name="connsiteY1881" fmla="*/ 401465 h 1849426"/>
                <a:gd name="connsiteX1882" fmla="*/ 5233085 w 6386648"/>
                <a:gd name="connsiteY1882" fmla="*/ 419490 h 1849426"/>
                <a:gd name="connsiteX1883" fmla="*/ 5215061 w 6386648"/>
                <a:gd name="connsiteY1883" fmla="*/ 401465 h 1849426"/>
                <a:gd name="connsiteX1884" fmla="*/ 5233085 w 6386648"/>
                <a:gd name="connsiteY1884" fmla="*/ 383441 h 1849426"/>
                <a:gd name="connsiteX1885" fmla="*/ 4956711 w 6386648"/>
                <a:gd name="connsiteY1885" fmla="*/ 383441 h 1849426"/>
                <a:gd name="connsiteX1886" fmla="*/ 4974736 w 6386648"/>
                <a:gd name="connsiteY1886" fmla="*/ 401465 h 1849426"/>
                <a:gd name="connsiteX1887" fmla="*/ 4956711 w 6386648"/>
                <a:gd name="connsiteY1887" fmla="*/ 419490 h 1849426"/>
                <a:gd name="connsiteX1888" fmla="*/ 4938687 w 6386648"/>
                <a:gd name="connsiteY1888" fmla="*/ 401465 h 1849426"/>
                <a:gd name="connsiteX1889" fmla="*/ 4956711 w 6386648"/>
                <a:gd name="connsiteY1889" fmla="*/ 383441 h 1849426"/>
                <a:gd name="connsiteX1890" fmla="*/ 3604880 w 6386648"/>
                <a:gd name="connsiteY1890" fmla="*/ 377433 h 1849426"/>
                <a:gd name="connsiteX1891" fmla="*/ 3622905 w 6386648"/>
                <a:gd name="connsiteY1891" fmla="*/ 395458 h 1849426"/>
                <a:gd name="connsiteX1892" fmla="*/ 3604880 w 6386648"/>
                <a:gd name="connsiteY1892" fmla="*/ 413482 h 1849426"/>
                <a:gd name="connsiteX1893" fmla="*/ 3586856 w 6386648"/>
                <a:gd name="connsiteY1893" fmla="*/ 395458 h 1849426"/>
                <a:gd name="connsiteX1894" fmla="*/ 3604880 w 6386648"/>
                <a:gd name="connsiteY1894" fmla="*/ 377433 h 1849426"/>
                <a:gd name="connsiteX1895" fmla="*/ 5082882 w 6386648"/>
                <a:gd name="connsiteY1895" fmla="*/ 371425 h 1849426"/>
                <a:gd name="connsiteX1896" fmla="*/ 5100907 w 6386648"/>
                <a:gd name="connsiteY1896" fmla="*/ 389449 h 1849426"/>
                <a:gd name="connsiteX1897" fmla="*/ 5082882 w 6386648"/>
                <a:gd name="connsiteY1897" fmla="*/ 407474 h 1849426"/>
                <a:gd name="connsiteX1898" fmla="*/ 5064858 w 6386648"/>
                <a:gd name="connsiteY1898" fmla="*/ 389449 h 1849426"/>
                <a:gd name="connsiteX1899" fmla="*/ 5082882 w 6386648"/>
                <a:gd name="connsiteY1899" fmla="*/ 371425 h 1849426"/>
                <a:gd name="connsiteX1900" fmla="*/ 4638280 w 6386648"/>
                <a:gd name="connsiteY1900" fmla="*/ 371425 h 1849426"/>
                <a:gd name="connsiteX1901" fmla="*/ 4656305 w 6386648"/>
                <a:gd name="connsiteY1901" fmla="*/ 389449 h 1849426"/>
                <a:gd name="connsiteX1902" fmla="*/ 4638280 w 6386648"/>
                <a:gd name="connsiteY1902" fmla="*/ 407474 h 1849426"/>
                <a:gd name="connsiteX1903" fmla="*/ 4620255 w 6386648"/>
                <a:gd name="connsiteY1903" fmla="*/ 389449 h 1849426"/>
                <a:gd name="connsiteX1904" fmla="*/ 4638280 w 6386648"/>
                <a:gd name="connsiteY1904" fmla="*/ 371425 h 1849426"/>
                <a:gd name="connsiteX1905" fmla="*/ 4289808 w 6386648"/>
                <a:gd name="connsiteY1905" fmla="*/ 371425 h 1849426"/>
                <a:gd name="connsiteX1906" fmla="*/ 4307833 w 6386648"/>
                <a:gd name="connsiteY1906" fmla="*/ 389449 h 1849426"/>
                <a:gd name="connsiteX1907" fmla="*/ 4289808 w 6386648"/>
                <a:gd name="connsiteY1907" fmla="*/ 407474 h 1849426"/>
                <a:gd name="connsiteX1908" fmla="*/ 4271784 w 6386648"/>
                <a:gd name="connsiteY1908" fmla="*/ 389449 h 1849426"/>
                <a:gd name="connsiteX1909" fmla="*/ 4289808 w 6386648"/>
                <a:gd name="connsiteY1909" fmla="*/ 371425 h 1849426"/>
                <a:gd name="connsiteX1910" fmla="*/ 3412620 w 6386648"/>
                <a:gd name="connsiteY1910" fmla="*/ 371425 h 1849426"/>
                <a:gd name="connsiteX1911" fmla="*/ 3430645 w 6386648"/>
                <a:gd name="connsiteY1911" fmla="*/ 389449 h 1849426"/>
                <a:gd name="connsiteX1912" fmla="*/ 3412620 w 6386648"/>
                <a:gd name="connsiteY1912" fmla="*/ 407474 h 1849426"/>
                <a:gd name="connsiteX1913" fmla="*/ 3394596 w 6386648"/>
                <a:gd name="connsiteY1913" fmla="*/ 389449 h 1849426"/>
                <a:gd name="connsiteX1914" fmla="*/ 3412620 w 6386648"/>
                <a:gd name="connsiteY1914" fmla="*/ 371425 h 1849426"/>
                <a:gd name="connsiteX1915" fmla="*/ 3286449 w 6386648"/>
                <a:gd name="connsiteY1915" fmla="*/ 371425 h 1849426"/>
                <a:gd name="connsiteX1916" fmla="*/ 3304474 w 6386648"/>
                <a:gd name="connsiteY1916" fmla="*/ 389449 h 1849426"/>
                <a:gd name="connsiteX1917" fmla="*/ 3286449 w 6386648"/>
                <a:gd name="connsiteY1917" fmla="*/ 407474 h 1849426"/>
                <a:gd name="connsiteX1918" fmla="*/ 3268424 w 6386648"/>
                <a:gd name="connsiteY1918" fmla="*/ 389449 h 1849426"/>
                <a:gd name="connsiteX1919" fmla="*/ 3286449 w 6386648"/>
                <a:gd name="connsiteY1919" fmla="*/ 371425 h 1849426"/>
                <a:gd name="connsiteX1920" fmla="*/ 2204985 w 6386648"/>
                <a:gd name="connsiteY1920" fmla="*/ 371425 h 1849426"/>
                <a:gd name="connsiteX1921" fmla="*/ 2223010 w 6386648"/>
                <a:gd name="connsiteY1921" fmla="*/ 389449 h 1849426"/>
                <a:gd name="connsiteX1922" fmla="*/ 2204985 w 6386648"/>
                <a:gd name="connsiteY1922" fmla="*/ 407474 h 1849426"/>
                <a:gd name="connsiteX1923" fmla="*/ 2186961 w 6386648"/>
                <a:gd name="connsiteY1923" fmla="*/ 389449 h 1849426"/>
                <a:gd name="connsiteX1924" fmla="*/ 2204985 w 6386648"/>
                <a:gd name="connsiteY1924" fmla="*/ 371425 h 1849426"/>
                <a:gd name="connsiteX1925" fmla="*/ 1033398 w 6386648"/>
                <a:gd name="connsiteY1925" fmla="*/ 371425 h 1849426"/>
                <a:gd name="connsiteX1926" fmla="*/ 1051423 w 6386648"/>
                <a:gd name="connsiteY1926" fmla="*/ 389449 h 1849426"/>
                <a:gd name="connsiteX1927" fmla="*/ 1033398 w 6386648"/>
                <a:gd name="connsiteY1927" fmla="*/ 407474 h 1849426"/>
                <a:gd name="connsiteX1928" fmla="*/ 1015374 w 6386648"/>
                <a:gd name="connsiteY1928" fmla="*/ 389449 h 1849426"/>
                <a:gd name="connsiteX1929" fmla="*/ 1033398 w 6386648"/>
                <a:gd name="connsiteY1929" fmla="*/ 371425 h 1849426"/>
                <a:gd name="connsiteX1930" fmla="*/ 432585 w 6386648"/>
                <a:gd name="connsiteY1930" fmla="*/ 371425 h 1849426"/>
                <a:gd name="connsiteX1931" fmla="*/ 450610 w 6386648"/>
                <a:gd name="connsiteY1931" fmla="*/ 389449 h 1849426"/>
                <a:gd name="connsiteX1932" fmla="*/ 432585 w 6386648"/>
                <a:gd name="connsiteY1932" fmla="*/ 407474 h 1849426"/>
                <a:gd name="connsiteX1933" fmla="*/ 414561 w 6386648"/>
                <a:gd name="connsiteY1933" fmla="*/ 389449 h 1849426"/>
                <a:gd name="connsiteX1934" fmla="*/ 432585 w 6386648"/>
                <a:gd name="connsiteY1934" fmla="*/ 371425 h 1849426"/>
                <a:gd name="connsiteX1935" fmla="*/ 4037466 w 6386648"/>
                <a:gd name="connsiteY1935" fmla="*/ 365417 h 1849426"/>
                <a:gd name="connsiteX1936" fmla="*/ 4055491 w 6386648"/>
                <a:gd name="connsiteY1936" fmla="*/ 383441 h 1849426"/>
                <a:gd name="connsiteX1937" fmla="*/ 4037466 w 6386648"/>
                <a:gd name="connsiteY1937" fmla="*/ 401466 h 1849426"/>
                <a:gd name="connsiteX1938" fmla="*/ 4019441 w 6386648"/>
                <a:gd name="connsiteY1938" fmla="*/ 383441 h 1849426"/>
                <a:gd name="connsiteX1939" fmla="*/ 4037466 w 6386648"/>
                <a:gd name="connsiteY1939" fmla="*/ 365417 h 1849426"/>
                <a:gd name="connsiteX1940" fmla="*/ 2943986 w 6386648"/>
                <a:gd name="connsiteY1940" fmla="*/ 365417 h 1849426"/>
                <a:gd name="connsiteX1941" fmla="*/ 2962011 w 6386648"/>
                <a:gd name="connsiteY1941" fmla="*/ 383441 h 1849426"/>
                <a:gd name="connsiteX1942" fmla="*/ 2943986 w 6386648"/>
                <a:gd name="connsiteY1942" fmla="*/ 401466 h 1849426"/>
                <a:gd name="connsiteX1943" fmla="*/ 2925962 w 6386648"/>
                <a:gd name="connsiteY1943" fmla="*/ 383441 h 1849426"/>
                <a:gd name="connsiteX1944" fmla="*/ 2943986 w 6386648"/>
                <a:gd name="connsiteY1944" fmla="*/ 365417 h 1849426"/>
                <a:gd name="connsiteX1945" fmla="*/ 2811807 w 6386648"/>
                <a:gd name="connsiteY1945" fmla="*/ 365417 h 1849426"/>
                <a:gd name="connsiteX1946" fmla="*/ 2829832 w 6386648"/>
                <a:gd name="connsiteY1946" fmla="*/ 383441 h 1849426"/>
                <a:gd name="connsiteX1947" fmla="*/ 2811807 w 6386648"/>
                <a:gd name="connsiteY1947" fmla="*/ 401466 h 1849426"/>
                <a:gd name="connsiteX1948" fmla="*/ 2793783 w 6386648"/>
                <a:gd name="connsiteY1948" fmla="*/ 383441 h 1849426"/>
                <a:gd name="connsiteX1949" fmla="*/ 2811807 w 6386648"/>
                <a:gd name="connsiteY1949" fmla="*/ 365417 h 1849426"/>
                <a:gd name="connsiteX1950" fmla="*/ 5899988 w 6386648"/>
                <a:gd name="connsiteY1950" fmla="*/ 353401 h 1849426"/>
                <a:gd name="connsiteX1951" fmla="*/ 5918013 w 6386648"/>
                <a:gd name="connsiteY1951" fmla="*/ 371425 h 1849426"/>
                <a:gd name="connsiteX1952" fmla="*/ 5899988 w 6386648"/>
                <a:gd name="connsiteY1952" fmla="*/ 389450 h 1849426"/>
                <a:gd name="connsiteX1953" fmla="*/ 5881963 w 6386648"/>
                <a:gd name="connsiteY1953" fmla="*/ 371425 h 1849426"/>
                <a:gd name="connsiteX1954" fmla="*/ 5899988 w 6386648"/>
                <a:gd name="connsiteY1954" fmla="*/ 353401 h 1849426"/>
                <a:gd name="connsiteX1955" fmla="*/ 4842556 w 6386648"/>
                <a:gd name="connsiteY1955" fmla="*/ 353401 h 1849426"/>
                <a:gd name="connsiteX1956" fmla="*/ 4860581 w 6386648"/>
                <a:gd name="connsiteY1956" fmla="*/ 371425 h 1849426"/>
                <a:gd name="connsiteX1957" fmla="*/ 4842556 w 6386648"/>
                <a:gd name="connsiteY1957" fmla="*/ 389450 h 1849426"/>
                <a:gd name="connsiteX1958" fmla="*/ 4824532 w 6386648"/>
                <a:gd name="connsiteY1958" fmla="*/ 371425 h 1849426"/>
                <a:gd name="connsiteX1959" fmla="*/ 4842556 w 6386648"/>
                <a:gd name="connsiteY1959" fmla="*/ 353401 h 1849426"/>
                <a:gd name="connsiteX1960" fmla="*/ 4518117 w 6386648"/>
                <a:gd name="connsiteY1960" fmla="*/ 353401 h 1849426"/>
                <a:gd name="connsiteX1961" fmla="*/ 4536142 w 6386648"/>
                <a:gd name="connsiteY1961" fmla="*/ 371425 h 1849426"/>
                <a:gd name="connsiteX1962" fmla="*/ 4518117 w 6386648"/>
                <a:gd name="connsiteY1962" fmla="*/ 389450 h 1849426"/>
                <a:gd name="connsiteX1963" fmla="*/ 4500092 w 6386648"/>
                <a:gd name="connsiteY1963" fmla="*/ 371425 h 1849426"/>
                <a:gd name="connsiteX1964" fmla="*/ 4518117 w 6386648"/>
                <a:gd name="connsiteY1964" fmla="*/ 353401 h 1849426"/>
                <a:gd name="connsiteX1965" fmla="*/ 4403962 w 6386648"/>
                <a:gd name="connsiteY1965" fmla="*/ 353401 h 1849426"/>
                <a:gd name="connsiteX1966" fmla="*/ 4421987 w 6386648"/>
                <a:gd name="connsiteY1966" fmla="*/ 371425 h 1849426"/>
                <a:gd name="connsiteX1967" fmla="*/ 4403962 w 6386648"/>
                <a:gd name="connsiteY1967" fmla="*/ 389450 h 1849426"/>
                <a:gd name="connsiteX1968" fmla="*/ 4385938 w 6386648"/>
                <a:gd name="connsiteY1968" fmla="*/ 371425 h 1849426"/>
                <a:gd name="connsiteX1969" fmla="*/ 4403962 w 6386648"/>
                <a:gd name="connsiteY1969" fmla="*/ 353401 h 1849426"/>
                <a:gd name="connsiteX1970" fmla="*/ 4151621 w 6386648"/>
                <a:gd name="connsiteY1970" fmla="*/ 353401 h 1849426"/>
                <a:gd name="connsiteX1971" fmla="*/ 4169646 w 6386648"/>
                <a:gd name="connsiteY1971" fmla="*/ 371425 h 1849426"/>
                <a:gd name="connsiteX1972" fmla="*/ 4151621 w 6386648"/>
                <a:gd name="connsiteY1972" fmla="*/ 389450 h 1849426"/>
                <a:gd name="connsiteX1973" fmla="*/ 4133597 w 6386648"/>
                <a:gd name="connsiteY1973" fmla="*/ 371425 h 1849426"/>
                <a:gd name="connsiteX1974" fmla="*/ 4151621 w 6386648"/>
                <a:gd name="connsiteY1974" fmla="*/ 353401 h 1849426"/>
                <a:gd name="connsiteX1975" fmla="*/ 3911295 w 6386648"/>
                <a:gd name="connsiteY1975" fmla="*/ 347392 h 1849426"/>
                <a:gd name="connsiteX1976" fmla="*/ 3929320 w 6386648"/>
                <a:gd name="connsiteY1976" fmla="*/ 365417 h 1849426"/>
                <a:gd name="connsiteX1977" fmla="*/ 3911295 w 6386648"/>
                <a:gd name="connsiteY1977" fmla="*/ 383441 h 1849426"/>
                <a:gd name="connsiteX1978" fmla="*/ 3893271 w 6386648"/>
                <a:gd name="connsiteY1978" fmla="*/ 365417 h 1849426"/>
                <a:gd name="connsiteX1979" fmla="*/ 3911295 w 6386648"/>
                <a:gd name="connsiteY1979" fmla="*/ 347392 h 1849426"/>
                <a:gd name="connsiteX1980" fmla="*/ 2078814 w 6386648"/>
                <a:gd name="connsiteY1980" fmla="*/ 347392 h 1849426"/>
                <a:gd name="connsiteX1981" fmla="*/ 2096839 w 6386648"/>
                <a:gd name="connsiteY1981" fmla="*/ 365417 h 1849426"/>
                <a:gd name="connsiteX1982" fmla="*/ 2078814 w 6386648"/>
                <a:gd name="connsiteY1982" fmla="*/ 383441 h 1849426"/>
                <a:gd name="connsiteX1983" fmla="*/ 2060790 w 6386648"/>
                <a:gd name="connsiteY1983" fmla="*/ 365417 h 1849426"/>
                <a:gd name="connsiteX1984" fmla="*/ 2078814 w 6386648"/>
                <a:gd name="connsiteY1984" fmla="*/ 347392 h 1849426"/>
                <a:gd name="connsiteX1985" fmla="*/ 1345823 w 6386648"/>
                <a:gd name="connsiteY1985" fmla="*/ 347392 h 1849426"/>
                <a:gd name="connsiteX1986" fmla="*/ 1363847 w 6386648"/>
                <a:gd name="connsiteY1986" fmla="*/ 365417 h 1849426"/>
                <a:gd name="connsiteX1987" fmla="*/ 1345823 w 6386648"/>
                <a:gd name="connsiteY1987" fmla="*/ 383441 h 1849426"/>
                <a:gd name="connsiteX1988" fmla="*/ 1327798 w 6386648"/>
                <a:gd name="connsiteY1988" fmla="*/ 365417 h 1849426"/>
                <a:gd name="connsiteX1989" fmla="*/ 1345823 w 6386648"/>
                <a:gd name="connsiteY1989" fmla="*/ 347392 h 1849426"/>
                <a:gd name="connsiteX1990" fmla="*/ 1556107 w 6386648"/>
                <a:gd name="connsiteY1990" fmla="*/ 341384 h 1849426"/>
                <a:gd name="connsiteX1991" fmla="*/ 1574131 w 6386648"/>
                <a:gd name="connsiteY1991" fmla="*/ 359408 h 1849426"/>
                <a:gd name="connsiteX1992" fmla="*/ 1556107 w 6386648"/>
                <a:gd name="connsiteY1992" fmla="*/ 377433 h 1849426"/>
                <a:gd name="connsiteX1993" fmla="*/ 1538082 w 6386648"/>
                <a:gd name="connsiteY1993" fmla="*/ 359408 h 1849426"/>
                <a:gd name="connsiteX1994" fmla="*/ 1556107 w 6386648"/>
                <a:gd name="connsiteY1994" fmla="*/ 341384 h 1849426"/>
                <a:gd name="connsiteX1995" fmla="*/ 306414 w 6386648"/>
                <a:gd name="connsiteY1995" fmla="*/ 341384 h 1849426"/>
                <a:gd name="connsiteX1996" fmla="*/ 324439 w 6386648"/>
                <a:gd name="connsiteY1996" fmla="*/ 359408 h 1849426"/>
                <a:gd name="connsiteX1997" fmla="*/ 306414 w 6386648"/>
                <a:gd name="connsiteY1997" fmla="*/ 377433 h 1849426"/>
                <a:gd name="connsiteX1998" fmla="*/ 288390 w 6386648"/>
                <a:gd name="connsiteY1998" fmla="*/ 359408 h 1849426"/>
                <a:gd name="connsiteX1999" fmla="*/ 306414 w 6386648"/>
                <a:gd name="connsiteY1999" fmla="*/ 341384 h 1849426"/>
                <a:gd name="connsiteX2000" fmla="*/ 6206403 w 6386648"/>
                <a:gd name="connsiteY2000" fmla="*/ 335376 h 1849426"/>
                <a:gd name="connsiteX2001" fmla="*/ 6224428 w 6386648"/>
                <a:gd name="connsiteY2001" fmla="*/ 353400 h 1849426"/>
                <a:gd name="connsiteX2002" fmla="*/ 6206403 w 6386648"/>
                <a:gd name="connsiteY2002" fmla="*/ 371425 h 1849426"/>
                <a:gd name="connsiteX2003" fmla="*/ 6188379 w 6386648"/>
                <a:gd name="connsiteY2003" fmla="*/ 353400 h 1849426"/>
                <a:gd name="connsiteX2004" fmla="*/ 6206403 w 6386648"/>
                <a:gd name="connsiteY2004" fmla="*/ 335376 h 1849426"/>
                <a:gd name="connsiteX2005" fmla="*/ 1670261 w 6386648"/>
                <a:gd name="connsiteY2005" fmla="*/ 335376 h 1849426"/>
                <a:gd name="connsiteX2006" fmla="*/ 1688286 w 6386648"/>
                <a:gd name="connsiteY2006" fmla="*/ 353400 h 1849426"/>
                <a:gd name="connsiteX2007" fmla="*/ 1670261 w 6386648"/>
                <a:gd name="connsiteY2007" fmla="*/ 371425 h 1849426"/>
                <a:gd name="connsiteX2008" fmla="*/ 1652237 w 6386648"/>
                <a:gd name="connsiteY2008" fmla="*/ 353400 h 1849426"/>
                <a:gd name="connsiteX2009" fmla="*/ 1670261 w 6386648"/>
                <a:gd name="connsiteY2009" fmla="*/ 335376 h 1849426"/>
                <a:gd name="connsiteX2010" fmla="*/ 5767809 w 6386648"/>
                <a:gd name="connsiteY2010" fmla="*/ 329368 h 1849426"/>
                <a:gd name="connsiteX2011" fmla="*/ 5785834 w 6386648"/>
                <a:gd name="connsiteY2011" fmla="*/ 347392 h 1849426"/>
                <a:gd name="connsiteX2012" fmla="*/ 5767809 w 6386648"/>
                <a:gd name="connsiteY2012" fmla="*/ 365417 h 1849426"/>
                <a:gd name="connsiteX2013" fmla="*/ 5749785 w 6386648"/>
                <a:gd name="connsiteY2013" fmla="*/ 347392 h 1849426"/>
                <a:gd name="connsiteX2014" fmla="*/ 5767809 w 6386648"/>
                <a:gd name="connsiteY2014" fmla="*/ 329368 h 1849426"/>
                <a:gd name="connsiteX2015" fmla="*/ 3797141 w 6386648"/>
                <a:gd name="connsiteY2015" fmla="*/ 329368 h 1849426"/>
                <a:gd name="connsiteX2016" fmla="*/ 3815166 w 6386648"/>
                <a:gd name="connsiteY2016" fmla="*/ 347392 h 1849426"/>
                <a:gd name="connsiteX2017" fmla="*/ 3797141 w 6386648"/>
                <a:gd name="connsiteY2017" fmla="*/ 365417 h 1849426"/>
                <a:gd name="connsiteX2018" fmla="*/ 3779116 w 6386648"/>
                <a:gd name="connsiteY2018" fmla="*/ 347392 h 1849426"/>
                <a:gd name="connsiteX2019" fmla="*/ 3797141 w 6386648"/>
                <a:gd name="connsiteY2019" fmla="*/ 329368 h 1849426"/>
                <a:gd name="connsiteX2020" fmla="*/ 2673619 w 6386648"/>
                <a:gd name="connsiteY2020" fmla="*/ 329368 h 1849426"/>
                <a:gd name="connsiteX2021" fmla="*/ 2691644 w 6386648"/>
                <a:gd name="connsiteY2021" fmla="*/ 347392 h 1849426"/>
                <a:gd name="connsiteX2022" fmla="*/ 2673619 w 6386648"/>
                <a:gd name="connsiteY2022" fmla="*/ 365417 h 1849426"/>
                <a:gd name="connsiteX2023" fmla="*/ 2655595 w 6386648"/>
                <a:gd name="connsiteY2023" fmla="*/ 347392 h 1849426"/>
                <a:gd name="connsiteX2024" fmla="*/ 2673619 w 6386648"/>
                <a:gd name="connsiteY2024" fmla="*/ 329368 h 1849426"/>
                <a:gd name="connsiteX2025" fmla="*/ 1898570 w 6386648"/>
                <a:gd name="connsiteY2025" fmla="*/ 329368 h 1849426"/>
                <a:gd name="connsiteX2026" fmla="*/ 1916595 w 6386648"/>
                <a:gd name="connsiteY2026" fmla="*/ 347392 h 1849426"/>
                <a:gd name="connsiteX2027" fmla="*/ 1898570 w 6386648"/>
                <a:gd name="connsiteY2027" fmla="*/ 365417 h 1849426"/>
                <a:gd name="connsiteX2028" fmla="*/ 1880546 w 6386648"/>
                <a:gd name="connsiteY2028" fmla="*/ 347392 h 1849426"/>
                <a:gd name="connsiteX2029" fmla="*/ 1898570 w 6386648"/>
                <a:gd name="connsiteY2029" fmla="*/ 329368 h 1849426"/>
                <a:gd name="connsiteX2030" fmla="*/ 66089 w 6386648"/>
                <a:gd name="connsiteY2030" fmla="*/ 323360 h 1849426"/>
                <a:gd name="connsiteX2031" fmla="*/ 84114 w 6386648"/>
                <a:gd name="connsiteY2031" fmla="*/ 341384 h 1849426"/>
                <a:gd name="connsiteX2032" fmla="*/ 66089 w 6386648"/>
                <a:gd name="connsiteY2032" fmla="*/ 359409 h 1849426"/>
                <a:gd name="connsiteX2033" fmla="*/ 48065 w 6386648"/>
                <a:gd name="connsiteY2033" fmla="*/ 341384 h 1849426"/>
                <a:gd name="connsiteX2034" fmla="*/ 66089 w 6386648"/>
                <a:gd name="connsiteY2034" fmla="*/ 323360 h 1849426"/>
                <a:gd name="connsiteX2035" fmla="*/ 5647646 w 6386648"/>
                <a:gd name="connsiteY2035" fmla="*/ 317352 h 1849426"/>
                <a:gd name="connsiteX2036" fmla="*/ 5665671 w 6386648"/>
                <a:gd name="connsiteY2036" fmla="*/ 335377 h 1849426"/>
                <a:gd name="connsiteX2037" fmla="*/ 5647646 w 6386648"/>
                <a:gd name="connsiteY2037" fmla="*/ 353401 h 1849426"/>
                <a:gd name="connsiteX2038" fmla="*/ 5629622 w 6386648"/>
                <a:gd name="connsiteY2038" fmla="*/ 335377 h 1849426"/>
                <a:gd name="connsiteX2039" fmla="*/ 5647646 w 6386648"/>
                <a:gd name="connsiteY2039" fmla="*/ 317352 h 1849426"/>
                <a:gd name="connsiteX2040" fmla="*/ 3064148 w 6386648"/>
                <a:gd name="connsiteY2040" fmla="*/ 311344 h 1849426"/>
                <a:gd name="connsiteX2041" fmla="*/ 3082173 w 6386648"/>
                <a:gd name="connsiteY2041" fmla="*/ 329368 h 1849426"/>
                <a:gd name="connsiteX2042" fmla="*/ 3064148 w 6386648"/>
                <a:gd name="connsiteY2042" fmla="*/ 347393 h 1849426"/>
                <a:gd name="connsiteX2043" fmla="*/ 3046124 w 6386648"/>
                <a:gd name="connsiteY2043" fmla="*/ 329368 h 1849426"/>
                <a:gd name="connsiteX2044" fmla="*/ 3064148 w 6386648"/>
                <a:gd name="connsiteY2044" fmla="*/ 311344 h 1849426"/>
                <a:gd name="connsiteX2045" fmla="*/ 2553457 w 6386648"/>
                <a:gd name="connsiteY2045" fmla="*/ 311344 h 1849426"/>
                <a:gd name="connsiteX2046" fmla="*/ 2571482 w 6386648"/>
                <a:gd name="connsiteY2046" fmla="*/ 329368 h 1849426"/>
                <a:gd name="connsiteX2047" fmla="*/ 2553457 w 6386648"/>
                <a:gd name="connsiteY2047" fmla="*/ 347393 h 1849426"/>
                <a:gd name="connsiteX2048" fmla="*/ 2535433 w 6386648"/>
                <a:gd name="connsiteY2048" fmla="*/ 329368 h 1849426"/>
                <a:gd name="connsiteX2049" fmla="*/ 2553457 w 6386648"/>
                <a:gd name="connsiteY2049" fmla="*/ 311344 h 1849426"/>
                <a:gd name="connsiteX2050" fmla="*/ 6098257 w 6386648"/>
                <a:gd name="connsiteY2050" fmla="*/ 305335 h 1849426"/>
                <a:gd name="connsiteX2051" fmla="*/ 6116282 w 6386648"/>
                <a:gd name="connsiteY2051" fmla="*/ 323359 h 1849426"/>
                <a:gd name="connsiteX2052" fmla="*/ 6098257 w 6386648"/>
                <a:gd name="connsiteY2052" fmla="*/ 341384 h 1849426"/>
                <a:gd name="connsiteX2053" fmla="*/ 6080233 w 6386648"/>
                <a:gd name="connsiteY2053" fmla="*/ 323359 h 1849426"/>
                <a:gd name="connsiteX2054" fmla="*/ 6098257 w 6386648"/>
                <a:gd name="connsiteY2054" fmla="*/ 305335 h 1849426"/>
                <a:gd name="connsiteX2055" fmla="*/ 1231667 w 6386648"/>
                <a:gd name="connsiteY2055" fmla="*/ 305335 h 1849426"/>
                <a:gd name="connsiteX2056" fmla="*/ 1249692 w 6386648"/>
                <a:gd name="connsiteY2056" fmla="*/ 323359 h 1849426"/>
                <a:gd name="connsiteX2057" fmla="*/ 1231667 w 6386648"/>
                <a:gd name="connsiteY2057" fmla="*/ 341384 h 1849426"/>
                <a:gd name="connsiteX2058" fmla="*/ 1213643 w 6386648"/>
                <a:gd name="connsiteY2058" fmla="*/ 323359 h 1849426"/>
                <a:gd name="connsiteX2059" fmla="*/ 1231667 w 6386648"/>
                <a:gd name="connsiteY2059" fmla="*/ 305335 h 1849426"/>
                <a:gd name="connsiteX2060" fmla="*/ 174235 w 6386648"/>
                <a:gd name="connsiteY2060" fmla="*/ 305335 h 1849426"/>
                <a:gd name="connsiteX2061" fmla="*/ 192260 w 6386648"/>
                <a:gd name="connsiteY2061" fmla="*/ 323359 h 1849426"/>
                <a:gd name="connsiteX2062" fmla="*/ 174235 w 6386648"/>
                <a:gd name="connsiteY2062" fmla="*/ 341384 h 1849426"/>
                <a:gd name="connsiteX2063" fmla="*/ 156211 w 6386648"/>
                <a:gd name="connsiteY2063" fmla="*/ 323359 h 1849426"/>
                <a:gd name="connsiteX2064" fmla="*/ 174235 w 6386648"/>
                <a:gd name="connsiteY2064" fmla="*/ 305335 h 1849426"/>
                <a:gd name="connsiteX2065" fmla="*/ 3520767 w 6386648"/>
                <a:gd name="connsiteY2065" fmla="*/ 299327 h 1849426"/>
                <a:gd name="connsiteX2066" fmla="*/ 3538792 w 6386648"/>
                <a:gd name="connsiteY2066" fmla="*/ 317351 h 1849426"/>
                <a:gd name="connsiteX2067" fmla="*/ 3520767 w 6386648"/>
                <a:gd name="connsiteY2067" fmla="*/ 335376 h 1849426"/>
                <a:gd name="connsiteX2068" fmla="*/ 3502743 w 6386648"/>
                <a:gd name="connsiteY2068" fmla="*/ 317351 h 1849426"/>
                <a:gd name="connsiteX2069" fmla="*/ 3520767 w 6386648"/>
                <a:gd name="connsiteY2069" fmla="*/ 299327 h 1849426"/>
                <a:gd name="connsiteX2070" fmla="*/ 5347240 w 6386648"/>
                <a:gd name="connsiteY2070" fmla="*/ 293319 h 1849426"/>
                <a:gd name="connsiteX2071" fmla="*/ 5365265 w 6386648"/>
                <a:gd name="connsiteY2071" fmla="*/ 311343 h 1849426"/>
                <a:gd name="connsiteX2072" fmla="*/ 5347240 w 6386648"/>
                <a:gd name="connsiteY2072" fmla="*/ 329368 h 1849426"/>
                <a:gd name="connsiteX2073" fmla="*/ 5329216 w 6386648"/>
                <a:gd name="connsiteY2073" fmla="*/ 311343 h 1849426"/>
                <a:gd name="connsiteX2074" fmla="*/ 5347240 w 6386648"/>
                <a:gd name="connsiteY2074" fmla="*/ 293319 h 1849426"/>
                <a:gd name="connsiteX2075" fmla="*/ 2439302 w 6386648"/>
                <a:gd name="connsiteY2075" fmla="*/ 293319 h 1849426"/>
                <a:gd name="connsiteX2076" fmla="*/ 2457327 w 6386648"/>
                <a:gd name="connsiteY2076" fmla="*/ 311343 h 1849426"/>
                <a:gd name="connsiteX2077" fmla="*/ 2439302 w 6386648"/>
                <a:gd name="connsiteY2077" fmla="*/ 329368 h 1849426"/>
                <a:gd name="connsiteX2078" fmla="*/ 2421278 w 6386648"/>
                <a:gd name="connsiteY2078" fmla="*/ 311343 h 1849426"/>
                <a:gd name="connsiteX2079" fmla="*/ 2439302 w 6386648"/>
                <a:gd name="connsiteY2079" fmla="*/ 293319 h 1849426"/>
                <a:gd name="connsiteX2080" fmla="*/ 2301115 w 6386648"/>
                <a:gd name="connsiteY2080" fmla="*/ 293319 h 1849426"/>
                <a:gd name="connsiteX2081" fmla="*/ 2319140 w 6386648"/>
                <a:gd name="connsiteY2081" fmla="*/ 311343 h 1849426"/>
                <a:gd name="connsiteX2082" fmla="*/ 2301115 w 6386648"/>
                <a:gd name="connsiteY2082" fmla="*/ 329368 h 1849426"/>
                <a:gd name="connsiteX2083" fmla="*/ 2283091 w 6386648"/>
                <a:gd name="connsiteY2083" fmla="*/ 311343 h 1849426"/>
                <a:gd name="connsiteX2084" fmla="*/ 2301115 w 6386648"/>
                <a:gd name="connsiteY2084" fmla="*/ 293319 h 1849426"/>
                <a:gd name="connsiteX2085" fmla="*/ 1447960 w 6386648"/>
                <a:gd name="connsiteY2085" fmla="*/ 293319 h 1849426"/>
                <a:gd name="connsiteX2086" fmla="*/ 1465985 w 6386648"/>
                <a:gd name="connsiteY2086" fmla="*/ 311343 h 1849426"/>
                <a:gd name="connsiteX2087" fmla="*/ 1447960 w 6386648"/>
                <a:gd name="connsiteY2087" fmla="*/ 329368 h 1849426"/>
                <a:gd name="connsiteX2088" fmla="*/ 1429936 w 6386648"/>
                <a:gd name="connsiteY2088" fmla="*/ 311343 h 1849426"/>
                <a:gd name="connsiteX2089" fmla="*/ 1447960 w 6386648"/>
                <a:gd name="connsiteY2089" fmla="*/ 293319 h 1849426"/>
                <a:gd name="connsiteX2090" fmla="*/ 901219 w 6386648"/>
                <a:gd name="connsiteY2090" fmla="*/ 293319 h 1849426"/>
                <a:gd name="connsiteX2091" fmla="*/ 919244 w 6386648"/>
                <a:gd name="connsiteY2091" fmla="*/ 311343 h 1849426"/>
                <a:gd name="connsiteX2092" fmla="*/ 901219 w 6386648"/>
                <a:gd name="connsiteY2092" fmla="*/ 329368 h 1849426"/>
                <a:gd name="connsiteX2093" fmla="*/ 883195 w 6386648"/>
                <a:gd name="connsiteY2093" fmla="*/ 311343 h 1849426"/>
                <a:gd name="connsiteX2094" fmla="*/ 901219 w 6386648"/>
                <a:gd name="connsiteY2094" fmla="*/ 293319 h 1849426"/>
                <a:gd name="connsiteX2095" fmla="*/ 552748 w 6386648"/>
                <a:gd name="connsiteY2095" fmla="*/ 293319 h 1849426"/>
                <a:gd name="connsiteX2096" fmla="*/ 570773 w 6386648"/>
                <a:gd name="connsiteY2096" fmla="*/ 311343 h 1849426"/>
                <a:gd name="connsiteX2097" fmla="*/ 552748 w 6386648"/>
                <a:gd name="connsiteY2097" fmla="*/ 329368 h 1849426"/>
                <a:gd name="connsiteX2098" fmla="*/ 534724 w 6386648"/>
                <a:gd name="connsiteY2098" fmla="*/ 311343 h 1849426"/>
                <a:gd name="connsiteX2099" fmla="*/ 552748 w 6386648"/>
                <a:gd name="connsiteY2099" fmla="*/ 293319 h 1849426"/>
                <a:gd name="connsiteX2100" fmla="*/ 6326566 w 6386648"/>
                <a:gd name="connsiteY2100" fmla="*/ 287311 h 1849426"/>
                <a:gd name="connsiteX2101" fmla="*/ 6344591 w 6386648"/>
                <a:gd name="connsiteY2101" fmla="*/ 305336 h 1849426"/>
                <a:gd name="connsiteX2102" fmla="*/ 6326566 w 6386648"/>
                <a:gd name="connsiteY2102" fmla="*/ 323360 h 1849426"/>
                <a:gd name="connsiteX2103" fmla="*/ 6308542 w 6386648"/>
                <a:gd name="connsiteY2103" fmla="*/ 305336 h 1849426"/>
                <a:gd name="connsiteX2104" fmla="*/ 6326566 w 6386648"/>
                <a:gd name="connsiteY2104" fmla="*/ 287311 h 1849426"/>
                <a:gd name="connsiteX2105" fmla="*/ 5503451 w 6386648"/>
                <a:gd name="connsiteY2105" fmla="*/ 287311 h 1849426"/>
                <a:gd name="connsiteX2106" fmla="*/ 5521476 w 6386648"/>
                <a:gd name="connsiteY2106" fmla="*/ 305336 h 1849426"/>
                <a:gd name="connsiteX2107" fmla="*/ 5503451 w 6386648"/>
                <a:gd name="connsiteY2107" fmla="*/ 323360 h 1849426"/>
                <a:gd name="connsiteX2108" fmla="*/ 5485427 w 6386648"/>
                <a:gd name="connsiteY2108" fmla="*/ 305336 h 1849426"/>
                <a:gd name="connsiteX2109" fmla="*/ 5503451 w 6386648"/>
                <a:gd name="connsiteY2109" fmla="*/ 287311 h 1849426"/>
                <a:gd name="connsiteX2110" fmla="*/ 1808448 w 6386648"/>
                <a:gd name="connsiteY2110" fmla="*/ 287311 h 1849426"/>
                <a:gd name="connsiteX2111" fmla="*/ 1826473 w 6386648"/>
                <a:gd name="connsiteY2111" fmla="*/ 305336 h 1849426"/>
                <a:gd name="connsiteX2112" fmla="*/ 1808448 w 6386648"/>
                <a:gd name="connsiteY2112" fmla="*/ 323360 h 1849426"/>
                <a:gd name="connsiteX2113" fmla="*/ 1790424 w 6386648"/>
                <a:gd name="connsiteY2113" fmla="*/ 305336 h 1849426"/>
                <a:gd name="connsiteX2114" fmla="*/ 1808448 w 6386648"/>
                <a:gd name="connsiteY2114" fmla="*/ 287311 h 1849426"/>
                <a:gd name="connsiteX2115" fmla="*/ 672910 w 6386648"/>
                <a:gd name="connsiteY2115" fmla="*/ 287311 h 1849426"/>
                <a:gd name="connsiteX2116" fmla="*/ 690935 w 6386648"/>
                <a:gd name="connsiteY2116" fmla="*/ 305336 h 1849426"/>
                <a:gd name="connsiteX2117" fmla="*/ 672910 w 6386648"/>
                <a:gd name="connsiteY2117" fmla="*/ 323360 h 1849426"/>
                <a:gd name="connsiteX2118" fmla="*/ 654886 w 6386648"/>
                <a:gd name="connsiteY2118" fmla="*/ 305336 h 1849426"/>
                <a:gd name="connsiteX2119" fmla="*/ 672910 w 6386648"/>
                <a:gd name="connsiteY2119" fmla="*/ 287311 h 1849426"/>
                <a:gd name="connsiteX2120" fmla="*/ 4710377 w 6386648"/>
                <a:gd name="connsiteY2120" fmla="*/ 275295 h 1849426"/>
                <a:gd name="connsiteX2121" fmla="*/ 4728402 w 6386648"/>
                <a:gd name="connsiteY2121" fmla="*/ 293319 h 1849426"/>
                <a:gd name="connsiteX2122" fmla="*/ 4710377 w 6386648"/>
                <a:gd name="connsiteY2122" fmla="*/ 311344 h 1849426"/>
                <a:gd name="connsiteX2123" fmla="*/ 4692353 w 6386648"/>
                <a:gd name="connsiteY2123" fmla="*/ 293319 h 1849426"/>
                <a:gd name="connsiteX2124" fmla="*/ 4710377 w 6386648"/>
                <a:gd name="connsiteY2124" fmla="*/ 275295 h 1849426"/>
                <a:gd name="connsiteX2125" fmla="*/ 4962719 w 6386648"/>
                <a:gd name="connsiteY2125" fmla="*/ 269287 h 1849426"/>
                <a:gd name="connsiteX2126" fmla="*/ 4980744 w 6386648"/>
                <a:gd name="connsiteY2126" fmla="*/ 287311 h 1849426"/>
                <a:gd name="connsiteX2127" fmla="*/ 4962719 w 6386648"/>
                <a:gd name="connsiteY2127" fmla="*/ 305336 h 1849426"/>
                <a:gd name="connsiteX2128" fmla="*/ 4944695 w 6386648"/>
                <a:gd name="connsiteY2128" fmla="*/ 287311 h 1849426"/>
                <a:gd name="connsiteX2129" fmla="*/ 4962719 w 6386648"/>
                <a:gd name="connsiteY2129" fmla="*/ 269287 h 1849426"/>
                <a:gd name="connsiteX2130" fmla="*/ 3652945 w 6386648"/>
                <a:gd name="connsiteY2130" fmla="*/ 269287 h 1849426"/>
                <a:gd name="connsiteX2131" fmla="*/ 3670970 w 6386648"/>
                <a:gd name="connsiteY2131" fmla="*/ 287311 h 1849426"/>
                <a:gd name="connsiteX2132" fmla="*/ 3652945 w 6386648"/>
                <a:gd name="connsiteY2132" fmla="*/ 305336 h 1849426"/>
                <a:gd name="connsiteX2133" fmla="*/ 3634921 w 6386648"/>
                <a:gd name="connsiteY2133" fmla="*/ 287311 h 1849426"/>
                <a:gd name="connsiteX2134" fmla="*/ 3652945 w 6386648"/>
                <a:gd name="connsiteY2134" fmla="*/ 269287 h 1849426"/>
                <a:gd name="connsiteX2135" fmla="*/ 1123520 w 6386648"/>
                <a:gd name="connsiteY2135" fmla="*/ 269287 h 1849426"/>
                <a:gd name="connsiteX2136" fmla="*/ 1141545 w 6386648"/>
                <a:gd name="connsiteY2136" fmla="*/ 287311 h 1849426"/>
                <a:gd name="connsiteX2137" fmla="*/ 1123520 w 6386648"/>
                <a:gd name="connsiteY2137" fmla="*/ 305336 h 1849426"/>
                <a:gd name="connsiteX2138" fmla="*/ 1105496 w 6386648"/>
                <a:gd name="connsiteY2138" fmla="*/ 287311 h 1849426"/>
                <a:gd name="connsiteX2139" fmla="*/ 1123520 w 6386648"/>
                <a:gd name="connsiteY2139" fmla="*/ 269287 h 1849426"/>
                <a:gd name="connsiteX2140" fmla="*/ 5112922 w 6386648"/>
                <a:gd name="connsiteY2140" fmla="*/ 263279 h 1849426"/>
                <a:gd name="connsiteX2141" fmla="*/ 5130947 w 6386648"/>
                <a:gd name="connsiteY2141" fmla="*/ 281303 h 1849426"/>
                <a:gd name="connsiteX2142" fmla="*/ 5112922 w 6386648"/>
                <a:gd name="connsiteY2142" fmla="*/ 299328 h 1849426"/>
                <a:gd name="connsiteX2143" fmla="*/ 5094898 w 6386648"/>
                <a:gd name="connsiteY2143" fmla="*/ 281303 h 1849426"/>
                <a:gd name="connsiteX2144" fmla="*/ 5112922 w 6386648"/>
                <a:gd name="connsiteY2144" fmla="*/ 263279 h 1849426"/>
                <a:gd name="connsiteX2145" fmla="*/ 4217710 w 6386648"/>
                <a:gd name="connsiteY2145" fmla="*/ 263279 h 1849426"/>
                <a:gd name="connsiteX2146" fmla="*/ 4235735 w 6386648"/>
                <a:gd name="connsiteY2146" fmla="*/ 281303 h 1849426"/>
                <a:gd name="connsiteX2147" fmla="*/ 4217710 w 6386648"/>
                <a:gd name="connsiteY2147" fmla="*/ 299328 h 1849426"/>
                <a:gd name="connsiteX2148" fmla="*/ 4199685 w 6386648"/>
                <a:gd name="connsiteY2148" fmla="*/ 281303 h 1849426"/>
                <a:gd name="connsiteX2149" fmla="*/ 4217710 w 6386648"/>
                <a:gd name="connsiteY2149" fmla="*/ 263279 h 1849426"/>
                <a:gd name="connsiteX2150" fmla="*/ 3190319 w 6386648"/>
                <a:gd name="connsiteY2150" fmla="*/ 263279 h 1849426"/>
                <a:gd name="connsiteX2151" fmla="*/ 3208344 w 6386648"/>
                <a:gd name="connsiteY2151" fmla="*/ 281303 h 1849426"/>
                <a:gd name="connsiteX2152" fmla="*/ 3190319 w 6386648"/>
                <a:gd name="connsiteY2152" fmla="*/ 299328 h 1849426"/>
                <a:gd name="connsiteX2153" fmla="*/ 3172295 w 6386648"/>
                <a:gd name="connsiteY2153" fmla="*/ 281303 h 1849426"/>
                <a:gd name="connsiteX2154" fmla="*/ 3190319 w 6386648"/>
                <a:gd name="connsiteY2154" fmla="*/ 263279 h 1849426"/>
                <a:gd name="connsiteX2155" fmla="*/ 5996118 w 6386648"/>
                <a:gd name="connsiteY2155" fmla="*/ 257270 h 1849426"/>
                <a:gd name="connsiteX2156" fmla="*/ 6014143 w 6386648"/>
                <a:gd name="connsiteY2156" fmla="*/ 275295 h 1849426"/>
                <a:gd name="connsiteX2157" fmla="*/ 5996118 w 6386648"/>
                <a:gd name="connsiteY2157" fmla="*/ 293319 h 1849426"/>
                <a:gd name="connsiteX2158" fmla="*/ 5978094 w 6386648"/>
                <a:gd name="connsiteY2158" fmla="*/ 275295 h 1849426"/>
                <a:gd name="connsiteX2159" fmla="*/ 5996118 w 6386648"/>
                <a:gd name="connsiteY2159" fmla="*/ 257270 h 1849426"/>
                <a:gd name="connsiteX2160" fmla="*/ 5233085 w 6386648"/>
                <a:gd name="connsiteY2160" fmla="*/ 257270 h 1849426"/>
                <a:gd name="connsiteX2161" fmla="*/ 5251110 w 6386648"/>
                <a:gd name="connsiteY2161" fmla="*/ 275295 h 1849426"/>
                <a:gd name="connsiteX2162" fmla="*/ 5233085 w 6386648"/>
                <a:gd name="connsiteY2162" fmla="*/ 293319 h 1849426"/>
                <a:gd name="connsiteX2163" fmla="*/ 5215061 w 6386648"/>
                <a:gd name="connsiteY2163" fmla="*/ 275295 h 1849426"/>
                <a:gd name="connsiteX2164" fmla="*/ 5233085 w 6386648"/>
                <a:gd name="connsiteY2164" fmla="*/ 257270 h 1849426"/>
                <a:gd name="connsiteX2165" fmla="*/ 4584206 w 6386648"/>
                <a:gd name="connsiteY2165" fmla="*/ 257270 h 1849426"/>
                <a:gd name="connsiteX2166" fmla="*/ 4602231 w 6386648"/>
                <a:gd name="connsiteY2166" fmla="*/ 275295 h 1849426"/>
                <a:gd name="connsiteX2167" fmla="*/ 4584206 w 6386648"/>
                <a:gd name="connsiteY2167" fmla="*/ 293319 h 1849426"/>
                <a:gd name="connsiteX2168" fmla="*/ 4566182 w 6386648"/>
                <a:gd name="connsiteY2168" fmla="*/ 275295 h 1849426"/>
                <a:gd name="connsiteX2169" fmla="*/ 4584206 w 6386648"/>
                <a:gd name="connsiteY2169" fmla="*/ 257270 h 1849426"/>
                <a:gd name="connsiteX2170" fmla="*/ 2156921 w 6386648"/>
                <a:gd name="connsiteY2170" fmla="*/ 257270 h 1849426"/>
                <a:gd name="connsiteX2171" fmla="*/ 2174945 w 6386648"/>
                <a:gd name="connsiteY2171" fmla="*/ 275295 h 1849426"/>
                <a:gd name="connsiteX2172" fmla="*/ 2156921 w 6386648"/>
                <a:gd name="connsiteY2172" fmla="*/ 293319 h 1849426"/>
                <a:gd name="connsiteX2173" fmla="*/ 2138896 w 6386648"/>
                <a:gd name="connsiteY2173" fmla="*/ 275295 h 1849426"/>
                <a:gd name="connsiteX2174" fmla="*/ 2156921 w 6386648"/>
                <a:gd name="connsiteY2174" fmla="*/ 257270 h 1849426"/>
                <a:gd name="connsiteX2175" fmla="*/ 781057 w 6386648"/>
                <a:gd name="connsiteY2175" fmla="*/ 257270 h 1849426"/>
                <a:gd name="connsiteX2176" fmla="*/ 799082 w 6386648"/>
                <a:gd name="connsiteY2176" fmla="*/ 275295 h 1849426"/>
                <a:gd name="connsiteX2177" fmla="*/ 781057 w 6386648"/>
                <a:gd name="connsiteY2177" fmla="*/ 293319 h 1849426"/>
                <a:gd name="connsiteX2178" fmla="*/ 763033 w 6386648"/>
                <a:gd name="connsiteY2178" fmla="*/ 275295 h 1849426"/>
                <a:gd name="connsiteX2179" fmla="*/ 781057 w 6386648"/>
                <a:gd name="connsiteY2179" fmla="*/ 257270 h 1849426"/>
                <a:gd name="connsiteX2180" fmla="*/ 420569 w 6386648"/>
                <a:gd name="connsiteY2180" fmla="*/ 257270 h 1849426"/>
                <a:gd name="connsiteX2181" fmla="*/ 438594 w 6386648"/>
                <a:gd name="connsiteY2181" fmla="*/ 275295 h 1849426"/>
                <a:gd name="connsiteX2182" fmla="*/ 420569 w 6386648"/>
                <a:gd name="connsiteY2182" fmla="*/ 293319 h 1849426"/>
                <a:gd name="connsiteX2183" fmla="*/ 402545 w 6386648"/>
                <a:gd name="connsiteY2183" fmla="*/ 275295 h 1849426"/>
                <a:gd name="connsiteX2184" fmla="*/ 420569 w 6386648"/>
                <a:gd name="connsiteY2184" fmla="*/ 257270 h 1849426"/>
                <a:gd name="connsiteX2185" fmla="*/ 5845915 w 6386648"/>
                <a:gd name="connsiteY2185" fmla="*/ 245254 h 1849426"/>
                <a:gd name="connsiteX2186" fmla="*/ 5863940 w 6386648"/>
                <a:gd name="connsiteY2186" fmla="*/ 263278 h 1849426"/>
                <a:gd name="connsiteX2187" fmla="*/ 5845915 w 6386648"/>
                <a:gd name="connsiteY2187" fmla="*/ 281303 h 1849426"/>
                <a:gd name="connsiteX2188" fmla="*/ 5827891 w 6386648"/>
                <a:gd name="connsiteY2188" fmla="*/ 263278 h 1849426"/>
                <a:gd name="connsiteX2189" fmla="*/ 5845915 w 6386648"/>
                <a:gd name="connsiteY2189" fmla="*/ 245254 h 1849426"/>
                <a:gd name="connsiteX2190" fmla="*/ 4013434 w 6386648"/>
                <a:gd name="connsiteY2190" fmla="*/ 245254 h 1849426"/>
                <a:gd name="connsiteX2191" fmla="*/ 4031459 w 6386648"/>
                <a:gd name="connsiteY2191" fmla="*/ 263278 h 1849426"/>
                <a:gd name="connsiteX2192" fmla="*/ 4013434 w 6386648"/>
                <a:gd name="connsiteY2192" fmla="*/ 281303 h 1849426"/>
                <a:gd name="connsiteX2193" fmla="*/ 3995410 w 6386648"/>
                <a:gd name="connsiteY2193" fmla="*/ 263278 h 1849426"/>
                <a:gd name="connsiteX2194" fmla="*/ 4013434 w 6386648"/>
                <a:gd name="connsiteY2194" fmla="*/ 245254 h 1849426"/>
                <a:gd name="connsiteX2195" fmla="*/ 2841847 w 6386648"/>
                <a:gd name="connsiteY2195" fmla="*/ 245254 h 1849426"/>
                <a:gd name="connsiteX2196" fmla="*/ 2859872 w 6386648"/>
                <a:gd name="connsiteY2196" fmla="*/ 263278 h 1849426"/>
                <a:gd name="connsiteX2197" fmla="*/ 2841847 w 6386648"/>
                <a:gd name="connsiteY2197" fmla="*/ 281303 h 1849426"/>
                <a:gd name="connsiteX2198" fmla="*/ 2823823 w 6386648"/>
                <a:gd name="connsiteY2198" fmla="*/ 263278 h 1849426"/>
                <a:gd name="connsiteX2199" fmla="*/ 2841847 w 6386648"/>
                <a:gd name="connsiteY2199" fmla="*/ 245254 h 1849426"/>
                <a:gd name="connsiteX2200" fmla="*/ 2006717 w 6386648"/>
                <a:gd name="connsiteY2200" fmla="*/ 245254 h 1849426"/>
                <a:gd name="connsiteX2201" fmla="*/ 2024741 w 6386648"/>
                <a:gd name="connsiteY2201" fmla="*/ 263278 h 1849426"/>
                <a:gd name="connsiteX2202" fmla="*/ 2006717 w 6386648"/>
                <a:gd name="connsiteY2202" fmla="*/ 281303 h 1849426"/>
                <a:gd name="connsiteX2203" fmla="*/ 1988692 w 6386648"/>
                <a:gd name="connsiteY2203" fmla="*/ 263278 h 1849426"/>
                <a:gd name="connsiteX2204" fmla="*/ 2006717 w 6386648"/>
                <a:gd name="connsiteY2204" fmla="*/ 245254 h 1849426"/>
                <a:gd name="connsiteX2205" fmla="*/ 1009366 w 6386648"/>
                <a:gd name="connsiteY2205" fmla="*/ 245254 h 1849426"/>
                <a:gd name="connsiteX2206" fmla="*/ 1027391 w 6386648"/>
                <a:gd name="connsiteY2206" fmla="*/ 263278 h 1849426"/>
                <a:gd name="connsiteX2207" fmla="*/ 1009366 w 6386648"/>
                <a:gd name="connsiteY2207" fmla="*/ 281303 h 1849426"/>
                <a:gd name="connsiteX2208" fmla="*/ 991342 w 6386648"/>
                <a:gd name="connsiteY2208" fmla="*/ 263278 h 1849426"/>
                <a:gd name="connsiteX2209" fmla="*/ 1009366 w 6386648"/>
                <a:gd name="connsiteY2209" fmla="*/ 245254 h 1849426"/>
                <a:gd name="connsiteX2210" fmla="*/ 4337873 w 6386648"/>
                <a:gd name="connsiteY2210" fmla="*/ 239246 h 1849426"/>
                <a:gd name="connsiteX2211" fmla="*/ 4355898 w 6386648"/>
                <a:gd name="connsiteY2211" fmla="*/ 257270 h 1849426"/>
                <a:gd name="connsiteX2212" fmla="*/ 4337873 w 6386648"/>
                <a:gd name="connsiteY2212" fmla="*/ 275295 h 1849426"/>
                <a:gd name="connsiteX2213" fmla="*/ 4319848 w 6386648"/>
                <a:gd name="connsiteY2213" fmla="*/ 257270 h 1849426"/>
                <a:gd name="connsiteX2214" fmla="*/ 4337873 w 6386648"/>
                <a:gd name="connsiteY2214" fmla="*/ 239246 h 1849426"/>
                <a:gd name="connsiteX2215" fmla="*/ 3310482 w 6386648"/>
                <a:gd name="connsiteY2215" fmla="*/ 239246 h 1849426"/>
                <a:gd name="connsiteX2216" fmla="*/ 3328507 w 6386648"/>
                <a:gd name="connsiteY2216" fmla="*/ 257270 h 1849426"/>
                <a:gd name="connsiteX2217" fmla="*/ 3310482 w 6386648"/>
                <a:gd name="connsiteY2217" fmla="*/ 275295 h 1849426"/>
                <a:gd name="connsiteX2218" fmla="*/ 3292458 w 6386648"/>
                <a:gd name="connsiteY2218" fmla="*/ 257270 h 1849426"/>
                <a:gd name="connsiteX2219" fmla="*/ 3310482 w 6386648"/>
                <a:gd name="connsiteY2219" fmla="*/ 239246 h 1849426"/>
                <a:gd name="connsiteX2220" fmla="*/ 3418628 w 6386648"/>
                <a:gd name="connsiteY2220" fmla="*/ 233238 h 1849426"/>
                <a:gd name="connsiteX2221" fmla="*/ 3436653 w 6386648"/>
                <a:gd name="connsiteY2221" fmla="*/ 251262 h 1849426"/>
                <a:gd name="connsiteX2222" fmla="*/ 3418628 w 6386648"/>
                <a:gd name="connsiteY2222" fmla="*/ 269287 h 1849426"/>
                <a:gd name="connsiteX2223" fmla="*/ 3400604 w 6386648"/>
                <a:gd name="connsiteY2223" fmla="*/ 251262 h 1849426"/>
                <a:gd name="connsiteX2224" fmla="*/ 3418628 w 6386648"/>
                <a:gd name="connsiteY2224" fmla="*/ 233238 h 1849426"/>
                <a:gd name="connsiteX2225" fmla="*/ 4836548 w 6386648"/>
                <a:gd name="connsiteY2225" fmla="*/ 227230 h 1849426"/>
                <a:gd name="connsiteX2226" fmla="*/ 4854573 w 6386648"/>
                <a:gd name="connsiteY2226" fmla="*/ 245255 h 1849426"/>
                <a:gd name="connsiteX2227" fmla="*/ 4836548 w 6386648"/>
                <a:gd name="connsiteY2227" fmla="*/ 263279 h 1849426"/>
                <a:gd name="connsiteX2228" fmla="*/ 4818524 w 6386648"/>
                <a:gd name="connsiteY2228" fmla="*/ 245255 h 1849426"/>
                <a:gd name="connsiteX2229" fmla="*/ 4836548 w 6386648"/>
                <a:gd name="connsiteY2229" fmla="*/ 227230 h 1849426"/>
                <a:gd name="connsiteX2230" fmla="*/ 2949994 w 6386648"/>
                <a:gd name="connsiteY2230" fmla="*/ 227230 h 1849426"/>
                <a:gd name="connsiteX2231" fmla="*/ 2968019 w 6386648"/>
                <a:gd name="connsiteY2231" fmla="*/ 245255 h 1849426"/>
                <a:gd name="connsiteX2232" fmla="*/ 2949994 w 6386648"/>
                <a:gd name="connsiteY2232" fmla="*/ 263279 h 1849426"/>
                <a:gd name="connsiteX2233" fmla="*/ 2931970 w 6386648"/>
                <a:gd name="connsiteY2233" fmla="*/ 245255 h 1849426"/>
                <a:gd name="connsiteX2234" fmla="*/ 2949994 w 6386648"/>
                <a:gd name="connsiteY2234" fmla="*/ 227230 h 1849426"/>
                <a:gd name="connsiteX2235" fmla="*/ 2727693 w 6386648"/>
                <a:gd name="connsiteY2235" fmla="*/ 227230 h 1849426"/>
                <a:gd name="connsiteX2236" fmla="*/ 2745718 w 6386648"/>
                <a:gd name="connsiteY2236" fmla="*/ 245255 h 1849426"/>
                <a:gd name="connsiteX2237" fmla="*/ 2727693 w 6386648"/>
                <a:gd name="connsiteY2237" fmla="*/ 263279 h 1849426"/>
                <a:gd name="connsiteX2238" fmla="*/ 2709669 w 6386648"/>
                <a:gd name="connsiteY2238" fmla="*/ 245255 h 1849426"/>
                <a:gd name="connsiteX2239" fmla="*/ 2727693 w 6386648"/>
                <a:gd name="connsiteY2239" fmla="*/ 227230 h 1849426"/>
                <a:gd name="connsiteX2240" fmla="*/ 270365 w 6386648"/>
                <a:gd name="connsiteY2240" fmla="*/ 227230 h 1849426"/>
                <a:gd name="connsiteX2241" fmla="*/ 288390 w 6386648"/>
                <a:gd name="connsiteY2241" fmla="*/ 245255 h 1849426"/>
                <a:gd name="connsiteX2242" fmla="*/ 270365 w 6386648"/>
                <a:gd name="connsiteY2242" fmla="*/ 263279 h 1849426"/>
                <a:gd name="connsiteX2243" fmla="*/ 252341 w 6386648"/>
                <a:gd name="connsiteY2243" fmla="*/ 245255 h 1849426"/>
                <a:gd name="connsiteX2244" fmla="*/ 270365 w 6386648"/>
                <a:gd name="connsiteY2244" fmla="*/ 227230 h 1849426"/>
                <a:gd name="connsiteX2245" fmla="*/ 3893271 w 6386648"/>
                <a:gd name="connsiteY2245" fmla="*/ 221222 h 1849426"/>
                <a:gd name="connsiteX2246" fmla="*/ 3911296 w 6386648"/>
                <a:gd name="connsiteY2246" fmla="*/ 239246 h 1849426"/>
                <a:gd name="connsiteX2247" fmla="*/ 3893271 w 6386648"/>
                <a:gd name="connsiteY2247" fmla="*/ 257271 h 1849426"/>
                <a:gd name="connsiteX2248" fmla="*/ 3875247 w 6386648"/>
                <a:gd name="connsiteY2248" fmla="*/ 239246 h 1849426"/>
                <a:gd name="connsiteX2249" fmla="*/ 3893271 w 6386648"/>
                <a:gd name="connsiteY2249" fmla="*/ 221222 h 1849426"/>
                <a:gd name="connsiteX2250" fmla="*/ 1682277 w 6386648"/>
                <a:gd name="connsiteY2250" fmla="*/ 221222 h 1849426"/>
                <a:gd name="connsiteX2251" fmla="*/ 1700302 w 6386648"/>
                <a:gd name="connsiteY2251" fmla="*/ 239246 h 1849426"/>
                <a:gd name="connsiteX2252" fmla="*/ 1682277 w 6386648"/>
                <a:gd name="connsiteY2252" fmla="*/ 257271 h 1849426"/>
                <a:gd name="connsiteX2253" fmla="*/ 1664253 w 6386648"/>
                <a:gd name="connsiteY2253" fmla="*/ 239246 h 1849426"/>
                <a:gd name="connsiteX2254" fmla="*/ 1682277 w 6386648"/>
                <a:gd name="connsiteY2254" fmla="*/ 221222 h 1849426"/>
                <a:gd name="connsiteX2255" fmla="*/ 4458036 w 6386648"/>
                <a:gd name="connsiteY2255" fmla="*/ 215213 h 1849426"/>
                <a:gd name="connsiteX2256" fmla="*/ 4476061 w 6386648"/>
                <a:gd name="connsiteY2256" fmla="*/ 233237 h 1849426"/>
                <a:gd name="connsiteX2257" fmla="*/ 4458036 w 6386648"/>
                <a:gd name="connsiteY2257" fmla="*/ 251262 h 1849426"/>
                <a:gd name="connsiteX2258" fmla="*/ 4440011 w 6386648"/>
                <a:gd name="connsiteY2258" fmla="*/ 233237 h 1849426"/>
                <a:gd name="connsiteX2259" fmla="*/ 4458036 w 6386648"/>
                <a:gd name="connsiteY2259" fmla="*/ 215213 h 1849426"/>
                <a:gd name="connsiteX2260" fmla="*/ 3767100 w 6386648"/>
                <a:gd name="connsiteY2260" fmla="*/ 215213 h 1849426"/>
                <a:gd name="connsiteX2261" fmla="*/ 3785125 w 6386648"/>
                <a:gd name="connsiteY2261" fmla="*/ 233237 h 1849426"/>
                <a:gd name="connsiteX2262" fmla="*/ 3767100 w 6386648"/>
                <a:gd name="connsiteY2262" fmla="*/ 251262 h 1849426"/>
                <a:gd name="connsiteX2263" fmla="*/ 3749075 w 6386648"/>
                <a:gd name="connsiteY2263" fmla="*/ 233237 h 1849426"/>
                <a:gd name="connsiteX2264" fmla="*/ 3767100 w 6386648"/>
                <a:gd name="connsiteY2264" fmla="*/ 215213 h 1849426"/>
                <a:gd name="connsiteX2265" fmla="*/ 6224427 w 6386648"/>
                <a:gd name="connsiteY2265" fmla="*/ 209205 h 1849426"/>
                <a:gd name="connsiteX2266" fmla="*/ 6242452 w 6386648"/>
                <a:gd name="connsiteY2266" fmla="*/ 227229 h 1849426"/>
                <a:gd name="connsiteX2267" fmla="*/ 6224427 w 6386648"/>
                <a:gd name="connsiteY2267" fmla="*/ 245254 h 1849426"/>
                <a:gd name="connsiteX2268" fmla="*/ 6206403 w 6386648"/>
                <a:gd name="connsiteY2268" fmla="*/ 227229 h 1849426"/>
                <a:gd name="connsiteX2269" fmla="*/ 6224427 w 6386648"/>
                <a:gd name="connsiteY2269" fmla="*/ 209205 h 1849426"/>
                <a:gd name="connsiteX2270" fmla="*/ 1315782 w 6386648"/>
                <a:gd name="connsiteY2270" fmla="*/ 209205 h 1849426"/>
                <a:gd name="connsiteX2271" fmla="*/ 1333806 w 6386648"/>
                <a:gd name="connsiteY2271" fmla="*/ 227229 h 1849426"/>
                <a:gd name="connsiteX2272" fmla="*/ 1315782 w 6386648"/>
                <a:gd name="connsiteY2272" fmla="*/ 245254 h 1849426"/>
                <a:gd name="connsiteX2273" fmla="*/ 1297757 w 6386648"/>
                <a:gd name="connsiteY2273" fmla="*/ 227229 h 1849426"/>
                <a:gd name="connsiteX2274" fmla="*/ 1315782 w 6386648"/>
                <a:gd name="connsiteY2274" fmla="*/ 209205 h 1849426"/>
                <a:gd name="connsiteX2275" fmla="*/ 5713736 w 6386648"/>
                <a:gd name="connsiteY2275" fmla="*/ 203197 h 1849426"/>
                <a:gd name="connsiteX2276" fmla="*/ 5731761 w 6386648"/>
                <a:gd name="connsiteY2276" fmla="*/ 221221 h 1849426"/>
                <a:gd name="connsiteX2277" fmla="*/ 5713736 w 6386648"/>
                <a:gd name="connsiteY2277" fmla="*/ 239246 h 1849426"/>
                <a:gd name="connsiteX2278" fmla="*/ 5695712 w 6386648"/>
                <a:gd name="connsiteY2278" fmla="*/ 221221 h 1849426"/>
                <a:gd name="connsiteX2279" fmla="*/ 5713736 w 6386648"/>
                <a:gd name="connsiteY2279" fmla="*/ 203197 h 1849426"/>
                <a:gd name="connsiteX2280" fmla="*/ 1550098 w 6386648"/>
                <a:gd name="connsiteY2280" fmla="*/ 203197 h 1849426"/>
                <a:gd name="connsiteX2281" fmla="*/ 1568123 w 6386648"/>
                <a:gd name="connsiteY2281" fmla="*/ 221221 h 1849426"/>
                <a:gd name="connsiteX2282" fmla="*/ 1550098 w 6386648"/>
                <a:gd name="connsiteY2282" fmla="*/ 239246 h 1849426"/>
                <a:gd name="connsiteX2283" fmla="*/ 1532074 w 6386648"/>
                <a:gd name="connsiteY2283" fmla="*/ 221221 h 1849426"/>
                <a:gd name="connsiteX2284" fmla="*/ 1550098 w 6386648"/>
                <a:gd name="connsiteY2284" fmla="*/ 203197 h 1849426"/>
                <a:gd name="connsiteX2285" fmla="*/ 5587565 w 6386648"/>
                <a:gd name="connsiteY2285" fmla="*/ 197189 h 1849426"/>
                <a:gd name="connsiteX2286" fmla="*/ 5605590 w 6386648"/>
                <a:gd name="connsiteY2286" fmla="*/ 215214 h 1849426"/>
                <a:gd name="connsiteX2287" fmla="*/ 5587565 w 6386648"/>
                <a:gd name="connsiteY2287" fmla="*/ 233238 h 1849426"/>
                <a:gd name="connsiteX2288" fmla="*/ 5569541 w 6386648"/>
                <a:gd name="connsiteY2288" fmla="*/ 215214 h 1849426"/>
                <a:gd name="connsiteX2289" fmla="*/ 5587565 w 6386648"/>
                <a:gd name="connsiteY2289" fmla="*/ 197189 h 1849426"/>
                <a:gd name="connsiteX2290" fmla="*/ 4121580 w 6386648"/>
                <a:gd name="connsiteY2290" fmla="*/ 197189 h 1849426"/>
                <a:gd name="connsiteX2291" fmla="*/ 4139605 w 6386648"/>
                <a:gd name="connsiteY2291" fmla="*/ 215214 h 1849426"/>
                <a:gd name="connsiteX2292" fmla="*/ 4121580 w 6386648"/>
                <a:gd name="connsiteY2292" fmla="*/ 233238 h 1849426"/>
                <a:gd name="connsiteX2293" fmla="*/ 4103556 w 6386648"/>
                <a:gd name="connsiteY2293" fmla="*/ 215214 h 1849426"/>
                <a:gd name="connsiteX2294" fmla="*/ 4121580 w 6386648"/>
                <a:gd name="connsiteY2294" fmla="*/ 197189 h 1849426"/>
                <a:gd name="connsiteX2295" fmla="*/ 3076164 w 6386648"/>
                <a:gd name="connsiteY2295" fmla="*/ 197189 h 1849426"/>
                <a:gd name="connsiteX2296" fmla="*/ 3094189 w 6386648"/>
                <a:gd name="connsiteY2296" fmla="*/ 215214 h 1849426"/>
                <a:gd name="connsiteX2297" fmla="*/ 3076164 w 6386648"/>
                <a:gd name="connsiteY2297" fmla="*/ 233238 h 1849426"/>
                <a:gd name="connsiteX2298" fmla="*/ 3058139 w 6386648"/>
                <a:gd name="connsiteY2298" fmla="*/ 215214 h 1849426"/>
                <a:gd name="connsiteX2299" fmla="*/ 3076164 w 6386648"/>
                <a:gd name="connsiteY2299" fmla="*/ 197189 h 1849426"/>
                <a:gd name="connsiteX2300" fmla="*/ 5449378 w 6386648"/>
                <a:gd name="connsiteY2300" fmla="*/ 191181 h 1849426"/>
                <a:gd name="connsiteX2301" fmla="*/ 5467403 w 6386648"/>
                <a:gd name="connsiteY2301" fmla="*/ 209205 h 1849426"/>
                <a:gd name="connsiteX2302" fmla="*/ 5449378 w 6386648"/>
                <a:gd name="connsiteY2302" fmla="*/ 227230 h 1849426"/>
                <a:gd name="connsiteX2303" fmla="*/ 5431353 w 6386648"/>
                <a:gd name="connsiteY2303" fmla="*/ 209205 h 1849426"/>
                <a:gd name="connsiteX2304" fmla="*/ 5449378 w 6386648"/>
                <a:gd name="connsiteY2304" fmla="*/ 191181 h 1849426"/>
                <a:gd name="connsiteX2305" fmla="*/ 2607530 w 6386648"/>
                <a:gd name="connsiteY2305" fmla="*/ 191181 h 1849426"/>
                <a:gd name="connsiteX2306" fmla="*/ 2625555 w 6386648"/>
                <a:gd name="connsiteY2306" fmla="*/ 209205 h 1849426"/>
                <a:gd name="connsiteX2307" fmla="*/ 2607530 w 6386648"/>
                <a:gd name="connsiteY2307" fmla="*/ 227230 h 1849426"/>
                <a:gd name="connsiteX2308" fmla="*/ 2589506 w 6386648"/>
                <a:gd name="connsiteY2308" fmla="*/ 209205 h 1849426"/>
                <a:gd name="connsiteX2309" fmla="*/ 2607530 w 6386648"/>
                <a:gd name="connsiteY2309" fmla="*/ 191181 h 1849426"/>
                <a:gd name="connsiteX2310" fmla="*/ 30040 w 6386648"/>
                <a:gd name="connsiteY2310" fmla="*/ 191181 h 1849426"/>
                <a:gd name="connsiteX2311" fmla="*/ 48065 w 6386648"/>
                <a:gd name="connsiteY2311" fmla="*/ 209205 h 1849426"/>
                <a:gd name="connsiteX2312" fmla="*/ 30040 w 6386648"/>
                <a:gd name="connsiteY2312" fmla="*/ 227230 h 1849426"/>
                <a:gd name="connsiteX2313" fmla="*/ 12016 w 6386648"/>
                <a:gd name="connsiteY2313" fmla="*/ 209205 h 1849426"/>
                <a:gd name="connsiteX2314" fmla="*/ 30040 w 6386648"/>
                <a:gd name="connsiteY2314" fmla="*/ 191181 h 1849426"/>
                <a:gd name="connsiteX2315" fmla="*/ 6368623 w 6386648"/>
                <a:gd name="connsiteY2315" fmla="*/ 185173 h 1849426"/>
                <a:gd name="connsiteX2316" fmla="*/ 6386648 w 6386648"/>
                <a:gd name="connsiteY2316" fmla="*/ 203197 h 1849426"/>
                <a:gd name="connsiteX2317" fmla="*/ 6368623 w 6386648"/>
                <a:gd name="connsiteY2317" fmla="*/ 221222 h 1849426"/>
                <a:gd name="connsiteX2318" fmla="*/ 6350599 w 6386648"/>
                <a:gd name="connsiteY2318" fmla="*/ 203197 h 1849426"/>
                <a:gd name="connsiteX2319" fmla="*/ 6368623 w 6386648"/>
                <a:gd name="connsiteY2319" fmla="*/ 185173 h 1849426"/>
                <a:gd name="connsiteX2320" fmla="*/ 2379221 w 6386648"/>
                <a:gd name="connsiteY2320" fmla="*/ 179165 h 1849426"/>
                <a:gd name="connsiteX2321" fmla="*/ 2397246 w 6386648"/>
                <a:gd name="connsiteY2321" fmla="*/ 197189 h 1849426"/>
                <a:gd name="connsiteX2322" fmla="*/ 2379221 w 6386648"/>
                <a:gd name="connsiteY2322" fmla="*/ 215214 h 1849426"/>
                <a:gd name="connsiteX2323" fmla="*/ 2361197 w 6386648"/>
                <a:gd name="connsiteY2323" fmla="*/ 197189 h 1849426"/>
                <a:gd name="connsiteX2324" fmla="*/ 2379221 w 6386648"/>
                <a:gd name="connsiteY2324" fmla="*/ 179165 h 1849426"/>
                <a:gd name="connsiteX2325" fmla="*/ 2253050 w 6386648"/>
                <a:gd name="connsiteY2325" fmla="*/ 179165 h 1849426"/>
                <a:gd name="connsiteX2326" fmla="*/ 2271075 w 6386648"/>
                <a:gd name="connsiteY2326" fmla="*/ 197189 h 1849426"/>
                <a:gd name="connsiteX2327" fmla="*/ 2253050 w 6386648"/>
                <a:gd name="connsiteY2327" fmla="*/ 215214 h 1849426"/>
                <a:gd name="connsiteX2328" fmla="*/ 2235026 w 6386648"/>
                <a:gd name="connsiteY2328" fmla="*/ 197189 h 1849426"/>
                <a:gd name="connsiteX2329" fmla="*/ 2253050 w 6386648"/>
                <a:gd name="connsiteY2329" fmla="*/ 179165 h 1849426"/>
                <a:gd name="connsiteX2330" fmla="*/ 624846 w 6386648"/>
                <a:gd name="connsiteY2330" fmla="*/ 179165 h 1849426"/>
                <a:gd name="connsiteX2331" fmla="*/ 642870 w 6386648"/>
                <a:gd name="connsiteY2331" fmla="*/ 197189 h 1849426"/>
                <a:gd name="connsiteX2332" fmla="*/ 624846 w 6386648"/>
                <a:gd name="connsiteY2332" fmla="*/ 215214 h 1849426"/>
                <a:gd name="connsiteX2333" fmla="*/ 606821 w 6386648"/>
                <a:gd name="connsiteY2333" fmla="*/ 197189 h 1849426"/>
                <a:gd name="connsiteX2334" fmla="*/ 624846 w 6386648"/>
                <a:gd name="connsiteY2334" fmla="*/ 179165 h 1849426"/>
                <a:gd name="connsiteX2335" fmla="*/ 6116281 w 6386648"/>
                <a:gd name="connsiteY2335" fmla="*/ 167148 h 1849426"/>
                <a:gd name="connsiteX2336" fmla="*/ 6134306 w 6386648"/>
                <a:gd name="connsiteY2336" fmla="*/ 185173 h 1849426"/>
                <a:gd name="connsiteX2337" fmla="*/ 6116281 w 6386648"/>
                <a:gd name="connsiteY2337" fmla="*/ 203197 h 1849426"/>
                <a:gd name="connsiteX2338" fmla="*/ 6098257 w 6386648"/>
                <a:gd name="connsiteY2338" fmla="*/ 185173 h 1849426"/>
                <a:gd name="connsiteX2339" fmla="*/ 6116281 w 6386648"/>
                <a:gd name="connsiteY2339" fmla="*/ 167148 h 1849426"/>
                <a:gd name="connsiteX2340" fmla="*/ 5311191 w 6386648"/>
                <a:gd name="connsiteY2340" fmla="*/ 167148 h 1849426"/>
                <a:gd name="connsiteX2341" fmla="*/ 5329216 w 6386648"/>
                <a:gd name="connsiteY2341" fmla="*/ 185173 h 1849426"/>
                <a:gd name="connsiteX2342" fmla="*/ 5311191 w 6386648"/>
                <a:gd name="connsiteY2342" fmla="*/ 203197 h 1849426"/>
                <a:gd name="connsiteX2343" fmla="*/ 5293167 w 6386648"/>
                <a:gd name="connsiteY2343" fmla="*/ 185173 h 1849426"/>
                <a:gd name="connsiteX2344" fmla="*/ 5311191 w 6386648"/>
                <a:gd name="connsiteY2344" fmla="*/ 167148 h 1849426"/>
                <a:gd name="connsiteX2345" fmla="*/ 3508750 w 6386648"/>
                <a:gd name="connsiteY2345" fmla="*/ 167148 h 1849426"/>
                <a:gd name="connsiteX2346" fmla="*/ 3526775 w 6386648"/>
                <a:gd name="connsiteY2346" fmla="*/ 185173 h 1849426"/>
                <a:gd name="connsiteX2347" fmla="*/ 3508750 w 6386648"/>
                <a:gd name="connsiteY2347" fmla="*/ 203197 h 1849426"/>
                <a:gd name="connsiteX2348" fmla="*/ 3490726 w 6386648"/>
                <a:gd name="connsiteY2348" fmla="*/ 185173 h 1849426"/>
                <a:gd name="connsiteX2349" fmla="*/ 3508750 w 6386648"/>
                <a:gd name="connsiteY2349" fmla="*/ 167148 h 1849426"/>
                <a:gd name="connsiteX2350" fmla="*/ 1820464 w 6386648"/>
                <a:gd name="connsiteY2350" fmla="*/ 167148 h 1849426"/>
                <a:gd name="connsiteX2351" fmla="*/ 1838489 w 6386648"/>
                <a:gd name="connsiteY2351" fmla="*/ 185173 h 1849426"/>
                <a:gd name="connsiteX2352" fmla="*/ 1820464 w 6386648"/>
                <a:gd name="connsiteY2352" fmla="*/ 203197 h 1849426"/>
                <a:gd name="connsiteX2353" fmla="*/ 1802440 w 6386648"/>
                <a:gd name="connsiteY2353" fmla="*/ 185173 h 1849426"/>
                <a:gd name="connsiteX2354" fmla="*/ 1820464 w 6386648"/>
                <a:gd name="connsiteY2354" fmla="*/ 167148 h 1849426"/>
                <a:gd name="connsiteX2355" fmla="*/ 1423927 w 6386648"/>
                <a:gd name="connsiteY2355" fmla="*/ 167148 h 1849426"/>
                <a:gd name="connsiteX2356" fmla="*/ 1441952 w 6386648"/>
                <a:gd name="connsiteY2356" fmla="*/ 185173 h 1849426"/>
                <a:gd name="connsiteX2357" fmla="*/ 1423927 w 6386648"/>
                <a:gd name="connsiteY2357" fmla="*/ 203197 h 1849426"/>
                <a:gd name="connsiteX2358" fmla="*/ 1405903 w 6386648"/>
                <a:gd name="connsiteY2358" fmla="*/ 185173 h 1849426"/>
                <a:gd name="connsiteX2359" fmla="*/ 1423927 w 6386648"/>
                <a:gd name="connsiteY2359" fmla="*/ 167148 h 1849426"/>
                <a:gd name="connsiteX2360" fmla="*/ 5100906 w 6386648"/>
                <a:gd name="connsiteY2360" fmla="*/ 161140 h 1849426"/>
                <a:gd name="connsiteX2361" fmla="*/ 5118931 w 6386648"/>
                <a:gd name="connsiteY2361" fmla="*/ 179164 h 1849426"/>
                <a:gd name="connsiteX2362" fmla="*/ 5100906 w 6386648"/>
                <a:gd name="connsiteY2362" fmla="*/ 197189 h 1849426"/>
                <a:gd name="connsiteX2363" fmla="*/ 5082882 w 6386648"/>
                <a:gd name="connsiteY2363" fmla="*/ 179164 h 1849426"/>
                <a:gd name="connsiteX2364" fmla="*/ 5100906 w 6386648"/>
                <a:gd name="connsiteY2364" fmla="*/ 161140 h 1849426"/>
                <a:gd name="connsiteX2365" fmla="*/ 1189610 w 6386648"/>
                <a:gd name="connsiteY2365" fmla="*/ 161140 h 1849426"/>
                <a:gd name="connsiteX2366" fmla="*/ 1207635 w 6386648"/>
                <a:gd name="connsiteY2366" fmla="*/ 179164 h 1849426"/>
                <a:gd name="connsiteX2367" fmla="*/ 1189610 w 6386648"/>
                <a:gd name="connsiteY2367" fmla="*/ 197189 h 1849426"/>
                <a:gd name="connsiteX2368" fmla="*/ 1171586 w 6386648"/>
                <a:gd name="connsiteY2368" fmla="*/ 179164 h 1849426"/>
                <a:gd name="connsiteX2369" fmla="*/ 1189610 w 6386648"/>
                <a:gd name="connsiteY2369" fmla="*/ 161140 h 1849426"/>
                <a:gd name="connsiteX2370" fmla="*/ 492666 w 6386648"/>
                <a:gd name="connsiteY2370" fmla="*/ 161140 h 1849426"/>
                <a:gd name="connsiteX2371" fmla="*/ 510691 w 6386648"/>
                <a:gd name="connsiteY2371" fmla="*/ 179164 h 1849426"/>
                <a:gd name="connsiteX2372" fmla="*/ 492666 w 6386648"/>
                <a:gd name="connsiteY2372" fmla="*/ 197189 h 1849426"/>
                <a:gd name="connsiteX2373" fmla="*/ 474642 w 6386648"/>
                <a:gd name="connsiteY2373" fmla="*/ 179164 h 1849426"/>
                <a:gd name="connsiteX2374" fmla="*/ 492666 w 6386648"/>
                <a:gd name="connsiteY2374" fmla="*/ 161140 h 1849426"/>
                <a:gd name="connsiteX2375" fmla="*/ 132178 w 6386648"/>
                <a:gd name="connsiteY2375" fmla="*/ 161140 h 1849426"/>
                <a:gd name="connsiteX2376" fmla="*/ 150203 w 6386648"/>
                <a:gd name="connsiteY2376" fmla="*/ 179164 h 1849426"/>
                <a:gd name="connsiteX2377" fmla="*/ 132178 w 6386648"/>
                <a:gd name="connsiteY2377" fmla="*/ 197189 h 1849426"/>
                <a:gd name="connsiteX2378" fmla="*/ 114154 w 6386648"/>
                <a:gd name="connsiteY2378" fmla="*/ 179164 h 1849426"/>
                <a:gd name="connsiteX2379" fmla="*/ 132178 w 6386648"/>
                <a:gd name="connsiteY2379" fmla="*/ 161140 h 1849426"/>
                <a:gd name="connsiteX2380" fmla="*/ 4968727 w 6386648"/>
                <a:gd name="connsiteY2380" fmla="*/ 155132 h 1849426"/>
                <a:gd name="connsiteX2381" fmla="*/ 4986752 w 6386648"/>
                <a:gd name="connsiteY2381" fmla="*/ 173156 h 1849426"/>
                <a:gd name="connsiteX2382" fmla="*/ 4968727 w 6386648"/>
                <a:gd name="connsiteY2382" fmla="*/ 191181 h 1849426"/>
                <a:gd name="connsiteX2383" fmla="*/ 4950702 w 6386648"/>
                <a:gd name="connsiteY2383" fmla="*/ 173156 h 1849426"/>
                <a:gd name="connsiteX2384" fmla="*/ 4968727 w 6386648"/>
                <a:gd name="connsiteY2384" fmla="*/ 155132 h 1849426"/>
                <a:gd name="connsiteX2385" fmla="*/ 3634921 w 6386648"/>
                <a:gd name="connsiteY2385" fmla="*/ 155132 h 1849426"/>
                <a:gd name="connsiteX2386" fmla="*/ 3652946 w 6386648"/>
                <a:gd name="connsiteY2386" fmla="*/ 173156 h 1849426"/>
                <a:gd name="connsiteX2387" fmla="*/ 3634921 w 6386648"/>
                <a:gd name="connsiteY2387" fmla="*/ 191181 h 1849426"/>
                <a:gd name="connsiteX2388" fmla="*/ 3616897 w 6386648"/>
                <a:gd name="connsiteY2388" fmla="*/ 173156 h 1849426"/>
                <a:gd name="connsiteX2389" fmla="*/ 3634921 w 6386648"/>
                <a:gd name="connsiteY2389" fmla="*/ 155132 h 1849426"/>
                <a:gd name="connsiteX2390" fmla="*/ 2493375 w 6386648"/>
                <a:gd name="connsiteY2390" fmla="*/ 155132 h 1849426"/>
                <a:gd name="connsiteX2391" fmla="*/ 2511400 w 6386648"/>
                <a:gd name="connsiteY2391" fmla="*/ 173156 h 1849426"/>
                <a:gd name="connsiteX2392" fmla="*/ 2493375 w 6386648"/>
                <a:gd name="connsiteY2392" fmla="*/ 191181 h 1849426"/>
                <a:gd name="connsiteX2393" fmla="*/ 2475351 w 6386648"/>
                <a:gd name="connsiteY2393" fmla="*/ 173156 h 1849426"/>
                <a:gd name="connsiteX2394" fmla="*/ 2493375 w 6386648"/>
                <a:gd name="connsiteY2394" fmla="*/ 155132 h 1849426"/>
                <a:gd name="connsiteX2395" fmla="*/ 1922603 w 6386648"/>
                <a:gd name="connsiteY2395" fmla="*/ 155132 h 1849426"/>
                <a:gd name="connsiteX2396" fmla="*/ 1940628 w 6386648"/>
                <a:gd name="connsiteY2396" fmla="*/ 173156 h 1849426"/>
                <a:gd name="connsiteX2397" fmla="*/ 1922603 w 6386648"/>
                <a:gd name="connsiteY2397" fmla="*/ 191181 h 1849426"/>
                <a:gd name="connsiteX2398" fmla="*/ 1904579 w 6386648"/>
                <a:gd name="connsiteY2398" fmla="*/ 173156 h 1849426"/>
                <a:gd name="connsiteX2399" fmla="*/ 1922603 w 6386648"/>
                <a:gd name="connsiteY2399" fmla="*/ 155132 h 1849426"/>
                <a:gd name="connsiteX2400" fmla="*/ 919244 w 6386648"/>
                <a:gd name="connsiteY2400" fmla="*/ 155132 h 1849426"/>
                <a:gd name="connsiteX2401" fmla="*/ 937269 w 6386648"/>
                <a:gd name="connsiteY2401" fmla="*/ 173156 h 1849426"/>
                <a:gd name="connsiteX2402" fmla="*/ 919244 w 6386648"/>
                <a:gd name="connsiteY2402" fmla="*/ 191181 h 1849426"/>
                <a:gd name="connsiteX2403" fmla="*/ 901220 w 6386648"/>
                <a:gd name="connsiteY2403" fmla="*/ 173156 h 1849426"/>
                <a:gd name="connsiteX2404" fmla="*/ 919244 w 6386648"/>
                <a:gd name="connsiteY2404" fmla="*/ 155132 h 1849426"/>
                <a:gd name="connsiteX2405" fmla="*/ 5905996 w 6386648"/>
                <a:gd name="connsiteY2405" fmla="*/ 149124 h 1849426"/>
                <a:gd name="connsiteX2406" fmla="*/ 5924021 w 6386648"/>
                <a:gd name="connsiteY2406" fmla="*/ 167148 h 1849426"/>
                <a:gd name="connsiteX2407" fmla="*/ 5905996 w 6386648"/>
                <a:gd name="connsiteY2407" fmla="*/ 185173 h 1849426"/>
                <a:gd name="connsiteX2408" fmla="*/ 5887972 w 6386648"/>
                <a:gd name="connsiteY2408" fmla="*/ 167148 h 1849426"/>
                <a:gd name="connsiteX2409" fmla="*/ 5905996 w 6386648"/>
                <a:gd name="connsiteY2409" fmla="*/ 149124 h 1849426"/>
                <a:gd name="connsiteX2410" fmla="*/ 4644288 w 6386648"/>
                <a:gd name="connsiteY2410" fmla="*/ 149124 h 1849426"/>
                <a:gd name="connsiteX2411" fmla="*/ 4662313 w 6386648"/>
                <a:gd name="connsiteY2411" fmla="*/ 167148 h 1849426"/>
                <a:gd name="connsiteX2412" fmla="*/ 4644288 w 6386648"/>
                <a:gd name="connsiteY2412" fmla="*/ 185173 h 1849426"/>
                <a:gd name="connsiteX2413" fmla="*/ 4626264 w 6386648"/>
                <a:gd name="connsiteY2413" fmla="*/ 167148 h 1849426"/>
                <a:gd name="connsiteX2414" fmla="*/ 4644288 w 6386648"/>
                <a:gd name="connsiteY2414" fmla="*/ 149124 h 1849426"/>
                <a:gd name="connsiteX2415" fmla="*/ 2126880 w 6386648"/>
                <a:gd name="connsiteY2415" fmla="*/ 149124 h 1849426"/>
                <a:gd name="connsiteX2416" fmla="*/ 2144904 w 6386648"/>
                <a:gd name="connsiteY2416" fmla="*/ 167148 h 1849426"/>
                <a:gd name="connsiteX2417" fmla="*/ 2126880 w 6386648"/>
                <a:gd name="connsiteY2417" fmla="*/ 185173 h 1849426"/>
                <a:gd name="connsiteX2418" fmla="*/ 2108855 w 6386648"/>
                <a:gd name="connsiteY2418" fmla="*/ 167148 h 1849426"/>
                <a:gd name="connsiteX2419" fmla="*/ 2126880 w 6386648"/>
                <a:gd name="connsiteY2419" fmla="*/ 149124 h 1849426"/>
                <a:gd name="connsiteX2420" fmla="*/ 799081 w 6386648"/>
                <a:gd name="connsiteY2420" fmla="*/ 149124 h 1849426"/>
                <a:gd name="connsiteX2421" fmla="*/ 817106 w 6386648"/>
                <a:gd name="connsiteY2421" fmla="*/ 167148 h 1849426"/>
                <a:gd name="connsiteX2422" fmla="*/ 799081 w 6386648"/>
                <a:gd name="connsiteY2422" fmla="*/ 185173 h 1849426"/>
                <a:gd name="connsiteX2423" fmla="*/ 781057 w 6386648"/>
                <a:gd name="connsiteY2423" fmla="*/ 167148 h 1849426"/>
                <a:gd name="connsiteX2424" fmla="*/ 799081 w 6386648"/>
                <a:gd name="connsiteY2424" fmla="*/ 149124 h 1849426"/>
                <a:gd name="connsiteX2425" fmla="*/ 366495 w 6386648"/>
                <a:gd name="connsiteY2425" fmla="*/ 149124 h 1849426"/>
                <a:gd name="connsiteX2426" fmla="*/ 384520 w 6386648"/>
                <a:gd name="connsiteY2426" fmla="*/ 167148 h 1849426"/>
                <a:gd name="connsiteX2427" fmla="*/ 366495 w 6386648"/>
                <a:gd name="connsiteY2427" fmla="*/ 185173 h 1849426"/>
                <a:gd name="connsiteX2428" fmla="*/ 348471 w 6386648"/>
                <a:gd name="connsiteY2428" fmla="*/ 167148 h 1849426"/>
                <a:gd name="connsiteX2429" fmla="*/ 366495 w 6386648"/>
                <a:gd name="connsiteY2429" fmla="*/ 149124 h 1849426"/>
                <a:gd name="connsiteX2430" fmla="*/ 4758442 w 6386648"/>
                <a:gd name="connsiteY2430" fmla="*/ 143116 h 1849426"/>
                <a:gd name="connsiteX2431" fmla="*/ 4776467 w 6386648"/>
                <a:gd name="connsiteY2431" fmla="*/ 161140 h 1849426"/>
                <a:gd name="connsiteX2432" fmla="*/ 4758442 w 6386648"/>
                <a:gd name="connsiteY2432" fmla="*/ 179165 h 1849426"/>
                <a:gd name="connsiteX2433" fmla="*/ 4740417 w 6386648"/>
                <a:gd name="connsiteY2433" fmla="*/ 161140 h 1849426"/>
                <a:gd name="connsiteX2434" fmla="*/ 4758442 w 6386648"/>
                <a:gd name="connsiteY2434" fmla="*/ 143116 h 1849426"/>
                <a:gd name="connsiteX2435" fmla="*/ 3226368 w 6386648"/>
                <a:gd name="connsiteY2435" fmla="*/ 143116 h 1849426"/>
                <a:gd name="connsiteX2436" fmla="*/ 3244393 w 6386648"/>
                <a:gd name="connsiteY2436" fmla="*/ 161140 h 1849426"/>
                <a:gd name="connsiteX2437" fmla="*/ 3226368 w 6386648"/>
                <a:gd name="connsiteY2437" fmla="*/ 179165 h 1849426"/>
                <a:gd name="connsiteX2438" fmla="*/ 3208343 w 6386648"/>
                <a:gd name="connsiteY2438" fmla="*/ 161140 h 1849426"/>
                <a:gd name="connsiteX2439" fmla="*/ 3226368 w 6386648"/>
                <a:gd name="connsiteY2439" fmla="*/ 143116 h 1849426"/>
                <a:gd name="connsiteX2440" fmla="*/ 4235735 w 6386648"/>
                <a:gd name="connsiteY2440" fmla="*/ 131100 h 1849426"/>
                <a:gd name="connsiteX2441" fmla="*/ 4253760 w 6386648"/>
                <a:gd name="connsiteY2441" fmla="*/ 149124 h 1849426"/>
                <a:gd name="connsiteX2442" fmla="*/ 4235735 w 6386648"/>
                <a:gd name="connsiteY2442" fmla="*/ 167149 h 1849426"/>
                <a:gd name="connsiteX2443" fmla="*/ 4217711 w 6386648"/>
                <a:gd name="connsiteY2443" fmla="*/ 149124 h 1849426"/>
                <a:gd name="connsiteX2444" fmla="*/ 4235735 w 6386648"/>
                <a:gd name="connsiteY2444" fmla="*/ 131100 h 1849426"/>
                <a:gd name="connsiteX2445" fmla="*/ 1057431 w 6386648"/>
                <a:gd name="connsiteY2445" fmla="*/ 131100 h 1849426"/>
                <a:gd name="connsiteX2446" fmla="*/ 1075456 w 6386648"/>
                <a:gd name="connsiteY2446" fmla="*/ 149124 h 1849426"/>
                <a:gd name="connsiteX2447" fmla="*/ 1057431 w 6386648"/>
                <a:gd name="connsiteY2447" fmla="*/ 167149 h 1849426"/>
                <a:gd name="connsiteX2448" fmla="*/ 1039407 w 6386648"/>
                <a:gd name="connsiteY2448" fmla="*/ 149124 h 1849426"/>
                <a:gd name="connsiteX2449" fmla="*/ 1057431 w 6386648"/>
                <a:gd name="connsiteY2449" fmla="*/ 131100 h 1849426"/>
                <a:gd name="connsiteX2450" fmla="*/ 4536141 w 6386648"/>
                <a:gd name="connsiteY2450" fmla="*/ 119083 h 1849426"/>
                <a:gd name="connsiteX2451" fmla="*/ 4554166 w 6386648"/>
                <a:gd name="connsiteY2451" fmla="*/ 137107 h 1849426"/>
                <a:gd name="connsiteX2452" fmla="*/ 4536141 w 6386648"/>
                <a:gd name="connsiteY2452" fmla="*/ 155132 h 1849426"/>
                <a:gd name="connsiteX2453" fmla="*/ 4518117 w 6386648"/>
                <a:gd name="connsiteY2453" fmla="*/ 137107 h 1849426"/>
                <a:gd name="connsiteX2454" fmla="*/ 4536141 w 6386648"/>
                <a:gd name="connsiteY2454" fmla="*/ 119083 h 1849426"/>
                <a:gd name="connsiteX2455" fmla="*/ 4361905 w 6386648"/>
                <a:gd name="connsiteY2455" fmla="*/ 119083 h 1849426"/>
                <a:gd name="connsiteX2456" fmla="*/ 4379930 w 6386648"/>
                <a:gd name="connsiteY2456" fmla="*/ 137107 h 1849426"/>
                <a:gd name="connsiteX2457" fmla="*/ 4361905 w 6386648"/>
                <a:gd name="connsiteY2457" fmla="*/ 155132 h 1849426"/>
                <a:gd name="connsiteX2458" fmla="*/ 4343881 w 6386648"/>
                <a:gd name="connsiteY2458" fmla="*/ 137107 h 1849426"/>
                <a:gd name="connsiteX2459" fmla="*/ 4361905 w 6386648"/>
                <a:gd name="connsiteY2459" fmla="*/ 119083 h 1849426"/>
                <a:gd name="connsiteX2460" fmla="*/ 6020151 w 6386648"/>
                <a:gd name="connsiteY2460" fmla="*/ 113075 h 1849426"/>
                <a:gd name="connsiteX2461" fmla="*/ 6038176 w 6386648"/>
                <a:gd name="connsiteY2461" fmla="*/ 131099 h 1849426"/>
                <a:gd name="connsiteX2462" fmla="*/ 6020151 w 6386648"/>
                <a:gd name="connsiteY2462" fmla="*/ 149124 h 1849426"/>
                <a:gd name="connsiteX2463" fmla="*/ 6002126 w 6386648"/>
                <a:gd name="connsiteY2463" fmla="*/ 131099 h 1849426"/>
                <a:gd name="connsiteX2464" fmla="*/ 6020151 w 6386648"/>
                <a:gd name="connsiteY2464" fmla="*/ 113075 h 1849426"/>
                <a:gd name="connsiteX2465" fmla="*/ 5209053 w 6386648"/>
                <a:gd name="connsiteY2465" fmla="*/ 113075 h 1849426"/>
                <a:gd name="connsiteX2466" fmla="*/ 5227078 w 6386648"/>
                <a:gd name="connsiteY2466" fmla="*/ 131099 h 1849426"/>
                <a:gd name="connsiteX2467" fmla="*/ 5209053 w 6386648"/>
                <a:gd name="connsiteY2467" fmla="*/ 149124 h 1849426"/>
                <a:gd name="connsiteX2468" fmla="*/ 5191028 w 6386648"/>
                <a:gd name="connsiteY2468" fmla="*/ 131099 h 1849426"/>
                <a:gd name="connsiteX2469" fmla="*/ 5209053 w 6386648"/>
                <a:gd name="connsiteY2469" fmla="*/ 113075 h 1849426"/>
                <a:gd name="connsiteX2470" fmla="*/ 2865880 w 6386648"/>
                <a:gd name="connsiteY2470" fmla="*/ 113075 h 1849426"/>
                <a:gd name="connsiteX2471" fmla="*/ 2883905 w 6386648"/>
                <a:gd name="connsiteY2471" fmla="*/ 131099 h 1849426"/>
                <a:gd name="connsiteX2472" fmla="*/ 2865880 w 6386648"/>
                <a:gd name="connsiteY2472" fmla="*/ 149124 h 1849426"/>
                <a:gd name="connsiteX2473" fmla="*/ 2847855 w 6386648"/>
                <a:gd name="connsiteY2473" fmla="*/ 131099 h 1849426"/>
                <a:gd name="connsiteX2474" fmla="*/ 2865880 w 6386648"/>
                <a:gd name="connsiteY2474" fmla="*/ 113075 h 1849426"/>
                <a:gd name="connsiteX2475" fmla="*/ 2751725 w 6386648"/>
                <a:gd name="connsiteY2475" fmla="*/ 113075 h 1849426"/>
                <a:gd name="connsiteX2476" fmla="*/ 2769750 w 6386648"/>
                <a:gd name="connsiteY2476" fmla="*/ 131099 h 1849426"/>
                <a:gd name="connsiteX2477" fmla="*/ 2751725 w 6386648"/>
                <a:gd name="connsiteY2477" fmla="*/ 149124 h 1849426"/>
                <a:gd name="connsiteX2478" fmla="*/ 2733701 w 6386648"/>
                <a:gd name="connsiteY2478" fmla="*/ 131099 h 1849426"/>
                <a:gd name="connsiteX2479" fmla="*/ 2751725 w 6386648"/>
                <a:gd name="connsiteY2479" fmla="*/ 113075 h 1849426"/>
                <a:gd name="connsiteX2480" fmla="*/ 5797850 w 6386648"/>
                <a:gd name="connsiteY2480" fmla="*/ 107067 h 1849426"/>
                <a:gd name="connsiteX2481" fmla="*/ 5815875 w 6386648"/>
                <a:gd name="connsiteY2481" fmla="*/ 125092 h 1849426"/>
                <a:gd name="connsiteX2482" fmla="*/ 5797850 w 6386648"/>
                <a:gd name="connsiteY2482" fmla="*/ 143116 h 1849426"/>
                <a:gd name="connsiteX2483" fmla="*/ 5779826 w 6386648"/>
                <a:gd name="connsiteY2483" fmla="*/ 125092 h 1849426"/>
                <a:gd name="connsiteX2484" fmla="*/ 5797850 w 6386648"/>
                <a:gd name="connsiteY2484" fmla="*/ 107067 h 1849426"/>
                <a:gd name="connsiteX2485" fmla="*/ 4055491 w 6386648"/>
                <a:gd name="connsiteY2485" fmla="*/ 107067 h 1849426"/>
                <a:gd name="connsiteX2486" fmla="*/ 4073516 w 6386648"/>
                <a:gd name="connsiteY2486" fmla="*/ 125092 h 1849426"/>
                <a:gd name="connsiteX2487" fmla="*/ 4055491 w 6386648"/>
                <a:gd name="connsiteY2487" fmla="*/ 143116 h 1849426"/>
                <a:gd name="connsiteX2488" fmla="*/ 4037467 w 6386648"/>
                <a:gd name="connsiteY2488" fmla="*/ 125092 h 1849426"/>
                <a:gd name="connsiteX2489" fmla="*/ 4055491 w 6386648"/>
                <a:gd name="connsiteY2489" fmla="*/ 107067 h 1849426"/>
                <a:gd name="connsiteX2490" fmla="*/ 3917303 w 6386648"/>
                <a:gd name="connsiteY2490" fmla="*/ 107067 h 1849426"/>
                <a:gd name="connsiteX2491" fmla="*/ 3935328 w 6386648"/>
                <a:gd name="connsiteY2491" fmla="*/ 125092 h 1849426"/>
                <a:gd name="connsiteX2492" fmla="*/ 3917303 w 6386648"/>
                <a:gd name="connsiteY2492" fmla="*/ 143116 h 1849426"/>
                <a:gd name="connsiteX2493" fmla="*/ 3899278 w 6386648"/>
                <a:gd name="connsiteY2493" fmla="*/ 125092 h 1849426"/>
                <a:gd name="connsiteX2494" fmla="*/ 3917303 w 6386648"/>
                <a:gd name="connsiteY2494" fmla="*/ 107067 h 1849426"/>
                <a:gd name="connsiteX2495" fmla="*/ 3346531 w 6386648"/>
                <a:gd name="connsiteY2495" fmla="*/ 107067 h 1849426"/>
                <a:gd name="connsiteX2496" fmla="*/ 3364556 w 6386648"/>
                <a:gd name="connsiteY2496" fmla="*/ 125092 h 1849426"/>
                <a:gd name="connsiteX2497" fmla="*/ 3346531 w 6386648"/>
                <a:gd name="connsiteY2497" fmla="*/ 143116 h 1849426"/>
                <a:gd name="connsiteX2498" fmla="*/ 3328506 w 6386648"/>
                <a:gd name="connsiteY2498" fmla="*/ 125092 h 1849426"/>
                <a:gd name="connsiteX2499" fmla="*/ 3346531 w 6386648"/>
                <a:gd name="connsiteY2499" fmla="*/ 107067 h 1849426"/>
                <a:gd name="connsiteX2500" fmla="*/ 2024741 w 6386648"/>
                <a:gd name="connsiteY2500" fmla="*/ 107067 h 1849426"/>
                <a:gd name="connsiteX2501" fmla="*/ 2042766 w 6386648"/>
                <a:gd name="connsiteY2501" fmla="*/ 125092 h 1849426"/>
                <a:gd name="connsiteX2502" fmla="*/ 2024741 w 6386648"/>
                <a:gd name="connsiteY2502" fmla="*/ 143116 h 1849426"/>
                <a:gd name="connsiteX2503" fmla="*/ 2006717 w 6386648"/>
                <a:gd name="connsiteY2503" fmla="*/ 125092 h 1849426"/>
                <a:gd name="connsiteX2504" fmla="*/ 2024741 w 6386648"/>
                <a:gd name="connsiteY2504" fmla="*/ 107067 h 1849426"/>
                <a:gd name="connsiteX2505" fmla="*/ 240325 w 6386648"/>
                <a:gd name="connsiteY2505" fmla="*/ 107067 h 1849426"/>
                <a:gd name="connsiteX2506" fmla="*/ 258350 w 6386648"/>
                <a:gd name="connsiteY2506" fmla="*/ 125092 h 1849426"/>
                <a:gd name="connsiteX2507" fmla="*/ 240325 w 6386648"/>
                <a:gd name="connsiteY2507" fmla="*/ 143116 h 1849426"/>
                <a:gd name="connsiteX2508" fmla="*/ 222301 w 6386648"/>
                <a:gd name="connsiteY2508" fmla="*/ 125092 h 1849426"/>
                <a:gd name="connsiteX2509" fmla="*/ 240325 w 6386648"/>
                <a:gd name="connsiteY2509" fmla="*/ 107067 h 1849426"/>
                <a:gd name="connsiteX2510" fmla="*/ 3761092 w 6386648"/>
                <a:gd name="connsiteY2510" fmla="*/ 101059 h 1849426"/>
                <a:gd name="connsiteX2511" fmla="*/ 3779117 w 6386648"/>
                <a:gd name="connsiteY2511" fmla="*/ 119083 h 1849426"/>
                <a:gd name="connsiteX2512" fmla="*/ 3761092 w 6386648"/>
                <a:gd name="connsiteY2512" fmla="*/ 137108 h 1849426"/>
                <a:gd name="connsiteX2513" fmla="*/ 3743068 w 6386648"/>
                <a:gd name="connsiteY2513" fmla="*/ 119083 h 1849426"/>
                <a:gd name="connsiteX2514" fmla="*/ 3761092 w 6386648"/>
                <a:gd name="connsiteY2514" fmla="*/ 101059 h 1849426"/>
                <a:gd name="connsiteX2515" fmla="*/ 1706311 w 6386648"/>
                <a:gd name="connsiteY2515" fmla="*/ 101059 h 1849426"/>
                <a:gd name="connsiteX2516" fmla="*/ 1724335 w 6386648"/>
                <a:gd name="connsiteY2516" fmla="*/ 119083 h 1849426"/>
                <a:gd name="connsiteX2517" fmla="*/ 1706311 w 6386648"/>
                <a:gd name="connsiteY2517" fmla="*/ 137108 h 1849426"/>
                <a:gd name="connsiteX2518" fmla="*/ 1688286 w 6386648"/>
                <a:gd name="connsiteY2518" fmla="*/ 119083 h 1849426"/>
                <a:gd name="connsiteX2519" fmla="*/ 1706311 w 6386648"/>
                <a:gd name="connsiteY2519" fmla="*/ 101059 h 1849426"/>
                <a:gd name="connsiteX2520" fmla="*/ 1574131 w 6386648"/>
                <a:gd name="connsiteY2520" fmla="*/ 101059 h 1849426"/>
                <a:gd name="connsiteX2521" fmla="*/ 1592156 w 6386648"/>
                <a:gd name="connsiteY2521" fmla="*/ 119083 h 1849426"/>
                <a:gd name="connsiteX2522" fmla="*/ 1574131 w 6386648"/>
                <a:gd name="connsiteY2522" fmla="*/ 137108 h 1849426"/>
                <a:gd name="connsiteX2523" fmla="*/ 1556107 w 6386648"/>
                <a:gd name="connsiteY2523" fmla="*/ 119083 h 1849426"/>
                <a:gd name="connsiteX2524" fmla="*/ 1574131 w 6386648"/>
                <a:gd name="connsiteY2524" fmla="*/ 101059 h 1849426"/>
                <a:gd name="connsiteX2525" fmla="*/ 5611598 w 6386648"/>
                <a:gd name="connsiteY2525" fmla="*/ 89043 h 1849426"/>
                <a:gd name="connsiteX2526" fmla="*/ 5629623 w 6386648"/>
                <a:gd name="connsiteY2526" fmla="*/ 107067 h 1849426"/>
                <a:gd name="connsiteX2527" fmla="*/ 5611598 w 6386648"/>
                <a:gd name="connsiteY2527" fmla="*/ 125092 h 1849426"/>
                <a:gd name="connsiteX2528" fmla="*/ 5593574 w 6386648"/>
                <a:gd name="connsiteY2528" fmla="*/ 107067 h 1849426"/>
                <a:gd name="connsiteX2529" fmla="*/ 5611598 w 6386648"/>
                <a:gd name="connsiteY2529" fmla="*/ 89043 h 1849426"/>
                <a:gd name="connsiteX2530" fmla="*/ 5419337 w 6386648"/>
                <a:gd name="connsiteY2530" fmla="*/ 89043 h 1849426"/>
                <a:gd name="connsiteX2531" fmla="*/ 5437362 w 6386648"/>
                <a:gd name="connsiteY2531" fmla="*/ 107067 h 1849426"/>
                <a:gd name="connsiteX2532" fmla="*/ 5419337 w 6386648"/>
                <a:gd name="connsiteY2532" fmla="*/ 125092 h 1849426"/>
                <a:gd name="connsiteX2533" fmla="*/ 5401312 w 6386648"/>
                <a:gd name="connsiteY2533" fmla="*/ 107067 h 1849426"/>
                <a:gd name="connsiteX2534" fmla="*/ 5419337 w 6386648"/>
                <a:gd name="connsiteY2534" fmla="*/ 89043 h 1849426"/>
                <a:gd name="connsiteX2535" fmla="*/ 2992051 w 6386648"/>
                <a:gd name="connsiteY2535" fmla="*/ 89043 h 1849426"/>
                <a:gd name="connsiteX2536" fmla="*/ 3010076 w 6386648"/>
                <a:gd name="connsiteY2536" fmla="*/ 107067 h 1849426"/>
                <a:gd name="connsiteX2537" fmla="*/ 2992051 w 6386648"/>
                <a:gd name="connsiteY2537" fmla="*/ 125092 h 1849426"/>
                <a:gd name="connsiteX2538" fmla="*/ 2974027 w 6386648"/>
                <a:gd name="connsiteY2538" fmla="*/ 107067 h 1849426"/>
                <a:gd name="connsiteX2539" fmla="*/ 2992051 w 6386648"/>
                <a:gd name="connsiteY2539" fmla="*/ 89043 h 1849426"/>
                <a:gd name="connsiteX2540" fmla="*/ 6368623 w 6386648"/>
                <a:gd name="connsiteY2540" fmla="*/ 83034 h 1849426"/>
                <a:gd name="connsiteX2541" fmla="*/ 6386648 w 6386648"/>
                <a:gd name="connsiteY2541" fmla="*/ 101058 h 1849426"/>
                <a:gd name="connsiteX2542" fmla="*/ 6368623 w 6386648"/>
                <a:gd name="connsiteY2542" fmla="*/ 119083 h 1849426"/>
                <a:gd name="connsiteX2543" fmla="*/ 6350599 w 6386648"/>
                <a:gd name="connsiteY2543" fmla="*/ 101058 h 1849426"/>
                <a:gd name="connsiteX2544" fmla="*/ 6368623 w 6386648"/>
                <a:gd name="connsiteY2544" fmla="*/ 83034 h 1849426"/>
                <a:gd name="connsiteX2545" fmla="*/ 6242452 w 6386648"/>
                <a:gd name="connsiteY2545" fmla="*/ 83034 h 1849426"/>
                <a:gd name="connsiteX2546" fmla="*/ 6260477 w 6386648"/>
                <a:gd name="connsiteY2546" fmla="*/ 101058 h 1849426"/>
                <a:gd name="connsiteX2547" fmla="*/ 6242452 w 6386648"/>
                <a:gd name="connsiteY2547" fmla="*/ 119083 h 1849426"/>
                <a:gd name="connsiteX2548" fmla="*/ 6224428 w 6386648"/>
                <a:gd name="connsiteY2548" fmla="*/ 101058 h 1849426"/>
                <a:gd name="connsiteX2549" fmla="*/ 6242452 w 6386648"/>
                <a:gd name="connsiteY2549" fmla="*/ 83034 h 1849426"/>
                <a:gd name="connsiteX2550" fmla="*/ 4884613 w 6386648"/>
                <a:gd name="connsiteY2550" fmla="*/ 83034 h 1849426"/>
                <a:gd name="connsiteX2551" fmla="*/ 4902638 w 6386648"/>
                <a:gd name="connsiteY2551" fmla="*/ 101058 h 1849426"/>
                <a:gd name="connsiteX2552" fmla="*/ 4884613 w 6386648"/>
                <a:gd name="connsiteY2552" fmla="*/ 119083 h 1849426"/>
                <a:gd name="connsiteX2553" fmla="*/ 4866589 w 6386648"/>
                <a:gd name="connsiteY2553" fmla="*/ 101058 h 1849426"/>
                <a:gd name="connsiteX2554" fmla="*/ 4884613 w 6386648"/>
                <a:gd name="connsiteY2554" fmla="*/ 83034 h 1849426"/>
                <a:gd name="connsiteX2555" fmla="*/ 3118221 w 6386648"/>
                <a:gd name="connsiteY2555" fmla="*/ 83034 h 1849426"/>
                <a:gd name="connsiteX2556" fmla="*/ 3136246 w 6386648"/>
                <a:gd name="connsiteY2556" fmla="*/ 101058 h 1849426"/>
                <a:gd name="connsiteX2557" fmla="*/ 3118221 w 6386648"/>
                <a:gd name="connsiteY2557" fmla="*/ 119083 h 1849426"/>
                <a:gd name="connsiteX2558" fmla="*/ 3100197 w 6386648"/>
                <a:gd name="connsiteY2558" fmla="*/ 101058 h 1849426"/>
                <a:gd name="connsiteX2559" fmla="*/ 3118221 w 6386648"/>
                <a:gd name="connsiteY2559" fmla="*/ 83034 h 1849426"/>
                <a:gd name="connsiteX2560" fmla="*/ 2619546 w 6386648"/>
                <a:gd name="connsiteY2560" fmla="*/ 83034 h 1849426"/>
                <a:gd name="connsiteX2561" fmla="*/ 2637571 w 6386648"/>
                <a:gd name="connsiteY2561" fmla="*/ 101058 h 1849426"/>
                <a:gd name="connsiteX2562" fmla="*/ 2619546 w 6386648"/>
                <a:gd name="connsiteY2562" fmla="*/ 119083 h 1849426"/>
                <a:gd name="connsiteX2563" fmla="*/ 2601522 w 6386648"/>
                <a:gd name="connsiteY2563" fmla="*/ 101058 h 1849426"/>
                <a:gd name="connsiteX2564" fmla="*/ 2619546 w 6386648"/>
                <a:gd name="connsiteY2564" fmla="*/ 83034 h 1849426"/>
                <a:gd name="connsiteX2565" fmla="*/ 1291748 w 6386648"/>
                <a:gd name="connsiteY2565" fmla="*/ 83034 h 1849426"/>
                <a:gd name="connsiteX2566" fmla="*/ 1309773 w 6386648"/>
                <a:gd name="connsiteY2566" fmla="*/ 101058 h 1849426"/>
                <a:gd name="connsiteX2567" fmla="*/ 1291748 w 6386648"/>
                <a:gd name="connsiteY2567" fmla="*/ 119083 h 1849426"/>
                <a:gd name="connsiteX2568" fmla="*/ 1273724 w 6386648"/>
                <a:gd name="connsiteY2568" fmla="*/ 101058 h 1849426"/>
                <a:gd name="connsiteX2569" fmla="*/ 1291748 w 6386648"/>
                <a:gd name="connsiteY2569" fmla="*/ 83034 h 1849426"/>
                <a:gd name="connsiteX2570" fmla="*/ 702951 w 6386648"/>
                <a:gd name="connsiteY2570" fmla="*/ 83034 h 1849426"/>
                <a:gd name="connsiteX2571" fmla="*/ 720976 w 6386648"/>
                <a:gd name="connsiteY2571" fmla="*/ 101058 h 1849426"/>
                <a:gd name="connsiteX2572" fmla="*/ 702951 w 6386648"/>
                <a:gd name="connsiteY2572" fmla="*/ 119083 h 1849426"/>
                <a:gd name="connsiteX2573" fmla="*/ 684927 w 6386648"/>
                <a:gd name="connsiteY2573" fmla="*/ 101058 h 1849426"/>
                <a:gd name="connsiteX2574" fmla="*/ 702951 w 6386648"/>
                <a:gd name="connsiteY2574" fmla="*/ 83034 h 1849426"/>
                <a:gd name="connsiteX2575" fmla="*/ 2319139 w 6386648"/>
                <a:gd name="connsiteY2575" fmla="*/ 65010 h 1849426"/>
                <a:gd name="connsiteX2576" fmla="*/ 2337164 w 6386648"/>
                <a:gd name="connsiteY2576" fmla="*/ 83034 h 1849426"/>
                <a:gd name="connsiteX2577" fmla="*/ 2319139 w 6386648"/>
                <a:gd name="connsiteY2577" fmla="*/ 101059 h 1849426"/>
                <a:gd name="connsiteX2578" fmla="*/ 2301115 w 6386648"/>
                <a:gd name="connsiteY2578" fmla="*/ 83034 h 1849426"/>
                <a:gd name="connsiteX2579" fmla="*/ 2319139 w 6386648"/>
                <a:gd name="connsiteY2579" fmla="*/ 65010 h 1849426"/>
                <a:gd name="connsiteX2580" fmla="*/ 564765 w 6386648"/>
                <a:gd name="connsiteY2580" fmla="*/ 65010 h 1849426"/>
                <a:gd name="connsiteX2581" fmla="*/ 582789 w 6386648"/>
                <a:gd name="connsiteY2581" fmla="*/ 83034 h 1849426"/>
                <a:gd name="connsiteX2582" fmla="*/ 564765 w 6386648"/>
                <a:gd name="connsiteY2582" fmla="*/ 101059 h 1849426"/>
                <a:gd name="connsiteX2583" fmla="*/ 546740 w 6386648"/>
                <a:gd name="connsiteY2583" fmla="*/ 83034 h 1849426"/>
                <a:gd name="connsiteX2584" fmla="*/ 564765 w 6386648"/>
                <a:gd name="connsiteY2584" fmla="*/ 65010 h 1849426"/>
                <a:gd name="connsiteX2585" fmla="*/ 18024 w 6386648"/>
                <a:gd name="connsiteY2585" fmla="*/ 65010 h 1849426"/>
                <a:gd name="connsiteX2586" fmla="*/ 36049 w 6386648"/>
                <a:gd name="connsiteY2586" fmla="*/ 83034 h 1849426"/>
                <a:gd name="connsiteX2587" fmla="*/ 18024 w 6386648"/>
                <a:gd name="connsiteY2587" fmla="*/ 101059 h 1849426"/>
                <a:gd name="connsiteX2588" fmla="*/ 0 w 6386648"/>
                <a:gd name="connsiteY2588" fmla="*/ 83034 h 1849426"/>
                <a:gd name="connsiteX2589" fmla="*/ 18024 w 6386648"/>
                <a:gd name="connsiteY2589" fmla="*/ 65010 h 1849426"/>
                <a:gd name="connsiteX2590" fmla="*/ 5052841 w 6386648"/>
                <a:gd name="connsiteY2590" fmla="*/ 59002 h 1849426"/>
                <a:gd name="connsiteX2591" fmla="*/ 5070866 w 6386648"/>
                <a:gd name="connsiteY2591" fmla="*/ 77026 h 1849426"/>
                <a:gd name="connsiteX2592" fmla="*/ 5052841 w 6386648"/>
                <a:gd name="connsiteY2592" fmla="*/ 95051 h 1849426"/>
                <a:gd name="connsiteX2593" fmla="*/ 5034817 w 6386648"/>
                <a:gd name="connsiteY2593" fmla="*/ 77026 h 1849426"/>
                <a:gd name="connsiteX2594" fmla="*/ 5052841 w 6386648"/>
                <a:gd name="connsiteY2594" fmla="*/ 59002 h 1849426"/>
                <a:gd name="connsiteX2595" fmla="*/ 3490726 w 6386648"/>
                <a:gd name="connsiteY2595" fmla="*/ 59002 h 1849426"/>
                <a:gd name="connsiteX2596" fmla="*/ 3508751 w 6386648"/>
                <a:gd name="connsiteY2596" fmla="*/ 77026 h 1849426"/>
                <a:gd name="connsiteX2597" fmla="*/ 3490726 w 6386648"/>
                <a:gd name="connsiteY2597" fmla="*/ 95051 h 1849426"/>
                <a:gd name="connsiteX2598" fmla="*/ 3472702 w 6386648"/>
                <a:gd name="connsiteY2598" fmla="*/ 77026 h 1849426"/>
                <a:gd name="connsiteX2599" fmla="*/ 3490726 w 6386648"/>
                <a:gd name="connsiteY2599" fmla="*/ 59002 h 1849426"/>
                <a:gd name="connsiteX2600" fmla="*/ 1447960 w 6386648"/>
                <a:gd name="connsiteY2600" fmla="*/ 59002 h 1849426"/>
                <a:gd name="connsiteX2601" fmla="*/ 1465985 w 6386648"/>
                <a:gd name="connsiteY2601" fmla="*/ 77026 h 1849426"/>
                <a:gd name="connsiteX2602" fmla="*/ 1447960 w 6386648"/>
                <a:gd name="connsiteY2602" fmla="*/ 95051 h 1849426"/>
                <a:gd name="connsiteX2603" fmla="*/ 1429936 w 6386648"/>
                <a:gd name="connsiteY2603" fmla="*/ 77026 h 1849426"/>
                <a:gd name="connsiteX2604" fmla="*/ 1447960 w 6386648"/>
                <a:gd name="connsiteY2604" fmla="*/ 59002 h 1849426"/>
                <a:gd name="connsiteX2605" fmla="*/ 2192969 w 6386648"/>
                <a:gd name="connsiteY2605" fmla="*/ 46987 h 1849426"/>
                <a:gd name="connsiteX2606" fmla="*/ 2210994 w 6386648"/>
                <a:gd name="connsiteY2606" fmla="*/ 65012 h 1849426"/>
                <a:gd name="connsiteX2607" fmla="*/ 2192969 w 6386648"/>
                <a:gd name="connsiteY2607" fmla="*/ 83036 h 1849426"/>
                <a:gd name="connsiteX2608" fmla="*/ 2174945 w 6386648"/>
                <a:gd name="connsiteY2608" fmla="*/ 65012 h 1849426"/>
                <a:gd name="connsiteX2609" fmla="*/ 2192969 w 6386648"/>
                <a:gd name="connsiteY2609" fmla="*/ 46987 h 1849426"/>
                <a:gd name="connsiteX2610" fmla="*/ 4434003 w 6386648"/>
                <a:gd name="connsiteY2610" fmla="*/ 40979 h 1849426"/>
                <a:gd name="connsiteX2611" fmla="*/ 4452028 w 6386648"/>
                <a:gd name="connsiteY2611" fmla="*/ 59003 h 1849426"/>
                <a:gd name="connsiteX2612" fmla="*/ 4434003 w 6386648"/>
                <a:gd name="connsiteY2612" fmla="*/ 77028 h 1849426"/>
                <a:gd name="connsiteX2613" fmla="*/ 4415979 w 6386648"/>
                <a:gd name="connsiteY2613" fmla="*/ 59003 h 1849426"/>
                <a:gd name="connsiteX2614" fmla="*/ 4434003 w 6386648"/>
                <a:gd name="connsiteY2614" fmla="*/ 40979 h 1849426"/>
                <a:gd name="connsiteX2615" fmla="*/ 3616897 w 6386648"/>
                <a:gd name="connsiteY2615" fmla="*/ 40979 h 1849426"/>
                <a:gd name="connsiteX2616" fmla="*/ 3634922 w 6386648"/>
                <a:gd name="connsiteY2616" fmla="*/ 59003 h 1849426"/>
                <a:gd name="connsiteX2617" fmla="*/ 3616897 w 6386648"/>
                <a:gd name="connsiteY2617" fmla="*/ 77028 h 1849426"/>
                <a:gd name="connsiteX2618" fmla="*/ 3598872 w 6386648"/>
                <a:gd name="connsiteY2618" fmla="*/ 59003 h 1849426"/>
                <a:gd name="connsiteX2619" fmla="*/ 3616897 w 6386648"/>
                <a:gd name="connsiteY2619" fmla="*/ 40979 h 1849426"/>
                <a:gd name="connsiteX2620" fmla="*/ 1826473 w 6386648"/>
                <a:gd name="connsiteY2620" fmla="*/ 40979 h 1849426"/>
                <a:gd name="connsiteX2621" fmla="*/ 1844497 w 6386648"/>
                <a:gd name="connsiteY2621" fmla="*/ 59003 h 1849426"/>
                <a:gd name="connsiteX2622" fmla="*/ 1826473 w 6386648"/>
                <a:gd name="connsiteY2622" fmla="*/ 77028 h 1849426"/>
                <a:gd name="connsiteX2623" fmla="*/ 1808448 w 6386648"/>
                <a:gd name="connsiteY2623" fmla="*/ 59003 h 1849426"/>
                <a:gd name="connsiteX2624" fmla="*/ 1826473 w 6386648"/>
                <a:gd name="connsiteY2624" fmla="*/ 40979 h 1849426"/>
                <a:gd name="connsiteX2625" fmla="*/ 5942045 w 6386648"/>
                <a:gd name="connsiteY2625" fmla="*/ 34970 h 1849426"/>
                <a:gd name="connsiteX2626" fmla="*/ 5960070 w 6386648"/>
                <a:gd name="connsiteY2626" fmla="*/ 52994 h 1849426"/>
                <a:gd name="connsiteX2627" fmla="*/ 5942045 w 6386648"/>
                <a:gd name="connsiteY2627" fmla="*/ 71019 h 1849426"/>
                <a:gd name="connsiteX2628" fmla="*/ 5924021 w 6386648"/>
                <a:gd name="connsiteY2628" fmla="*/ 52994 h 1849426"/>
                <a:gd name="connsiteX2629" fmla="*/ 5942045 w 6386648"/>
                <a:gd name="connsiteY2629" fmla="*/ 34970 h 1849426"/>
                <a:gd name="connsiteX2630" fmla="*/ 5719744 w 6386648"/>
                <a:gd name="connsiteY2630" fmla="*/ 34970 h 1849426"/>
                <a:gd name="connsiteX2631" fmla="*/ 5737769 w 6386648"/>
                <a:gd name="connsiteY2631" fmla="*/ 52994 h 1849426"/>
                <a:gd name="connsiteX2632" fmla="*/ 5719744 w 6386648"/>
                <a:gd name="connsiteY2632" fmla="*/ 71019 h 1849426"/>
                <a:gd name="connsiteX2633" fmla="*/ 5701719 w 6386648"/>
                <a:gd name="connsiteY2633" fmla="*/ 52994 h 1849426"/>
                <a:gd name="connsiteX2634" fmla="*/ 5719744 w 6386648"/>
                <a:gd name="connsiteY2634" fmla="*/ 34970 h 1849426"/>
                <a:gd name="connsiteX2635" fmla="*/ 1171586 w 6386648"/>
                <a:gd name="connsiteY2635" fmla="*/ 34970 h 1849426"/>
                <a:gd name="connsiteX2636" fmla="*/ 1189611 w 6386648"/>
                <a:gd name="connsiteY2636" fmla="*/ 52994 h 1849426"/>
                <a:gd name="connsiteX2637" fmla="*/ 1171586 w 6386648"/>
                <a:gd name="connsiteY2637" fmla="*/ 71019 h 1849426"/>
                <a:gd name="connsiteX2638" fmla="*/ 1153562 w 6386648"/>
                <a:gd name="connsiteY2638" fmla="*/ 52994 h 1849426"/>
                <a:gd name="connsiteX2639" fmla="*/ 1171586 w 6386648"/>
                <a:gd name="connsiteY2639" fmla="*/ 34970 h 1849426"/>
                <a:gd name="connsiteX2640" fmla="*/ 937268 w 6386648"/>
                <a:gd name="connsiteY2640" fmla="*/ 34970 h 1849426"/>
                <a:gd name="connsiteX2641" fmla="*/ 955293 w 6386648"/>
                <a:gd name="connsiteY2641" fmla="*/ 52994 h 1849426"/>
                <a:gd name="connsiteX2642" fmla="*/ 937268 w 6386648"/>
                <a:gd name="connsiteY2642" fmla="*/ 71019 h 1849426"/>
                <a:gd name="connsiteX2643" fmla="*/ 919244 w 6386648"/>
                <a:gd name="connsiteY2643" fmla="*/ 52994 h 1849426"/>
                <a:gd name="connsiteX2644" fmla="*/ 937268 w 6386648"/>
                <a:gd name="connsiteY2644" fmla="*/ 34970 h 1849426"/>
                <a:gd name="connsiteX2645" fmla="*/ 426577 w 6386648"/>
                <a:gd name="connsiteY2645" fmla="*/ 34970 h 1849426"/>
                <a:gd name="connsiteX2646" fmla="*/ 444602 w 6386648"/>
                <a:gd name="connsiteY2646" fmla="*/ 52994 h 1849426"/>
                <a:gd name="connsiteX2647" fmla="*/ 426577 w 6386648"/>
                <a:gd name="connsiteY2647" fmla="*/ 71019 h 1849426"/>
                <a:gd name="connsiteX2648" fmla="*/ 408553 w 6386648"/>
                <a:gd name="connsiteY2648" fmla="*/ 52994 h 1849426"/>
                <a:gd name="connsiteX2649" fmla="*/ 426577 w 6386648"/>
                <a:gd name="connsiteY2649" fmla="*/ 34970 h 1849426"/>
                <a:gd name="connsiteX2650" fmla="*/ 6146322 w 6386648"/>
                <a:gd name="connsiteY2650" fmla="*/ 28962 h 1849426"/>
                <a:gd name="connsiteX2651" fmla="*/ 6164347 w 6386648"/>
                <a:gd name="connsiteY2651" fmla="*/ 46986 h 1849426"/>
                <a:gd name="connsiteX2652" fmla="*/ 6146322 w 6386648"/>
                <a:gd name="connsiteY2652" fmla="*/ 65011 h 1849426"/>
                <a:gd name="connsiteX2653" fmla="*/ 6128298 w 6386648"/>
                <a:gd name="connsiteY2653" fmla="*/ 46986 h 1849426"/>
                <a:gd name="connsiteX2654" fmla="*/ 6146322 w 6386648"/>
                <a:gd name="connsiteY2654" fmla="*/ 28962 h 1849426"/>
                <a:gd name="connsiteX2655" fmla="*/ 4776467 w 6386648"/>
                <a:gd name="connsiteY2655" fmla="*/ 28962 h 1849426"/>
                <a:gd name="connsiteX2656" fmla="*/ 4794492 w 6386648"/>
                <a:gd name="connsiteY2656" fmla="*/ 46986 h 1849426"/>
                <a:gd name="connsiteX2657" fmla="*/ 4776467 w 6386648"/>
                <a:gd name="connsiteY2657" fmla="*/ 65011 h 1849426"/>
                <a:gd name="connsiteX2658" fmla="*/ 4758443 w 6386648"/>
                <a:gd name="connsiteY2658" fmla="*/ 46986 h 1849426"/>
                <a:gd name="connsiteX2659" fmla="*/ 4776467 w 6386648"/>
                <a:gd name="connsiteY2659" fmla="*/ 28962 h 1849426"/>
                <a:gd name="connsiteX2660" fmla="*/ 2451318 w 6386648"/>
                <a:gd name="connsiteY2660" fmla="*/ 28962 h 1849426"/>
                <a:gd name="connsiteX2661" fmla="*/ 2469343 w 6386648"/>
                <a:gd name="connsiteY2661" fmla="*/ 46986 h 1849426"/>
                <a:gd name="connsiteX2662" fmla="*/ 2451318 w 6386648"/>
                <a:gd name="connsiteY2662" fmla="*/ 65011 h 1849426"/>
                <a:gd name="connsiteX2663" fmla="*/ 2433294 w 6386648"/>
                <a:gd name="connsiteY2663" fmla="*/ 46986 h 1849426"/>
                <a:gd name="connsiteX2664" fmla="*/ 2451318 w 6386648"/>
                <a:gd name="connsiteY2664" fmla="*/ 28962 h 1849426"/>
                <a:gd name="connsiteX2665" fmla="*/ 150203 w 6386648"/>
                <a:gd name="connsiteY2665" fmla="*/ 28962 h 1849426"/>
                <a:gd name="connsiteX2666" fmla="*/ 168228 w 6386648"/>
                <a:gd name="connsiteY2666" fmla="*/ 46986 h 1849426"/>
                <a:gd name="connsiteX2667" fmla="*/ 150203 w 6386648"/>
                <a:gd name="connsiteY2667" fmla="*/ 65011 h 1849426"/>
                <a:gd name="connsiteX2668" fmla="*/ 132179 w 6386648"/>
                <a:gd name="connsiteY2668" fmla="*/ 46986 h 1849426"/>
                <a:gd name="connsiteX2669" fmla="*/ 150203 w 6386648"/>
                <a:gd name="connsiteY2669" fmla="*/ 28962 h 1849426"/>
                <a:gd name="connsiteX2670" fmla="*/ 4277792 w 6386648"/>
                <a:gd name="connsiteY2670" fmla="*/ 22954 h 1849426"/>
                <a:gd name="connsiteX2671" fmla="*/ 4295817 w 6386648"/>
                <a:gd name="connsiteY2671" fmla="*/ 40978 h 1849426"/>
                <a:gd name="connsiteX2672" fmla="*/ 4277792 w 6386648"/>
                <a:gd name="connsiteY2672" fmla="*/ 59003 h 1849426"/>
                <a:gd name="connsiteX2673" fmla="*/ 4259767 w 6386648"/>
                <a:gd name="connsiteY2673" fmla="*/ 40978 h 1849426"/>
                <a:gd name="connsiteX2674" fmla="*/ 4277792 w 6386648"/>
                <a:gd name="connsiteY2674" fmla="*/ 22954 h 1849426"/>
                <a:gd name="connsiteX2675" fmla="*/ 4145613 w 6386648"/>
                <a:gd name="connsiteY2675" fmla="*/ 22954 h 1849426"/>
                <a:gd name="connsiteX2676" fmla="*/ 4163638 w 6386648"/>
                <a:gd name="connsiteY2676" fmla="*/ 40978 h 1849426"/>
                <a:gd name="connsiteX2677" fmla="*/ 4145613 w 6386648"/>
                <a:gd name="connsiteY2677" fmla="*/ 59003 h 1849426"/>
                <a:gd name="connsiteX2678" fmla="*/ 4127589 w 6386648"/>
                <a:gd name="connsiteY2678" fmla="*/ 40978 h 1849426"/>
                <a:gd name="connsiteX2679" fmla="*/ 4145613 w 6386648"/>
                <a:gd name="connsiteY2679" fmla="*/ 22954 h 1849426"/>
                <a:gd name="connsiteX2680" fmla="*/ 817106 w 6386648"/>
                <a:gd name="connsiteY2680" fmla="*/ 22954 h 1849426"/>
                <a:gd name="connsiteX2681" fmla="*/ 829123 w 6386648"/>
                <a:gd name="connsiteY2681" fmla="*/ 34970 h 1849426"/>
                <a:gd name="connsiteX2682" fmla="*/ 817106 w 6386648"/>
                <a:gd name="connsiteY2682" fmla="*/ 46987 h 1849426"/>
                <a:gd name="connsiteX2683" fmla="*/ 805090 w 6386648"/>
                <a:gd name="connsiteY2683" fmla="*/ 34970 h 1849426"/>
                <a:gd name="connsiteX2684" fmla="*/ 817106 w 6386648"/>
                <a:gd name="connsiteY2684" fmla="*/ 22954 h 1849426"/>
                <a:gd name="connsiteX2685" fmla="*/ 5491435 w 6386648"/>
                <a:gd name="connsiteY2685" fmla="*/ 16946 h 1849426"/>
                <a:gd name="connsiteX2686" fmla="*/ 5509460 w 6386648"/>
                <a:gd name="connsiteY2686" fmla="*/ 34971 h 1849426"/>
                <a:gd name="connsiteX2687" fmla="*/ 5491435 w 6386648"/>
                <a:gd name="connsiteY2687" fmla="*/ 52995 h 1849426"/>
                <a:gd name="connsiteX2688" fmla="*/ 5473411 w 6386648"/>
                <a:gd name="connsiteY2688" fmla="*/ 34971 h 1849426"/>
                <a:gd name="connsiteX2689" fmla="*/ 5491435 w 6386648"/>
                <a:gd name="connsiteY2689" fmla="*/ 16946 h 1849426"/>
                <a:gd name="connsiteX2690" fmla="*/ 5323207 w 6386648"/>
                <a:gd name="connsiteY2690" fmla="*/ 16946 h 1849426"/>
                <a:gd name="connsiteX2691" fmla="*/ 5341232 w 6386648"/>
                <a:gd name="connsiteY2691" fmla="*/ 34971 h 1849426"/>
                <a:gd name="connsiteX2692" fmla="*/ 5323207 w 6386648"/>
                <a:gd name="connsiteY2692" fmla="*/ 52995 h 1849426"/>
                <a:gd name="connsiteX2693" fmla="*/ 5305183 w 6386648"/>
                <a:gd name="connsiteY2693" fmla="*/ 34971 h 1849426"/>
                <a:gd name="connsiteX2694" fmla="*/ 5323207 w 6386648"/>
                <a:gd name="connsiteY2694" fmla="*/ 16946 h 1849426"/>
                <a:gd name="connsiteX2695" fmla="*/ 4632272 w 6386648"/>
                <a:gd name="connsiteY2695" fmla="*/ 16946 h 1849426"/>
                <a:gd name="connsiteX2696" fmla="*/ 4650297 w 6386648"/>
                <a:gd name="connsiteY2696" fmla="*/ 34971 h 1849426"/>
                <a:gd name="connsiteX2697" fmla="*/ 4632272 w 6386648"/>
                <a:gd name="connsiteY2697" fmla="*/ 52995 h 1849426"/>
                <a:gd name="connsiteX2698" fmla="*/ 4614248 w 6386648"/>
                <a:gd name="connsiteY2698" fmla="*/ 34971 h 1849426"/>
                <a:gd name="connsiteX2699" fmla="*/ 4632272 w 6386648"/>
                <a:gd name="connsiteY2699" fmla="*/ 16946 h 1849426"/>
                <a:gd name="connsiteX2700" fmla="*/ 3226368 w 6386648"/>
                <a:gd name="connsiteY2700" fmla="*/ 16946 h 1849426"/>
                <a:gd name="connsiteX2701" fmla="*/ 3244393 w 6386648"/>
                <a:gd name="connsiteY2701" fmla="*/ 34971 h 1849426"/>
                <a:gd name="connsiteX2702" fmla="*/ 3226368 w 6386648"/>
                <a:gd name="connsiteY2702" fmla="*/ 52995 h 1849426"/>
                <a:gd name="connsiteX2703" fmla="*/ 3208343 w 6386648"/>
                <a:gd name="connsiteY2703" fmla="*/ 34971 h 1849426"/>
                <a:gd name="connsiteX2704" fmla="*/ 3226368 w 6386648"/>
                <a:gd name="connsiteY2704" fmla="*/ 16946 h 1849426"/>
                <a:gd name="connsiteX2705" fmla="*/ 3983393 w 6386648"/>
                <a:gd name="connsiteY2705" fmla="*/ 10938 h 1849426"/>
                <a:gd name="connsiteX2706" fmla="*/ 4001418 w 6386648"/>
                <a:gd name="connsiteY2706" fmla="*/ 28962 h 1849426"/>
                <a:gd name="connsiteX2707" fmla="*/ 3983393 w 6386648"/>
                <a:gd name="connsiteY2707" fmla="*/ 46987 h 1849426"/>
                <a:gd name="connsiteX2708" fmla="*/ 3965369 w 6386648"/>
                <a:gd name="connsiteY2708" fmla="*/ 28962 h 1849426"/>
                <a:gd name="connsiteX2709" fmla="*/ 3983393 w 6386648"/>
                <a:gd name="connsiteY2709" fmla="*/ 10938 h 1849426"/>
                <a:gd name="connsiteX2710" fmla="*/ 1039407 w 6386648"/>
                <a:gd name="connsiteY2710" fmla="*/ 10938 h 1849426"/>
                <a:gd name="connsiteX2711" fmla="*/ 1057432 w 6386648"/>
                <a:gd name="connsiteY2711" fmla="*/ 28962 h 1849426"/>
                <a:gd name="connsiteX2712" fmla="*/ 1039407 w 6386648"/>
                <a:gd name="connsiteY2712" fmla="*/ 46987 h 1849426"/>
                <a:gd name="connsiteX2713" fmla="*/ 1021383 w 6386648"/>
                <a:gd name="connsiteY2713" fmla="*/ 28962 h 1849426"/>
                <a:gd name="connsiteX2714" fmla="*/ 1039407 w 6386648"/>
                <a:gd name="connsiteY2714" fmla="*/ 10938 h 1849426"/>
                <a:gd name="connsiteX2715" fmla="*/ 312422 w 6386648"/>
                <a:gd name="connsiteY2715" fmla="*/ 10938 h 1849426"/>
                <a:gd name="connsiteX2716" fmla="*/ 330447 w 6386648"/>
                <a:gd name="connsiteY2716" fmla="*/ 28962 h 1849426"/>
                <a:gd name="connsiteX2717" fmla="*/ 312422 w 6386648"/>
                <a:gd name="connsiteY2717" fmla="*/ 46987 h 1849426"/>
                <a:gd name="connsiteX2718" fmla="*/ 294398 w 6386648"/>
                <a:gd name="connsiteY2718" fmla="*/ 28962 h 1849426"/>
                <a:gd name="connsiteX2719" fmla="*/ 312422 w 6386648"/>
                <a:gd name="connsiteY2719" fmla="*/ 10938 h 1849426"/>
                <a:gd name="connsiteX2720" fmla="*/ 3839198 w 6386648"/>
                <a:gd name="connsiteY2720" fmla="*/ 4930 h 1849426"/>
                <a:gd name="connsiteX2721" fmla="*/ 3857223 w 6386648"/>
                <a:gd name="connsiteY2721" fmla="*/ 22954 h 1849426"/>
                <a:gd name="connsiteX2722" fmla="*/ 3839198 w 6386648"/>
                <a:gd name="connsiteY2722" fmla="*/ 40979 h 1849426"/>
                <a:gd name="connsiteX2723" fmla="*/ 3821174 w 6386648"/>
                <a:gd name="connsiteY2723" fmla="*/ 22954 h 1849426"/>
                <a:gd name="connsiteX2724" fmla="*/ 3839198 w 6386648"/>
                <a:gd name="connsiteY2724" fmla="*/ 4930 h 1849426"/>
                <a:gd name="connsiteX2725" fmla="*/ 3388588 w 6386648"/>
                <a:gd name="connsiteY2725" fmla="*/ 4930 h 1849426"/>
                <a:gd name="connsiteX2726" fmla="*/ 3406613 w 6386648"/>
                <a:gd name="connsiteY2726" fmla="*/ 22954 h 1849426"/>
                <a:gd name="connsiteX2727" fmla="*/ 3388588 w 6386648"/>
                <a:gd name="connsiteY2727" fmla="*/ 40979 h 1849426"/>
                <a:gd name="connsiteX2728" fmla="*/ 3370564 w 6386648"/>
                <a:gd name="connsiteY2728" fmla="*/ 22954 h 1849426"/>
                <a:gd name="connsiteX2729" fmla="*/ 3388588 w 6386648"/>
                <a:gd name="connsiteY2729" fmla="*/ 4930 h 1849426"/>
                <a:gd name="connsiteX2730" fmla="*/ 5171526 w 6386648"/>
                <a:gd name="connsiteY2730" fmla="*/ 0 h 1849426"/>
                <a:gd name="connsiteX2731" fmla="*/ 5198514 w 6386648"/>
                <a:gd name="connsiteY2731" fmla="*/ 0 h 1849426"/>
                <a:gd name="connsiteX2732" fmla="*/ 5203045 w 6386648"/>
                <a:gd name="connsiteY2732" fmla="*/ 10937 h 1849426"/>
                <a:gd name="connsiteX2733" fmla="*/ 5185020 w 6386648"/>
                <a:gd name="connsiteY2733" fmla="*/ 28962 h 1849426"/>
                <a:gd name="connsiteX2734" fmla="*/ 5166996 w 6386648"/>
                <a:gd name="connsiteY2734" fmla="*/ 10937 h 1849426"/>
                <a:gd name="connsiteX2735" fmla="*/ 4908761 w 6386648"/>
                <a:gd name="connsiteY2735" fmla="*/ 0 h 1849426"/>
                <a:gd name="connsiteX2736" fmla="*/ 4932564 w 6386648"/>
                <a:gd name="connsiteY2736" fmla="*/ 0 h 1849426"/>
                <a:gd name="connsiteX2737" fmla="*/ 4920662 w 6386648"/>
                <a:gd name="connsiteY2737" fmla="*/ 4930 h 1849426"/>
                <a:gd name="connsiteX2738" fmla="*/ 3701458 w 6386648"/>
                <a:gd name="connsiteY2738" fmla="*/ 0 h 1849426"/>
                <a:gd name="connsiteX2739" fmla="*/ 3736613 w 6386648"/>
                <a:gd name="connsiteY2739" fmla="*/ 0 h 1849426"/>
                <a:gd name="connsiteX2740" fmla="*/ 3731781 w 6386648"/>
                <a:gd name="connsiteY2740" fmla="*/ 11667 h 1849426"/>
                <a:gd name="connsiteX2741" fmla="*/ 3719035 w 6386648"/>
                <a:gd name="connsiteY2741" fmla="*/ 16946 h 1849426"/>
                <a:gd name="connsiteX2742" fmla="*/ 3706290 w 6386648"/>
                <a:gd name="connsiteY2742" fmla="*/ 11667 h 1849426"/>
                <a:gd name="connsiteX2743" fmla="*/ 3058255 w 6386648"/>
                <a:gd name="connsiteY2743" fmla="*/ 0 h 1849426"/>
                <a:gd name="connsiteX2744" fmla="*/ 3082058 w 6386648"/>
                <a:gd name="connsiteY2744" fmla="*/ 0 h 1849426"/>
                <a:gd name="connsiteX2745" fmla="*/ 3070156 w 6386648"/>
                <a:gd name="connsiteY2745" fmla="*/ 4930 h 1849426"/>
                <a:gd name="connsiteX2746" fmla="*/ 2908383 w 6386648"/>
                <a:gd name="connsiteY2746" fmla="*/ 0 h 1849426"/>
                <a:gd name="connsiteX2747" fmla="*/ 2943539 w 6386648"/>
                <a:gd name="connsiteY2747" fmla="*/ 0 h 1849426"/>
                <a:gd name="connsiteX2748" fmla="*/ 2938707 w 6386648"/>
                <a:gd name="connsiteY2748" fmla="*/ 11667 h 1849426"/>
                <a:gd name="connsiteX2749" fmla="*/ 2925961 w 6386648"/>
                <a:gd name="connsiteY2749" fmla="*/ 16946 h 1849426"/>
                <a:gd name="connsiteX2750" fmla="*/ 2913216 w 6386648"/>
                <a:gd name="connsiteY2750" fmla="*/ 11667 h 1849426"/>
                <a:gd name="connsiteX2751" fmla="*/ 2794230 w 6386648"/>
                <a:gd name="connsiteY2751" fmla="*/ 0 h 1849426"/>
                <a:gd name="connsiteX2752" fmla="*/ 2829385 w 6386648"/>
                <a:gd name="connsiteY2752" fmla="*/ 0 h 1849426"/>
                <a:gd name="connsiteX2753" fmla="*/ 2824553 w 6386648"/>
                <a:gd name="connsiteY2753" fmla="*/ 11667 h 1849426"/>
                <a:gd name="connsiteX2754" fmla="*/ 2811807 w 6386648"/>
                <a:gd name="connsiteY2754" fmla="*/ 16946 h 1849426"/>
                <a:gd name="connsiteX2755" fmla="*/ 2799062 w 6386648"/>
                <a:gd name="connsiteY2755" fmla="*/ 11667 h 1849426"/>
                <a:gd name="connsiteX2756" fmla="*/ 2675662 w 6386648"/>
                <a:gd name="connsiteY2756" fmla="*/ 0 h 1849426"/>
                <a:gd name="connsiteX2757" fmla="*/ 2707627 w 6386648"/>
                <a:gd name="connsiteY2757" fmla="*/ 0 h 1849426"/>
                <a:gd name="connsiteX2758" fmla="*/ 2709669 w 6386648"/>
                <a:gd name="connsiteY2758" fmla="*/ 4930 h 1849426"/>
                <a:gd name="connsiteX2759" fmla="*/ 2691644 w 6386648"/>
                <a:gd name="connsiteY2759" fmla="*/ 22954 h 1849426"/>
                <a:gd name="connsiteX2760" fmla="*/ 2673620 w 6386648"/>
                <a:gd name="connsiteY2760" fmla="*/ 4930 h 1849426"/>
                <a:gd name="connsiteX2761" fmla="*/ 2543483 w 6386648"/>
                <a:gd name="connsiteY2761" fmla="*/ 0 h 1849426"/>
                <a:gd name="connsiteX2762" fmla="*/ 2575448 w 6386648"/>
                <a:gd name="connsiteY2762" fmla="*/ 0 h 1849426"/>
                <a:gd name="connsiteX2763" fmla="*/ 2577490 w 6386648"/>
                <a:gd name="connsiteY2763" fmla="*/ 4930 h 1849426"/>
                <a:gd name="connsiteX2764" fmla="*/ 2559465 w 6386648"/>
                <a:gd name="connsiteY2764" fmla="*/ 22954 h 1849426"/>
                <a:gd name="connsiteX2765" fmla="*/ 2541441 w 6386648"/>
                <a:gd name="connsiteY2765" fmla="*/ 4930 h 1849426"/>
                <a:gd name="connsiteX2766" fmla="*/ 2047297 w 6386648"/>
                <a:gd name="connsiteY2766" fmla="*/ 0 h 1849426"/>
                <a:gd name="connsiteX2767" fmla="*/ 2074285 w 6386648"/>
                <a:gd name="connsiteY2767" fmla="*/ 0 h 1849426"/>
                <a:gd name="connsiteX2768" fmla="*/ 2078815 w 6386648"/>
                <a:gd name="connsiteY2768" fmla="*/ 10937 h 1849426"/>
                <a:gd name="connsiteX2769" fmla="*/ 2060790 w 6386648"/>
                <a:gd name="connsiteY2769" fmla="*/ 28962 h 1849426"/>
                <a:gd name="connsiteX2770" fmla="*/ 2042766 w 6386648"/>
                <a:gd name="connsiteY2770" fmla="*/ 10937 h 1849426"/>
                <a:gd name="connsiteX2771" fmla="*/ 1932017 w 6386648"/>
                <a:gd name="connsiteY2771" fmla="*/ 0 h 1849426"/>
                <a:gd name="connsiteX2772" fmla="*/ 1937222 w 6386648"/>
                <a:gd name="connsiteY2772" fmla="*/ 0 h 1849426"/>
                <a:gd name="connsiteX2773" fmla="*/ 1947365 w 6386648"/>
                <a:gd name="connsiteY2773" fmla="*/ 4201 h 1849426"/>
                <a:gd name="connsiteX2774" fmla="*/ 1952644 w 6386648"/>
                <a:gd name="connsiteY2774" fmla="*/ 16946 h 1849426"/>
                <a:gd name="connsiteX2775" fmla="*/ 1934619 w 6386648"/>
                <a:gd name="connsiteY2775" fmla="*/ 34971 h 1849426"/>
                <a:gd name="connsiteX2776" fmla="*/ 1916595 w 6386648"/>
                <a:gd name="connsiteY2776" fmla="*/ 16946 h 1849426"/>
                <a:gd name="connsiteX2777" fmla="*/ 1921875 w 6386648"/>
                <a:gd name="connsiteY2777" fmla="*/ 4201 h 1849426"/>
                <a:gd name="connsiteX2778" fmla="*/ 1694741 w 6386648"/>
                <a:gd name="connsiteY2778" fmla="*/ 0 h 1849426"/>
                <a:gd name="connsiteX2779" fmla="*/ 1729896 w 6386648"/>
                <a:gd name="connsiteY2779" fmla="*/ 0 h 1849426"/>
                <a:gd name="connsiteX2780" fmla="*/ 1725064 w 6386648"/>
                <a:gd name="connsiteY2780" fmla="*/ 11667 h 1849426"/>
                <a:gd name="connsiteX2781" fmla="*/ 1712318 w 6386648"/>
                <a:gd name="connsiteY2781" fmla="*/ 16946 h 1849426"/>
                <a:gd name="connsiteX2782" fmla="*/ 1699574 w 6386648"/>
                <a:gd name="connsiteY2782" fmla="*/ 11667 h 1849426"/>
                <a:gd name="connsiteX2783" fmla="*/ 1586594 w 6386648"/>
                <a:gd name="connsiteY2783" fmla="*/ 0 h 1849426"/>
                <a:gd name="connsiteX2784" fmla="*/ 1621749 w 6386648"/>
                <a:gd name="connsiteY2784" fmla="*/ 0 h 1849426"/>
                <a:gd name="connsiteX2785" fmla="*/ 1616917 w 6386648"/>
                <a:gd name="connsiteY2785" fmla="*/ 11667 h 1849426"/>
                <a:gd name="connsiteX2786" fmla="*/ 1604171 w 6386648"/>
                <a:gd name="connsiteY2786" fmla="*/ 16946 h 1849426"/>
                <a:gd name="connsiteX2787" fmla="*/ 1591427 w 6386648"/>
                <a:gd name="connsiteY2787" fmla="*/ 11667 h 1849426"/>
                <a:gd name="connsiteX2788" fmla="*/ 1328245 w 6386648"/>
                <a:gd name="connsiteY2788" fmla="*/ 0 h 1849426"/>
                <a:gd name="connsiteX2789" fmla="*/ 1363400 w 6386648"/>
                <a:gd name="connsiteY2789" fmla="*/ 0 h 1849426"/>
                <a:gd name="connsiteX2790" fmla="*/ 1358568 w 6386648"/>
                <a:gd name="connsiteY2790" fmla="*/ 11667 h 1849426"/>
                <a:gd name="connsiteX2791" fmla="*/ 1345823 w 6386648"/>
                <a:gd name="connsiteY2791" fmla="*/ 16946 h 1849426"/>
                <a:gd name="connsiteX2792" fmla="*/ 1333078 w 6386648"/>
                <a:gd name="connsiteY2792" fmla="*/ 11667 h 1849426"/>
                <a:gd name="connsiteX2793" fmla="*/ 636977 w 6386648"/>
                <a:gd name="connsiteY2793" fmla="*/ 0 h 1849426"/>
                <a:gd name="connsiteX2794" fmla="*/ 660780 w 6386648"/>
                <a:gd name="connsiteY2794" fmla="*/ 0 h 1849426"/>
                <a:gd name="connsiteX2795" fmla="*/ 648878 w 6386648"/>
                <a:gd name="connsiteY2795" fmla="*/ 4930 h 184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Lst>
              <a:rect l="l" t="t" r="r" b="b"/>
              <a:pathLst>
                <a:path w="6386648" h="1849426">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dirty="0"/>
            </a:p>
          </p:txBody>
        </p:sp>
        <p:sp>
          <p:nvSpPr>
            <p:cNvPr id="15" name="Freeform: Shape 14">
              <a:extLst>
                <a:ext uri="{FF2B5EF4-FFF2-40B4-BE49-F238E27FC236}">
                  <a16:creationId xmlns:a16="http://schemas.microsoft.com/office/drawing/2014/main" id="{CAF20117-30A9-4A69-B47E-C74632A6A0CB}"/>
                </a:ext>
              </a:extLst>
            </p:cNvPr>
            <p:cNvSpPr/>
            <p:nvPr/>
          </p:nvSpPr>
          <p:spPr>
            <a:xfrm>
              <a:off x="0" y="2390523"/>
              <a:ext cx="611491" cy="1421482"/>
            </a:xfrm>
            <a:custGeom>
              <a:avLst/>
              <a:gdLst>
                <a:gd name="connsiteX0" fmla="*/ 0 w 611491"/>
                <a:gd name="connsiteY0" fmla="*/ 0 h 1429512"/>
                <a:gd name="connsiteX1" fmla="*/ 62526 w 611491"/>
                <a:gd name="connsiteY1" fmla="*/ 22473 h 1429512"/>
                <a:gd name="connsiteX2" fmla="*/ 241043 w 611491"/>
                <a:gd name="connsiteY2" fmla="*/ 176817 h 1429512"/>
                <a:gd name="connsiteX3" fmla="*/ 497720 w 611491"/>
                <a:gd name="connsiteY3" fmla="*/ 299929 h 1429512"/>
                <a:gd name="connsiteX4" fmla="*/ 610380 w 611491"/>
                <a:gd name="connsiteY4" fmla="*/ 577513 h 1429512"/>
                <a:gd name="connsiteX5" fmla="*/ 458232 w 611491"/>
                <a:gd name="connsiteY5" fmla="*/ 845805 h 1429512"/>
                <a:gd name="connsiteX6" fmla="*/ 455909 w 611491"/>
                <a:gd name="connsiteY6" fmla="*/ 848128 h 1429512"/>
                <a:gd name="connsiteX7" fmla="*/ 407128 w 611491"/>
                <a:gd name="connsiteY7" fmla="*/ 956142 h 1429512"/>
                <a:gd name="connsiteX8" fmla="*/ 396675 w 611491"/>
                <a:gd name="connsiteY8" fmla="*/ 993308 h 1429512"/>
                <a:gd name="connsiteX9" fmla="*/ 230590 w 611491"/>
                <a:gd name="connsiteY9" fmla="*/ 1283668 h 1429512"/>
                <a:gd name="connsiteX10" fmla="*/ 7730 w 611491"/>
                <a:gd name="connsiteY10" fmla="*/ 1427579 h 1429512"/>
                <a:gd name="connsiteX11" fmla="*/ 0 w 611491"/>
                <a:gd name="connsiteY11" fmla="*/ 1429512 h 142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1491" h="1429512">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dirty="0"/>
            </a:p>
          </p:txBody>
        </p:sp>
        <p:sp>
          <p:nvSpPr>
            <p:cNvPr id="16" name="Freeform: Shape 15">
              <a:extLst>
                <a:ext uri="{FF2B5EF4-FFF2-40B4-BE49-F238E27FC236}">
                  <a16:creationId xmlns:a16="http://schemas.microsoft.com/office/drawing/2014/main" id="{BC27A6CA-1A8E-49A7-8F24-15AE56CFAE7F}"/>
                </a:ext>
              </a:extLst>
            </p:cNvPr>
            <p:cNvSpPr/>
            <p:nvPr/>
          </p:nvSpPr>
          <p:spPr>
            <a:xfrm>
              <a:off x="3792772" y="0"/>
              <a:ext cx="2423863" cy="1343767"/>
            </a:xfrm>
            <a:custGeom>
              <a:avLst/>
              <a:gdLst>
                <a:gd name="connsiteX0" fmla="*/ 37089 w 3015964"/>
                <a:gd name="connsiteY0" fmla="*/ 0 h 1681468"/>
                <a:gd name="connsiteX1" fmla="*/ 3014022 w 3015964"/>
                <a:gd name="connsiteY1" fmla="*/ 0 h 1681468"/>
                <a:gd name="connsiteX2" fmla="*/ 3015964 w 3015964"/>
                <a:gd name="connsiteY2" fmla="*/ 52718 h 1681468"/>
                <a:gd name="connsiteX3" fmla="*/ 2982682 w 3015964"/>
                <a:gd name="connsiteY3" fmla="*/ 249186 h 1681468"/>
                <a:gd name="connsiteX4" fmla="*/ 1789950 w 3015964"/>
                <a:gd name="connsiteY4" fmla="*/ 1181800 h 1681468"/>
                <a:gd name="connsiteX5" fmla="*/ 1536391 w 3015964"/>
                <a:gd name="connsiteY5" fmla="*/ 1275909 h 1681468"/>
                <a:gd name="connsiteX6" fmla="*/ 1257206 w 3015964"/>
                <a:gd name="connsiteY6" fmla="*/ 1431287 h 1681468"/>
                <a:gd name="connsiteX7" fmla="*/ 990871 w 3015964"/>
                <a:gd name="connsiteY7" fmla="*/ 1669291 h 1681468"/>
                <a:gd name="connsiteX8" fmla="*/ 584900 w 3015964"/>
                <a:gd name="connsiteY8" fmla="*/ 1589975 h 1681468"/>
                <a:gd name="connsiteX9" fmla="*/ 32440 w 3015964"/>
                <a:gd name="connsiteY9" fmla="*/ 985257 h 1681468"/>
                <a:gd name="connsiteX10" fmla="*/ 98094 w 3015964"/>
                <a:gd name="connsiteY10" fmla="*/ 314136 h 1681468"/>
                <a:gd name="connsiteX11" fmla="*/ 37491 w 3015964"/>
                <a:gd name="connsiteY11" fmla="*/ 8555 h 168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15964" h="1681468">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dirty="0"/>
            </a:p>
          </p:txBody>
        </p:sp>
        <p:sp>
          <p:nvSpPr>
            <p:cNvPr id="17" name="Freeform: Shape 16">
              <a:extLst>
                <a:ext uri="{FF2B5EF4-FFF2-40B4-BE49-F238E27FC236}">
                  <a16:creationId xmlns:a16="http://schemas.microsoft.com/office/drawing/2014/main" id="{782D4962-73E1-445D-948C-3253F9051493}"/>
                </a:ext>
              </a:extLst>
            </p:cNvPr>
            <p:cNvSpPr/>
            <p:nvPr/>
          </p:nvSpPr>
          <p:spPr>
            <a:xfrm>
              <a:off x="10946850" y="0"/>
              <a:ext cx="1242102" cy="2620884"/>
            </a:xfrm>
            <a:custGeom>
              <a:avLst/>
              <a:gdLst>
                <a:gd name="connsiteX0" fmla="*/ 48089 w 1242102"/>
                <a:gd name="connsiteY0" fmla="*/ 0 h 2635689"/>
                <a:gd name="connsiteX1" fmla="*/ 1242102 w 1242102"/>
                <a:gd name="connsiteY1" fmla="*/ 0 h 2635689"/>
                <a:gd name="connsiteX2" fmla="*/ 1242102 w 1242102"/>
                <a:gd name="connsiteY2" fmla="*/ 2546285 h 2635689"/>
                <a:gd name="connsiteX3" fmla="*/ 1169982 w 1242102"/>
                <a:gd name="connsiteY3" fmla="*/ 2578052 h 2635689"/>
                <a:gd name="connsiteX4" fmla="*/ 289259 w 1242102"/>
                <a:gd name="connsiteY4" fmla="*/ 2399682 h 2635689"/>
                <a:gd name="connsiteX5" fmla="*/ 77957 w 1242102"/>
                <a:gd name="connsiteY5" fmla="*/ 900439 h 2635689"/>
                <a:gd name="connsiteX6" fmla="*/ 123236 w 1242102"/>
                <a:gd name="connsiteY6" fmla="*/ 633796 h 2635689"/>
                <a:gd name="connsiteX7" fmla="*/ 128267 w 1242102"/>
                <a:gd name="connsiteY7" fmla="*/ 314326 h 2635689"/>
                <a:gd name="connsiteX8" fmla="*/ 44729 w 1242102"/>
                <a:gd name="connsiteY8" fmla="*/ 16426 h 2635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2102" h="2635689">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dirty="0"/>
            </a:p>
          </p:txBody>
        </p:sp>
        <p:sp>
          <p:nvSpPr>
            <p:cNvPr id="18" name="Freeform: Shape 17">
              <a:extLst>
                <a:ext uri="{FF2B5EF4-FFF2-40B4-BE49-F238E27FC236}">
                  <a16:creationId xmlns:a16="http://schemas.microsoft.com/office/drawing/2014/main" id="{8400EC39-5ABF-4F7B-A509-FECF8E4F660A}"/>
                </a:ext>
              </a:extLst>
            </p:cNvPr>
            <p:cNvSpPr/>
            <p:nvPr/>
          </p:nvSpPr>
          <p:spPr>
            <a:xfrm>
              <a:off x="9277608" y="6400535"/>
              <a:ext cx="985772" cy="457465"/>
            </a:xfrm>
            <a:custGeom>
              <a:avLst/>
              <a:gdLst>
                <a:gd name="connsiteX0" fmla="*/ 492886 w 985772"/>
                <a:gd name="connsiteY0" fmla="*/ 0 h 460049"/>
                <a:gd name="connsiteX1" fmla="*/ 979365 w 985772"/>
                <a:gd name="connsiteY1" fmla="*/ 396492 h 460049"/>
                <a:gd name="connsiteX2" fmla="*/ 985772 w 985772"/>
                <a:gd name="connsiteY2" fmla="*/ 460049 h 460049"/>
                <a:gd name="connsiteX3" fmla="*/ 0 w 985772"/>
                <a:gd name="connsiteY3" fmla="*/ 460049 h 460049"/>
                <a:gd name="connsiteX4" fmla="*/ 6407 w 985772"/>
                <a:gd name="connsiteY4" fmla="*/ 396492 h 460049"/>
                <a:gd name="connsiteX5" fmla="*/ 492886 w 985772"/>
                <a:gd name="connsiteY5" fmla="*/ 0 h 4600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85772" h="460049">
                  <a:moveTo>
                    <a:pt x="492886" y="0"/>
                  </a:moveTo>
                  <a:cubicBezTo>
                    <a:pt x="732851" y="0"/>
                    <a:pt x="933061" y="170215"/>
                    <a:pt x="979365" y="396492"/>
                  </a:cubicBezTo>
                  <a:lnTo>
                    <a:pt x="985772" y="460049"/>
                  </a:lnTo>
                  <a:lnTo>
                    <a:pt x="0" y="460049"/>
                  </a:lnTo>
                  <a:lnTo>
                    <a:pt x="6407" y="396492"/>
                  </a:lnTo>
                  <a:cubicBezTo>
                    <a:pt x="52711" y="170215"/>
                    <a:pt x="252921" y="0"/>
                    <a:pt x="492886" y="0"/>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dirty="0"/>
            </a:p>
          </p:txBody>
        </p:sp>
        <p:sp>
          <p:nvSpPr>
            <p:cNvPr id="19" name="Freeform: Shape 18">
              <a:extLst>
                <a:ext uri="{FF2B5EF4-FFF2-40B4-BE49-F238E27FC236}">
                  <a16:creationId xmlns:a16="http://schemas.microsoft.com/office/drawing/2014/main" id="{73CEBB95-9A0C-4996-947E-C0ADD11D16CD}"/>
                </a:ext>
              </a:extLst>
            </p:cNvPr>
            <p:cNvSpPr/>
            <p:nvPr/>
          </p:nvSpPr>
          <p:spPr>
            <a:xfrm>
              <a:off x="0" y="0"/>
              <a:ext cx="1577788" cy="980141"/>
            </a:xfrm>
            <a:custGeom>
              <a:avLst/>
              <a:gdLst>
                <a:gd name="connsiteX0" fmla="*/ 117137 w 1471018"/>
                <a:gd name="connsiteY0" fmla="*/ 759920 h 795676"/>
                <a:gd name="connsiteX1" fmla="*/ 130429 w 1471018"/>
                <a:gd name="connsiteY1" fmla="*/ 768654 h 795676"/>
                <a:gd name="connsiteX2" fmla="*/ 124353 w 1471018"/>
                <a:gd name="connsiteY2" fmla="*/ 792959 h 795676"/>
                <a:gd name="connsiteX3" fmla="*/ 100048 w 1471018"/>
                <a:gd name="connsiteY3" fmla="*/ 786883 h 795676"/>
                <a:gd name="connsiteX4" fmla="*/ 106124 w 1471018"/>
                <a:gd name="connsiteY4" fmla="*/ 762578 h 795676"/>
                <a:gd name="connsiteX5" fmla="*/ 117137 w 1471018"/>
                <a:gd name="connsiteY5" fmla="*/ 759920 h 795676"/>
                <a:gd name="connsiteX6" fmla="*/ 220419 w 1471018"/>
                <a:gd name="connsiteY6" fmla="*/ 753844 h 795676"/>
                <a:gd name="connsiteX7" fmla="*/ 233710 w 1471018"/>
                <a:gd name="connsiteY7" fmla="*/ 762578 h 795676"/>
                <a:gd name="connsiteX8" fmla="*/ 227634 w 1471018"/>
                <a:gd name="connsiteY8" fmla="*/ 786883 h 795676"/>
                <a:gd name="connsiteX9" fmla="*/ 203329 w 1471018"/>
                <a:gd name="connsiteY9" fmla="*/ 780807 h 795676"/>
                <a:gd name="connsiteX10" fmla="*/ 209405 w 1471018"/>
                <a:gd name="connsiteY10" fmla="*/ 756502 h 795676"/>
                <a:gd name="connsiteX11" fmla="*/ 220419 w 1471018"/>
                <a:gd name="connsiteY11" fmla="*/ 753844 h 795676"/>
                <a:gd name="connsiteX12" fmla="*/ 25999 w 1471018"/>
                <a:gd name="connsiteY12" fmla="*/ 741691 h 795676"/>
                <a:gd name="connsiteX13" fmla="*/ 39290 w 1471018"/>
                <a:gd name="connsiteY13" fmla="*/ 750425 h 795676"/>
                <a:gd name="connsiteX14" fmla="*/ 33214 w 1471018"/>
                <a:gd name="connsiteY14" fmla="*/ 774730 h 795676"/>
                <a:gd name="connsiteX15" fmla="*/ 8909 w 1471018"/>
                <a:gd name="connsiteY15" fmla="*/ 768654 h 795676"/>
                <a:gd name="connsiteX16" fmla="*/ 14985 w 1471018"/>
                <a:gd name="connsiteY16" fmla="*/ 744349 h 795676"/>
                <a:gd name="connsiteX17" fmla="*/ 25999 w 1471018"/>
                <a:gd name="connsiteY17" fmla="*/ 741691 h 795676"/>
                <a:gd name="connsiteX18" fmla="*/ 329796 w 1471018"/>
                <a:gd name="connsiteY18" fmla="*/ 735615 h 795676"/>
                <a:gd name="connsiteX19" fmla="*/ 343088 w 1471018"/>
                <a:gd name="connsiteY19" fmla="*/ 744349 h 795676"/>
                <a:gd name="connsiteX20" fmla="*/ 337012 w 1471018"/>
                <a:gd name="connsiteY20" fmla="*/ 768654 h 795676"/>
                <a:gd name="connsiteX21" fmla="*/ 312707 w 1471018"/>
                <a:gd name="connsiteY21" fmla="*/ 762578 h 795676"/>
                <a:gd name="connsiteX22" fmla="*/ 318783 w 1471018"/>
                <a:gd name="connsiteY22" fmla="*/ 738273 h 795676"/>
                <a:gd name="connsiteX23" fmla="*/ 329796 w 1471018"/>
                <a:gd name="connsiteY23" fmla="*/ 735615 h 795676"/>
                <a:gd name="connsiteX24" fmla="*/ 442198 w 1471018"/>
                <a:gd name="connsiteY24" fmla="*/ 702197 h 795676"/>
                <a:gd name="connsiteX25" fmla="*/ 455488 w 1471018"/>
                <a:gd name="connsiteY25" fmla="*/ 710931 h 795676"/>
                <a:gd name="connsiteX26" fmla="*/ 449413 w 1471018"/>
                <a:gd name="connsiteY26" fmla="*/ 735236 h 795676"/>
                <a:gd name="connsiteX27" fmla="*/ 425110 w 1471018"/>
                <a:gd name="connsiteY27" fmla="*/ 729160 h 795676"/>
                <a:gd name="connsiteX28" fmla="*/ 431186 w 1471018"/>
                <a:gd name="connsiteY28" fmla="*/ 704855 h 795676"/>
                <a:gd name="connsiteX29" fmla="*/ 442198 w 1471018"/>
                <a:gd name="connsiteY29" fmla="*/ 702197 h 795676"/>
                <a:gd name="connsiteX30" fmla="*/ 542453 w 1471018"/>
                <a:gd name="connsiteY30" fmla="*/ 668778 h 795676"/>
                <a:gd name="connsiteX31" fmla="*/ 555745 w 1471018"/>
                <a:gd name="connsiteY31" fmla="*/ 677512 h 795676"/>
                <a:gd name="connsiteX32" fmla="*/ 549669 w 1471018"/>
                <a:gd name="connsiteY32" fmla="*/ 701817 h 795676"/>
                <a:gd name="connsiteX33" fmla="*/ 525364 w 1471018"/>
                <a:gd name="connsiteY33" fmla="*/ 695741 h 795676"/>
                <a:gd name="connsiteX34" fmla="*/ 531440 w 1471018"/>
                <a:gd name="connsiteY34" fmla="*/ 671436 h 795676"/>
                <a:gd name="connsiteX35" fmla="*/ 542453 w 1471018"/>
                <a:gd name="connsiteY35" fmla="*/ 668778 h 795676"/>
                <a:gd name="connsiteX36" fmla="*/ 132328 w 1471018"/>
                <a:gd name="connsiteY36" fmla="*/ 650549 h 795676"/>
                <a:gd name="connsiteX37" fmla="*/ 145620 w 1471018"/>
                <a:gd name="connsiteY37" fmla="*/ 659283 h 795676"/>
                <a:gd name="connsiteX38" fmla="*/ 139544 w 1471018"/>
                <a:gd name="connsiteY38" fmla="*/ 683588 h 795676"/>
                <a:gd name="connsiteX39" fmla="*/ 115239 w 1471018"/>
                <a:gd name="connsiteY39" fmla="*/ 677512 h 795676"/>
                <a:gd name="connsiteX40" fmla="*/ 121315 w 1471018"/>
                <a:gd name="connsiteY40" fmla="*/ 653207 h 795676"/>
                <a:gd name="connsiteX41" fmla="*/ 132328 w 1471018"/>
                <a:gd name="connsiteY41" fmla="*/ 650549 h 795676"/>
                <a:gd name="connsiteX42" fmla="*/ 642709 w 1471018"/>
                <a:gd name="connsiteY42" fmla="*/ 641435 h 795676"/>
                <a:gd name="connsiteX43" fmla="*/ 656001 w 1471018"/>
                <a:gd name="connsiteY43" fmla="*/ 650169 h 795676"/>
                <a:gd name="connsiteX44" fmla="*/ 649925 w 1471018"/>
                <a:gd name="connsiteY44" fmla="*/ 674474 h 795676"/>
                <a:gd name="connsiteX45" fmla="*/ 625620 w 1471018"/>
                <a:gd name="connsiteY45" fmla="*/ 668398 h 795676"/>
                <a:gd name="connsiteX46" fmla="*/ 631696 w 1471018"/>
                <a:gd name="connsiteY46" fmla="*/ 644093 h 795676"/>
                <a:gd name="connsiteX47" fmla="*/ 642709 w 1471018"/>
                <a:gd name="connsiteY47" fmla="*/ 641435 h 795676"/>
                <a:gd name="connsiteX48" fmla="*/ 235618 w 1471018"/>
                <a:gd name="connsiteY48" fmla="*/ 641435 h 795676"/>
                <a:gd name="connsiteX49" fmla="*/ 248910 w 1471018"/>
                <a:gd name="connsiteY49" fmla="*/ 650169 h 795676"/>
                <a:gd name="connsiteX50" fmla="*/ 242833 w 1471018"/>
                <a:gd name="connsiteY50" fmla="*/ 674474 h 795676"/>
                <a:gd name="connsiteX51" fmla="*/ 218529 w 1471018"/>
                <a:gd name="connsiteY51" fmla="*/ 668398 h 795676"/>
                <a:gd name="connsiteX52" fmla="*/ 224605 w 1471018"/>
                <a:gd name="connsiteY52" fmla="*/ 644093 h 795676"/>
                <a:gd name="connsiteX53" fmla="*/ 235618 w 1471018"/>
                <a:gd name="connsiteY53" fmla="*/ 641435 h 795676"/>
                <a:gd name="connsiteX54" fmla="*/ 338904 w 1471018"/>
                <a:gd name="connsiteY54" fmla="*/ 629283 h 795676"/>
                <a:gd name="connsiteX55" fmla="*/ 352196 w 1471018"/>
                <a:gd name="connsiteY55" fmla="*/ 638017 h 795676"/>
                <a:gd name="connsiteX56" fmla="*/ 346120 w 1471018"/>
                <a:gd name="connsiteY56" fmla="*/ 662322 h 795676"/>
                <a:gd name="connsiteX57" fmla="*/ 321815 w 1471018"/>
                <a:gd name="connsiteY57" fmla="*/ 656246 h 795676"/>
                <a:gd name="connsiteX58" fmla="*/ 327891 w 1471018"/>
                <a:gd name="connsiteY58" fmla="*/ 631941 h 795676"/>
                <a:gd name="connsiteX59" fmla="*/ 338904 w 1471018"/>
                <a:gd name="connsiteY59" fmla="*/ 629283 h 795676"/>
                <a:gd name="connsiteX60" fmla="*/ 32070 w 1471018"/>
                <a:gd name="connsiteY60" fmla="*/ 601940 h 795676"/>
                <a:gd name="connsiteX61" fmla="*/ 45361 w 1471018"/>
                <a:gd name="connsiteY61" fmla="*/ 610674 h 795676"/>
                <a:gd name="connsiteX62" fmla="*/ 39285 w 1471018"/>
                <a:gd name="connsiteY62" fmla="*/ 634979 h 795676"/>
                <a:gd name="connsiteX63" fmla="*/ 14981 w 1471018"/>
                <a:gd name="connsiteY63" fmla="*/ 628903 h 795676"/>
                <a:gd name="connsiteX64" fmla="*/ 21056 w 1471018"/>
                <a:gd name="connsiteY64" fmla="*/ 604598 h 795676"/>
                <a:gd name="connsiteX65" fmla="*/ 32070 w 1471018"/>
                <a:gd name="connsiteY65" fmla="*/ 601940 h 795676"/>
                <a:gd name="connsiteX66" fmla="*/ 752079 w 1471018"/>
                <a:gd name="connsiteY66" fmla="*/ 586750 h 795676"/>
                <a:gd name="connsiteX67" fmla="*/ 765371 w 1471018"/>
                <a:gd name="connsiteY67" fmla="*/ 595484 h 795676"/>
                <a:gd name="connsiteX68" fmla="*/ 759295 w 1471018"/>
                <a:gd name="connsiteY68" fmla="*/ 619789 h 795676"/>
                <a:gd name="connsiteX69" fmla="*/ 734990 w 1471018"/>
                <a:gd name="connsiteY69" fmla="*/ 613713 h 795676"/>
                <a:gd name="connsiteX70" fmla="*/ 741066 w 1471018"/>
                <a:gd name="connsiteY70" fmla="*/ 589408 h 795676"/>
                <a:gd name="connsiteX71" fmla="*/ 752079 w 1471018"/>
                <a:gd name="connsiteY71" fmla="*/ 586750 h 795676"/>
                <a:gd name="connsiteX72" fmla="*/ 436123 w 1471018"/>
                <a:gd name="connsiteY72" fmla="*/ 583712 h 795676"/>
                <a:gd name="connsiteX73" fmla="*/ 449413 w 1471018"/>
                <a:gd name="connsiteY73" fmla="*/ 592446 h 795676"/>
                <a:gd name="connsiteX74" fmla="*/ 443339 w 1471018"/>
                <a:gd name="connsiteY74" fmla="*/ 616751 h 795676"/>
                <a:gd name="connsiteX75" fmla="*/ 419039 w 1471018"/>
                <a:gd name="connsiteY75" fmla="*/ 610675 h 795676"/>
                <a:gd name="connsiteX76" fmla="*/ 425114 w 1471018"/>
                <a:gd name="connsiteY76" fmla="*/ 586370 h 795676"/>
                <a:gd name="connsiteX77" fmla="*/ 436123 w 1471018"/>
                <a:gd name="connsiteY77" fmla="*/ 583712 h 795676"/>
                <a:gd name="connsiteX78" fmla="*/ 548529 w 1471018"/>
                <a:gd name="connsiteY78" fmla="*/ 556370 h 795676"/>
                <a:gd name="connsiteX79" fmla="*/ 561821 w 1471018"/>
                <a:gd name="connsiteY79" fmla="*/ 565104 h 795676"/>
                <a:gd name="connsiteX80" fmla="*/ 555745 w 1471018"/>
                <a:gd name="connsiteY80" fmla="*/ 589409 h 795676"/>
                <a:gd name="connsiteX81" fmla="*/ 531440 w 1471018"/>
                <a:gd name="connsiteY81" fmla="*/ 583333 h 795676"/>
                <a:gd name="connsiteX82" fmla="*/ 537516 w 1471018"/>
                <a:gd name="connsiteY82" fmla="*/ 559028 h 795676"/>
                <a:gd name="connsiteX83" fmla="*/ 548529 w 1471018"/>
                <a:gd name="connsiteY83" fmla="*/ 556370 h 795676"/>
                <a:gd name="connsiteX84" fmla="*/ 852335 w 1471018"/>
                <a:gd name="connsiteY84" fmla="*/ 550293 h 795676"/>
                <a:gd name="connsiteX85" fmla="*/ 865627 w 1471018"/>
                <a:gd name="connsiteY85" fmla="*/ 559027 h 795676"/>
                <a:gd name="connsiteX86" fmla="*/ 859551 w 1471018"/>
                <a:gd name="connsiteY86" fmla="*/ 583332 h 795676"/>
                <a:gd name="connsiteX87" fmla="*/ 835246 w 1471018"/>
                <a:gd name="connsiteY87" fmla="*/ 577256 h 795676"/>
                <a:gd name="connsiteX88" fmla="*/ 841322 w 1471018"/>
                <a:gd name="connsiteY88" fmla="*/ 552951 h 795676"/>
                <a:gd name="connsiteX89" fmla="*/ 852335 w 1471018"/>
                <a:gd name="connsiteY89" fmla="*/ 550293 h 795676"/>
                <a:gd name="connsiteX90" fmla="*/ 667013 w 1471018"/>
                <a:gd name="connsiteY90" fmla="*/ 532065 h 795676"/>
                <a:gd name="connsiteX91" fmla="*/ 680305 w 1471018"/>
                <a:gd name="connsiteY91" fmla="*/ 540799 h 795676"/>
                <a:gd name="connsiteX92" fmla="*/ 674229 w 1471018"/>
                <a:gd name="connsiteY92" fmla="*/ 565104 h 795676"/>
                <a:gd name="connsiteX93" fmla="*/ 649924 w 1471018"/>
                <a:gd name="connsiteY93" fmla="*/ 559028 h 795676"/>
                <a:gd name="connsiteX94" fmla="*/ 656000 w 1471018"/>
                <a:gd name="connsiteY94" fmla="*/ 534723 h 795676"/>
                <a:gd name="connsiteX95" fmla="*/ 667013 w 1471018"/>
                <a:gd name="connsiteY95" fmla="*/ 532065 h 795676"/>
                <a:gd name="connsiteX96" fmla="*/ 126251 w 1471018"/>
                <a:gd name="connsiteY96" fmla="*/ 532065 h 795676"/>
                <a:gd name="connsiteX97" fmla="*/ 139543 w 1471018"/>
                <a:gd name="connsiteY97" fmla="*/ 540799 h 795676"/>
                <a:gd name="connsiteX98" fmla="*/ 133467 w 1471018"/>
                <a:gd name="connsiteY98" fmla="*/ 565104 h 795676"/>
                <a:gd name="connsiteX99" fmla="*/ 109162 w 1471018"/>
                <a:gd name="connsiteY99" fmla="*/ 559028 h 795676"/>
                <a:gd name="connsiteX100" fmla="*/ 115238 w 1471018"/>
                <a:gd name="connsiteY100" fmla="*/ 534723 h 795676"/>
                <a:gd name="connsiteX101" fmla="*/ 126251 w 1471018"/>
                <a:gd name="connsiteY101" fmla="*/ 532065 h 795676"/>
                <a:gd name="connsiteX102" fmla="*/ 226503 w 1471018"/>
                <a:gd name="connsiteY102" fmla="*/ 529027 h 795676"/>
                <a:gd name="connsiteX103" fmla="*/ 239794 w 1471018"/>
                <a:gd name="connsiteY103" fmla="*/ 537761 h 795676"/>
                <a:gd name="connsiteX104" fmla="*/ 233718 w 1471018"/>
                <a:gd name="connsiteY104" fmla="*/ 562066 h 795676"/>
                <a:gd name="connsiteX105" fmla="*/ 209414 w 1471018"/>
                <a:gd name="connsiteY105" fmla="*/ 555990 h 795676"/>
                <a:gd name="connsiteX106" fmla="*/ 215490 w 1471018"/>
                <a:gd name="connsiteY106" fmla="*/ 531685 h 795676"/>
                <a:gd name="connsiteX107" fmla="*/ 226503 w 1471018"/>
                <a:gd name="connsiteY107" fmla="*/ 529027 h 795676"/>
                <a:gd name="connsiteX108" fmla="*/ 332836 w 1471018"/>
                <a:gd name="connsiteY108" fmla="*/ 519913 h 795676"/>
                <a:gd name="connsiteX109" fmla="*/ 346128 w 1471018"/>
                <a:gd name="connsiteY109" fmla="*/ 528647 h 795676"/>
                <a:gd name="connsiteX110" fmla="*/ 340052 w 1471018"/>
                <a:gd name="connsiteY110" fmla="*/ 552952 h 795676"/>
                <a:gd name="connsiteX111" fmla="*/ 315748 w 1471018"/>
                <a:gd name="connsiteY111" fmla="*/ 546876 h 795676"/>
                <a:gd name="connsiteX112" fmla="*/ 321823 w 1471018"/>
                <a:gd name="connsiteY112" fmla="*/ 522571 h 795676"/>
                <a:gd name="connsiteX113" fmla="*/ 332836 w 1471018"/>
                <a:gd name="connsiteY113" fmla="*/ 519913 h 795676"/>
                <a:gd name="connsiteX114" fmla="*/ 7768 w 1471018"/>
                <a:gd name="connsiteY114" fmla="*/ 507761 h 795676"/>
                <a:gd name="connsiteX115" fmla="*/ 21060 w 1471018"/>
                <a:gd name="connsiteY115" fmla="*/ 516495 h 795676"/>
                <a:gd name="connsiteX116" fmla="*/ 14984 w 1471018"/>
                <a:gd name="connsiteY116" fmla="*/ 540800 h 795676"/>
                <a:gd name="connsiteX117" fmla="*/ 2831 w 1471018"/>
                <a:gd name="connsiteY117" fmla="*/ 543458 h 795676"/>
                <a:gd name="connsiteX118" fmla="*/ 0 w 1471018"/>
                <a:gd name="connsiteY118" fmla="*/ 541423 h 795676"/>
                <a:gd name="connsiteX119" fmla="*/ 0 w 1471018"/>
                <a:gd name="connsiteY119" fmla="*/ 509636 h 795676"/>
                <a:gd name="connsiteX120" fmla="*/ 946515 w 1471018"/>
                <a:gd name="connsiteY120" fmla="*/ 486494 h 795676"/>
                <a:gd name="connsiteX121" fmla="*/ 959807 w 1471018"/>
                <a:gd name="connsiteY121" fmla="*/ 495228 h 795676"/>
                <a:gd name="connsiteX122" fmla="*/ 953731 w 1471018"/>
                <a:gd name="connsiteY122" fmla="*/ 519533 h 795676"/>
                <a:gd name="connsiteX123" fmla="*/ 929426 w 1471018"/>
                <a:gd name="connsiteY123" fmla="*/ 513457 h 795676"/>
                <a:gd name="connsiteX124" fmla="*/ 935502 w 1471018"/>
                <a:gd name="connsiteY124" fmla="*/ 489152 h 795676"/>
                <a:gd name="connsiteX125" fmla="*/ 946515 w 1471018"/>
                <a:gd name="connsiteY125" fmla="*/ 486494 h 795676"/>
                <a:gd name="connsiteX126" fmla="*/ 457386 w 1471018"/>
                <a:gd name="connsiteY126" fmla="*/ 483456 h 795676"/>
                <a:gd name="connsiteX127" fmla="*/ 470679 w 1471018"/>
                <a:gd name="connsiteY127" fmla="*/ 492190 h 795676"/>
                <a:gd name="connsiteX128" fmla="*/ 464601 w 1471018"/>
                <a:gd name="connsiteY128" fmla="*/ 516495 h 795676"/>
                <a:gd name="connsiteX129" fmla="*/ 440300 w 1471018"/>
                <a:gd name="connsiteY129" fmla="*/ 510419 h 795676"/>
                <a:gd name="connsiteX130" fmla="*/ 446374 w 1471018"/>
                <a:gd name="connsiteY130" fmla="*/ 486114 h 795676"/>
                <a:gd name="connsiteX131" fmla="*/ 457386 w 1471018"/>
                <a:gd name="connsiteY131" fmla="*/ 483456 h 795676"/>
                <a:gd name="connsiteX132" fmla="*/ 821954 w 1471018"/>
                <a:gd name="connsiteY132" fmla="*/ 456114 h 795676"/>
                <a:gd name="connsiteX133" fmla="*/ 835246 w 1471018"/>
                <a:gd name="connsiteY133" fmla="*/ 464848 h 795676"/>
                <a:gd name="connsiteX134" fmla="*/ 829170 w 1471018"/>
                <a:gd name="connsiteY134" fmla="*/ 489153 h 795676"/>
                <a:gd name="connsiteX135" fmla="*/ 804865 w 1471018"/>
                <a:gd name="connsiteY135" fmla="*/ 483077 h 795676"/>
                <a:gd name="connsiteX136" fmla="*/ 810941 w 1471018"/>
                <a:gd name="connsiteY136" fmla="*/ 458772 h 795676"/>
                <a:gd name="connsiteX137" fmla="*/ 821954 w 1471018"/>
                <a:gd name="connsiteY137" fmla="*/ 456114 h 795676"/>
                <a:gd name="connsiteX138" fmla="*/ 584986 w 1471018"/>
                <a:gd name="connsiteY138" fmla="*/ 456114 h 795676"/>
                <a:gd name="connsiteX139" fmla="*/ 598278 w 1471018"/>
                <a:gd name="connsiteY139" fmla="*/ 464848 h 795676"/>
                <a:gd name="connsiteX140" fmla="*/ 592202 w 1471018"/>
                <a:gd name="connsiteY140" fmla="*/ 489153 h 795676"/>
                <a:gd name="connsiteX141" fmla="*/ 567897 w 1471018"/>
                <a:gd name="connsiteY141" fmla="*/ 483077 h 795676"/>
                <a:gd name="connsiteX142" fmla="*/ 573973 w 1471018"/>
                <a:gd name="connsiteY142" fmla="*/ 458772 h 795676"/>
                <a:gd name="connsiteX143" fmla="*/ 584986 w 1471018"/>
                <a:gd name="connsiteY143" fmla="*/ 456114 h 795676"/>
                <a:gd name="connsiteX144" fmla="*/ 718660 w 1471018"/>
                <a:gd name="connsiteY144" fmla="*/ 443961 h 795676"/>
                <a:gd name="connsiteX145" fmla="*/ 731952 w 1471018"/>
                <a:gd name="connsiteY145" fmla="*/ 452695 h 795676"/>
                <a:gd name="connsiteX146" fmla="*/ 725876 w 1471018"/>
                <a:gd name="connsiteY146" fmla="*/ 477000 h 795676"/>
                <a:gd name="connsiteX147" fmla="*/ 701571 w 1471018"/>
                <a:gd name="connsiteY147" fmla="*/ 470924 h 795676"/>
                <a:gd name="connsiteX148" fmla="*/ 707647 w 1471018"/>
                <a:gd name="connsiteY148" fmla="*/ 446619 h 795676"/>
                <a:gd name="connsiteX149" fmla="*/ 718660 w 1471018"/>
                <a:gd name="connsiteY149" fmla="*/ 443961 h 795676"/>
                <a:gd name="connsiteX150" fmla="*/ 1016390 w 1471018"/>
                <a:gd name="connsiteY150" fmla="*/ 425733 h 795676"/>
                <a:gd name="connsiteX151" fmla="*/ 1029681 w 1471018"/>
                <a:gd name="connsiteY151" fmla="*/ 434467 h 795676"/>
                <a:gd name="connsiteX152" fmla="*/ 1023605 w 1471018"/>
                <a:gd name="connsiteY152" fmla="*/ 458772 h 795676"/>
                <a:gd name="connsiteX153" fmla="*/ 999301 w 1471018"/>
                <a:gd name="connsiteY153" fmla="*/ 452696 h 795676"/>
                <a:gd name="connsiteX154" fmla="*/ 1005377 w 1471018"/>
                <a:gd name="connsiteY154" fmla="*/ 428391 h 795676"/>
                <a:gd name="connsiteX155" fmla="*/ 1016390 w 1471018"/>
                <a:gd name="connsiteY155" fmla="*/ 425733 h 795676"/>
                <a:gd name="connsiteX156" fmla="*/ 250806 w 1471018"/>
                <a:gd name="connsiteY156" fmla="*/ 416619 h 795676"/>
                <a:gd name="connsiteX157" fmla="*/ 264098 w 1471018"/>
                <a:gd name="connsiteY157" fmla="*/ 425353 h 795676"/>
                <a:gd name="connsiteX158" fmla="*/ 258022 w 1471018"/>
                <a:gd name="connsiteY158" fmla="*/ 449658 h 795676"/>
                <a:gd name="connsiteX159" fmla="*/ 233717 w 1471018"/>
                <a:gd name="connsiteY159" fmla="*/ 443582 h 795676"/>
                <a:gd name="connsiteX160" fmla="*/ 239793 w 1471018"/>
                <a:gd name="connsiteY160" fmla="*/ 419277 h 795676"/>
                <a:gd name="connsiteX161" fmla="*/ 250806 w 1471018"/>
                <a:gd name="connsiteY161" fmla="*/ 416619 h 795676"/>
                <a:gd name="connsiteX162" fmla="*/ 144467 w 1471018"/>
                <a:gd name="connsiteY162" fmla="*/ 416619 h 795676"/>
                <a:gd name="connsiteX163" fmla="*/ 157759 w 1471018"/>
                <a:gd name="connsiteY163" fmla="*/ 425353 h 795676"/>
                <a:gd name="connsiteX164" fmla="*/ 151683 w 1471018"/>
                <a:gd name="connsiteY164" fmla="*/ 449658 h 795676"/>
                <a:gd name="connsiteX165" fmla="*/ 127378 w 1471018"/>
                <a:gd name="connsiteY165" fmla="*/ 443582 h 795676"/>
                <a:gd name="connsiteX166" fmla="*/ 133454 w 1471018"/>
                <a:gd name="connsiteY166" fmla="*/ 419277 h 795676"/>
                <a:gd name="connsiteX167" fmla="*/ 144467 w 1471018"/>
                <a:gd name="connsiteY167" fmla="*/ 416619 h 795676"/>
                <a:gd name="connsiteX168" fmla="*/ 29033 w 1471018"/>
                <a:gd name="connsiteY168" fmla="*/ 416619 h 795676"/>
                <a:gd name="connsiteX169" fmla="*/ 42324 w 1471018"/>
                <a:gd name="connsiteY169" fmla="*/ 425353 h 795676"/>
                <a:gd name="connsiteX170" fmla="*/ 36248 w 1471018"/>
                <a:gd name="connsiteY170" fmla="*/ 449658 h 795676"/>
                <a:gd name="connsiteX171" fmla="*/ 11944 w 1471018"/>
                <a:gd name="connsiteY171" fmla="*/ 443582 h 795676"/>
                <a:gd name="connsiteX172" fmla="*/ 18020 w 1471018"/>
                <a:gd name="connsiteY172" fmla="*/ 419277 h 795676"/>
                <a:gd name="connsiteX173" fmla="*/ 29033 w 1471018"/>
                <a:gd name="connsiteY173" fmla="*/ 416619 h 795676"/>
                <a:gd name="connsiteX174" fmla="*/ 360172 w 1471018"/>
                <a:gd name="connsiteY174" fmla="*/ 410543 h 795676"/>
                <a:gd name="connsiteX175" fmla="*/ 373464 w 1471018"/>
                <a:gd name="connsiteY175" fmla="*/ 419277 h 795676"/>
                <a:gd name="connsiteX176" fmla="*/ 367388 w 1471018"/>
                <a:gd name="connsiteY176" fmla="*/ 443582 h 795676"/>
                <a:gd name="connsiteX177" fmla="*/ 343083 w 1471018"/>
                <a:gd name="connsiteY177" fmla="*/ 437506 h 795676"/>
                <a:gd name="connsiteX178" fmla="*/ 349159 w 1471018"/>
                <a:gd name="connsiteY178" fmla="*/ 413201 h 795676"/>
                <a:gd name="connsiteX179" fmla="*/ 360172 w 1471018"/>
                <a:gd name="connsiteY179" fmla="*/ 410543 h 795676"/>
                <a:gd name="connsiteX180" fmla="*/ 1110570 w 1471018"/>
                <a:gd name="connsiteY180" fmla="*/ 389276 h 795676"/>
                <a:gd name="connsiteX181" fmla="*/ 1123862 w 1471018"/>
                <a:gd name="connsiteY181" fmla="*/ 398010 h 795676"/>
                <a:gd name="connsiteX182" fmla="*/ 1117786 w 1471018"/>
                <a:gd name="connsiteY182" fmla="*/ 422315 h 795676"/>
                <a:gd name="connsiteX183" fmla="*/ 1093481 w 1471018"/>
                <a:gd name="connsiteY183" fmla="*/ 416239 h 795676"/>
                <a:gd name="connsiteX184" fmla="*/ 1099557 w 1471018"/>
                <a:gd name="connsiteY184" fmla="*/ 391934 h 795676"/>
                <a:gd name="connsiteX185" fmla="*/ 1110570 w 1471018"/>
                <a:gd name="connsiteY185" fmla="*/ 389276 h 795676"/>
                <a:gd name="connsiteX186" fmla="*/ 490806 w 1471018"/>
                <a:gd name="connsiteY186" fmla="*/ 383200 h 795676"/>
                <a:gd name="connsiteX187" fmla="*/ 504098 w 1471018"/>
                <a:gd name="connsiteY187" fmla="*/ 391934 h 795676"/>
                <a:gd name="connsiteX188" fmla="*/ 498022 w 1471018"/>
                <a:gd name="connsiteY188" fmla="*/ 416239 h 795676"/>
                <a:gd name="connsiteX189" fmla="*/ 473717 w 1471018"/>
                <a:gd name="connsiteY189" fmla="*/ 410163 h 795676"/>
                <a:gd name="connsiteX190" fmla="*/ 479793 w 1471018"/>
                <a:gd name="connsiteY190" fmla="*/ 385858 h 795676"/>
                <a:gd name="connsiteX191" fmla="*/ 490806 w 1471018"/>
                <a:gd name="connsiteY191" fmla="*/ 383200 h 795676"/>
                <a:gd name="connsiteX192" fmla="*/ 900944 w 1471018"/>
                <a:gd name="connsiteY192" fmla="*/ 380162 h 795676"/>
                <a:gd name="connsiteX193" fmla="*/ 914236 w 1471018"/>
                <a:gd name="connsiteY193" fmla="*/ 388896 h 795676"/>
                <a:gd name="connsiteX194" fmla="*/ 908160 w 1471018"/>
                <a:gd name="connsiteY194" fmla="*/ 413201 h 795676"/>
                <a:gd name="connsiteX195" fmla="*/ 883855 w 1471018"/>
                <a:gd name="connsiteY195" fmla="*/ 407125 h 795676"/>
                <a:gd name="connsiteX196" fmla="*/ 889931 w 1471018"/>
                <a:gd name="connsiteY196" fmla="*/ 382820 h 795676"/>
                <a:gd name="connsiteX197" fmla="*/ 900944 w 1471018"/>
                <a:gd name="connsiteY197" fmla="*/ 380162 h 795676"/>
                <a:gd name="connsiteX198" fmla="*/ 618404 w 1471018"/>
                <a:gd name="connsiteY198" fmla="*/ 361934 h 795676"/>
                <a:gd name="connsiteX199" fmla="*/ 631696 w 1471018"/>
                <a:gd name="connsiteY199" fmla="*/ 370668 h 795676"/>
                <a:gd name="connsiteX200" fmla="*/ 625620 w 1471018"/>
                <a:gd name="connsiteY200" fmla="*/ 394973 h 795676"/>
                <a:gd name="connsiteX201" fmla="*/ 601315 w 1471018"/>
                <a:gd name="connsiteY201" fmla="*/ 388897 h 795676"/>
                <a:gd name="connsiteX202" fmla="*/ 607391 w 1471018"/>
                <a:gd name="connsiteY202" fmla="*/ 364592 h 795676"/>
                <a:gd name="connsiteX203" fmla="*/ 618404 w 1471018"/>
                <a:gd name="connsiteY203" fmla="*/ 361934 h 795676"/>
                <a:gd name="connsiteX204" fmla="*/ 749041 w 1471018"/>
                <a:gd name="connsiteY204" fmla="*/ 355858 h 795676"/>
                <a:gd name="connsiteX205" fmla="*/ 762333 w 1471018"/>
                <a:gd name="connsiteY205" fmla="*/ 364592 h 795676"/>
                <a:gd name="connsiteX206" fmla="*/ 756257 w 1471018"/>
                <a:gd name="connsiteY206" fmla="*/ 388897 h 795676"/>
                <a:gd name="connsiteX207" fmla="*/ 731952 w 1471018"/>
                <a:gd name="connsiteY207" fmla="*/ 382821 h 795676"/>
                <a:gd name="connsiteX208" fmla="*/ 738028 w 1471018"/>
                <a:gd name="connsiteY208" fmla="*/ 358516 h 795676"/>
                <a:gd name="connsiteX209" fmla="*/ 749041 w 1471018"/>
                <a:gd name="connsiteY209" fmla="*/ 355858 h 795676"/>
                <a:gd name="connsiteX210" fmla="*/ 10801 w 1471018"/>
                <a:gd name="connsiteY210" fmla="*/ 334591 h 795676"/>
                <a:gd name="connsiteX211" fmla="*/ 24093 w 1471018"/>
                <a:gd name="connsiteY211" fmla="*/ 343325 h 795676"/>
                <a:gd name="connsiteX212" fmla="*/ 18017 w 1471018"/>
                <a:gd name="connsiteY212" fmla="*/ 367630 h 795676"/>
                <a:gd name="connsiteX213" fmla="*/ 5865 w 1471018"/>
                <a:gd name="connsiteY213" fmla="*/ 370288 h 795676"/>
                <a:gd name="connsiteX214" fmla="*/ 0 w 1471018"/>
                <a:gd name="connsiteY214" fmla="*/ 366073 h 795676"/>
                <a:gd name="connsiteX215" fmla="*/ 0 w 1471018"/>
                <a:gd name="connsiteY215" fmla="*/ 337198 h 795676"/>
                <a:gd name="connsiteX216" fmla="*/ 1213864 w 1471018"/>
                <a:gd name="connsiteY216" fmla="*/ 313325 h 795676"/>
                <a:gd name="connsiteX217" fmla="*/ 1227156 w 1471018"/>
                <a:gd name="connsiteY217" fmla="*/ 322059 h 795676"/>
                <a:gd name="connsiteX218" fmla="*/ 1221080 w 1471018"/>
                <a:gd name="connsiteY218" fmla="*/ 346364 h 795676"/>
                <a:gd name="connsiteX219" fmla="*/ 1196775 w 1471018"/>
                <a:gd name="connsiteY219" fmla="*/ 340288 h 795676"/>
                <a:gd name="connsiteX220" fmla="*/ 1202851 w 1471018"/>
                <a:gd name="connsiteY220" fmla="*/ 315983 h 795676"/>
                <a:gd name="connsiteX221" fmla="*/ 1213864 w 1471018"/>
                <a:gd name="connsiteY221" fmla="*/ 313325 h 795676"/>
                <a:gd name="connsiteX222" fmla="*/ 211313 w 1471018"/>
                <a:gd name="connsiteY222" fmla="*/ 313325 h 795676"/>
                <a:gd name="connsiteX223" fmla="*/ 224605 w 1471018"/>
                <a:gd name="connsiteY223" fmla="*/ 322059 h 795676"/>
                <a:gd name="connsiteX224" fmla="*/ 218529 w 1471018"/>
                <a:gd name="connsiteY224" fmla="*/ 346364 h 795676"/>
                <a:gd name="connsiteX225" fmla="*/ 194224 w 1471018"/>
                <a:gd name="connsiteY225" fmla="*/ 340288 h 795676"/>
                <a:gd name="connsiteX226" fmla="*/ 200300 w 1471018"/>
                <a:gd name="connsiteY226" fmla="*/ 315983 h 795676"/>
                <a:gd name="connsiteX227" fmla="*/ 211313 w 1471018"/>
                <a:gd name="connsiteY227" fmla="*/ 313325 h 795676"/>
                <a:gd name="connsiteX228" fmla="*/ 314600 w 1471018"/>
                <a:gd name="connsiteY228" fmla="*/ 301172 h 795676"/>
                <a:gd name="connsiteX229" fmla="*/ 327892 w 1471018"/>
                <a:gd name="connsiteY229" fmla="*/ 309906 h 795676"/>
                <a:gd name="connsiteX230" fmla="*/ 321816 w 1471018"/>
                <a:gd name="connsiteY230" fmla="*/ 334211 h 795676"/>
                <a:gd name="connsiteX231" fmla="*/ 297511 w 1471018"/>
                <a:gd name="connsiteY231" fmla="*/ 328135 h 795676"/>
                <a:gd name="connsiteX232" fmla="*/ 303587 w 1471018"/>
                <a:gd name="connsiteY232" fmla="*/ 303830 h 795676"/>
                <a:gd name="connsiteX233" fmla="*/ 314600 w 1471018"/>
                <a:gd name="connsiteY233" fmla="*/ 301172 h 795676"/>
                <a:gd name="connsiteX234" fmla="*/ 982972 w 1471018"/>
                <a:gd name="connsiteY234" fmla="*/ 298134 h 795676"/>
                <a:gd name="connsiteX235" fmla="*/ 996264 w 1471018"/>
                <a:gd name="connsiteY235" fmla="*/ 306868 h 795676"/>
                <a:gd name="connsiteX236" fmla="*/ 990188 w 1471018"/>
                <a:gd name="connsiteY236" fmla="*/ 331173 h 795676"/>
                <a:gd name="connsiteX237" fmla="*/ 965883 w 1471018"/>
                <a:gd name="connsiteY237" fmla="*/ 325097 h 795676"/>
                <a:gd name="connsiteX238" fmla="*/ 971959 w 1471018"/>
                <a:gd name="connsiteY238" fmla="*/ 300792 h 795676"/>
                <a:gd name="connsiteX239" fmla="*/ 982972 w 1471018"/>
                <a:gd name="connsiteY239" fmla="*/ 298134 h 795676"/>
                <a:gd name="connsiteX240" fmla="*/ 417898 w 1471018"/>
                <a:gd name="connsiteY240" fmla="*/ 298134 h 795676"/>
                <a:gd name="connsiteX241" fmla="*/ 431187 w 1471018"/>
                <a:gd name="connsiteY241" fmla="*/ 306868 h 795676"/>
                <a:gd name="connsiteX242" fmla="*/ 425112 w 1471018"/>
                <a:gd name="connsiteY242" fmla="*/ 331173 h 795676"/>
                <a:gd name="connsiteX243" fmla="*/ 400806 w 1471018"/>
                <a:gd name="connsiteY243" fmla="*/ 325097 h 795676"/>
                <a:gd name="connsiteX244" fmla="*/ 406884 w 1471018"/>
                <a:gd name="connsiteY244" fmla="*/ 300792 h 795676"/>
                <a:gd name="connsiteX245" fmla="*/ 417898 w 1471018"/>
                <a:gd name="connsiteY245" fmla="*/ 298134 h 795676"/>
                <a:gd name="connsiteX246" fmla="*/ 858411 w 1471018"/>
                <a:gd name="connsiteY246" fmla="*/ 295096 h 795676"/>
                <a:gd name="connsiteX247" fmla="*/ 871703 w 1471018"/>
                <a:gd name="connsiteY247" fmla="*/ 303830 h 795676"/>
                <a:gd name="connsiteX248" fmla="*/ 865627 w 1471018"/>
                <a:gd name="connsiteY248" fmla="*/ 328135 h 795676"/>
                <a:gd name="connsiteX249" fmla="*/ 841322 w 1471018"/>
                <a:gd name="connsiteY249" fmla="*/ 322059 h 795676"/>
                <a:gd name="connsiteX250" fmla="*/ 847398 w 1471018"/>
                <a:gd name="connsiteY250" fmla="*/ 297754 h 795676"/>
                <a:gd name="connsiteX251" fmla="*/ 858411 w 1471018"/>
                <a:gd name="connsiteY251" fmla="*/ 295096 h 795676"/>
                <a:gd name="connsiteX252" fmla="*/ 1095380 w 1471018"/>
                <a:gd name="connsiteY252" fmla="*/ 292058 h 795676"/>
                <a:gd name="connsiteX253" fmla="*/ 1108672 w 1471018"/>
                <a:gd name="connsiteY253" fmla="*/ 300792 h 795676"/>
                <a:gd name="connsiteX254" fmla="*/ 1102596 w 1471018"/>
                <a:gd name="connsiteY254" fmla="*/ 325097 h 795676"/>
                <a:gd name="connsiteX255" fmla="*/ 1078291 w 1471018"/>
                <a:gd name="connsiteY255" fmla="*/ 319021 h 795676"/>
                <a:gd name="connsiteX256" fmla="*/ 1084367 w 1471018"/>
                <a:gd name="connsiteY256" fmla="*/ 294716 h 795676"/>
                <a:gd name="connsiteX257" fmla="*/ 1095380 w 1471018"/>
                <a:gd name="connsiteY257" fmla="*/ 292058 h 795676"/>
                <a:gd name="connsiteX258" fmla="*/ 108024 w 1471018"/>
                <a:gd name="connsiteY258" fmla="*/ 289020 h 795676"/>
                <a:gd name="connsiteX259" fmla="*/ 121316 w 1471018"/>
                <a:gd name="connsiteY259" fmla="*/ 297754 h 795676"/>
                <a:gd name="connsiteX260" fmla="*/ 115240 w 1471018"/>
                <a:gd name="connsiteY260" fmla="*/ 322059 h 795676"/>
                <a:gd name="connsiteX261" fmla="*/ 90935 w 1471018"/>
                <a:gd name="connsiteY261" fmla="*/ 315983 h 795676"/>
                <a:gd name="connsiteX262" fmla="*/ 97011 w 1471018"/>
                <a:gd name="connsiteY262" fmla="*/ 291678 h 795676"/>
                <a:gd name="connsiteX263" fmla="*/ 108024 w 1471018"/>
                <a:gd name="connsiteY263" fmla="*/ 289020 h 795676"/>
                <a:gd name="connsiteX264" fmla="*/ 533338 w 1471018"/>
                <a:gd name="connsiteY264" fmla="*/ 270792 h 795676"/>
                <a:gd name="connsiteX265" fmla="*/ 546630 w 1471018"/>
                <a:gd name="connsiteY265" fmla="*/ 279526 h 795676"/>
                <a:gd name="connsiteX266" fmla="*/ 540554 w 1471018"/>
                <a:gd name="connsiteY266" fmla="*/ 303831 h 795676"/>
                <a:gd name="connsiteX267" fmla="*/ 516251 w 1471018"/>
                <a:gd name="connsiteY267" fmla="*/ 297755 h 795676"/>
                <a:gd name="connsiteX268" fmla="*/ 522328 w 1471018"/>
                <a:gd name="connsiteY268" fmla="*/ 273450 h 795676"/>
                <a:gd name="connsiteX269" fmla="*/ 533338 w 1471018"/>
                <a:gd name="connsiteY269" fmla="*/ 270792 h 795676"/>
                <a:gd name="connsiteX270" fmla="*/ 633594 w 1471018"/>
                <a:gd name="connsiteY270" fmla="*/ 261678 h 795676"/>
                <a:gd name="connsiteX271" fmla="*/ 646886 w 1471018"/>
                <a:gd name="connsiteY271" fmla="*/ 270412 h 795676"/>
                <a:gd name="connsiteX272" fmla="*/ 640810 w 1471018"/>
                <a:gd name="connsiteY272" fmla="*/ 294717 h 795676"/>
                <a:gd name="connsiteX273" fmla="*/ 616505 w 1471018"/>
                <a:gd name="connsiteY273" fmla="*/ 288641 h 795676"/>
                <a:gd name="connsiteX274" fmla="*/ 622581 w 1471018"/>
                <a:gd name="connsiteY274" fmla="*/ 264336 h 795676"/>
                <a:gd name="connsiteX275" fmla="*/ 633594 w 1471018"/>
                <a:gd name="connsiteY275" fmla="*/ 261678 h 795676"/>
                <a:gd name="connsiteX276" fmla="*/ 746003 w 1471018"/>
                <a:gd name="connsiteY276" fmla="*/ 258640 h 795676"/>
                <a:gd name="connsiteX277" fmla="*/ 759295 w 1471018"/>
                <a:gd name="connsiteY277" fmla="*/ 267374 h 795676"/>
                <a:gd name="connsiteX278" fmla="*/ 753219 w 1471018"/>
                <a:gd name="connsiteY278" fmla="*/ 291679 h 795676"/>
                <a:gd name="connsiteX279" fmla="*/ 728914 w 1471018"/>
                <a:gd name="connsiteY279" fmla="*/ 285603 h 795676"/>
                <a:gd name="connsiteX280" fmla="*/ 734990 w 1471018"/>
                <a:gd name="connsiteY280" fmla="*/ 261298 h 795676"/>
                <a:gd name="connsiteX281" fmla="*/ 746003 w 1471018"/>
                <a:gd name="connsiteY281" fmla="*/ 258640 h 795676"/>
                <a:gd name="connsiteX282" fmla="*/ 1301968 w 1471018"/>
                <a:gd name="connsiteY282" fmla="*/ 225221 h 795676"/>
                <a:gd name="connsiteX283" fmla="*/ 1315260 w 1471018"/>
                <a:gd name="connsiteY283" fmla="*/ 233955 h 795676"/>
                <a:gd name="connsiteX284" fmla="*/ 1309184 w 1471018"/>
                <a:gd name="connsiteY284" fmla="*/ 258260 h 795676"/>
                <a:gd name="connsiteX285" fmla="*/ 1284879 w 1471018"/>
                <a:gd name="connsiteY285" fmla="*/ 252184 h 795676"/>
                <a:gd name="connsiteX286" fmla="*/ 1290955 w 1471018"/>
                <a:gd name="connsiteY286" fmla="*/ 227879 h 795676"/>
                <a:gd name="connsiteX287" fmla="*/ 1301968 w 1471018"/>
                <a:gd name="connsiteY287" fmla="*/ 225221 h 795676"/>
                <a:gd name="connsiteX288" fmla="*/ 7756 w 1471018"/>
                <a:gd name="connsiteY288" fmla="*/ 225221 h 795676"/>
                <a:gd name="connsiteX289" fmla="*/ 21048 w 1471018"/>
                <a:gd name="connsiteY289" fmla="*/ 233955 h 795676"/>
                <a:gd name="connsiteX290" fmla="*/ 14972 w 1471018"/>
                <a:gd name="connsiteY290" fmla="*/ 258260 h 795676"/>
                <a:gd name="connsiteX291" fmla="*/ 2819 w 1471018"/>
                <a:gd name="connsiteY291" fmla="*/ 260918 h 795676"/>
                <a:gd name="connsiteX292" fmla="*/ 0 w 1471018"/>
                <a:gd name="connsiteY292" fmla="*/ 258892 h 795676"/>
                <a:gd name="connsiteX293" fmla="*/ 0 w 1471018"/>
                <a:gd name="connsiteY293" fmla="*/ 227093 h 795676"/>
                <a:gd name="connsiteX294" fmla="*/ 180938 w 1471018"/>
                <a:gd name="connsiteY294" fmla="*/ 210031 h 795676"/>
                <a:gd name="connsiteX295" fmla="*/ 194229 w 1471018"/>
                <a:gd name="connsiteY295" fmla="*/ 218765 h 795676"/>
                <a:gd name="connsiteX296" fmla="*/ 188153 w 1471018"/>
                <a:gd name="connsiteY296" fmla="*/ 243070 h 795676"/>
                <a:gd name="connsiteX297" fmla="*/ 163849 w 1471018"/>
                <a:gd name="connsiteY297" fmla="*/ 236994 h 795676"/>
                <a:gd name="connsiteX298" fmla="*/ 169925 w 1471018"/>
                <a:gd name="connsiteY298" fmla="*/ 212689 h 795676"/>
                <a:gd name="connsiteX299" fmla="*/ 180938 w 1471018"/>
                <a:gd name="connsiteY299" fmla="*/ 210031 h 795676"/>
                <a:gd name="connsiteX300" fmla="*/ 1183484 w 1471018"/>
                <a:gd name="connsiteY300" fmla="*/ 203954 h 795676"/>
                <a:gd name="connsiteX301" fmla="*/ 1196776 w 1471018"/>
                <a:gd name="connsiteY301" fmla="*/ 212688 h 795676"/>
                <a:gd name="connsiteX302" fmla="*/ 1190700 w 1471018"/>
                <a:gd name="connsiteY302" fmla="*/ 236993 h 795676"/>
                <a:gd name="connsiteX303" fmla="*/ 1166395 w 1471018"/>
                <a:gd name="connsiteY303" fmla="*/ 230917 h 795676"/>
                <a:gd name="connsiteX304" fmla="*/ 1172471 w 1471018"/>
                <a:gd name="connsiteY304" fmla="*/ 206612 h 795676"/>
                <a:gd name="connsiteX305" fmla="*/ 1183484 w 1471018"/>
                <a:gd name="connsiteY305" fmla="*/ 203954 h 795676"/>
                <a:gd name="connsiteX306" fmla="*/ 946515 w 1471018"/>
                <a:gd name="connsiteY306" fmla="*/ 197878 h 795676"/>
                <a:gd name="connsiteX307" fmla="*/ 959807 w 1471018"/>
                <a:gd name="connsiteY307" fmla="*/ 206612 h 795676"/>
                <a:gd name="connsiteX308" fmla="*/ 953731 w 1471018"/>
                <a:gd name="connsiteY308" fmla="*/ 230917 h 795676"/>
                <a:gd name="connsiteX309" fmla="*/ 929426 w 1471018"/>
                <a:gd name="connsiteY309" fmla="*/ 224841 h 795676"/>
                <a:gd name="connsiteX310" fmla="*/ 935502 w 1471018"/>
                <a:gd name="connsiteY310" fmla="*/ 200536 h 795676"/>
                <a:gd name="connsiteX311" fmla="*/ 946515 w 1471018"/>
                <a:gd name="connsiteY311" fmla="*/ 197878 h 795676"/>
                <a:gd name="connsiteX312" fmla="*/ 466501 w 1471018"/>
                <a:gd name="connsiteY312" fmla="*/ 197878 h 795676"/>
                <a:gd name="connsiteX313" fmla="*/ 479793 w 1471018"/>
                <a:gd name="connsiteY313" fmla="*/ 206612 h 795676"/>
                <a:gd name="connsiteX314" fmla="*/ 473717 w 1471018"/>
                <a:gd name="connsiteY314" fmla="*/ 230917 h 795676"/>
                <a:gd name="connsiteX315" fmla="*/ 449412 w 1471018"/>
                <a:gd name="connsiteY315" fmla="*/ 224841 h 795676"/>
                <a:gd name="connsiteX316" fmla="*/ 455486 w 1471018"/>
                <a:gd name="connsiteY316" fmla="*/ 200536 h 795676"/>
                <a:gd name="connsiteX317" fmla="*/ 466501 w 1471018"/>
                <a:gd name="connsiteY317" fmla="*/ 197878 h 795676"/>
                <a:gd name="connsiteX318" fmla="*/ 323717 w 1471018"/>
                <a:gd name="connsiteY318" fmla="*/ 197878 h 795676"/>
                <a:gd name="connsiteX319" fmla="*/ 337009 w 1471018"/>
                <a:gd name="connsiteY319" fmla="*/ 206612 h 795676"/>
                <a:gd name="connsiteX320" fmla="*/ 330933 w 1471018"/>
                <a:gd name="connsiteY320" fmla="*/ 230917 h 795676"/>
                <a:gd name="connsiteX321" fmla="*/ 306628 w 1471018"/>
                <a:gd name="connsiteY321" fmla="*/ 224841 h 795676"/>
                <a:gd name="connsiteX322" fmla="*/ 312704 w 1471018"/>
                <a:gd name="connsiteY322" fmla="*/ 200536 h 795676"/>
                <a:gd name="connsiteX323" fmla="*/ 323717 w 1471018"/>
                <a:gd name="connsiteY323" fmla="*/ 197878 h 795676"/>
                <a:gd name="connsiteX324" fmla="*/ 1074113 w 1471018"/>
                <a:gd name="connsiteY324" fmla="*/ 188764 h 795676"/>
                <a:gd name="connsiteX325" fmla="*/ 1087405 w 1471018"/>
                <a:gd name="connsiteY325" fmla="*/ 197498 h 795676"/>
                <a:gd name="connsiteX326" fmla="*/ 1081329 w 1471018"/>
                <a:gd name="connsiteY326" fmla="*/ 221803 h 795676"/>
                <a:gd name="connsiteX327" fmla="*/ 1057024 w 1471018"/>
                <a:gd name="connsiteY327" fmla="*/ 215727 h 795676"/>
                <a:gd name="connsiteX328" fmla="*/ 1063100 w 1471018"/>
                <a:gd name="connsiteY328" fmla="*/ 191422 h 795676"/>
                <a:gd name="connsiteX329" fmla="*/ 1074113 w 1471018"/>
                <a:gd name="connsiteY329" fmla="*/ 188764 h 795676"/>
                <a:gd name="connsiteX330" fmla="*/ 846259 w 1471018"/>
                <a:gd name="connsiteY330" fmla="*/ 188764 h 795676"/>
                <a:gd name="connsiteX331" fmla="*/ 859551 w 1471018"/>
                <a:gd name="connsiteY331" fmla="*/ 197498 h 795676"/>
                <a:gd name="connsiteX332" fmla="*/ 853475 w 1471018"/>
                <a:gd name="connsiteY332" fmla="*/ 221803 h 795676"/>
                <a:gd name="connsiteX333" fmla="*/ 829170 w 1471018"/>
                <a:gd name="connsiteY333" fmla="*/ 215727 h 795676"/>
                <a:gd name="connsiteX334" fmla="*/ 835246 w 1471018"/>
                <a:gd name="connsiteY334" fmla="*/ 191422 h 795676"/>
                <a:gd name="connsiteX335" fmla="*/ 846259 w 1471018"/>
                <a:gd name="connsiteY335" fmla="*/ 188764 h 795676"/>
                <a:gd name="connsiteX336" fmla="*/ 694356 w 1471018"/>
                <a:gd name="connsiteY336" fmla="*/ 164460 h 795676"/>
                <a:gd name="connsiteX337" fmla="*/ 707648 w 1471018"/>
                <a:gd name="connsiteY337" fmla="*/ 173194 h 795676"/>
                <a:gd name="connsiteX338" fmla="*/ 701572 w 1471018"/>
                <a:gd name="connsiteY338" fmla="*/ 197499 h 795676"/>
                <a:gd name="connsiteX339" fmla="*/ 677267 w 1471018"/>
                <a:gd name="connsiteY339" fmla="*/ 191423 h 795676"/>
                <a:gd name="connsiteX340" fmla="*/ 683343 w 1471018"/>
                <a:gd name="connsiteY340" fmla="*/ 167118 h 795676"/>
                <a:gd name="connsiteX341" fmla="*/ 694356 w 1471018"/>
                <a:gd name="connsiteY341" fmla="*/ 164460 h 795676"/>
                <a:gd name="connsiteX342" fmla="*/ 77635 w 1471018"/>
                <a:gd name="connsiteY342" fmla="*/ 152307 h 795676"/>
                <a:gd name="connsiteX343" fmla="*/ 90926 w 1471018"/>
                <a:gd name="connsiteY343" fmla="*/ 161041 h 795676"/>
                <a:gd name="connsiteX344" fmla="*/ 84851 w 1471018"/>
                <a:gd name="connsiteY344" fmla="*/ 185346 h 795676"/>
                <a:gd name="connsiteX345" fmla="*/ 60546 w 1471018"/>
                <a:gd name="connsiteY345" fmla="*/ 179270 h 795676"/>
                <a:gd name="connsiteX346" fmla="*/ 66622 w 1471018"/>
                <a:gd name="connsiteY346" fmla="*/ 154965 h 795676"/>
                <a:gd name="connsiteX347" fmla="*/ 77635 w 1471018"/>
                <a:gd name="connsiteY347" fmla="*/ 152307 h 795676"/>
                <a:gd name="connsiteX348" fmla="*/ 1377919 w 1471018"/>
                <a:gd name="connsiteY348" fmla="*/ 146231 h 795676"/>
                <a:gd name="connsiteX349" fmla="*/ 1391211 w 1471018"/>
                <a:gd name="connsiteY349" fmla="*/ 154965 h 795676"/>
                <a:gd name="connsiteX350" fmla="*/ 1385135 w 1471018"/>
                <a:gd name="connsiteY350" fmla="*/ 179270 h 795676"/>
                <a:gd name="connsiteX351" fmla="*/ 1360830 w 1471018"/>
                <a:gd name="connsiteY351" fmla="*/ 173194 h 795676"/>
                <a:gd name="connsiteX352" fmla="*/ 1366906 w 1471018"/>
                <a:gd name="connsiteY352" fmla="*/ 148889 h 795676"/>
                <a:gd name="connsiteX353" fmla="*/ 1377919 w 1471018"/>
                <a:gd name="connsiteY353" fmla="*/ 146231 h 795676"/>
                <a:gd name="connsiteX354" fmla="*/ 588024 w 1471018"/>
                <a:gd name="connsiteY354" fmla="*/ 143193 h 795676"/>
                <a:gd name="connsiteX355" fmla="*/ 601316 w 1471018"/>
                <a:gd name="connsiteY355" fmla="*/ 151927 h 795676"/>
                <a:gd name="connsiteX356" fmla="*/ 595240 w 1471018"/>
                <a:gd name="connsiteY356" fmla="*/ 176232 h 795676"/>
                <a:gd name="connsiteX357" fmla="*/ 570935 w 1471018"/>
                <a:gd name="connsiteY357" fmla="*/ 170156 h 795676"/>
                <a:gd name="connsiteX358" fmla="*/ 577011 w 1471018"/>
                <a:gd name="connsiteY358" fmla="*/ 145851 h 795676"/>
                <a:gd name="connsiteX359" fmla="*/ 588024 w 1471018"/>
                <a:gd name="connsiteY359" fmla="*/ 143193 h 795676"/>
                <a:gd name="connsiteX360" fmla="*/ 241687 w 1471018"/>
                <a:gd name="connsiteY360" fmla="*/ 128003 h 795676"/>
                <a:gd name="connsiteX361" fmla="*/ 254979 w 1471018"/>
                <a:gd name="connsiteY361" fmla="*/ 136737 h 795676"/>
                <a:gd name="connsiteX362" fmla="*/ 248903 w 1471018"/>
                <a:gd name="connsiteY362" fmla="*/ 161042 h 795676"/>
                <a:gd name="connsiteX363" fmla="*/ 224598 w 1471018"/>
                <a:gd name="connsiteY363" fmla="*/ 154966 h 795676"/>
                <a:gd name="connsiteX364" fmla="*/ 230674 w 1471018"/>
                <a:gd name="connsiteY364" fmla="*/ 130661 h 795676"/>
                <a:gd name="connsiteX365" fmla="*/ 241687 w 1471018"/>
                <a:gd name="connsiteY365" fmla="*/ 128003 h 795676"/>
                <a:gd name="connsiteX366" fmla="*/ 1259435 w 1471018"/>
                <a:gd name="connsiteY366" fmla="*/ 124965 h 795676"/>
                <a:gd name="connsiteX367" fmla="*/ 1272727 w 1471018"/>
                <a:gd name="connsiteY367" fmla="*/ 133699 h 795676"/>
                <a:gd name="connsiteX368" fmla="*/ 1266651 w 1471018"/>
                <a:gd name="connsiteY368" fmla="*/ 158004 h 795676"/>
                <a:gd name="connsiteX369" fmla="*/ 1242346 w 1471018"/>
                <a:gd name="connsiteY369" fmla="*/ 151928 h 795676"/>
                <a:gd name="connsiteX370" fmla="*/ 1248422 w 1471018"/>
                <a:gd name="connsiteY370" fmla="*/ 127623 h 795676"/>
                <a:gd name="connsiteX371" fmla="*/ 1259435 w 1471018"/>
                <a:gd name="connsiteY371" fmla="*/ 124965 h 795676"/>
                <a:gd name="connsiteX372" fmla="*/ 399672 w 1471018"/>
                <a:gd name="connsiteY372" fmla="*/ 118889 h 795676"/>
                <a:gd name="connsiteX373" fmla="*/ 412966 w 1471018"/>
                <a:gd name="connsiteY373" fmla="*/ 127623 h 795676"/>
                <a:gd name="connsiteX374" fmla="*/ 406890 w 1471018"/>
                <a:gd name="connsiteY374" fmla="*/ 151928 h 795676"/>
                <a:gd name="connsiteX375" fmla="*/ 382584 w 1471018"/>
                <a:gd name="connsiteY375" fmla="*/ 145852 h 795676"/>
                <a:gd name="connsiteX376" fmla="*/ 388658 w 1471018"/>
                <a:gd name="connsiteY376" fmla="*/ 121547 h 795676"/>
                <a:gd name="connsiteX377" fmla="*/ 399672 w 1471018"/>
                <a:gd name="connsiteY377" fmla="*/ 118889 h 795676"/>
                <a:gd name="connsiteX378" fmla="*/ 1004238 w 1471018"/>
                <a:gd name="connsiteY378" fmla="*/ 112813 h 795676"/>
                <a:gd name="connsiteX379" fmla="*/ 1017530 w 1471018"/>
                <a:gd name="connsiteY379" fmla="*/ 121547 h 795676"/>
                <a:gd name="connsiteX380" fmla="*/ 1011454 w 1471018"/>
                <a:gd name="connsiteY380" fmla="*/ 145852 h 795676"/>
                <a:gd name="connsiteX381" fmla="*/ 987149 w 1471018"/>
                <a:gd name="connsiteY381" fmla="*/ 139776 h 795676"/>
                <a:gd name="connsiteX382" fmla="*/ 993225 w 1471018"/>
                <a:gd name="connsiteY382" fmla="*/ 115471 h 795676"/>
                <a:gd name="connsiteX383" fmla="*/ 1004238 w 1471018"/>
                <a:gd name="connsiteY383" fmla="*/ 112813 h 795676"/>
                <a:gd name="connsiteX384" fmla="*/ 800688 w 1471018"/>
                <a:gd name="connsiteY384" fmla="*/ 97622 h 795676"/>
                <a:gd name="connsiteX385" fmla="*/ 813980 w 1471018"/>
                <a:gd name="connsiteY385" fmla="*/ 106356 h 795676"/>
                <a:gd name="connsiteX386" fmla="*/ 807904 w 1471018"/>
                <a:gd name="connsiteY386" fmla="*/ 130661 h 795676"/>
                <a:gd name="connsiteX387" fmla="*/ 783599 w 1471018"/>
                <a:gd name="connsiteY387" fmla="*/ 124585 h 795676"/>
                <a:gd name="connsiteX388" fmla="*/ 789675 w 1471018"/>
                <a:gd name="connsiteY388" fmla="*/ 100280 h 795676"/>
                <a:gd name="connsiteX389" fmla="*/ 800688 w 1471018"/>
                <a:gd name="connsiteY389" fmla="*/ 97622 h 795676"/>
                <a:gd name="connsiteX390" fmla="*/ 1128799 w 1471018"/>
                <a:gd name="connsiteY390" fmla="*/ 85470 h 795676"/>
                <a:gd name="connsiteX391" fmla="*/ 1142090 w 1471018"/>
                <a:gd name="connsiteY391" fmla="*/ 94204 h 795676"/>
                <a:gd name="connsiteX392" fmla="*/ 1136014 w 1471018"/>
                <a:gd name="connsiteY392" fmla="*/ 118509 h 795676"/>
                <a:gd name="connsiteX393" fmla="*/ 1111709 w 1471018"/>
                <a:gd name="connsiteY393" fmla="*/ 112433 h 795676"/>
                <a:gd name="connsiteX394" fmla="*/ 1117785 w 1471018"/>
                <a:gd name="connsiteY394" fmla="*/ 88128 h 795676"/>
                <a:gd name="connsiteX395" fmla="*/ 1128799 w 1471018"/>
                <a:gd name="connsiteY395" fmla="*/ 85470 h 795676"/>
                <a:gd name="connsiteX396" fmla="*/ 515112 w 1471018"/>
                <a:gd name="connsiteY396" fmla="*/ 85470 h 795676"/>
                <a:gd name="connsiteX397" fmla="*/ 528402 w 1471018"/>
                <a:gd name="connsiteY397" fmla="*/ 94204 h 795676"/>
                <a:gd name="connsiteX398" fmla="*/ 522328 w 1471018"/>
                <a:gd name="connsiteY398" fmla="*/ 118509 h 795676"/>
                <a:gd name="connsiteX399" fmla="*/ 498023 w 1471018"/>
                <a:gd name="connsiteY399" fmla="*/ 112433 h 795676"/>
                <a:gd name="connsiteX400" fmla="*/ 504099 w 1471018"/>
                <a:gd name="connsiteY400" fmla="*/ 88128 h 795676"/>
                <a:gd name="connsiteX401" fmla="*/ 515112 w 1471018"/>
                <a:gd name="connsiteY401" fmla="*/ 85470 h 795676"/>
                <a:gd name="connsiteX402" fmla="*/ 682203 w 1471018"/>
                <a:gd name="connsiteY402" fmla="*/ 73318 h 795676"/>
                <a:gd name="connsiteX403" fmla="*/ 695495 w 1471018"/>
                <a:gd name="connsiteY403" fmla="*/ 82052 h 795676"/>
                <a:gd name="connsiteX404" fmla="*/ 689419 w 1471018"/>
                <a:gd name="connsiteY404" fmla="*/ 106357 h 795676"/>
                <a:gd name="connsiteX405" fmla="*/ 665114 w 1471018"/>
                <a:gd name="connsiteY405" fmla="*/ 100281 h 795676"/>
                <a:gd name="connsiteX406" fmla="*/ 671190 w 1471018"/>
                <a:gd name="connsiteY406" fmla="*/ 75976 h 795676"/>
                <a:gd name="connsiteX407" fmla="*/ 682203 w 1471018"/>
                <a:gd name="connsiteY407" fmla="*/ 73318 h 795676"/>
                <a:gd name="connsiteX408" fmla="*/ 159669 w 1471018"/>
                <a:gd name="connsiteY408" fmla="*/ 67242 h 795676"/>
                <a:gd name="connsiteX409" fmla="*/ 172960 w 1471018"/>
                <a:gd name="connsiteY409" fmla="*/ 75976 h 795676"/>
                <a:gd name="connsiteX410" fmla="*/ 166884 w 1471018"/>
                <a:gd name="connsiteY410" fmla="*/ 100281 h 795676"/>
                <a:gd name="connsiteX411" fmla="*/ 142579 w 1471018"/>
                <a:gd name="connsiteY411" fmla="*/ 94205 h 795676"/>
                <a:gd name="connsiteX412" fmla="*/ 148655 w 1471018"/>
                <a:gd name="connsiteY412" fmla="*/ 69900 h 795676"/>
                <a:gd name="connsiteX413" fmla="*/ 159669 w 1471018"/>
                <a:gd name="connsiteY413" fmla="*/ 67242 h 795676"/>
                <a:gd name="connsiteX414" fmla="*/ 1453871 w 1471018"/>
                <a:gd name="connsiteY414" fmla="*/ 58127 h 795676"/>
                <a:gd name="connsiteX415" fmla="*/ 1467163 w 1471018"/>
                <a:gd name="connsiteY415" fmla="*/ 66861 h 795676"/>
                <a:gd name="connsiteX416" fmla="*/ 1461087 w 1471018"/>
                <a:gd name="connsiteY416" fmla="*/ 91166 h 795676"/>
                <a:gd name="connsiteX417" fmla="*/ 1436782 w 1471018"/>
                <a:gd name="connsiteY417" fmla="*/ 85090 h 795676"/>
                <a:gd name="connsiteX418" fmla="*/ 1442858 w 1471018"/>
                <a:gd name="connsiteY418" fmla="*/ 60785 h 795676"/>
                <a:gd name="connsiteX419" fmla="*/ 1453871 w 1471018"/>
                <a:gd name="connsiteY419" fmla="*/ 58127 h 795676"/>
                <a:gd name="connsiteX420" fmla="*/ 47254 w 1471018"/>
                <a:gd name="connsiteY420" fmla="*/ 58127 h 795676"/>
                <a:gd name="connsiteX421" fmla="*/ 60546 w 1471018"/>
                <a:gd name="connsiteY421" fmla="*/ 66861 h 795676"/>
                <a:gd name="connsiteX422" fmla="*/ 54470 w 1471018"/>
                <a:gd name="connsiteY422" fmla="*/ 91166 h 795676"/>
                <a:gd name="connsiteX423" fmla="*/ 30165 w 1471018"/>
                <a:gd name="connsiteY423" fmla="*/ 85090 h 795676"/>
                <a:gd name="connsiteX424" fmla="*/ 36241 w 1471018"/>
                <a:gd name="connsiteY424" fmla="*/ 60785 h 795676"/>
                <a:gd name="connsiteX425" fmla="*/ 47254 w 1471018"/>
                <a:gd name="connsiteY425" fmla="*/ 58127 h 795676"/>
                <a:gd name="connsiteX426" fmla="*/ 314611 w 1471018"/>
                <a:gd name="connsiteY426" fmla="*/ 55089 h 795676"/>
                <a:gd name="connsiteX427" fmla="*/ 327903 w 1471018"/>
                <a:gd name="connsiteY427" fmla="*/ 63823 h 795676"/>
                <a:gd name="connsiteX428" fmla="*/ 321827 w 1471018"/>
                <a:gd name="connsiteY428" fmla="*/ 88128 h 795676"/>
                <a:gd name="connsiteX429" fmla="*/ 297522 w 1471018"/>
                <a:gd name="connsiteY429" fmla="*/ 82052 h 795676"/>
                <a:gd name="connsiteX430" fmla="*/ 303598 w 1471018"/>
                <a:gd name="connsiteY430" fmla="*/ 57747 h 795676"/>
                <a:gd name="connsiteX431" fmla="*/ 314611 w 1471018"/>
                <a:gd name="connsiteY431" fmla="*/ 55089 h 795676"/>
                <a:gd name="connsiteX432" fmla="*/ 885754 w 1471018"/>
                <a:gd name="connsiteY432" fmla="*/ 52051 h 795676"/>
                <a:gd name="connsiteX433" fmla="*/ 899046 w 1471018"/>
                <a:gd name="connsiteY433" fmla="*/ 60785 h 795676"/>
                <a:gd name="connsiteX434" fmla="*/ 892970 w 1471018"/>
                <a:gd name="connsiteY434" fmla="*/ 85090 h 795676"/>
                <a:gd name="connsiteX435" fmla="*/ 868665 w 1471018"/>
                <a:gd name="connsiteY435" fmla="*/ 79014 h 795676"/>
                <a:gd name="connsiteX436" fmla="*/ 874741 w 1471018"/>
                <a:gd name="connsiteY436" fmla="*/ 54709 h 795676"/>
                <a:gd name="connsiteX437" fmla="*/ 885754 w 1471018"/>
                <a:gd name="connsiteY437" fmla="*/ 52051 h 795676"/>
                <a:gd name="connsiteX438" fmla="*/ 1341464 w 1471018"/>
                <a:gd name="connsiteY438" fmla="*/ 39899 h 795676"/>
                <a:gd name="connsiteX439" fmla="*/ 1354755 w 1471018"/>
                <a:gd name="connsiteY439" fmla="*/ 48633 h 795676"/>
                <a:gd name="connsiteX440" fmla="*/ 1348679 w 1471018"/>
                <a:gd name="connsiteY440" fmla="*/ 72938 h 795676"/>
                <a:gd name="connsiteX441" fmla="*/ 1324374 w 1471018"/>
                <a:gd name="connsiteY441" fmla="*/ 66862 h 795676"/>
                <a:gd name="connsiteX442" fmla="*/ 1330450 w 1471018"/>
                <a:gd name="connsiteY442" fmla="*/ 42557 h 795676"/>
                <a:gd name="connsiteX443" fmla="*/ 1341464 w 1471018"/>
                <a:gd name="connsiteY443" fmla="*/ 39899 h 795676"/>
                <a:gd name="connsiteX444" fmla="*/ 1204751 w 1471018"/>
                <a:gd name="connsiteY444" fmla="*/ 27747 h 795676"/>
                <a:gd name="connsiteX445" fmla="*/ 1218042 w 1471018"/>
                <a:gd name="connsiteY445" fmla="*/ 36481 h 795676"/>
                <a:gd name="connsiteX446" fmla="*/ 1211966 w 1471018"/>
                <a:gd name="connsiteY446" fmla="*/ 60786 h 795676"/>
                <a:gd name="connsiteX447" fmla="*/ 1187661 w 1471018"/>
                <a:gd name="connsiteY447" fmla="*/ 54710 h 795676"/>
                <a:gd name="connsiteX448" fmla="*/ 1193737 w 1471018"/>
                <a:gd name="connsiteY448" fmla="*/ 30405 h 795676"/>
                <a:gd name="connsiteX449" fmla="*/ 1204751 w 1471018"/>
                <a:gd name="connsiteY449" fmla="*/ 27747 h 795676"/>
                <a:gd name="connsiteX450" fmla="*/ 979933 w 1471018"/>
                <a:gd name="connsiteY450" fmla="*/ 21671 h 795676"/>
                <a:gd name="connsiteX451" fmla="*/ 993225 w 1471018"/>
                <a:gd name="connsiteY451" fmla="*/ 30405 h 795676"/>
                <a:gd name="connsiteX452" fmla="*/ 987149 w 1471018"/>
                <a:gd name="connsiteY452" fmla="*/ 54710 h 795676"/>
                <a:gd name="connsiteX453" fmla="*/ 962844 w 1471018"/>
                <a:gd name="connsiteY453" fmla="*/ 48634 h 795676"/>
                <a:gd name="connsiteX454" fmla="*/ 968920 w 1471018"/>
                <a:gd name="connsiteY454" fmla="*/ 24329 h 795676"/>
                <a:gd name="connsiteX455" fmla="*/ 979933 w 1471018"/>
                <a:gd name="connsiteY455" fmla="*/ 21671 h 795676"/>
                <a:gd name="connsiteX456" fmla="*/ 451312 w 1471018"/>
                <a:gd name="connsiteY456" fmla="*/ 8759 h 795676"/>
                <a:gd name="connsiteX457" fmla="*/ 464603 w 1471018"/>
                <a:gd name="connsiteY457" fmla="*/ 21291 h 795676"/>
                <a:gd name="connsiteX458" fmla="*/ 458526 w 1471018"/>
                <a:gd name="connsiteY458" fmla="*/ 45596 h 795676"/>
                <a:gd name="connsiteX459" fmla="*/ 434225 w 1471018"/>
                <a:gd name="connsiteY459" fmla="*/ 39520 h 795676"/>
                <a:gd name="connsiteX460" fmla="*/ 440301 w 1471018"/>
                <a:gd name="connsiteY460" fmla="*/ 12177 h 795676"/>
                <a:gd name="connsiteX461" fmla="*/ 451312 w 1471018"/>
                <a:gd name="connsiteY461" fmla="*/ 8759 h 795676"/>
                <a:gd name="connsiteX462" fmla="*/ 1049824 w 1471018"/>
                <a:gd name="connsiteY462" fmla="*/ 0 h 795676"/>
                <a:gd name="connsiteX463" fmla="*/ 1083563 w 1471018"/>
                <a:gd name="connsiteY463" fmla="*/ 0 h 795676"/>
                <a:gd name="connsiteX464" fmla="*/ 1083987 w 1471018"/>
                <a:gd name="connsiteY464" fmla="*/ 2304 h 795676"/>
                <a:gd name="connsiteX465" fmla="*/ 1075253 w 1471018"/>
                <a:gd name="connsiteY465" fmla="*/ 12178 h 795676"/>
                <a:gd name="connsiteX466" fmla="*/ 1050948 w 1471018"/>
                <a:gd name="connsiteY466" fmla="*/ 6102 h 795676"/>
                <a:gd name="connsiteX467" fmla="*/ 773962 w 1471018"/>
                <a:gd name="connsiteY467" fmla="*/ 0 h 795676"/>
                <a:gd name="connsiteX468" fmla="*/ 806875 w 1471018"/>
                <a:gd name="connsiteY468" fmla="*/ 0 h 795676"/>
                <a:gd name="connsiteX469" fmla="*/ 798790 w 1471018"/>
                <a:gd name="connsiteY469" fmla="*/ 9140 h 795676"/>
                <a:gd name="connsiteX470" fmla="*/ 774485 w 1471018"/>
                <a:gd name="connsiteY470" fmla="*/ 3064 h 795676"/>
                <a:gd name="connsiteX471" fmla="*/ 659033 w 1471018"/>
                <a:gd name="connsiteY471" fmla="*/ 0 h 795676"/>
                <a:gd name="connsiteX472" fmla="*/ 688741 w 1471018"/>
                <a:gd name="connsiteY472" fmla="*/ 0 h 795676"/>
                <a:gd name="connsiteX473" fmla="*/ 683343 w 1471018"/>
                <a:gd name="connsiteY473" fmla="*/ 6102 h 795676"/>
                <a:gd name="connsiteX474" fmla="*/ 659038 w 1471018"/>
                <a:gd name="connsiteY474" fmla="*/ 26 h 795676"/>
                <a:gd name="connsiteX475" fmla="*/ 558807 w 1471018"/>
                <a:gd name="connsiteY475" fmla="*/ 0 h 795676"/>
                <a:gd name="connsiteX476" fmla="*/ 589125 w 1471018"/>
                <a:gd name="connsiteY476" fmla="*/ 0 h 795676"/>
                <a:gd name="connsiteX477" fmla="*/ 589163 w 1471018"/>
                <a:gd name="connsiteY477" fmla="*/ 25 h 795676"/>
                <a:gd name="connsiteX478" fmla="*/ 583087 w 1471018"/>
                <a:gd name="connsiteY478" fmla="*/ 24330 h 795676"/>
                <a:gd name="connsiteX479" fmla="*/ 558782 w 1471018"/>
                <a:gd name="connsiteY479" fmla="*/ 18254 h 795676"/>
                <a:gd name="connsiteX480" fmla="*/ 556124 w 1471018"/>
                <a:gd name="connsiteY480" fmla="*/ 2683 h 795676"/>
                <a:gd name="connsiteX481" fmla="*/ 189731 w 1471018"/>
                <a:gd name="connsiteY481" fmla="*/ 0 h 795676"/>
                <a:gd name="connsiteX482" fmla="*/ 223240 w 1471018"/>
                <a:gd name="connsiteY482" fmla="*/ 0 h 795676"/>
                <a:gd name="connsiteX483" fmla="*/ 224224 w 1471018"/>
                <a:gd name="connsiteY483" fmla="*/ 5342 h 795676"/>
                <a:gd name="connsiteX484" fmla="*/ 215490 w 1471018"/>
                <a:gd name="connsiteY484" fmla="*/ 15216 h 795676"/>
                <a:gd name="connsiteX485" fmla="*/ 191185 w 1471018"/>
                <a:gd name="connsiteY485" fmla="*/ 9140 h 79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Lst>
              <a:rect l="l" t="t" r="r" b="b"/>
              <a:pathLst>
                <a:path w="1471018" h="795676">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dirty="0"/>
            </a:p>
          </p:txBody>
        </p:sp>
      </p:grpSp>
      <p:sp>
        <p:nvSpPr>
          <p:cNvPr id="26" name="Title 17">
            <a:extLst>
              <a:ext uri="{FF2B5EF4-FFF2-40B4-BE49-F238E27FC236}">
                <a16:creationId xmlns:a16="http://schemas.microsoft.com/office/drawing/2014/main" id="{FC60EDA6-879B-4EFF-9158-25520A2EBD2F}"/>
              </a:ext>
            </a:extLst>
          </p:cNvPr>
          <p:cNvSpPr>
            <a:spLocks noGrp="1"/>
          </p:cNvSpPr>
          <p:nvPr>
            <p:ph type="title"/>
          </p:nvPr>
        </p:nvSpPr>
        <p:spPr>
          <a:xfrm>
            <a:off x="786384" y="576072"/>
            <a:ext cx="5430250" cy="2751749"/>
          </a:xfrm>
        </p:spPr>
        <p:txBody>
          <a:bodyPr anchor="ctr">
            <a:normAutofit/>
          </a:bodyPr>
          <a:lstStyle/>
          <a:p>
            <a:pPr algn="l">
              <a:lnSpc>
                <a:spcPct val="100000"/>
              </a:lnSpc>
            </a:pPr>
            <a:r>
              <a:rPr lang="en-US" sz="5200">
                <a:solidFill>
                  <a:schemeClr val="bg1"/>
                </a:solidFill>
                <a:latin typeface="+mj-lt"/>
                <a:cs typeface="Sakkal Majalla" panose="020B0604020202020204" pitchFamily="2" charset="-78"/>
              </a:rPr>
              <a:t>Click to edit Master title style</a:t>
            </a:r>
            <a:endParaRPr lang="en-US" sz="5200" dirty="0">
              <a:solidFill>
                <a:schemeClr val="bg1"/>
              </a:solidFill>
              <a:latin typeface="+mj-lt"/>
              <a:cs typeface="Sakkal Majalla" panose="020B0604020202020204" pitchFamily="2" charset="-78"/>
            </a:endParaRPr>
          </a:p>
        </p:txBody>
      </p:sp>
      <p:sp>
        <p:nvSpPr>
          <p:cNvPr id="27" name="Content Placeholder 2">
            <a:extLst>
              <a:ext uri="{FF2B5EF4-FFF2-40B4-BE49-F238E27FC236}">
                <a16:creationId xmlns:a16="http://schemas.microsoft.com/office/drawing/2014/main" id="{F27A3D7F-8C5E-44FE-A479-C18D5C477622}"/>
              </a:ext>
            </a:extLst>
          </p:cNvPr>
          <p:cNvSpPr>
            <a:spLocks noGrp="1"/>
          </p:cNvSpPr>
          <p:nvPr>
            <p:ph idx="1"/>
          </p:nvPr>
        </p:nvSpPr>
        <p:spPr>
          <a:xfrm>
            <a:off x="6464409" y="576072"/>
            <a:ext cx="4699459" cy="2778231"/>
          </a:xfrm>
        </p:spPr>
        <p:txBody>
          <a:bodyPr anchor="ctr">
            <a:normAutofit/>
          </a:bodyPr>
          <a:lstStyle>
            <a:lvl1pPr marL="0" indent="0">
              <a:buNone/>
              <a:defRPr/>
            </a:lvl1pPr>
          </a:lstStyle>
          <a:p>
            <a:pPr marL="228600" lvl="0" indent="-228600" algn="l">
              <a:lnSpc>
                <a:spcPct val="110000"/>
              </a:lnSpc>
            </a:pPr>
            <a:r>
              <a:rPr lang="en-US" sz="2000" spc="110">
                <a:cs typeface="Sakkal Majalla" panose="020B0604020202020204" pitchFamily="2" charset="-78"/>
              </a:rPr>
              <a:t>Click to edit Master text styles</a:t>
            </a:r>
          </a:p>
        </p:txBody>
      </p:sp>
      <p:sp>
        <p:nvSpPr>
          <p:cNvPr id="6" name="Picture Placeholder 5">
            <a:extLst>
              <a:ext uri="{FF2B5EF4-FFF2-40B4-BE49-F238E27FC236}">
                <a16:creationId xmlns:a16="http://schemas.microsoft.com/office/drawing/2014/main" id="{00FCED1F-1A31-48AB-9D93-024BED5D4076}"/>
              </a:ext>
            </a:extLst>
          </p:cNvPr>
          <p:cNvSpPr>
            <a:spLocks noGrp="1"/>
          </p:cNvSpPr>
          <p:nvPr>
            <p:ph type="pic" sz="quarter" idx="13"/>
          </p:nvPr>
        </p:nvSpPr>
        <p:spPr>
          <a:xfrm>
            <a:off x="649224" y="3822192"/>
            <a:ext cx="3593592" cy="3035808"/>
          </a:xfrm>
          <a:solidFill>
            <a:schemeClr val="accent4"/>
          </a:solidFill>
        </p:spPr>
        <p:txBody>
          <a:bodyPr/>
          <a:lstStyle/>
          <a:p>
            <a:r>
              <a:rPr lang="en-US"/>
              <a:t>Click icon to add picture</a:t>
            </a:r>
            <a:endParaRPr lang="en-US" dirty="0"/>
          </a:p>
        </p:txBody>
      </p:sp>
      <p:sp>
        <p:nvSpPr>
          <p:cNvPr id="24" name="Picture Placeholder 5">
            <a:extLst>
              <a:ext uri="{FF2B5EF4-FFF2-40B4-BE49-F238E27FC236}">
                <a16:creationId xmlns:a16="http://schemas.microsoft.com/office/drawing/2014/main" id="{2063E65E-58BB-4A53-8826-5DC5967058BD}"/>
              </a:ext>
            </a:extLst>
          </p:cNvPr>
          <p:cNvSpPr>
            <a:spLocks noGrp="1"/>
          </p:cNvSpPr>
          <p:nvPr>
            <p:ph type="pic" sz="quarter" idx="14"/>
          </p:nvPr>
        </p:nvSpPr>
        <p:spPr>
          <a:xfrm>
            <a:off x="4297680" y="3822192"/>
            <a:ext cx="3593592" cy="3035808"/>
          </a:xfrm>
          <a:solidFill>
            <a:schemeClr val="accent4"/>
          </a:solidFill>
        </p:spPr>
        <p:txBody>
          <a:bodyPr/>
          <a:lstStyle/>
          <a:p>
            <a:r>
              <a:rPr lang="en-US"/>
              <a:t>Click icon to add picture</a:t>
            </a:r>
            <a:endParaRPr lang="en-US" dirty="0"/>
          </a:p>
        </p:txBody>
      </p:sp>
      <p:sp>
        <p:nvSpPr>
          <p:cNvPr id="25" name="Picture Placeholder 5">
            <a:extLst>
              <a:ext uri="{FF2B5EF4-FFF2-40B4-BE49-F238E27FC236}">
                <a16:creationId xmlns:a16="http://schemas.microsoft.com/office/drawing/2014/main" id="{05EDDDA5-F56B-453E-B806-32A3E072E1F2}"/>
              </a:ext>
            </a:extLst>
          </p:cNvPr>
          <p:cNvSpPr>
            <a:spLocks noGrp="1"/>
          </p:cNvSpPr>
          <p:nvPr>
            <p:ph type="pic" sz="quarter" idx="15"/>
          </p:nvPr>
        </p:nvSpPr>
        <p:spPr>
          <a:xfrm>
            <a:off x="7955280" y="3822192"/>
            <a:ext cx="3593592" cy="3035808"/>
          </a:xfrm>
          <a:solidFill>
            <a:schemeClr val="accent4"/>
          </a:solidFill>
        </p:spPr>
        <p:txBody>
          <a:bodyPr/>
          <a:lstStyle/>
          <a:p>
            <a:r>
              <a:rPr lang="en-US"/>
              <a:t>Click icon to add picture</a:t>
            </a:r>
            <a:endParaRPr lang="en-US" dirty="0"/>
          </a:p>
        </p:txBody>
      </p:sp>
      <p:sp>
        <p:nvSpPr>
          <p:cNvPr id="2" name="Date Placeholder 1"/>
          <p:cNvSpPr>
            <a:spLocks noGrp="1"/>
          </p:cNvSpPr>
          <p:nvPr>
            <p:ph type="dt" sz="half" idx="10"/>
          </p:nvPr>
        </p:nvSpPr>
        <p:spPr/>
        <p:txBody>
          <a:bodyPr/>
          <a:lstStyle/>
          <a:p>
            <a:r>
              <a:rPr lang="en-US" dirty="0"/>
              <a:t>20XX</a:t>
            </a:r>
          </a:p>
        </p:txBody>
      </p:sp>
      <p:sp>
        <p:nvSpPr>
          <p:cNvPr id="3" name="Footer Placeholder 2"/>
          <p:cNvSpPr>
            <a:spLocks noGrp="1"/>
          </p:cNvSpPr>
          <p:nvPr>
            <p:ph type="ftr" sz="quarter" idx="11"/>
          </p:nvPr>
        </p:nvSpPr>
        <p:spPr/>
        <p:txBody>
          <a:bodyPr/>
          <a:lstStyle/>
          <a:p>
            <a:r>
              <a:rPr lang="en-US" dirty="0"/>
              <a:t>Sample Footer Text</a:t>
            </a:r>
          </a:p>
        </p:txBody>
      </p:sp>
      <p:sp>
        <p:nvSpPr>
          <p:cNvPr id="4" name="Slide Number Placeholder 3"/>
          <p:cNvSpPr>
            <a:spLocks noGrp="1"/>
          </p:cNvSpPr>
          <p:nvPr>
            <p:ph type="sldNum" sz="quarter" idx="12"/>
          </p:nvPr>
        </p:nvSpPr>
        <p:spPr/>
        <p:txBody>
          <a:bodyPr/>
          <a:lstStyle/>
          <a:p>
            <a:fld id="{DFDF98CC-160E-494C-8C3C-8CDC5FA257DE}" type="slidenum">
              <a:rPr lang="en-US" smtClean="0"/>
              <a:t>‹#›</a:t>
            </a:fld>
            <a:endParaRPr lang="en-US" dirty="0"/>
          </a:p>
        </p:txBody>
      </p:sp>
    </p:spTree>
    <p:extLst>
      <p:ext uri="{BB962C8B-B14F-4D97-AF65-F5344CB8AC3E}">
        <p14:creationId xmlns:p14="http://schemas.microsoft.com/office/powerpoint/2010/main" val="48817737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r>
              <a:rPr lang="en-US" dirty="0"/>
              <a:t>20XX</a:t>
            </a:r>
          </a:p>
        </p:txBody>
      </p:sp>
      <p:sp>
        <p:nvSpPr>
          <p:cNvPr id="5" name="Footer Placeholder 4"/>
          <p:cNvSpPr>
            <a:spLocks noGrp="1"/>
          </p:cNvSpPr>
          <p:nvPr>
            <p:ph type="ftr" sz="quarter" idx="11"/>
          </p:nvPr>
        </p:nvSpPr>
        <p:spPr/>
        <p:txBody>
          <a:bodyPr/>
          <a:lstStyle/>
          <a:p>
            <a:r>
              <a:rPr lang="en-US" dirty="0"/>
              <a:t>Sample Footer Text</a:t>
            </a:r>
          </a:p>
        </p:txBody>
      </p:sp>
      <p:sp>
        <p:nvSpPr>
          <p:cNvPr id="6" name="Slide Number Placeholder 5"/>
          <p:cNvSpPr>
            <a:spLocks noGrp="1"/>
          </p:cNvSpPr>
          <p:nvPr>
            <p:ph type="sldNum" sz="quarter" idx="12"/>
          </p:nvPr>
        </p:nvSpPr>
        <p:spPr/>
        <p:txBody>
          <a:bodyPr/>
          <a:lstStyle/>
          <a:p>
            <a:fld id="{DFDF98CC-160E-494C-8C3C-8CDC5FA257DE}" type="slidenum">
              <a:rPr lang="en-US" smtClean="0"/>
              <a:t>‹#›</a:t>
            </a:fld>
            <a:endParaRPr lang="en-US" dirty="0"/>
          </a:p>
        </p:txBody>
      </p:sp>
    </p:spTree>
    <p:extLst>
      <p:ext uri="{BB962C8B-B14F-4D97-AF65-F5344CB8AC3E}">
        <p14:creationId xmlns:p14="http://schemas.microsoft.com/office/powerpoint/2010/main" val="246086301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2519361"/>
            <a:ext cx="5181600" cy="36576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519361"/>
            <a:ext cx="5181600" cy="36576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r>
              <a:rPr lang="en-US" dirty="0"/>
              <a:t>20XX</a:t>
            </a:r>
          </a:p>
        </p:txBody>
      </p:sp>
      <p:sp>
        <p:nvSpPr>
          <p:cNvPr id="6" name="Footer Placeholder 5"/>
          <p:cNvSpPr>
            <a:spLocks noGrp="1"/>
          </p:cNvSpPr>
          <p:nvPr>
            <p:ph type="ftr" sz="quarter" idx="11"/>
          </p:nvPr>
        </p:nvSpPr>
        <p:spPr/>
        <p:txBody>
          <a:bodyPr/>
          <a:lstStyle/>
          <a:p>
            <a:r>
              <a:rPr lang="en-US" dirty="0"/>
              <a:t>Sample Footer Text</a:t>
            </a:r>
          </a:p>
        </p:txBody>
      </p:sp>
      <p:sp>
        <p:nvSpPr>
          <p:cNvPr id="7" name="Slide Number Placeholder 6"/>
          <p:cNvSpPr>
            <a:spLocks noGrp="1"/>
          </p:cNvSpPr>
          <p:nvPr>
            <p:ph type="sldNum" sz="quarter" idx="12"/>
          </p:nvPr>
        </p:nvSpPr>
        <p:spPr/>
        <p:txBody>
          <a:bodyPr/>
          <a:lstStyle/>
          <a:p>
            <a:fld id="{DFDF98CC-160E-494C-8C3C-8CDC5FA257DE}" type="slidenum">
              <a:rPr lang="en-US" smtClean="0"/>
              <a:t>‹#›</a:t>
            </a:fld>
            <a:endParaRPr lang="en-US" dirty="0"/>
          </a:p>
        </p:txBody>
      </p:sp>
    </p:spTree>
    <p:extLst>
      <p:ext uri="{BB962C8B-B14F-4D97-AF65-F5344CB8AC3E}">
        <p14:creationId xmlns:p14="http://schemas.microsoft.com/office/powerpoint/2010/main" val="157360505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dirty="0"/>
              <a:t>20XX</a:t>
            </a:r>
          </a:p>
        </p:txBody>
      </p:sp>
      <p:sp>
        <p:nvSpPr>
          <p:cNvPr id="3" name="Footer Placeholder 2"/>
          <p:cNvSpPr>
            <a:spLocks noGrp="1"/>
          </p:cNvSpPr>
          <p:nvPr>
            <p:ph type="ftr" sz="quarter" idx="11"/>
          </p:nvPr>
        </p:nvSpPr>
        <p:spPr/>
        <p:txBody>
          <a:bodyPr/>
          <a:lstStyle/>
          <a:p>
            <a:r>
              <a:rPr lang="en-US" dirty="0"/>
              <a:t>Sample Footer Text</a:t>
            </a:r>
          </a:p>
        </p:txBody>
      </p:sp>
      <p:sp>
        <p:nvSpPr>
          <p:cNvPr id="4" name="Slide Number Placeholder 3"/>
          <p:cNvSpPr>
            <a:spLocks noGrp="1"/>
          </p:cNvSpPr>
          <p:nvPr>
            <p:ph type="sldNum" sz="quarter" idx="12"/>
          </p:nvPr>
        </p:nvSpPr>
        <p:spPr/>
        <p:txBody>
          <a:bodyPr/>
          <a:lstStyle/>
          <a:p>
            <a:fld id="{DFDF98CC-160E-494C-8C3C-8CDC5FA257DE}" type="slidenum">
              <a:rPr lang="en-US" smtClean="0"/>
              <a:t>‹#›</a:t>
            </a:fld>
            <a:endParaRPr lang="en-US" dirty="0"/>
          </a:p>
        </p:txBody>
      </p:sp>
    </p:spTree>
    <p:extLst>
      <p:ext uri="{BB962C8B-B14F-4D97-AF65-F5344CB8AC3E}">
        <p14:creationId xmlns:p14="http://schemas.microsoft.com/office/powerpoint/2010/main" val="382425490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dirty="0"/>
              <a:t>20XX</a:t>
            </a:r>
          </a:p>
        </p:txBody>
      </p:sp>
      <p:sp>
        <p:nvSpPr>
          <p:cNvPr id="6" name="Footer Placeholder 5"/>
          <p:cNvSpPr>
            <a:spLocks noGrp="1"/>
          </p:cNvSpPr>
          <p:nvPr>
            <p:ph type="ftr" sz="quarter" idx="11"/>
          </p:nvPr>
        </p:nvSpPr>
        <p:spPr/>
        <p:txBody>
          <a:bodyPr/>
          <a:lstStyle/>
          <a:p>
            <a:r>
              <a:rPr lang="en-US" dirty="0"/>
              <a:t>Sample Footer Text</a:t>
            </a:r>
          </a:p>
        </p:txBody>
      </p:sp>
      <p:sp>
        <p:nvSpPr>
          <p:cNvPr id="7" name="Slide Number Placeholder 6"/>
          <p:cNvSpPr>
            <a:spLocks noGrp="1"/>
          </p:cNvSpPr>
          <p:nvPr>
            <p:ph type="sldNum" sz="quarter" idx="12"/>
          </p:nvPr>
        </p:nvSpPr>
        <p:spPr/>
        <p:txBody>
          <a:bodyPr/>
          <a:lstStyle/>
          <a:p>
            <a:fld id="{DFDF98CC-160E-494C-8C3C-8CDC5FA257DE}" type="slidenum">
              <a:rPr lang="en-US" smtClean="0"/>
              <a:t>‹#›</a:t>
            </a:fld>
            <a:endParaRPr lang="en-US" dirty="0"/>
          </a:p>
        </p:txBody>
      </p:sp>
    </p:spTree>
    <p:extLst>
      <p:ext uri="{BB962C8B-B14F-4D97-AF65-F5344CB8AC3E}">
        <p14:creationId xmlns:p14="http://schemas.microsoft.com/office/powerpoint/2010/main" val="250487403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dirty="0"/>
              <a:t>20XX</a:t>
            </a:r>
          </a:p>
        </p:txBody>
      </p:sp>
      <p:sp>
        <p:nvSpPr>
          <p:cNvPr id="6" name="Footer Placeholder 5"/>
          <p:cNvSpPr>
            <a:spLocks noGrp="1"/>
          </p:cNvSpPr>
          <p:nvPr>
            <p:ph type="ftr" sz="quarter" idx="11"/>
          </p:nvPr>
        </p:nvSpPr>
        <p:spPr/>
        <p:txBody>
          <a:bodyPr/>
          <a:lstStyle/>
          <a:p>
            <a:r>
              <a:rPr lang="en-US" dirty="0"/>
              <a:t>Sample Footer Text</a:t>
            </a:r>
          </a:p>
        </p:txBody>
      </p:sp>
      <p:sp>
        <p:nvSpPr>
          <p:cNvPr id="7" name="Slide Number Placeholder 6"/>
          <p:cNvSpPr>
            <a:spLocks noGrp="1"/>
          </p:cNvSpPr>
          <p:nvPr>
            <p:ph type="sldNum" sz="quarter" idx="12"/>
          </p:nvPr>
        </p:nvSpPr>
        <p:spPr/>
        <p:txBody>
          <a:bodyPr/>
          <a:lstStyle/>
          <a:p>
            <a:fld id="{DFDF98CC-160E-494C-8C3C-8CDC5FA257DE}" type="slidenum">
              <a:rPr lang="en-US" smtClean="0"/>
              <a:t>‹#›</a:t>
            </a:fld>
            <a:endParaRPr lang="en-US" dirty="0"/>
          </a:p>
        </p:txBody>
      </p:sp>
    </p:spTree>
    <p:extLst>
      <p:ext uri="{BB962C8B-B14F-4D97-AF65-F5344CB8AC3E}">
        <p14:creationId xmlns:p14="http://schemas.microsoft.com/office/powerpoint/2010/main" val="35245523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Color" descr="Tag=AccentColor&#10;Flavor=Light&#10;Target=Fill">
            <a:extLst>
              <a:ext uri="{FF2B5EF4-FFF2-40B4-BE49-F238E27FC236}">
                <a16:creationId xmlns:a16="http://schemas.microsoft.com/office/drawing/2014/main" id="{A018881C-22B4-4202-9FD7-7A8B125D88E7}"/>
              </a:ext>
            </a:extLst>
          </p:cNvPr>
          <p:cNvSpPr/>
          <p:nvPr/>
        </p:nvSpPr>
        <p:spPr>
          <a:xfrm>
            <a:off x="0" y="-2808"/>
            <a:ext cx="12188952"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Freeform: Shape 15">
            <a:extLst>
              <a:ext uri="{FF2B5EF4-FFF2-40B4-BE49-F238E27FC236}">
                <a16:creationId xmlns:a16="http://schemas.microsoft.com/office/drawing/2014/main" id="{E226B500-63AD-4778-A3F6-CC4085B6F1E8}"/>
              </a:ext>
            </a:extLst>
          </p:cNvPr>
          <p:cNvSpPr/>
          <p:nvPr/>
        </p:nvSpPr>
        <p:spPr>
          <a:xfrm>
            <a:off x="10946850" y="-2808"/>
            <a:ext cx="1242102" cy="2620884"/>
          </a:xfrm>
          <a:custGeom>
            <a:avLst/>
            <a:gdLst>
              <a:gd name="connsiteX0" fmla="*/ 48089 w 1242102"/>
              <a:gd name="connsiteY0" fmla="*/ 0 h 2635689"/>
              <a:gd name="connsiteX1" fmla="*/ 1242102 w 1242102"/>
              <a:gd name="connsiteY1" fmla="*/ 0 h 2635689"/>
              <a:gd name="connsiteX2" fmla="*/ 1242102 w 1242102"/>
              <a:gd name="connsiteY2" fmla="*/ 2546285 h 2635689"/>
              <a:gd name="connsiteX3" fmla="*/ 1169982 w 1242102"/>
              <a:gd name="connsiteY3" fmla="*/ 2578052 h 2635689"/>
              <a:gd name="connsiteX4" fmla="*/ 289259 w 1242102"/>
              <a:gd name="connsiteY4" fmla="*/ 2399682 h 2635689"/>
              <a:gd name="connsiteX5" fmla="*/ 77957 w 1242102"/>
              <a:gd name="connsiteY5" fmla="*/ 900439 h 2635689"/>
              <a:gd name="connsiteX6" fmla="*/ 123236 w 1242102"/>
              <a:gd name="connsiteY6" fmla="*/ 633796 h 2635689"/>
              <a:gd name="connsiteX7" fmla="*/ 128267 w 1242102"/>
              <a:gd name="connsiteY7" fmla="*/ 314326 h 2635689"/>
              <a:gd name="connsiteX8" fmla="*/ 44729 w 1242102"/>
              <a:gd name="connsiteY8" fmla="*/ 16426 h 2635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2102" h="2635689">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Freeform: Shape 28" descr="Tag=AccentColor&#10;Flavor=Light&#10;Target=Fill">
            <a:extLst>
              <a:ext uri="{FF2B5EF4-FFF2-40B4-BE49-F238E27FC236}">
                <a16:creationId xmlns:a16="http://schemas.microsoft.com/office/drawing/2014/main" id="{98A36E8A-92E1-42D7-A88B-1CD006B46FB0}"/>
              </a:ext>
            </a:extLst>
          </p:cNvPr>
          <p:cNvSpPr/>
          <p:nvPr/>
        </p:nvSpPr>
        <p:spPr>
          <a:xfrm>
            <a:off x="3200400" y="-2808"/>
            <a:ext cx="1879031" cy="756069"/>
          </a:xfrm>
          <a:custGeom>
            <a:avLst/>
            <a:gdLst>
              <a:gd name="connsiteX0" fmla="*/ 23889 w 2279505"/>
              <a:gd name="connsiteY0" fmla="*/ 0 h 917208"/>
              <a:gd name="connsiteX1" fmla="*/ 2279505 w 2279505"/>
              <a:gd name="connsiteY1" fmla="*/ 0 h 917208"/>
              <a:gd name="connsiteX2" fmla="*/ 2245097 w 2279505"/>
              <a:gd name="connsiteY2" fmla="*/ 50274 h 917208"/>
              <a:gd name="connsiteX3" fmla="*/ 1438542 w 2279505"/>
              <a:gd name="connsiteY3" fmla="*/ 517892 h 917208"/>
              <a:gd name="connsiteX4" fmla="*/ 1234762 w 2279505"/>
              <a:gd name="connsiteY4" fmla="*/ 593100 h 917208"/>
              <a:gd name="connsiteX5" fmla="*/ 1010388 w 2279505"/>
              <a:gd name="connsiteY5" fmla="*/ 717273 h 917208"/>
              <a:gd name="connsiteX6" fmla="*/ 796340 w 2279505"/>
              <a:gd name="connsiteY6" fmla="*/ 907477 h 917208"/>
              <a:gd name="connsiteX7" fmla="*/ 470070 w 2279505"/>
              <a:gd name="connsiteY7" fmla="*/ 844090 h 917208"/>
              <a:gd name="connsiteX8" fmla="*/ 26071 w 2279505"/>
              <a:gd name="connsiteY8" fmla="*/ 360822 h 917208"/>
              <a:gd name="connsiteX9" fmla="*/ 5702 w 2279505"/>
              <a:gd name="connsiteY9" fmla="*/ 89028 h 917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279505" h="917208">
                <a:moveTo>
                  <a:pt x="23889" y="0"/>
                </a:moveTo>
                <a:lnTo>
                  <a:pt x="2279505" y="0"/>
                </a:lnTo>
                <a:lnTo>
                  <a:pt x="2245097" y="50274"/>
                </a:lnTo>
                <a:cubicBezTo>
                  <a:pt x="2047004" y="289568"/>
                  <a:pt x="1727549" y="421611"/>
                  <a:pt x="1438542" y="517892"/>
                </a:cubicBezTo>
                <a:cubicBezTo>
                  <a:pt x="1370189" y="540885"/>
                  <a:pt x="1301095" y="566626"/>
                  <a:pt x="1234762" y="593100"/>
                </a:cubicBezTo>
                <a:cubicBezTo>
                  <a:pt x="1159676" y="624602"/>
                  <a:pt x="1065060" y="662672"/>
                  <a:pt x="1010388" y="717273"/>
                </a:cubicBezTo>
                <a:cubicBezTo>
                  <a:pt x="937000" y="791903"/>
                  <a:pt x="915072" y="878775"/>
                  <a:pt x="796340" y="907477"/>
                </a:cubicBezTo>
                <a:cubicBezTo>
                  <a:pt x="687645" y="937381"/>
                  <a:pt x="566332" y="893284"/>
                  <a:pt x="470070" y="844090"/>
                </a:cubicBezTo>
                <a:cubicBezTo>
                  <a:pt x="274048" y="747713"/>
                  <a:pt x="88709" y="573240"/>
                  <a:pt x="26071" y="360822"/>
                </a:cubicBezTo>
                <a:cubicBezTo>
                  <a:pt x="-1033" y="271924"/>
                  <a:pt x="-5457" y="179872"/>
                  <a:pt x="5702" y="89028"/>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5" name="Freeform: Shape 34" descr="Tag=AccentColor&#10;Flavor=Light&#10;Target=Fill">
            <a:extLst>
              <a:ext uri="{FF2B5EF4-FFF2-40B4-BE49-F238E27FC236}">
                <a16:creationId xmlns:a16="http://schemas.microsoft.com/office/drawing/2014/main" id="{F42EEEEE-A075-4043-8FFA-C0100907A8C2}"/>
              </a:ext>
            </a:extLst>
          </p:cNvPr>
          <p:cNvSpPr/>
          <p:nvPr/>
        </p:nvSpPr>
        <p:spPr>
          <a:xfrm>
            <a:off x="1219200" y="6356188"/>
            <a:ext cx="2529620" cy="499005"/>
          </a:xfrm>
          <a:custGeom>
            <a:avLst/>
            <a:gdLst>
              <a:gd name="connsiteX0" fmla="*/ 814751 w 2529620"/>
              <a:gd name="connsiteY0" fmla="*/ 637 h 499005"/>
              <a:gd name="connsiteX1" fmla="*/ 916203 w 2529620"/>
              <a:gd name="connsiteY1" fmla="*/ 901 h 499005"/>
              <a:gd name="connsiteX2" fmla="*/ 1394684 w 2529620"/>
              <a:gd name="connsiteY2" fmla="*/ 63510 h 499005"/>
              <a:gd name="connsiteX3" fmla="*/ 1613138 w 2529620"/>
              <a:gd name="connsiteY3" fmla="*/ 100397 h 499005"/>
              <a:gd name="connsiteX4" fmla="*/ 1874871 w 2529620"/>
              <a:gd name="connsiteY4" fmla="*/ 104496 h 499005"/>
              <a:gd name="connsiteX5" fmla="*/ 2161334 w 2529620"/>
              <a:gd name="connsiteY5" fmla="*/ 45066 h 499005"/>
              <a:gd name="connsiteX6" fmla="*/ 2416884 w 2529620"/>
              <a:gd name="connsiteY6" fmla="*/ 266392 h 499005"/>
              <a:gd name="connsiteX7" fmla="*/ 2490112 w 2529620"/>
              <a:gd name="connsiteY7" fmla="*/ 395583 h 499005"/>
              <a:gd name="connsiteX8" fmla="*/ 2529620 w 2529620"/>
              <a:gd name="connsiteY8" fmla="*/ 499005 h 499005"/>
              <a:gd name="connsiteX9" fmla="*/ 0 w 2529620"/>
              <a:gd name="connsiteY9" fmla="*/ 499005 h 499005"/>
              <a:gd name="connsiteX10" fmla="*/ 62299 w 2529620"/>
              <a:gd name="connsiteY10" fmla="*/ 360708 h 499005"/>
              <a:gd name="connsiteX11" fmla="*/ 166394 w 2529620"/>
              <a:gd name="connsiteY11" fmla="*/ 235652 h 499005"/>
              <a:gd name="connsiteX12" fmla="*/ 814751 w 2529620"/>
              <a:gd name="connsiteY12" fmla="*/ 637 h 4990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529620" h="499005">
                <a:moveTo>
                  <a:pt x="814751" y="637"/>
                </a:moveTo>
                <a:cubicBezTo>
                  <a:pt x="848457" y="-315"/>
                  <a:pt x="882311" y="-175"/>
                  <a:pt x="916203" y="901"/>
                </a:cubicBezTo>
                <a:cubicBezTo>
                  <a:pt x="1078885" y="6065"/>
                  <a:pt x="1242435" y="32770"/>
                  <a:pt x="1394684" y="63510"/>
                </a:cubicBezTo>
                <a:cubicBezTo>
                  <a:pt x="1466815" y="77855"/>
                  <a:pt x="1541007" y="90150"/>
                  <a:pt x="1613138" y="100397"/>
                </a:cubicBezTo>
                <a:cubicBezTo>
                  <a:pt x="1695574" y="110643"/>
                  <a:pt x="1798618" y="124989"/>
                  <a:pt x="1874871" y="104496"/>
                </a:cubicBezTo>
                <a:cubicBezTo>
                  <a:pt x="1977915" y="75806"/>
                  <a:pt x="2041803" y="10227"/>
                  <a:pt x="2161334" y="45066"/>
                </a:cubicBezTo>
                <a:cubicBezTo>
                  <a:pt x="2272623" y="73756"/>
                  <a:pt x="2357118" y="174172"/>
                  <a:pt x="2416884" y="266392"/>
                </a:cubicBezTo>
                <a:cubicBezTo>
                  <a:pt x="2443933" y="306737"/>
                  <a:pt x="2468616" y="350123"/>
                  <a:pt x="2490112" y="395583"/>
                </a:cubicBezTo>
                <a:lnTo>
                  <a:pt x="2529620" y="499005"/>
                </a:lnTo>
                <a:lnTo>
                  <a:pt x="0" y="499005"/>
                </a:lnTo>
                <a:lnTo>
                  <a:pt x="62299" y="360708"/>
                </a:lnTo>
                <a:cubicBezTo>
                  <a:pt x="89916" y="316312"/>
                  <a:pt x="124404" y="274333"/>
                  <a:pt x="166394" y="235652"/>
                </a:cubicBezTo>
                <a:cubicBezTo>
                  <a:pt x="350103" y="67544"/>
                  <a:pt x="578806" y="7305"/>
                  <a:pt x="814751" y="637"/>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1" name="Freeform: Shape 40" descr="Tag=AccentColor&#10;Flavor=Light&#10;Target=Fill">
            <a:extLst>
              <a:ext uri="{FF2B5EF4-FFF2-40B4-BE49-F238E27FC236}">
                <a16:creationId xmlns:a16="http://schemas.microsoft.com/office/drawing/2014/main" id="{6D8E0F23-73C5-476F-BCDD-2B4DCC54452E}"/>
              </a:ext>
            </a:extLst>
          </p:cNvPr>
          <p:cNvSpPr/>
          <p:nvPr/>
        </p:nvSpPr>
        <p:spPr>
          <a:xfrm>
            <a:off x="655519" y="6553201"/>
            <a:ext cx="1265453" cy="307606"/>
          </a:xfrm>
          <a:custGeom>
            <a:avLst/>
            <a:gdLst>
              <a:gd name="connsiteX0" fmla="*/ 649008 w 1265453"/>
              <a:gd name="connsiteY0" fmla="*/ 299744 h 307606"/>
              <a:gd name="connsiteX1" fmla="*/ 659956 w 1265453"/>
              <a:gd name="connsiteY1" fmla="*/ 307606 h 307606"/>
              <a:gd name="connsiteX2" fmla="*/ 632319 w 1265453"/>
              <a:gd name="connsiteY2" fmla="*/ 307606 h 307606"/>
              <a:gd name="connsiteX3" fmla="*/ 635138 w 1265453"/>
              <a:gd name="connsiteY3" fmla="*/ 303576 h 307606"/>
              <a:gd name="connsiteX4" fmla="*/ 649008 w 1265453"/>
              <a:gd name="connsiteY4" fmla="*/ 299744 h 307606"/>
              <a:gd name="connsiteX5" fmla="*/ 17486 w 1265453"/>
              <a:gd name="connsiteY5" fmla="*/ 297828 h 307606"/>
              <a:gd name="connsiteX6" fmla="*/ 30972 w 1265453"/>
              <a:gd name="connsiteY6" fmla="*/ 306640 h 307606"/>
              <a:gd name="connsiteX7" fmla="*/ 31250 w 1265453"/>
              <a:gd name="connsiteY7" fmla="*/ 307606 h 307606"/>
              <a:gd name="connsiteX8" fmla="*/ 0 w 1265453"/>
              <a:gd name="connsiteY8" fmla="*/ 307606 h 307606"/>
              <a:gd name="connsiteX9" fmla="*/ 6312 w 1265453"/>
              <a:gd name="connsiteY9" fmla="*/ 300510 h 307606"/>
              <a:gd name="connsiteX10" fmla="*/ 17486 w 1265453"/>
              <a:gd name="connsiteY10" fmla="*/ 297828 h 307606"/>
              <a:gd name="connsiteX11" fmla="*/ 433620 w 1265453"/>
              <a:gd name="connsiteY11" fmla="*/ 285568 h 307606"/>
              <a:gd name="connsiteX12" fmla="*/ 447106 w 1265453"/>
              <a:gd name="connsiteY12" fmla="*/ 294380 h 307606"/>
              <a:gd name="connsiteX13" fmla="*/ 450907 w 1265453"/>
              <a:gd name="connsiteY13" fmla="*/ 307606 h 307606"/>
              <a:gd name="connsiteX14" fmla="*/ 415324 w 1265453"/>
              <a:gd name="connsiteY14" fmla="*/ 307606 h 307606"/>
              <a:gd name="connsiteX15" fmla="*/ 413584 w 1265453"/>
              <a:gd name="connsiteY15" fmla="*/ 298212 h 307606"/>
              <a:gd name="connsiteX16" fmla="*/ 422446 w 1265453"/>
              <a:gd name="connsiteY16" fmla="*/ 288250 h 307606"/>
              <a:gd name="connsiteX17" fmla="*/ 433620 w 1265453"/>
              <a:gd name="connsiteY17" fmla="*/ 285568 h 307606"/>
              <a:gd name="connsiteX18" fmla="*/ 1056280 w 1265453"/>
              <a:gd name="connsiteY18" fmla="*/ 270242 h 307606"/>
              <a:gd name="connsiteX19" fmla="*/ 1069766 w 1265453"/>
              <a:gd name="connsiteY19" fmla="*/ 279054 h 307606"/>
              <a:gd name="connsiteX20" fmla="*/ 1063601 w 1265453"/>
              <a:gd name="connsiteY20" fmla="*/ 303576 h 307606"/>
              <a:gd name="connsiteX21" fmla="*/ 1038941 w 1265453"/>
              <a:gd name="connsiteY21" fmla="*/ 297446 h 307606"/>
              <a:gd name="connsiteX22" fmla="*/ 1045106 w 1265453"/>
              <a:gd name="connsiteY22" fmla="*/ 272924 h 307606"/>
              <a:gd name="connsiteX23" fmla="*/ 1056280 w 1265453"/>
              <a:gd name="connsiteY23" fmla="*/ 270242 h 307606"/>
              <a:gd name="connsiteX24" fmla="*/ 239038 w 1265453"/>
              <a:gd name="connsiteY24" fmla="*/ 269092 h 307606"/>
              <a:gd name="connsiteX25" fmla="*/ 252910 w 1265453"/>
              <a:gd name="connsiteY25" fmla="*/ 279054 h 307606"/>
              <a:gd name="connsiteX26" fmla="*/ 246744 w 1265453"/>
              <a:gd name="connsiteY26" fmla="*/ 303576 h 307606"/>
              <a:gd name="connsiteX27" fmla="*/ 222085 w 1265453"/>
              <a:gd name="connsiteY27" fmla="*/ 297446 h 307606"/>
              <a:gd name="connsiteX28" fmla="*/ 225168 w 1265453"/>
              <a:gd name="connsiteY28" fmla="*/ 272924 h 307606"/>
              <a:gd name="connsiteX29" fmla="*/ 239038 w 1265453"/>
              <a:gd name="connsiteY29" fmla="*/ 269092 h 307606"/>
              <a:gd name="connsiteX30" fmla="*/ 1247393 w 1265453"/>
              <a:gd name="connsiteY30" fmla="*/ 248786 h 307606"/>
              <a:gd name="connsiteX31" fmla="*/ 1260879 w 1265453"/>
              <a:gd name="connsiteY31" fmla="*/ 257598 h 307606"/>
              <a:gd name="connsiteX32" fmla="*/ 1254715 w 1265453"/>
              <a:gd name="connsiteY32" fmla="*/ 282119 h 307606"/>
              <a:gd name="connsiteX33" fmla="*/ 1230054 w 1265453"/>
              <a:gd name="connsiteY33" fmla="*/ 275989 h 307606"/>
              <a:gd name="connsiteX34" fmla="*/ 1236219 w 1265453"/>
              <a:gd name="connsiteY34" fmla="*/ 251467 h 307606"/>
              <a:gd name="connsiteX35" fmla="*/ 1247393 w 1265453"/>
              <a:gd name="connsiteY35" fmla="*/ 248786 h 307606"/>
              <a:gd name="connsiteX36" fmla="*/ 1151837 w 1265453"/>
              <a:gd name="connsiteY36" fmla="*/ 242655 h 307606"/>
              <a:gd name="connsiteX37" fmla="*/ 1165323 w 1265453"/>
              <a:gd name="connsiteY37" fmla="*/ 251467 h 307606"/>
              <a:gd name="connsiteX38" fmla="*/ 1159158 w 1265453"/>
              <a:gd name="connsiteY38" fmla="*/ 275989 h 307606"/>
              <a:gd name="connsiteX39" fmla="*/ 1134497 w 1265453"/>
              <a:gd name="connsiteY39" fmla="*/ 269859 h 307606"/>
              <a:gd name="connsiteX40" fmla="*/ 1140662 w 1265453"/>
              <a:gd name="connsiteY40" fmla="*/ 245337 h 307606"/>
              <a:gd name="connsiteX41" fmla="*/ 1151837 w 1265453"/>
              <a:gd name="connsiteY41" fmla="*/ 242655 h 307606"/>
              <a:gd name="connsiteX42" fmla="*/ 575414 w 1265453"/>
              <a:gd name="connsiteY42" fmla="*/ 224265 h 307606"/>
              <a:gd name="connsiteX43" fmla="*/ 588900 w 1265453"/>
              <a:gd name="connsiteY43" fmla="*/ 233077 h 307606"/>
              <a:gd name="connsiteX44" fmla="*/ 582736 w 1265453"/>
              <a:gd name="connsiteY44" fmla="*/ 257599 h 307606"/>
              <a:gd name="connsiteX45" fmla="*/ 558075 w 1265453"/>
              <a:gd name="connsiteY45" fmla="*/ 251468 h 307606"/>
              <a:gd name="connsiteX46" fmla="*/ 564240 w 1265453"/>
              <a:gd name="connsiteY46" fmla="*/ 226947 h 307606"/>
              <a:gd name="connsiteX47" fmla="*/ 575414 w 1265453"/>
              <a:gd name="connsiteY47" fmla="*/ 224265 h 307606"/>
              <a:gd name="connsiteX48" fmla="*/ 69888 w 1265453"/>
              <a:gd name="connsiteY48" fmla="*/ 224265 h 307606"/>
              <a:gd name="connsiteX49" fmla="*/ 83375 w 1265453"/>
              <a:gd name="connsiteY49" fmla="*/ 233077 h 307606"/>
              <a:gd name="connsiteX50" fmla="*/ 77210 w 1265453"/>
              <a:gd name="connsiteY50" fmla="*/ 257599 h 307606"/>
              <a:gd name="connsiteX51" fmla="*/ 52549 w 1265453"/>
              <a:gd name="connsiteY51" fmla="*/ 251468 h 307606"/>
              <a:gd name="connsiteX52" fmla="*/ 58714 w 1265453"/>
              <a:gd name="connsiteY52" fmla="*/ 226947 h 307606"/>
              <a:gd name="connsiteX53" fmla="*/ 69888 w 1265453"/>
              <a:gd name="connsiteY53" fmla="*/ 224265 h 307606"/>
              <a:gd name="connsiteX54" fmla="*/ 365806 w 1265453"/>
              <a:gd name="connsiteY54" fmla="*/ 212004 h 307606"/>
              <a:gd name="connsiteX55" fmla="*/ 379292 w 1265453"/>
              <a:gd name="connsiteY55" fmla="*/ 220816 h 307606"/>
              <a:gd name="connsiteX56" fmla="*/ 373127 w 1265453"/>
              <a:gd name="connsiteY56" fmla="*/ 245338 h 307606"/>
              <a:gd name="connsiteX57" fmla="*/ 348467 w 1265453"/>
              <a:gd name="connsiteY57" fmla="*/ 239208 h 307606"/>
              <a:gd name="connsiteX58" fmla="*/ 354632 w 1265453"/>
              <a:gd name="connsiteY58" fmla="*/ 214686 h 307606"/>
              <a:gd name="connsiteX59" fmla="*/ 365806 w 1265453"/>
              <a:gd name="connsiteY59" fmla="*/ 212004 h 307606"/>
              <a:gd name="connsiteX60" fmla="*/ 957257 w 1265453"/>
              <a:gd name="connsiteY60" fmla="*/ 209322 h 307606"/>
              <a:gd name="connsiteX61" fmla="*/ 971128 w 1265453"/>
              <a:gd name="connsiteY61" fmla="*/ 220816 h 307606"/>
              <a:gd name="connsiteX62" fmla="*/ 964963 w 1265453"/>
              <a:gd name="connsiteY62" fmla="*/ 245338 h 307606"/>
              <a:gd name="connsiteX63" fmla="*/ 940302 w 1265453"/>
              <a:gd name="connsiteY63" fmla="*/ 239208 h 307606"/>
              <a:gd name="connsiteX64" fmla="*/ 943385 w 1265453"/>
              <a:gd name="connsiteY64" fmla="*/ 211621 h 307606"/>
              <a:gd name="connsiteX65" fmla="*/ 957257 w 1265453"/>
              <a:gd name="connsiteY65" fmla="*/ 209322 h 307606"/>
              <a:gd name="connsiteX66" fmla="*/ 729538 w 1265453"/>
              <a:gd name="connsiteY66" fmla="*/ 208939 h 307606"/>
              <a:gd name="connsiteX67" fmla="*/ 743024 w 1265453"/>
              <a:gd name="connsiteY67" fmla="*/ 217751 h 307606"/>
              <a:gd name="connsiteX68" fmla="*/ 736859 w 1265453"/>
              <a:gd name="connsiteY68" fmla="*/ 242273 h 307606"/>
              <a:gd name="connsiteX69" fmla="*/ 709116 w 1265453"/>
              <a:gd name="connsiteY69" fmla="*/ 236143 h 307606"/>
              <a:gd name="connsiteX70" fmla="*/ 718364 w 1265453"/>
              <a:gd name="connsiteY70" fmla="*/ 211621 h 307606"/>
              <a:gd name="connsiteX71" fmla="*/ 729538 w 1265453"/>
              <a:gd name="connsiteY71" fmla="*/ 208939 h 307606"/>
              <a:gd name="connsiteX72" fmla="*/ 843590 w 1265453"/>
              <a:gd name="connsiteY72" fmla="*/ 202809 h 307606"/>
              <a:gd name="connsiteX73" fmla="*/ 857075 w 1265453"/>
              <a:gd name="connsiteY73" fmla="*/ 211621 h 307606"/>
              <a:gd name="connsiteX74" fmla="*/ 850910 w 1265453"/>
              <a:gd name="connsiteY74" fmla="*/ 236143 h 307606"/>
              <a:gd name="connsiteX75" fmla="*/ 826250 w 1265453"/>
              <a:gd name="connsiteY75" fmla="*/ 230013 h 307606"/>
              <a:gd name="connsiteX76" fmla="*/ 832415 w 1265453"/>
              <a:gd name="connsiteY76" fmla="*/ 205491 h 307606"/>
              <a:gd name="connsiteX77" fmla="*/ 843590 w 1265453"/>
              <a:gd name="connsiteY77" fmla="*/ 202809 h 307606"/>
              <a:gd name="connsiteX78" fmla="*/ 153115 w 1265453"/>
              <a:gd name="connsiteY78" fmla="*/ 199743 h 307606"/>
              <a:gd name="connsiteX79" fmla="*/ 166602 w 1265453"/>
              <a:gd name="connsiteY79" fmla="*/ 208555 h 307606"/>
              <a:gd name="connsiteX80" fmla="*/ 160437 w 1265453"/>
              <a:gd name="connsiteY80" fmla="*/ 233077 h 307606"/>
              <a:gd name="connsiteX81" fmla="*/ 135777 w 1265453"/>
              <a:gd name="connsiteY81" fmla="*/ 226947 h 307606"/>
              <a:gd name="connsiteX82" fmla="*/ 141941 w 1265453"/>
              <a:gd name="connsiteY82" fmla="*/ 202425 h 307606"/>
              <a:gd name="connsiteX83" fmla="*/ 153115 w 1265453"/>
              <a:gd name="connsiteY83" fmla="*/ 199743 h 307606"/>
              <a:gd name="connsiteX84" fmla="*/ 464445 w 1265453"/>
              <a:gd name="connsiteY84" fmla="*/ 162962 h 307606"/>
              <a:gd name="connsiteX85" fmla="*/ 477932 w 1265453"/>
              <a:gd name="connsiteY85" fmla="*/ 171774 h 307606"/>
              <a:gd name="connsiteX86" fmla="*/ 471767 w 1265453"/>
              <a:gd name="connsiteY86" fmla="*/ 196296 h 307606"/>
              <a:gd name="connsiteX87" fmla="*/ 447106 w 1265453"/>
              <a:gd name="connsiteY87" fmla="*/ 190165 h 307606"/>
              <a:gd name="connsiteX88" fmla="*/ 453271 w 1265453"/>
              <a:gd name="connsiteY88" fmla="*/ 165644 h 307606"/>
              <a:gd name="connsiteX89" fmla="*/ 464445 w 1265453"/>
              <a:gd name="connsiteY89" fmla="*/ 162962 h 307606"/>
              <a:gd name="connsiteX90" fmla="*/ 1043951 w 1265453"/>
              <a:gd name="connsiteY90" fmla="*/ 141505 h 307606"/>
              <a:gd name="connsiteX91" fmla="*/ 1057436 w 1265453"/>
              <a:gd name="connsiteY91" fmla="*/ 150317 h 307606"/>
              <a:gd name="connsiteX92" fmla="*/ 1051271 w 1265453"/>
              <a:gd name="connsiteY92" fmla="*/ 174839 h 307606"/>
              <a:gd name="connsiteX93" fmla="*/ 1026611 w 1265453"/>
              <a:gd name="connsiteY93" fmla="*/ 171774 h 307606"/>
              <a:gd name="connsiteX94" fmla="*/ 1032776 w 1265453"/>
              <a:gd name="connsiteY94" fmla="*/ 144187 h 307606"/>
              <a:gd name="connsiteX95" fmla="*/ 1043951 w 1265453"/>
              <a:gd name="connsiteY95" fmla="*/ 141505 h 307606"/>
              <a:gd name="connsiteX96" fmla="*/ 301073 w 1265453"/>
              <a:gd name="connsiteY96" fmla="*/ 132310 h 307606"/>
              <a:gd name="connsiteX97" fmla="*/ 314560 w 1265453"/>
              <a:gd name="connsiteY97" fmla="*/ 141122 h 307606"/>
              <a:gd name="connsiteX98" fmla="*/ 308395 w 1265453"/>
              <a:gd name="connsiteY98" fmla="*/ 165644 h 307606"/>
              <a:gd name="connsiteX99" fmla="*/ 283734 w 1265453"/>
              <a:gd name="connsiteY99" fmla="*/ 159513 h 307606"/>
              <a:gd name="connsiteX100" fmla="*/ 289899 w 1265453"/>
              <a:gd name="connsiteY100" fmla="*/ 134992 h 307606"/>
              <a:gd name="connsiteX101" fmla="*/ 301073 w 1265453"/>
              <a:gd name="connsiteY101" fmla="*/ 132310 h 307606"/>
              <a:gd name="connsiteX102" fmla="*/ 214765 w 1265453"/>
              <a:gd name="connsiteY102" fmla="*/ 132310 h 307606"/>
              <a:gd name="connsiteX103" fmla="*/ 228251 w 1265453"/>
              <a:gd name="connsiteY103" fmla="*/ 141122 h 307606"/>
              <a:gd name="connsiteX104" fmla="*/ 222086 w 1265453"/>
              <a:gd name="connsiteY104" fmla="*/ 165644 h 307606"/>
              <a:gd name="connsiteX105" fmla="*/ 197426 w 1265453"/>
              <a:gd name="connsiteY105" fmla="*/ 159513 h 307606"/>
              <a:gd name="connsiteX106" fmla="*/ 203591 w 1265453"/>
              <a:gd name="connsiteY106" fmla="*/ 134992 h 307606"/>
              <a:gd name="connsiteX107" fmla="*/ 214765 w 1265453"/>
              <a:gd name="connsiteY107" fmla="*/ 132310 h 307606"/>
              <a:gd name="connsiteX108" fmla="*/ 1142589 w 1265453"/>
              <a:gd name="connsiteY108" fmla="*/ 129245 h 307606"/>
              <a:gd name="connsiteX109" fmla="*/ 1156075 w 1265453"/>
              <a:gd name="connsiteY109" fmla="*/ 138057 h 307606"/>
              <a:gd name="connsiteX110" fmla="*/ 1149911 w 1265453"/>
              <a:gd name="connsiteY110" fmla="*/ 162579 h 307606"/>
              <a:gd name="connsiteX111" fmla="*/ 1125250 w 1265453"/>
              <a:gd name="connsiteY111" fmla="*/ 156448 h 307606"/>
              <a:gd name="connsiteX112" fmla="*/ 1131415 w 1265453"/>
              <a:gd name="connsiteY112" fmla="*/ 131927 h 307606"/>
              <a:gd name="connsiteX113" fmla="*/ 1142589 w 1265453"/>
              <a:gd name="connsiteY113" fmla="*/ 129245 h 307606"/>
              <a:gd name="connsiteX114" fmla="*/ 566167 w 1265453"/>
              <a:gd name="connsiteY114" fmla="*/ 121964 h 307606"/>
              <a:gd name="connsiteX115" fmla="*/ 579653 w 1265453"/>
              <a:gd name="connsiteY115" fmla="*/ 131927 h 307606"/>
              <a:gd name="connsiteX116" fmla="*/ 573488 w 1265453"/>
              <a:gd name="connsiteY116" fmla="*/ 156448 h 307606"/>
              <a:gd name="connsiteX117" fmla="*/ 548828 w 1265453"/>
              <a:gd name="connsiteY117" fmla="*/ 150318 h 307606"/>
              <a:gd name="connsiteX118" fmla="*/ 554993 w 1265453"/>
              <a:gd name="connsiteY118" fmla="*/ 125796 h 307606"/>
              <a:gd name="connsiteX119" fmla="*/ 566167 w 1265453"/>
              <a:gd name="connsiteY119" fmla="*/ 121964 h 307606"/>
              <a:gd name="connsiteX120" fmla="*/ 670971 w 1265453"/>
              <a:gd name="connsiteY120" fmla="*/ 113919 h 307606"/>
              <a:gd name="connsiteX121" fmla="*/ 684457 w 1265453"/>
              <a:gd name="connsiteY121" fmla="*/ 122731 h 307606"/>
              <a:gd name="connsiteX122" fmla="*/ 678291 w 1265453"/>
              <a:gd name="connsiteY122" fmla="*/ 147253 h 307606"/>
              <a:gd name="connsiteX123" fmla="*/ 653632 w 1265453"/>
              <a:gd name="connsiteY123" fmla="*/ 141123 h 307606"/>
              <a:gd name="connsiteX124" fmla="*/ 659797 w 1265453"/>
              <a:gd name="connsiteY124" fmla="*/ 116601 h 307606"/>
              <a:gd name="connsiteX125" fmla="*/ 670971 w 1265453"/>
              <a:gd name="connsiteY125" fmla="*/ 113919 h 307606"/>
              <a:gd name="connsiteX126" fmla="*/ 911404 w 1265453"/>
              <a:gd name="connsiteY126" fmla="*/ 110854 h 307606"/>
              <a:gd name="connsiteX127" fmla="*/ 924890 w 1265453"/>
              <a:gd name="connsiteY127" fmla="*/ 119666 h 307606"/>
              <a:gd name="connsiteX128" fmla="*/ 918726 w 1265453"/>
              <a:gd name="connsiteY128" fmla="*/ 144188 h 307606"/>
              <a:gd name="connsiteX129" fmla="*/ 894065 w 1265453"/>
              <a:gd name="connsiteY129" fmla="*/ 138058 h 307606"/>
              <a:gd name="connsiteX130" fmla="*/ 900230 w 1265453"/>
              <a:gd name="connsiteY130" fmla="*/ 113536 h 307606"/>
              <a:gd name="connsiteX131" fmla="*/ 911404 w 1265453"/>
              <a:gd name="connsiteY131" fmla="*/ 110854 h 307606"/>
              <a:gd name="connsiteX132" fmla="*/ 781554 w 1265453"/>
              <a:gd name="connsiteY132" fmla="*/ 107789 h 307606"/>
              <a:gd name="connsiteX133" fmla="*/ 795426 w 1265453"/>
              <a:gd name="connsiteY133" fmla="*/ 116601 h 307606"/>
              <a:gd name="connsiteX134" fmla="*/ 789260 w 1265453"/>
              <a:gd name="connsiteY134" fmla="*/ 141123 h 307606"/>
              <a:gd name="connsiteX135" fmla="*/ 764601 w 1265453"/>
              <a:gd name="connsiteY135" fmla="*/ 134993 h 307606"/>
              <a:gd name="connsiteX136" fmla="*/ 767683 w 1265453"/>
              <a:gd name="connsiteY136" fmla="*/ 110471 h 307606"/>
              <a:gd name="connsiteX137" fmla="*/ 781554 w 1265453"/>
              <a:gd name="connsiteY137" fmla="*/ 107789 h 307606"/>
              <a:gd name="connsiteX138" fmla="*/ 368503 w 1265453"/>
              <a:gd name="connsiteY138" fmla="*/ 60662 h 307606"/>
              <a:gd name="connsiteX139" fmla="*/ 382375 w 1265453"/>
              <a:gd name="connsiteY139" fmla="*/ 70624 h 307606"/>
              <a:gd name="connsiteX140" fmla="*/ 376209 w 1265453"/>
              <a:gd name="connsiteY140" fmla="*/ 95145 h 307606"/>
              <a:gd name="connsiteX141" fmla="*/ 351550 w 1265453"/>
              <a:gd name="connsiteY141" fmla="*/ 89015 h 307606"/>
              <a:gd name="connsiteX142" fmla="*/ 354632 w 1265453"/>
              <a:gd name="connsiteY142" fmla="*/ 64493 h 307606"/>
              <a:gd name="connsiteX143" fmla="*/ 368503 w 1265453"/>
              <a:gd name="connsiteY143" fmla="*/ 60662 h 307606"/>
              <a:gd name="connsiteX144" fmla="*/ 1006960 w 1265453"/>
              <a:gd name="connsiteY144" fmla="*/ 49550 h 307606"/>
              <a:gd name="connsiteX145" fmla="*/ 1020446 w 1265453"/>
              <a:gd name="connsiteY145" fmla="*/ 58362 h 307606"/>
              <a:gd name="connsiteX146" fmla="*/ 1014281 w 1265453"/>
              <a:gd name="connsiteY146" fmla="*/ 82884 h 307606"/>
              <a:gd name="connsiteX147" fmla="*/ 989621 w 1265453"/>
              <a:gd name="connsiteY147" fmla="*/ 76754 h 307606"/>
              <a:gd name="connsiteX148" fmla="*/ 995786 w 1265453"/>
              <a:gd name="connsiteY148" fmla="*/ 52232 h 307606"/>
              <a:gd name="connsiteX149" fmla="*/ 1006960 w 1265453"/>
              <a:gd name="connsiteY149" fmla="*/ 49550 h 307606"/>
              <a:gd name="connsiteX150" fmla="*/ 470610 w 1265453"/>
              <a:gd name="connsiteY150" fmla="*/ 43420 h 307606"/>
              <a:gd name="connsiteX151" fmla="*/ 484096 w 1265453"/>
              <a:gd name="connsiteY151" fmla="*/ 52232 h 307606"/>
              <a:gd name="connsiteX152" fmla="*/ 477932 w 1265453"/>
              <a:gd name="connsiteY152" fmla="*/ 76754 h 307606"/>
              <a:gd name="connsiteX153" fmla="*/ 453271 w 1265453"/>
              <a:gd name="connsiteY153" fmla="*/ 70624 h 307606"/>
              <a:gd name="connsiteX154" fmla="*/ 459436 w 1265453"/>
              <a:gd name="connsiteY154" fmla="*/ 46102 h 307606"/>
              <a:gd name="connsiteX155" fmla="*/ 470610 w 1265453"/>
              <a:gd name="connsiteY155" fmla="*/ 43420 h 307606"/>
              <a:gd name="connsiteX156" fmla="*/ 880579 w 1265453"/>
              <a:gd name="connsiteY156" fmla="*/ 15834 h 307606"/>
              <a:gd name="connsiteX157" fmla="*/ 894065 w 1265453"/>
              <a:gd name="connsiteY157" fmla="*/ 24646 h 307606"/>
              <a:gd name="connsiteX158" fmla="*/ 887900 w 1265453"/>
              <a:gd name="connsiteY158" fmla="*/ 49168 h 307606"/>
              <a:gd name="connsiteX159" fmla="*/ 863240 w 1265453"/>
              <a:gd name="connsiteY159" fmla="*/ 43038 h 307606"/>
              <a:gd name="connsiteX160" fmla="*/ 869405 w 1265453"/>
              <a:gd name="connsiteY160" fmla="*/ 18516 h 307606"/>
              <a:gd name="connsiteX161" fmla="*/ 880579 w 1265453"/>
              <a:gd name="connsiteY161" fmla="*/ 15834 h 307606"/>
              <a:gd name="connsiteX162" fmla="*/ 569249 w 1265453"/>
              <a:gd name="connsiteY162" fmla="*/ 9704 h 307606"/>
              <a:gd name="connsiteX163" fmla="*/ 582736 w 1265453"/>
              <a:gd name="connsiteY163" fmla="*/ 18516 h 307606"/>
              <a:gd name="connsiteX164" fmla="*/ 576571 w 1265453"/>
              <a:gd name="connsiteY164" fmla="*/ 46103 h 307606"/>
              <a:gd name="connsiteX165" fmla="*/ 551910 w 1265453"/>
              <a:gd name="connsiteY165" fmla="*/ 39973 h 307606"/>
              <a:gd name="connsiteX166" fmla="*/ 558075 w 1265453"/>
              <a:gd name="connsiteY166" fmla="*/ 12386 h 307606"/>
              <a:gd name="connsiteX167" fmla="*/ 569249 w 1265453"/>
              <a:gd name="connsiteY167" fmla="*/ 9704 h 307606"/>
              <a:gd name="connsiteX168" fmla="*/ 772693 w 1265453"/>
              <a:gd name="connsiteY168" fmla="*/ 3574 h 307606"/>
              <a:gd name="connsiteX169" fmla="*/ 786179 w 1265453"/>
              <a:gd name="connsiteY169" fmla="*/ 12386 h 307606"/>
              <a:gd name="connsiteX170" fmla="*/ 780014 w 1265453"/>
              <a:gd name="connsiteY170" fmla="*/ 36908 h 307606"/>
              <a:gd name="connsiteX171" fmla="*/ 755354 w 1265453"/>
              <a:gd name="connsiteY171" fmla="*/ 30777 h 307606"/>
              <a:gd name="connsiteX172" fmla="*/ 761518 w 1265453"/>
              <a:gd name="connsiteY172" fmla="*/ 6256 h 307606"/>
              <a:gd name="connsiteX173" fmla="*/ 772693 w 1265453"/>
              <a:gd name="connsiteY173" fmla="*/ 3574 h 307606"/>
              <a:gd name="connsiteX174" fmla="*/ 670971 w 1265453"/>
              <a:gd name="connsiteY174" fmla="*/ 508 h 307606"/>
              <a:gd name="connsiteX175" fmla="*/ 684457 w 1265453"/>
              <a:gd name="connsiteY175" fmla="*/ 9320 h 307606"/>
              <a:gd name="connsiteX176" fmla="*/ 678291 w 1265453"/>
              <a:gd name="connsiteY176" fmla="*/ 33841 h 307606"/>
              <a:gd name="connsiteX177" fmla="*/ 653632 w 1265453"/>
              <a:gd name="connsiteY177" fmla="*/ 27711 h 307606"/>
              <a:gd name="connsiteX178" fmla="*/ 659797 w 1265453"/>
              <a:gd name="connsiteY178" fmla="*/ 3189 h 307606"/>
              <a:gd name="connsiteX179" fmla="*/ 670971 w 1265453"/>
              <a:gd name="connsiteY179" fmla="*/ 508 h 3076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Lst>
            <a:rect l="l" t="t" r="r" b="b"/>
            <a:pathLst>
              <a:path w="1265453" h="307606">
                <a:moveTo>
                  <a:pt x="649008" y="299744"/>
                </a:moveTo>
                <a:lnTo>
                  <a:pt x="659956" y="307606"/>
                </a:lnTo>
                <a:lnTo>
                  <a:pt x="632319" y="307606"/>
                </a:lnTo>
                <a:lnTo>
                  <a:pt x="635138" y="303576"/>
                </a:lnTo>
                <a:cubicBezTo>
                  <a:pt x="639761" y="300511"/>
                  <a:pt x="644385" y="298978"/>
                  <a:pt x="649008" y="299744"/>
                </a:cubicBezTo>
                <a:close/>
                <a:moveTo>
                  <a:pt x="17486" y="297828"/>
                </a:moveTo>
                <a:cubicBezTo>
                  <a:pt x="21725" y="298977"/>
                  <a:pt x="26349" y="302042"/>
                  <a:pt x="30972" y="306640"/>
                </a:cubicBezTo>
                <a:lnTo>
                  <a:pt x="31250" y="307606"/>
                </a:lnTo>
                <a:lnTo>
                  <a:pt x="0" y="307606"/>
                </a:lnTo>
                <a:lnTo>
                  <a:pt x="6312" y="300510"/>
                </a:lnTo>
                <a:cubicBezTo>
                  <a:pt x="9395" y="297445"/>
                  <a:pt x="13248" y="296678"/>
                  <a:pt x="17486" y="297828"/>
                </a:cubicBezTo>
                <a:close/>
                <a:moveTo>
                  <a:pt x="433620" y="285568"/>
                </a:moveTo>
                <a:cubicBezTo>
                  <a:pt x="437859" y="286717"/>
                  <a:pt x="442483" y="289782"/>
                  <a:pt x="447106" y="294380"/>
                </a:cubicBezTo>
                <a:lnTo>
                  <a:pt x="450907" y="307606"/>
                </a:lnTo>
                <a:lnTo>
                  <a:pt x="415324" y="307606"/>
                </a:lnTo>
                <a:lnTo>
                  <a:pt x="413584" y="298212"/>
                </a:lnTo>
                <a:cubicBezTo>
                  <a:pt x="414740" y="294380"/>
                  <a:pt x="417823" y="291315"/>
                  <a:pt x="422446" y="288250"/>
                </a:cubicBezTo>
                <a:cubicBezTo>
                  <a:pt x="425528" y="285184"/>
                  <a:pt x="429382" y="284418"/>
                  <a:pt x="433620" y="285568"/>
                </a:cubicBezTo>
                <a:close/>
                <a:moveTo>
                  <a:pt x="1056280" y="270242"/>
                </a:moveTo>
                <a:cubicBezTo>
                  <a:pt x="1060518" y="271391"/>
                  <a:pt x="1065142" y="274457"/>
                  <a:pt x="1069766" y="279054"/>
                </a:cubicBezTo>
                <a:cubicBezTo>
                  <a:pt x="1079013" y="288250"/>
                  <a:pt x="1072848" y="297446"/>
                  <a:pt x="1063601" y="303576"/>
                </a:cubicBezTo>
                <a:cubicBezTo>
                  <a:pt x="1057436" y="306641"/>
                  <a:pt x="1045106" y="309706"/>
                  <a:pt x="1038941" y="297446"/>
                </a:cubicBezTo>
                <a:cubicBezTo>
                  <a:pt x="1032776" y="282119"/>
                  <a:pt x="1035858" y="275989"/>
                  <a:pt x="1045106" y="272924"/>
                </a:cubicBezTo>
                <a:cubicBezTo>
                  <a:pt x="1048188" y="269859"/>
                  <a:pt x="1052041" y="269092"/>
                  <a:pt x="1056280" y="270242"/>
                </a:cubicBezTo>
                <a:close/>
                <a:moveTo>
                  <a:pt x="239038" y="269092"/>
                </a:moveTo>
                <a:cubicBezTo>
                  <a:pt x="243662" y="269859"/>
                  <a:pt x="248287" y="272924"/>
                  <a:pt x="252910" y="279054"/>
                </a:cubicBezTo>
                <a:cubicBezTo>
                  <a:pt x="262158" y="288250"/>
                  <a:pt x="255993" y="297446"/>
                  <a:pt x="246744" y="303576"/>
                </a:cubicBezTo>
                <a:cubicBezTo>
                  <a:pt x="240580" y="306641"/>
                  <a:pt x="228250" y="309706"/>
                  <a:pt x="222085" y="297446"/>
                </a:cubicBezTo>
                <a:cubicBezTo>
                  <a:pt x="215920" y="285184"/>
                  <a:pt x="219003" y="275989"/>
                  <a:pt x="225168" y="272924"/>
                </a:cubicBezTo>
                <a:cubicBezTo>
                  <a:pt x="229791" y="269859"/>
                  <a:pt x="234415" y="268326"/>
                  <a:pt x="239038" y="269092"/>
                </a:cubicBezTo>
                <a:close/>
                <a:moveTo>
                  <a:pt x="1247393" y="248786"/>
                </a:moveTo>
                <a:cubicBezTo>
                  <a:pt x="1251631" y="249935"/>
                  <a:pt x="1256256" y="253000"/>
                  <a:pt x="1260879" y="257598"/>
                </a:cubicBezTo>
                <a:cubicBezTo>
                  <a:pt x="1270127" y="266793"/>
                  <a:pt x="1263962" y="275989"/>
                  <a:pt x="1254715" y="282119"/>
                </a:cubicBezTo>
                <a:cubicBezTo>
                  <a:pt x="1248549" y="285184"/>
                  <a:pt x="1236219" y="288250"/>
                  <a:pt x="1230054" y="275989"/>
                </a:cubicBezTo>
                <a:cubicBezTo>
                  <a:pt x="1223890" y="260663"/>
                  <a:pt x="1226972" y="254532"/>
                  <a:pt x="1236219" y="251467"/>
                </a:cubicBezTo>
                <a:cubicBezTo>
                  <a:pt x="1239302" y="248402"/>
                  <a:pt x="1243155" y="247635"/>
                  <a:pt x="1247393" y="248786"/>
                </a:cubicBezTo>
                <a:close/>
                <a:moveTo>
                  <a:pt x="1151837" y="242655"/>
                </a:moveTo>
                <a:cubicBezTo>
                  <a:pt x="1156075" y="243805"/>
                  <a:pt x="1160699" y="246870"/>
                  <a:pt x="1165323" y="251467"/>
                </a:cubicBezTo>
                <a:cubicBezTo>
                  <a:pt x="1174570" y="260663"/>
                  <a:pt x="1168405" y="269859"/>
                  <a:pt x="1159158" y="275989"/>
                </a:cubicBezTo>
                <a:cubicBezTo>
                  <a:pt x="1152993" y="279054"/>
                  <a:pt x="1140662" y="282119"/>
                  <a:pt x="1134497" y="269859"/>
                </a:cubicBezTo>
                <a:cubicBezTo>
                  <a:pt x="1128333" y="254532"/>
                  <a:pt x="1131415" y="248402"/>
                  <a:pt x="1140662" y="245337"/>
                </a:cubicBezTo>
                <a:cubicBezTo>
                  <a:pt x="1143746" y="242272"/>
                  <a:pt x="1147598" y="241505"/>
                  <a:pt x="1151837" y="242655"/>
                </a:cubicBezTo>
                <a:close/>
                <a:moveTo>
                  <a:pt x="575414" y="224265"/>
                </a:moveTo>
                <a:cubicBezTo>
                  <a:pt x="579653" y="225414"/>
                  <a:pt x="584277" y="228479"/>
                  <a:pt x="588900" y="233077"/>
                </a:cubicBezTo>
                <a:cubicBezTo>
                  <a:pt x="598148" y="242272"/>
                  <a:pt x="591983" y="251468"/>
                  <a:pt x="582736" y="257599"/>
                </a:cubicBezTo>
                <a:cubicBezTo>
                  <a:pt x="576571" y="260664"/>
                  <a:pt x="564240" y="263729"/>
                  <a:pt x="558075" y="251468"/>
                </a:cubicBezTo>
                <a:cubicBezTo>
                  <a:pt x="551910" y="236142"/>
                  <a:pt x="554993" y="230012"/>
                  <a:pt x="564240" y="226947"/>
                </a:cubicBezTo>
                <a:cubicBezTo>
                  <a:pt x="567322" y="223881"/>
                  <a:pt x="571176" y="223115"/>
                  <a:pt x="575414" y="224265"/>
                </a:cubicBezTo>
                <a:close/>
                <a:moveTo>
                  <a:pt x="69888" y="224265"/>
                </a:moveTo>
                <a:cubicBezTo>
                  <a:pt x="74127" y="225414"/>
                  <a:pt x="78751" y="228479"/>
                  <a:pt x="83375" y="233077"/>
                </a:cubicBezTo>
                <a:cubicBezTo>
                  <a:pt x="92622" y="242272"/>
                  <a:pt x="83375" y="254533"/>
                  <a:pt x="77210" y="257599"/>
                </a:cubicBezTo>
                <a:cubicBezTo>
                  <a:pt x="71045" y="260664"/>
                  <a:pt x="58714" y="263729"/>
                  <a:pt x="52549" y="251468"/>
                </a:cubicBezTo>
                <a:cubicBezTo>
                  <a:pt x="46384" y="239207"/>
                  <a:pt x="49467" y="233077"/>
                  <a:pt x="58714" y="226947"/>
                </a:cubicBezTo>
                <a:cubicBezTo>
                  <a:pt x="61797" y="223881"/>
                  <a:pt x="65650" y="223115"/>
                  <a:pt x="69888" y="224265"/>
                </a:cubicBezTo>
                <a:close/>
                <a:moveTo>
                  <a:pt x="365806" y="212004"/>
                </a:moveTo>
                <a:cubicBezTo>
                  <a:pt x="370044" y="213154"/>
                  <a:pt x="374669" y="216219"/>
                  <a:pt x="379292" y="220816"/>
                </a:cubicBezTo>
                <a:cubicBezTo>
                  <a:pt x="388540" y="230012"/>
                  <a:pt x="379292" y="242273"/>
                  <a:pt x="373127" y="245338"/>
                </a:cubicBezTo>
                <a:cubicBezTo>
                  <a:pt x="366962" y="248403"/>
                  <a:pt x="354632" y="251468"/>
                  <a:pt x="348467" y="239208"/>
                </a:cubicBezTo>
                <a:cubicBezTo>
                  <a:pt x="342302" y="226947"/>
                  <a:pt x="342302" y="217751"/>
                  <a:pt x="354632" y="214686"/>
                </a:cubicBezTo>
                <a:cubicBezTo>
                  <a:pt x="357714" y="211621"/>
                  <a:pt x="361568" y="210854"/>
                  <a:pt x="365806" y="212004"/>
                </a:cubicBezTo>
                <a:close/>
                <a:moveTo>
                  <a:pt x="957257" y="209322"/>
                </a:moveTo>
                <a:cubicBezTo>
                  <a:pt x="961880" y="210854"/>
                  <a:pt x="966504" y="214686"/>
                  <a:pt x="971128" y="220816"/>
                </a:cubicBezTo>
                <a:cubicBezTo>
                  <a:pt x="980375" y="230012"/>
                  <a:pt x="974210" y="239208"/>
                  <a:pt x="964963" y="245338"/>
                </a:cubicBezTo>
                <a:cubicBezTo>
                  <a:pt x="958797" y="248403"/>
                  <a:pt x="946467" y="251468"/>
                  <a:pt x="940302" y="239208"/>
                </a:cubicBezTo>
                <a:cubicBezTo>
                  <a:pt x="934138" y="223881"/>
                  <a:pt x="937220" y="217751"/>
                  <a:pt x="943385" y="211621"/>
                </a:cubicBezTo>
                <a:cubicBezTo>
                  <a:pt x="948009" y="208556"/>
                  <a:pt x="952632" y="207789"/>
                  <a:pt x="957257" y="209322"/>
                </a:cubicBezTo>
                <a:close/>
                <a:moveTo>
                  <a:pt x="729538" y="208939"/>
                </a:moveTo>
                <a:cubicBezTo>
                  <a:pt x="733777" y="210089"/>
                  <a:pt x="738400" y="213154"/>
                  <a:pt x="743024" y="217751"/>
                </a:cubicBezTo>
                <a:cubicBezTo>
                  <a:pt x="752271" y="226947"/>
                  <a:pt x="746106" y="236143"/>
                  <a:pt x="736859" y="242273"/>
                </a:cubicBezTo>
                <a:cubicBezTo>
                  <a:pt x="727611" y="248403"/>
                  <a:pt x="715281" y="251468"/>
                  <a:pt x="709116" y="236143"/>
                </a:cubicBezTo>
                <a:cubicBezTo>
                  <a:pt x="702952" y="223881"/>
                  <a:pt x="706034" y="217751"/>
                  <a:pt x="718364" y="211621"/>
                </a:cubicBezTo>
                <a:cubicBezTo>
                  <a:pt x="721446" y="208556"/>
                  <a:pt x="725300" y="207789"/>
                  <a:pt x="729538" y="208939"/>
                </a:cubicBezTo>
                <a:close/>
                <a:moveTo>
                  <a:pt x="843590" y="202809"/>
                </a:moveTo>
                <a:cubicBezTo>
                  <a:pt x="847828" y="203958"/>
                  <a:pt x="852452" y="207023"/>
                  <a:pt x="857075" y="211621"/>
                </a:cubicBezTo>
                <a:cubicBezTo>
                  <a:pt x="866323" y="220816"/>
                  <a:pt x="860158" y="230013"/>
                  <a:pt x="850910" y="236143"/>
                </a:cubicBezTo>
                <a:cubicBezTo>
                  <a:pt x="844746" y="242273"/>
                  <a:pt x="832415" y="242273"/>
                  <a:pt x="826250" y="230013"/>
                </a:cubicBezTo>
                <a:cubicBezTo>
                  <a:pt x="820085" y="217751"/>
                  <a:pt x="823168" y="211621"/>
                  <a:pt x="832415" y="205491"/>
                </a:cubicBezTo>
                <a:cubicBezTo>
                  <a:pt x="835498" y="202426"/>
                  <a:pt x="839351" y="201659"/>
                  <a:pt x="843590" y="202809"/>
                </a:cubicBezTo>
                <a:close/>
                <a:moveTo>
                  <a:pt x="153115" y="199743"/>
                </a:moveTo>
                <a:cubicBezTo>
                  <a:pt x="157355" y="200892"/>
                  <a:pt x="161978" y="203957"/>
                  <a:pt x="166602" y="208555"/>
                </a:cubicBezTo>
                <a:cubicBezTo>
                  <a:pt x="175849" y="217750"/>
                  <a:pt x="169684" y="226947"/>
                  <a:pt x="160437" y="233077"/>
                </a:cubicBezTo>
                <a:cubicBezTo>
                  <a:pt x="154271" y="236142"/>
                  <a:pt x="141941" y="239207"/>
                  <a:pt x="135777" y="226947"/>
                </a:cubicBezTo>
                <a:cubicBezTo>
                  <a:pt x="129612" y="214685"/>
                  <a:pt x="132694" y="205490"/>
                  <a:pt x="141941" y="202425"/>
                </a:cubicBezTo>
                <a:cubicBezTo>
                  <a:pt x="145024" y="199360"/>
                  <a:pt x="148877" y="198593"/>
                  <a:pt x="153115" y="199743"/>
                </a:cubicBezTo>
                <a:close/>
                <a:moveTo>
                  <a:pt x="464445" y="162962"/>
                </a:moveTo>
                <a:cubicBezTo>
                  <a:pt x="468684" y="164111"/>
                  <a:pt x="473308" y="167176"/>
                  <a:pt x="477932" y="171774"/>
                </a:cubicBezTo>
                <a:cubicBezTo>
                  <a:pt x="487179" y="180969"/>
                  <a:pt x="481014" y="190165"/>
                  <a:pt x="471767" y="196296"/>
                </a:cubicBezTo>
                <a:cubicBezTo>
                  <a:pt x="465602" y="199361"/>
                  <a:pt x="453271" y="202426"/>
                  <a:pt x="447106" y="190165"/>
                </a:cubicBezTo>
                <a:cubicBezTo>
                  <a:pt x="440942" y="177904"/>
                  <a:pt x="444024" y="171774"/>
                  <a:pt x="453271" y="165644"/>
                </a:cubicBezTo>
                <a:cubicBezTo>
                  <a:pt x="456354" y="162579"/>
                  <a:pt x="460207" y="161812"/>
                  <a:pt x="464445" y="162962"/>
                </a:cubicBezTo>
                <a:close/>
                <a:moveTo>
                  <a:pt x="1043951" y="141505"/>
                </a:moveTo>
                <a:cubicBezTo>
                  <a:pt x="1048189" y="142654"/>
                  <a:pt x="1052812" y="145719"/>
                  <a:pt x="1057436" y="150317"/>
                </a:cubicBezTo>
                <a:cubicBezTo>
                  <a:pt x="1066683" y="159512"/>
                  <a:pt x="1060518" y="168709"/>
                  <a:pt x="1051271" y="174839"/>
                </a:cubicBezTo>
                <a:cubicBezTo>
                  <a:pt x="1045107" y="180969"/>
                  <a:pt x="1032776" y="184034"/>
                  <a:pt x="1026611" y="171774"/>
                </a:cubicBezTo>
                <a:cubicBezTo>
                  <a:pt x="1020446" y="156447"/>
                  <a:pt x="1023529" y="150317"/>
                  <a:pt x="1032776" y="144187"/>
                </a:cubicBezTo>
                <a:cubicBezTo>
                  <a:pt x="1035859" y="141122"/>
                  <a:pt x="1039712" y="140355"/>
                  <a:pt x="1043951" y="141505"/>
                </a:cubicBezTo>
                <a:close/>
                <a:moveTo>
                  <a:pt x="301073" y="132310"/>
                </a:moveTo>
                <a:cubicBezTo>
                  <a:pt x="305312" y="133459"/>
                  <a:pt x="309936" y="136524"/>
                  <a:pt x="314560" y="141122"/>
                </a:cubicBezTo>
                <a:cubicBezTo>
                  <a:pt x="323807" y="150317"/>
                  <a:pt x="317642" y="159513"/>
                  <a:pt x="308395" y="165644"/>
                </a:cubicBezTo>
                <a:cubicBezTo>
                  <a:pt x="302230" y="168709"/>
                  <a:pt x="289899" y="171774"/>
                  <a:pt x="283734" y="159513"/>
                </a:cubicBezTo>
                <a:cubicBezTo>
                  <a:pt x="277570" y="144187"/>
                  <a:pt x="280652" y="138057"/>
                  <a:pt x="289899" y="134992"/>
                </a:cubicBezTo>
                <a:cubicBezTo>
                  <a:pt x="292982" y="131927"/>
                  <a:pt x="296835" y="131160"/>
                  <a:pt x="301073" y="132310"/>
                </a:cubicBezTo>
                <a:close/>
                <a:moveTo>
                  <a:pt x="214765" y="132310"/>
                </a:moveTo>
                <a:cubicBezTo>
                  <a:pt x="219004" y="133459"/>
                  <a:pt x="223627" y="136524"/>
                  <a:pt x="228251" y="141122"/>
                </a:cubicBezTo>
                <a:cubicBezTo>
                  <a:pt x="237498" y="150317"/>
                  <a:pt x="231333" y="159513"/>
                  <a:pt x="222086" y="165644"/>
                </a:cubicBezTo>
                <a:cubicBezTo>
                  <a:pt x="215920" y="168709"/>
                  <a:pt x="203591" y="171774"/>
                  <a:pt x="197426" y="159513"/>
                </a:cubicBezTo>
                <a:cubicBezTo>
                  <a:pt x="191261" y="147252"/>
                  <a:pt x="194343" y="141122"/>
                  <a:pt x="203591" y="134992"/>
                </a:cubicBezTo>
                <a:cubicBezTo>
                  <a:pt x="206673" y="131927"/>
                  <a:pt x="210527" y="131160"/>
                  <a:pt x="214765" y="132310"/>
                </a:cubicBezTo>
                <a:close/>
                <a:moveTo>
                  <a:pt x="1142589" y="129245"/>
                </a:moveTo>
                <a:cubicBezTo>
                  <a:pt x="1146828" y="130394"/>
                  <a:pt x="1151452" y="133459"/>
                  <a:pt x="1156075" y="138057"/>
                </a:cubicBezTo>
                <a:cubicBezTo>
                  <a:pt x="1165323" y="147252"/>
                  <a:pt x="1159158" y="156448"/>
                  <a:pt x="1149911" y="162579"/>
                </a:cubicBezTo>
                <a:cubicBezTo>
                  <a:pt x="1143745" y="165644"/>
                  <a:pt x="1131415" y="168709"/>
                  <a:pt x="1125250" y="156448"/>
                </a:cubicBezTo>
                <a:cubicBezTo>
                  <a:pt x="1119085" y="141122"/>
                  <a:pt x="1122168" y="134992"/>
                  <a:pt x="1131415" y="131927"/>
                </a:cubicBezTo>
                <a:cubicBezTo>
                  <a:pt x="1134497" y="128861"/>
                  <a:pt x="1138351" y="128095"/>
                  <a:pt x="1142589" y="129245"/>
                </a:cubicBezTo>
                <a:close/>
                <a:moveTo>
                  <a:pt x="566167" y="121964"/>
                </a:moveTo>
                <a:cubicBezTo>
                  <a:pt x="570406" y="122731"/>
                  <a:pt x="575030" y="125796"/>
                  <a:pt x="579653" y="131927"/>
                </a:cubicBezTo>
                <a:cubicBezTo>
                  <a:pt x="588900" y="141122"/>
                  <a:pt x="582736" y="150318"/>
                  <a:pt x="573488" y="156448"/>
                </a:cubicBezTo>
                <a:cubicBezTo>
                  <a:pt x="567323" y="159513"/>
                  <a:pt x="554993" y="162579"/>
                  <a:pt x="548828" y="150318"/>
                </a:cubicBezTo>
                <a:cubicBezTo>
                  <a:pt x="542663" y="138057"/>
                  <a:pt x="545746" y="131927"/>
                  <a:pt x="554993" y="125796"/>
                </a:cubicBezTo>
                <a:cubicBezTo>
                  <a:pt x="558075" y="122731"/>
                  <a:pt x="561929" y="121199"/>
                  <a:pt x="566167" y="121964"/>
                </a:cubicBezTo>
                <a:close/>
                <a:moveTo>
                  <a:pt x="670971" y="113919"/>
                </a:moveTo>
                <a:cubicBezTo>
                  <a:pt x="675209" y="115069"/>
                  <a:pt x="679834" y="118134"/>
                  <a:pt x="684457" y="122731"/>
                </a:cubicBezTo>
                <a:cubicBezTo>
                  <a:pt x="693704" y="131927"/>
                  <a:pt x="687540" y="141123"/>
                  <a:pt x="678291" y="147253"/>
                </a:cubicBezTo>
                <a:cubicBezTo>
                  <a:pt x="672127" y="150318"/>
                  <a:pt x="659797" y="153383"/>
                  <a:pt x="653632" y="141123"/>
                </a:cubicBezTo>
                <a:cubicBezTo>
                  <a:pt x="650550" y="128861"/>
                  <a:pt x="650550" y="122731"/>
                  <a:pt x="659797" y="116601"/>
                </a:cubicBezTo>
                <a:cubicBezTo>
                  <a:pt x="662879" y="113536"/>
                  <a:pt x="666733" y="112769"/>
                  <a:pt x="670971" y="113919"/>
                </a:cubicBezTo>
                <a:close/>
                <a:moveTo>
                  <a:pt x="911404" y="110854"/>
                </a:moveTo>
                <a:cubicBezTo>
                  <a:pt x="915643" y="112003"/>
                  <a:pt x="920267" y="115069"/>
                  <a:pt x="924890" y="119666"/>
                </a:cubicBezTo>
                <a:cubicBezTo>
                  <a:pt x="934138" y="128861"/>
                  <a:pt x="927973" y="138058"/>
                  <a:pt x="918726" y="144188"/>
                </a:cubicBezTo>
                <a:cubicBezTo>
                  <a:pt x="912560" y="147253"/>
                  <a:pt x="900230" y="150318"/>
                  <a:pt x="894065" y="138058"/>
                </a:cubicBezTo>
                <a:cubicBezTo>
                  <a:pt x="887900" y="125796"/>
                  <a:pt x="890983" y="119666"/>
                  <a:pt x="900230" y="113536"/>
                </a:cubicBezTo>
                <a:cubicBezTo>
                  <a:pt x="903312" y="110471"/>
                  <a:pt x="907166" y="109704"/>
                  <a:pt x="911404" y="110854"/>
                </a:cubicBezTo>
                <a:close/>
                <a:moveTo>
                  <a:pt x="781554" y="107789"/>
                </a:moveTo>
                <a:cubicBezTo>
                  <a:pt x="786178" y="108938"/>
                  <a:pt x="790802" y="112003"/>
                  <a:pt x="795426" y="116601"/>
                </a:cubicBezTo>
                <a:cubicBezTo>
                  <a:pt x="804673" y="125796"/>
                  <a:pt x="798508" y="134993"/>
                  <a:pt x="789260" y="141123"/>
                </a:cubicBezTo>
                <a:cubicBezTo>
                  <a:pt x="783095" y="144188"/>
                  <a:pt x="770766" y="147253"/>
                  <a:pt x="764601" y="134993"/>
                </a:cubicBezTo>
                <a:cubicBezTo>
                  <a:pt x="758436" y="122731"/>
                  <a:pt x="761518" y="113536"/>
                  <a:pt x="767683" y="110471"/>
                </a:cubicBezTo>
                <a:cubicBezTo>
                  <a:pt x="772307" y="107406"/>
                  <a:pt x="776930" y="106639"/>
                  <a:pt x="781554" y="107789"/>
                </a:cubicBezTo>
                <a:close/>
                <a:moveTo>
                  <a:pt x="368503" y="60662"/>
                </a:moveTo>
                <a:cubicBezTo>
                  <a:pt x="373126" y="61428"/>
                  <a:pt x="377751" y="64493"/>
                  <a:pt x="382375" y="70624"/>
                </a:cubicBezTo>
                <a:cubicBezTo>
                  <a:pt x="391622" y="79819"/>
                  <a:pt x="385457" y="89015"/>
                  <a:pt x="376209" y="95145"/>
                </a:cubicBezTo>
                <a:cubicBezTo>
                  <a:pt x="370044" y="98210"/>
                  <a:pt x="357714" y="101276"/>
                  <a:pt x="351550" y="89015"/>
                </a:cubicBezTo>
                <a:cubicBezTo>
                  <a:pt x="345385" y="76754"/>
                  <a:pt x="348467" y="70624"/>
                  <a:pt x="354632" y="64493"/>
                </a:cubicBezTo>
                <a:cubicBezTo>
                  <a:pt x="359256" y="61428"/>
                  <a:pt x="363879" y="59896"/>
                  <a:pt x="368503" y="60662"/>
                </a:cubicBezTo>
                <a:close/>
                <a:moveTo>
                  <a:pt x="1006960" y="49550"/>
                </a:moveTo>
                <a:cubicBezTo>
                  <a:pt x="1011199" y="50699"/>
                  <a:pt x="1015823" y="53765"/>
                  <a:pt x="1020446" y="58362"/>
                </a:cubicBezTo>
                <a:cubicBezTo>
                  <a:pt x="1029693" y="67557"/>
                  <a:pt x="1020446" y="79819"/>
                  <a:pt x="1014281" y="82884"/>
                </a:cubicBezTo>
                <a:cubicBezTo>
                  <a:pt x="1008117" y="85949"/>
                  <a:pt x="995786" y="89014"/>
                  <a:pt x="989621" y="76754"/>
                </a:cubicBezTo>
                <a:cubicBezTo>
                  <a:pt x="983456" y="61427"/>
                  <a:pt x="986539" y="55297"/>
                  <a:pt x="995786" y="52232"/>
                </a:cubicBezTo>
                <a:cubicBezTo>
                  <a:pt x="998868" y="49167"/>
                  <a:pt x="1002722" y="48400"/>
                  <a:pt x="1006960" y="49550"/>
                </a:cubicBezTo>
                <a:close/>
                <a:moveTo>
                  <a:pt x="470610" y="43420"/>
                </a:moveTo>
                <a:cubicBezTo>
                  <a:pt x="474849" y="44569"/>
                  <a:pt x="479473" y="47634"/>
                  <a:pt x="484096" y="52232"/>
                </a:cubicBezTo>
                <a:cubicBezTo>
                  <a:pt x="493344" y="61427"/>
                  <a:pt x="487179" y="70624"/>
                  <a:pt x="477932" y="76754"/>
                </a:cubicBezTo>
                <a:cubicBezTo>
                  <a:pt x="471767" y="79819"/>
                  <a:pt x="459436" y="82884"/>
                  <a:pt x="453271" y="70624"/>
                </a:cubicBezTo>
                <a:cubicBezTo>
                  <a:pt x="447106" y="55297"/>
                  <a:pt x="450189" y="49167"/>
                  <a:pt x="459436" y="46102"/>
                </a:cubicBezTo>
                <a:cubicBezTo>
                  <a:pt x="462518" y="43037"/>
                  <a:pt x="466372" y="42270"/>
                  <a:pt x="470610" y="43420"/>
                </a:cubicBezTo>
                <a:close/>
                <a:moveTo>
                  <a:pt x="880579" y="15834"/>
                </a:moveTo>
                <a:cubicBezTo>
                  <a:pt x="884818" y="16983"/>
                  <a:pt x="889442" y="20048"/>
                  <a:pt x="894065" y="24646"/>
                </a:cubicBezTo>
                <a:cubicBezTo>
                  <a:pt x="903312" y="33841"/>
                  <a:pt x="894065" y="46103"/>
                  <a:pt x="887900" y="49168"/>
                </a:cubicBezTo>
                <a:cubicBezTo>
                  <a:pt x="881735" y="52233"/>
                  <a:pt x="869405" y="55298"/>
                  <a:pt x="863240" y="43038"/>
                </a:cubicBezTo>
                <a:cubicBezTo>
                  <a:pt x="857075" y="30776"/>
                  <a:pt x="860158" y="24646"/>
                  <a:pt x="869405" y="18516"/>
                </a:cubicBezTo>
                <a:cubicBezTo>
                  <a:pt x="872487" y="15451"/>
                  <a:pt x="876341" y="14684"/>
                  <a:pt x="880579" y="15834"/>
                </a:cubicBezTo>
                <a:close/>
                <a:moveTo>
                  <a:pt x="569249" y="9704"/>
                </a:moveTo>
                <a:cubicBezTo>
                  <a:pt x="573488" y="10853"/>
                  <a:pt x="578112" y="13918"/>
                  <a:pt x="582736" y="18516"/>
                </a:cubicBezTo>
                <a:cubicBezTo>
                  <a:pt x="591983" y="27711"/>
                  <a:pt x="582736" y="43038"/>
                  <a:pt x="576571" y="46103"/>
                </a:cubicBezTo>
                <a:cubicBezTo>
                  <a:pt x="570405" y="49168"/>
                  <a:pt x="558075" y="52233"/>
                  <a:pt x="551910" y="39973"/>
                </a:cubicBezTo>
                <a:cubicBezTo>
                  <a:pt x="545746" y="24646"/>
                  <a:pt x="545746" y="18516"/>
                  <a:pt x="558075" y="12386"/>
                </a:cubicBezTo>
                <a:cubicBezTo>
                  <a:pt x="561158" y="9321"/>
                  <a:pt x="565011" y="8554"/>
                  <a:pt x="569249" y="9704"/>
                </a:cubicBezTo>
                <a:close/>
                <a:moveTo>
                  <a:pt x="772693" y="3574"/>
                </a:moveTo>
                <a:cubicBezTo>
                  <a:pt x="776932" y="4723"/>
                  <a:pt x="781555" y="7788"/>
                  <a:pt x="786179" y="12386"/>
                </a:cubicBezTo>
                <a:cubicBezTo>
                  <a:pt x="795426" y="21581"/>
                  <a:pt x="789261" y="30777"/>
                  <a:pt x="780014" y="36908"/>
                </a:cubicBezTo>
                <a:cubicBezTo>
                  <a:pt x="773848" y="39973"/>
                  <a:pt x="761518" y="43038"/>
                  <a:pt x="755354" y="30777"/>
                </a:cubicBezTo>
                <a:cubicBezTo>
                  <a:pt x="749189" y="15451"/>
                  <a:pt x="752271" y="9321"/>
                  <a:pt x="761518" y="6256"/>
                </a:cubicBezTo>
                <a:cubicBezTo>
                  <a:pt x="764601" y="3190"/>
                  <a:pt x="768454" y="2424"/>
                  <a:pt x="772693" y="3574"/>
                </a:cubicBezTo>
                <a:close/>
                <a:moveTo>
                  <a:pt x="670971" y="508"/>
                </a:moveTo>
                <a:cubicBezTo>
                  <a:pt x="675209" y="1657"/>
                  <a:pt x="679834" y="4722"/>
                  <a:pt x="684457" y="9320"/>
                </a:cubicBezTo>
                <a:cubicBezTo>
                  <a:pt x="693704" y="18515"/>
                  <a:pt x="687540" y="27711"/>
                  <a:pt x="678291" y="33841"/>
                </a:cubicBezTo>
                <a:cubicBezTo>
                  <a:pt x="672127" y="36907"/>
                  <a:pt x="659797" y="39972"/>
                  <a:pt x="653632" y="27711"/>
                </a:cubicBezTo>
                <a:cubicBezTo>
                  <a:pt x="650550" y="12385"/>
                  <a:pt x="650550" y="6255"/>
                  <a:pt x="659797" y="3189"/>
                </a:cubicBezTo>
                <a:cubicBezTo>
                  <a:pt x="662879" y="124"/>
                  <a:pt x="666733" y="-642"/>
                  <a:pt x="670971" y="508"/>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8" name="Freeform: Shape 37" descr="Tag=AccentColor&#10;Flavor=Light&#10;Target=Fill">
            <a:extLst>
              <a:ext uri="{FF2B5EF4-FFF2-40B4-BE49-F238E27FC236}">
                <a16:creationId xmlns:a16="http://schemas.microsoft.com/office/drawing/2014/main" id="{4B3CC887-0676-4BAE-BFC5-4701BE8CFA0A}"/>
              </a:ext>
            </a:extLst>
          </p:cNvPr>
          <p:cNvSpPr/>
          <p:nvPr/>
        </p:nvSpPr>
        <p:spPr>
          <a:xfrm>
            <a:off x="4108140" y="-5616"/>
            <a:ext cx="4247971" cy="462817"/>
          </a:xfrm>
          <a:custGeom>
            <a:avLst/>
            <a:gdLst>
              <a:gd name="connsiteX0" fmla="*/ 3643608 w 4247971"/>
              <a:gd name="connsiteY0" fmla="*/ 428146 h 462817"/>
              <a:gd name="connsiteX1" fmla="*/ 3661043 w 4247971"/>
              <a:gd name="connsiteY1" fmla="*/ 445481 h 462817"/>
              <a:gd name="connsiteX2" fmla="*/ 3643608 w 4247971"/>
              <a:gd name="connsiteY2" fmla="*/ 462817 h 462817"/>
              <a:gd name="connsiteX3" fmla="*/ 3626175 w 4247971"/>
              <a:gd name="connsiteY3" fmla="*/ 445481 h 462817"/>
              <a:gd name="connsiteX4" fmla="*/ 3643608 w 4247971"/>
              <a:gd name="connsiteY4" fmla="*/ 428146 h 462817"/>
              <a:gd name="connsiteX5" fmla="*/ 3463462 w 4247971"/>
              <a:gd name="connsiteY5" fmla="*/ 422367 h 462817"/>
              <a:gd name="connsiteX6" fmla="*/ 3480896 w 4247971"/>
              <a:gd name="connsiteY6" fmla="*/ 439702 h 462817"/>
              <a:gd name="connsiteX7" fmla="*/ 3463462 w 4247971"/>
              <a:gd name="connsiteY7" fmla="*/ 457039 h 462817"/>
              <a:gd name="connsiteX8" fmla="*/ 3446029 w 4247971"/>
              <a:gd name="connsiteY8" fmla="*/ 439702 h 462817"/>
              <a:gd name="connsiteX9" fmla="*/ 3463462 w 4247971"/>
              <a:gd name="connsiteY9" fmla="*/ 422367 h 462817"/>
              <a:gd name="connsiteX10" fmla="*/ 3783076 w 4247971"/>
              <a:gd name="connsiteY10" fmla="*/ 410811 h 462817"/>
              <a:gd name="connsiteX11" fmla="*/ 3800511 w 4247971"/>
              <a:gd name="connsiteY11" fmla="*/ 428146 h 462817"/>
              <a:gd name="connsiteX12" fmla="*/ 3783076 w 4247971"/>
              <a:gd name="connsiteY12" fmla="*/ 445482 h 462817"/>
              <a:gd name="connsiteX13" fmla="*/ 3765643 w 4247971"/>
              <a:gd name="connsiteY13" fmla="*/ 428146 h 462817"/>
              <a:gd name="connsiteX14" fmla="*/ 3783076 w 4247971"/>
              <a:gd name="connsiteY14" fmla="*/ 410811 h 462817"/>
              <a:gd name="connsiteX15" fmla="*/ 3910922 w 4247971"/>
              <a:gd name="connsiteY15" fmla="*/ 393475 h 462817"/>
              <a:gd name="connsiteX16" fmla="*/ 3928356 w 4247971"/>
              <a:gd name="connsiteY16" fmla="*/ 410811 h 462817"/>
              <a:gd name="connsiteX17" fmla="*/ 3910922 w 4247971"/>
              <a:gd name="connsiteY17" fmla="*/ 428147 h 462817"/>
              <a:gd name="connsiteX18" fmla="*/ 3893488 w 4247971"/>
              <a:gd name="connsiteY18" fmla="*/ 410811 h 462817"/>
              <a:gd name="connsiteX19" fmla="*/ 3910922 w 4247971"/>
              <a:gd name="connsiteY19" fmla="*/ 393475 h 462817"/>
              <a:gd name="connsiteX20" fmla="*/ 3318182 w 4247971"/>
              <a:gd name="connsiteY20" fmla="*/ 376139 h 462817"/>
              <a:gd name="connsiteX21" fmla="*/ 3335616 w 4247971"/>
              <a:gd name="connsiteY21" fmla="*/ 393475 h 462817"/>
              <a:gd name="connsiteX22" fmla="*/ 3318182 w 4247971"/>
              <a:gd name="connsiteY22" fmla="*/ 410811 h 462817"/>
              <a:gd name="connsiteX23" fmla="*/ 3300749 w 4247971"/>
              <a:gd name="connsiteY23" fmla="*/ 393475 h 462817"/>
              <a:gd name="connsiteX24" fmla="*/ 3318182 w 4247971"/>
              <a:gd name="connsiteY24" fmla="*/ 376139 h 462817"/>
              <a:gd name="connsiteX25" fmla="*/ 3527384 w 4247971"/>
              <a:gd name="connsiteY25" fmla="*/ 341468 h 462817"/>
              <a:gd name="connsiteX26" fmla="*/ 3544819 w 4247971"/>
              <a:gd name="connsiteY26" fmla="*/ 358803 h 462817"/>
              <a:gd name="connsiteX27" fmla="*/ 3527384 w 4247971"/>
              <a:gd name="connsiteY27" fmla="*/ 376139 h 462817"/>
              <a:gd name="connsiteX28" fmla="*/ 3509951 w 4247971"/>
              <a:gd name="connsiteY28" fmla="*/ 358803 h 462817"/>
              <a:gd name="connsiteX29" fmla="*/ 3527384 w 4247971"/>
              <a:gd name="connsiteY29" fmla="*/ 341468 h 462817"/>
              <a:gd name="connsiteX30" fmla="*/ 3661042 w 4247971"/>
              <a:gd name="connsiteY30" fmla="*/ 335689 h 462817"/>
              <a:gd name="connsiteX31" fmla="*/ 3678476 w 4247971"/>
              <a:gd name="connsiteY31" fmla="*/ 353025 h 462817"/>
              <a:gd name="connsiteX32" fmla="*/ 3661042 w 4247971"/>
              <a:gd name="connsiteY32" fmla="*/ 370361 h 462817"/>
              <a:gd name="connsiteX33" fmla="*/ 3643608 w 4247971"/>
              <a:gd name="connsiteY33" fmla="*/ 353025 h 462817"/>
              <a:gd name="connsiteX34" fmla="*/ 3661042 w 4247971"/>
              <a:gd name="connsiteY34" fmla="*/ 335689 h 462817"/>
              <a:gd name="connsiteX35" fmla="*/ 3201959 w 4247971"/>
              <a:gd name="connsiteY35" fmla="*/ 329911 h 462817"/>
              <a:gd name="connsiteX36" fmla="*/ 3219393 w 4247971"/>
              <a:gd name="connsiteY36" fmla="*/ 347246 h 462817"/>
              <a:gd name="connsiteX37" fmla="*/ 3201959 w 4247971"/>
              <a:gd name="connsiteY37" fmla="*/ 364582 h 462817"/>
              <a:gd name="connsiteX38" fmla="*/ 3184526 w 4247971"/>
              <a:gd name="connsiteY38" fmla="*/ 347246 h 462817"/>
              <a:gd name="connsiteX39" fmla="*/ 3201959 w 4247971"/>
              <a:gd name="connsiteY39" fmla="*/ 329911 h 462817"/>
              <a:gd name="connsiteX40" fmla="*/ 4044579 w 4247971"/>
              <a:gd name="connsiteY40" fmla="*/ 324133 h 462817"/>
              <a:gd name="connsiteX41" fmla="*/ 4062013 w 4247971"/>
              <a:gd name="connsiteY41" fmla="*/ 341468 h 462817"/>
              <a:gd name="connsiteX42" fmla="*/ 4044579 w 4247971"/>
              <a:gd name="connsiteY42" fmla="*/ 358804 h 462817"/>
              <a:gd name="connsiteX43" fmla="*/ 4027146 w 4247971"/>
              <a:gd name="connsiteY43" fmla="*/ 341468 h 462817"/>
              <a:gd name="connsiteX44" fmla="*/ 4044579 w 4247971"/>
              <a:gd name="connsiteY44" fmla="*/ 324133 h 462817"/>
              <a:gd name="connsiteX45" fmla="*/ 3405350 w 4247971"/>
              <a:gd name="connsiteY45" fmla="*/ 301018 h 462817"/>
              <a:gd name="connsiteX46" fmla="*/ 3422784 w 4247971"/>
              <a:gd name="connsiteY46" fmla="*/ 318353 h 462817"/>
              <a:gd name="connsiteX47" fmla="*/ 3405350 w 4247971"/>
              <a:gd name="connsiteY47" fmla="*/ 335689 h 462817"/>
              <a:gd name="connsiteX48" fmla="*/ 3387916 w 4247971"/>
              <a:gd name="connsiteY48" fmla="*/ 318353 h 462817"/>
              <a:gd name="connsiteX49" fmla="*/ 3405350 w 4247971"/>
              <a:gd name="connsiteY49" fmla="*/ 301018 h 462817"/>
              <a:gd name="connsiteX50" fmla="*/ 3817944 w 4247971"/>
              <a:gd name="connsiteY50" fmla="*/ 295240 h 462817"/>
              <a:gd name="connsiteX51" fmla="*/ 3835378 w 4247971"/>
              <a:gd name="connsiteY51" fmla="*/ 312575 h 462817"/>
              <a:gd name="connsiteX52" fmla="*/ 3817944 w 4247971"/>
              <a:gd name="connsiteY52" fmla="*/ 329911 h 462817"/>
              <a:gd name="connsiteX53" fmla="*/ 3800511 w 4247971"/>
              <a:gd name="connsiteY53" fmla="*/ 312575 h 462817"/>
              <a:gd name="connsiteX54" fmla="*/ 3817944 w 4247971"/>
              <a:gd name="connsiteY54" fmla="*/ 295240 h 462817"/>
              <a:gd name="connsiteX55" fmla="*/ 3945790 w 4247971"/>
              <a:gd name="connsiteY55" fmla="*/ 283683 h 462817"/>
              <a:gd name="connsiteX56" fmla="*/ 3963224 w 4247971"/>
              <a:gd name="connsiteY56" fmla="*/ 301018 h 462817"/>
              <a:gd name="connsiteX57" fmla="*/ 3945790 w 4247971"/>
              <a:gd name="connsiteY57" fmla="*/ 318354 h 462817"/>
              <a:gd name="connsiteX58" fmla="*/ 3928356 w 4247971"/>
              <a:gd name="connsiteY58" fmla="*/ 301018 h 462817"/>
              <a:gd name="connsiteX59" fmla="*/ 3945790 w 4247971"/>
              <a:gd name="connsiteY59" fmla="*/ 283683 h 462817"/>
              <a:gd name="connsiteX60" fmla="*/ 3091546 w 4247971"/>
              <a:gd name="connsiteY60" fmla="*/ 283683 h 462817"/>
              <a:gd name="connsiteX61" fmla="*/ 3108980 w 4247971"/>
              <a:gd name="connsiteY61" fmla="*/ 301018 h 462817"/>
              <a:gd name="connsiteX62" fmla="*/ 3091546 w 4247971"/>
              <a:gd name="connsiteY62" fmla="*/ 318354 h 462817"/>
              <a:gd name="connsiteX63" fmla="*/ 3074113 w 4247971"/>
              <a:gd name="connsiteY63" fmla="*/ 301018 h 462817"/>
              <a:gd name="connsiteX64" fmla="*/ 3091546 w 4247971"/>
              <a:gd name="connsiteY64" fmla="*/ 283683 h 462817"/>
              <a:gd name="connsiteX65" fmla="*/ 3294938 w 4247971"/>
              <a:gd name="connsiteY65" fmla="*/ 249011 h 462817"/>
              <a:gd name="connsiteX66" fmla="*/ 3312372 w 4247971"/>
              <a:gd name="connsiteY66" fmla="*/ 266347 h 462817"/>
              <a:gd name="connsiteX67" fmla="*/ 3294938 w 4247971"/>
              <a:gd name="connsiteY67" fmla="*/ 283683 h 462817"/>
              <a:gd name="connsiteX68" fmla="*/ 3277505 w 4247971"/>
              <a:gd name="connsiteY68" fmla="*/ 266347 h 462817"/>
              <a:gd name="connsiteX69" fmla="*/ 3294938 w 4247971"/>
              <a:gd name="connsiteY69" fmla="*/ 249011 h 462817"/>
              <a:gd name="connsiteX70" fmla="*/ 3701720 w 4247971"/>
              <a:gd name="connsiteY70" fmla="*/ 243233 h 462817"/>
              <a:gd name="connsiteX71" fmla="*/ 3719154 w 4247971"/>
              <a:gd name="connsiteY71" fmla="*/ 260568 h 462817"/>
              <a:gd name="connsiteX72" fmla="*/ 3701720 w 4247971"/>
              <a:gd name="connsiteY72" fmla="*/ 277904 h 462817"/>
              <a:gd name="connsiteX73" fmla="*/ 3684287 w 4247971"/>
              <a:gd name="connsiteY73" fmla="*/ 260568 h 462817"/>
              <a:gd name="connsiteX74" fmla="*/ 3701720 w 4247971"/>
              <a:gd name="connsiteY74" fmla="*/ 243233 h 462817"/>
              <a:gd name="connsiteX75" fmla="*/ 4131747 w 4247971"/>
              <a:gd name="connsiteY75" fmla="*/ 237455 h 462817"/>
              <a:gd name="connsiteX76" fmla="*/ 4149181 w 4247971"/>
              <a:gd name="connsiteY76" fmla="*/ 254790 h 462817"/>
              <a:gd name="connsiteX77" fmla="*/ 4131747 w 4247971"/>
              <a:gd name="connsiteY77" fmla="*/ 272126 h 462817"/>
              <a:gd name="connsiteX78" fmla="*/ 4114314 w 4247971"/>
              <a:gd name="connsiteY78" fmla="*/ 254790 h 462817"/>
              <a:gd name="connsiteX79" fmla="*/ 4131747 w 4247971"/>
              <a:gd name="connsiteY79" fmla="*/ 237455 h 462817"/>
              <a:gd name="connsiteX80" fmla="*/ 2963700 w 4247971"/>
              <a:gd name="connsiteY80" fmla="*/ 237455 h 462817"/>
              <a:gd name="connsiteX81" fmla="*/ 2981134 w 4247971"/>
              <a:gd name="connsiteY81" fmla="*/ 254790 h 462817"/>
              <a:gd name="connsiteX82" fmla="*/ 2963700 w 4247971"/>
              <a:gd name="connsiteY82" fmla="*/ 272126 h 462817"/>
              <a:gd name="connsiteX83" fmla="*/ 2946267 w 4247971"/>
              <a:gd name="connsiteY83" fmla="*/ 254790 h 462817"/>
              <a:gd name="connsiteX84" fmla="*/ 2963700 w 4247971"/>
              <a:gd name="connsiteY84" fmla="*/ 237455 h 462817"/>
              <a:gd name="connsiteX85" fmla="*/ 3568063 w 4247971"/>
              <a:gd name="connsiteY85" fmla="*/ 225898 h 462817"/>
              <a:gd name="connsiteX86" fmla="*/ 3585497 w 4247971"/>
              <a:gd name="connsiteY86" fmla="*/ 243233 h 462817"/>
              <a:gd name="connsiteX87" fmla="*/ 3568063 w 4247971"/>
              <a:gd name="connsiteY87" fmla="*/ 260569 h 462817"/>
              <a:gd name="connsiteX88" fmla="*/ 3550630 w 4247971"/>
              <a:gd name="connsiteY88" fmla="*/ 243233 h 462817"/>
              <a:gd name="connsiteX89" fmla="*/ 3568063 w 4247971"/>
              <a:gd name="connsiteY89" fmla="*/ 225898 h 462817"/>
              <a:gd name="connsiteX90" fmla="*/ 3463462 w 4247971"/>
              <a:gd name="connsiteY90" fmla="*/ 202783 h 462817"/>
              <a:gd name="connsiteX91" fmla="*/ 3480896 w 4247971"/>
              <a:gd name="connsiteY91" fmla="*/ 220119 h 462817"/>
              <a:gd name="connsiteX92" fmla="*/ 3463462 w 4247971"/>
              <a:gd name="connsiteY92" fmla="*/ 237455 h 462817"/>
              <a:gd name="connsiteX93" fmla="*/ 3446029 w 4247971"/>
              <a:gd name="connsiteY93" fmla="*/ 220119 h 462817"/>
              <a:gd name="connsiteX94" fmla="*/ 3463462 w 4247971"/>
              <a:gd name="connsiteY94" fmla="*/ 202783 h 462817"/>
              <a:gd name="connsiteX95" fmla="*/ 3178714 w 4247971"/>
              <a:gd name="connsiteY95" fmla="*/ 197005 h 462817"/>
              <a:gd name="connsiteX96" fmla="*/ 3196148 w 4247971"/>
              <a:gd name="connsiteY96" fmla="*/ 214340 h 462817"/>
              <a:gd name="connsiteX97" fmla="*/ 3178714 w 4247971"/>
              <a:gd name="connsiteY97" fmla="*/ 231676 h 462817"/>
              <a:gd name="connsiteX98" fmla="*/ 3161281 w 4247971"/>
              <a:gd name="connsiteY98" fmla="*/ 214340 h 462817"/>
              <a:gd name="connsiteX99" fmla="*/ 3178714 w 4247971"/>
              <a:gd name="connsiteY99" fmla="*/ 197005 h 462817"/>
              <a:gd name="connsiteX100" fmla="*/ 389349 w 4247971"/>
              <a:gd name="connsiteY100" fmla="*/ 191226 h 462817"/>
              <a:gd name="connsiteX101" fmla="*/ 406783 w 4247971"/>
              <a:gd name="connsiteY101" fmla="*/ 208562 h 462817"/>
              <a:gd name="connsiteX102" fmla="*/ 389349 w 4247971"/>
              <a:gd name="connsiteY102" fmla="*/ 225898 h 462817"/>
              <a:gd name="connsiteX103" fmla="*/ 371916 w 4247971"/>
              <a:gd name="connsiteY103" fmla="*/ 208562 h 462817"/>
              <a:gd name="connsiteX104" fmla="*/ 389349 w 4247971"/>
              <a:gd name="connsiteY104" fmla="*/ 191226 h 462817"/>
              <a:gd name="connsiteX105" fmla="*/ 528817 w 4247971"/>
              <a:gd name="connsiteY105" fmla="*/ 185448 h 462817"/>
              <a:gd name="connsiteX106" fmla="*/ 546251 w 4247971"/>
              <a:gd name="connsiteY106" fmla="*/ 202783 h 462817"/>
              <a:gd name="connsiteX107" fmla="*/ 528817 w 4247971"/>
              <a:gd name="connsiteY107" fmla="*/ 220119 h 462817"/>
              <a:gd name="connsiteX108" fmla="*/ 511384 w 4247971"/>
              <a:gd name="connsiteY108" fmla="*/ 202783 h 462817"/>
              <a:gd name="connsiteX109" fmla="*/ 528817 w 4247971"/>
              <a:gd name="connsiteY109" fmla="*/ 185448 h 462817"/>
              <a:gd name="connsiteX110" fmla="*/ 3928356 w 4247971"/>
              <a:gd name="connsiteY110" fmla="*/ 179670 h 462817"/>
              <a:gd name="connsiteX111" fmla="*/ 3945790 w 4247971"/>
              <a:gd name="connsiteY111" fmla="*/ 197005 h 462817"/>
              <a:gd name="connsiteX112" fmla="*/ 3928356 w 4247971"/>
              <a:gd name="connsiteY112" fmla="*/ 214341 h 462817"/>
              <a:gd name="connsiteX113" fmla="*/ 3910922 w 4247971"/>
              <a:gd name="connsiteY113" fmla="*/ 197005 h 462817"/>
              <a:gd name="connsiteX114" fmla="*/ 3928356 w 4247971"/>
              <a:gd name="connsiteY114" fmla="*/ 179670 h 462817"/>
              <a:gd name="connsiteX115" fmla="*/ 3794699 w 4247971"/>
              <a:gd name="connsiteY115" fmla="*/ 179670 h 462817"/>
              <a:gd name="connsiteX116" fmla="*/ 3812133 w 4247971"/>
              <a:gd name="connsiteY116" fmla="*/ 197005 h 462817"/>
              <a:gd name="connsiteX117" fmla="*/ 3794699 w 4247971"/>
              <a:gd name="connsiteY117" fmla="*/ 214341 h 462817"/>
              <a:gd name="connsiteX118" fmla="*/ 3777264 w 4247971"/>
              <a:gd name="connsiteY118" fmla="*/ 197005 h 462817"/>
              <a:gd name="connsiteX119" fmla="*/ 3794699 w 4247971"/>
              <a:gd name="connsiteY119" fmla="*/ 179670 h 462817"/>
              <a:gd name="connsiteX120" fmla="*/ 656663 w 4247971"/>
              <a:gd name="connsiteY120" fmla="*/ 179670 h 462817"/>
              <a:gd name="connsiteX121" fmla="*/ 674097 w 4247971"/>
              <a:gd name="connsiteY121" fmla="*/ 197005 h 462817"/>
              <a:gd name="connsiteX122" fmla="*/ 656663 w 4247971"/>
              <a:gd name="connsiteY122" fmla="*/ 214341 h 462817"/>
              <a:gd name="connsiteX123" fmla="*/ 639229 w 4247971"/>
              <a:gd name="connsiteY123" fmla="*/ 197005 h 462817"/>
              <a:gd name="connsiteX124" fmla="*/ 656663 w 4247971"/>
              <a:gd name="connsiteY124" fmla="*/ 179670 h 462817"/>
              <a:gd name="connsiteX125" fmla="*/ 4050390 w 4247971"/>
              <a:gd name="connsiteY125" fmla="*/ 168112 h 462817"/>
              <a:gd name="connsiteX126" fmla="*/ 4067825 w 4247971"/>
              <a:gd name="connsiteY126" fmla="*/ 185447 h 462817"/>
              <a:gd name="connsiteX127" fmla="*/ 4050390 w 4247971"/>
              <a:gd name="connsiteY127" fmla="*/ 202783 h 462817"/>
              <a:gd name="connsiteX128" fmla="*/ 4032957 w 4247971"/>
              <a:gd name="connsiteY128" fmla="*/ 185447 h 462817"/>
              <a:gd name="connsiteX129" fmla="*/ 4050390 w 4247971"/>
              <a:gd name="connsiteY129" fmla="*/ 168112 h 462817"/>
              <a:gd name="connsiteX130" fmla="*/ 3045057 w 4247971"/>
              <a:gd name="connsiteY130" fmla="*/ 162333 h 462817"/>
              <a:gd name="connsiteX131" fmla="*/ 3062491 w 4247971"/>
              <a:gd name="connsiteY131" fmla="*/ 179669 h 462817"/>
              <a:gd name="connsiteX132" fmla="*/ 3045057 w 4247971"/>
              <a:gd name="connsiteY132" fmla="*/ 197005 h 462817"/>
              <a:gd name="connsiteX133" fmla="*/ 3027624 w 4247971"/>
              <a:gd name="connsiteY133" fmla="*/ 179669 h 462817"/>
              <a:gd name="connsiteX134" fmla="*/ 3045057 w 4247971"/>
              <a:gd name="connsiteY134" fmla="*/ 162333 h 462817"/>
              <a:gd name="connsiteX135" fmla="*/ 3358860 w 4247971"/>
              <a:gd name="connsiteY135" fmla="*/ 156555 h 462817"/>
              <a:gd name="connsiteX136" fmla="*/ 3376294 w 4247971"/>
              <a:gd name="connsiteY136" fmla="*/ 173890 h 462817"/>
              <a:gd name="connsiteX137" fmla="*/ 3358860 w 4247971"/>
              <a:gd name="connsiteY137" fmla="*/ 191226 h 462817"/>
              <a:gd name="connsiteX138" fmla="*/ 3341426 w 4247971"/>
              <a:gd name="connsiteY138" fmla="*/ 173890 h 462817"/>
              <a:gd name="connsiteX139" fmla="*/ 3358860 w 4247971"/>
              <a:gd name="connsiteY139" fmla="*/ 156555 h 462817"/>
              <a:gd name="connsiteX140" fmla="*/ 2882344 w 4247971"/>
              <a:gd name="connsiteY140" fmla="*/ 156555 h 462817"/>
              <a:gd name="connsiteX141" fmla="*/ 2899778 w 4247971"/>
              <a:gd name="connsiteY141" fmla="*/ 173890 h 462817"/>
              <a:gd name="connsiteX142" fmla="*/ 2882344 w 4247971"/>
              <a:gd name="connsiteY142" fmla="*/ 191226 h 462817"/>
              <a:gd name="connsiteX143" fmla="*/ 2864911 w 4247971"/>
              <a:gd name="connsiteY143" fmla="*/ 173890 h 462817"/>
              <a:gd name="connsiteX144" fmla="*/ 2882344 w 4247971"/>
              <a:gd name="connsiteY144" fmla="*/ 156555 h 462817"/>
              <a:gd name="connsiteX145" fmla="*/ 2783554 w 4247971"/>
              <a:gd name="connsiteY145" fmla="*/ 156555 h 462817"/>
              <a:gd name="connsiteX146" fmla="*/ 2800988 w 4247971"/>
              <a:gd name="connsiteY146" fmla="*/ 173890 h 462817"/>
              <a:gd name="connsiteX147" fmla="*/ 2783554 w 4247971"/>
              <a:gd name="connsiteY147" fmla="*/ 191226 h 462817"/>
              <a:gd name="connsiteX148" fmla="*/ 2766121 w 4247971"/>
              <a:gd name="connsiteY148" fmla="*/ 173890 h 462817"/>
              <a:gd name="connsiteX149" fmla="*/ 2783554 w 4247971"/>
              <a:gd name="connsiteY149" fmla="*/ 156555 h 462817"/>
              <a:gd name="connsiteX150" fmla="*/ 796131 w 4247971"/>
              <a:gd name="connsiteY150" fmla="*/ 156555 h 462817"/>
              <a:gd name="connsiteX151" fmla="*/ 813565 w 4247971"/>
              <a:gd name="connsiteY151" fmla="*/ 173890 h 462817"/>
              <a:gd name="connsiteX152" fmla="*/ 796131 w 4247971"/>
              <a:gd name="connsiteY152" fmla="*/ 191226 h 462817"/>
              <a:gd name="connsiteX153" fmla="*/ 778698 w 4247971"/>
              <a:gd name="connsiteY153" fmla="*/ 173890 h 462817"/>
              <a:gd name="connsiteX154" fmla="*/ 796131 w 4247971"/>
              <a:gd name="connsiteY154" fmla="*/ 156555 h 462817"/>
              <a:gd name="connsiteX155" fmla="*/ 3649419 w 4247971"/>
              <a:gd name="connsiteY155" fmla="*/ 144998 h 462817"/>
              <a:gd name="connsiteX156" fmla="*/ 3666854 w 4247971"/>
              <a:gd name="connsiteY156" fmla="*/ 162334 h 462817"/>
              <a:gd name="connsiteX157" fmla="*/ 3649419 w 4247971"/>
              <a:gd name="connsiteY157" fmla="*/ 179670 h 462817"/>
              <a:gd name="connsiteX158" fmla="*/ 3631985 w 4247971"/>
              <a:gd name="connsiteY158" fmla="*/ 162334 h 462817"/>
              <a:gd name="connsiteX159" fmla="*/ 3649419 w 4247971"/>
              <a:gd name="connsiteY159" fmla="*/ 144998 h 462817"/>
              <a:gd name="connsiteX160" fmla="*/ 4184047 w 4247971"/>
              <a:gd name="connsiteY160" fmla="*/ 133440 h 462817"/>
              <a:gd name="connsiteX161" fmla="*/ 4201481 w 4247971"/>
              <a:gd name="connsiteY161" fmla="*/ 150776 h 462817"/>
              <a:gd name="connsiteX162" fmla="*/ 4184047 w 4247971"/>
              <a:gd name="connsiteY162" fmla="*/ 168112 h 462817"/>
              <a:gd name="connsiteX163" fmla="*/ 4166614 w 4247971"/>
              <a:gd name="connsiteY163" fmla="*/ 150776 h 462817"/>
              <a:gd name="connsiteX164" fmla="*/ 4184047 w 4247971"/>
              <a:gd name="connsiteY164" fmla="*/ 133440 h 462817"/>
              <a:gd name="connsiteX165" fmla="*/ 296370 w 4247971"/>
              <a:gd name="connsiteY165" fmla="*/ 133440 h 462817"/>
              <a:gd name="connsiteX166" fmla="*/ 313804 w 4247971"/>
              <a:gd name="connsiteY166" fmla="*/ 150776 h 462817"/>
              <a:gd name="connsiteX167" fmla="*/ 296370 w 4247971"/>
              <a:gd name="connsiteY167" fmla="*/ 168112 h 462817"/>
              <a:gd name="connsiteX168" fmla="*/ 278937 w 4247971"/>
              <a:gd name="connsiteY168" fmla="*/ 150776 h 462817"/>
              <a:gd name="connsiteX169" fmla="*/ 296370 w 4247971"/>
              <a:gd name="connsiteY169" fmla="*/ 133440 h 462817"/>
              <a:gd name="connsiteX170" fmla="*/ 197580 w 4247971"/>
              <a:gd name="connsiteY170" fmla="*/ 127662 h 462817"/>
              <a:gd name="connsiteX171" fmla="*/ 215016 w 4247971"/>
              <a:gd name="connsiteY171" fmla="*/ 144997 h 462817"/>
              <a:gd name="connsiteX172" fmla="*/ 197580 w 4247971"/>
              <a:gd name="connsiteY172" fmla="*/ 162333 h 462817"/>
              <a:gd name="connsiteX173" fmla="*/ 180147 w 4247971"/>
              <a:gd name="connsiteY173" fmla="*/ 144997 h 462817"/>
              <a:gd name="connsiteX174" fmla="*/ 197580 w 4247971"/>
              <a:gd name="connsiteY174" fmla="*/ 127662 h 462817"/>
              <a:gd name="connsiteX175" fmla="*/ 3248448 w 4247971"/>
              <a:gd name="connsiteY175" fmla="*/ 110327 h 462817"/>
              <a:gd name="connsiteX176" fmla="*/ 3265883 w 4247971"/>
              <a:gd name="connsiteY176" fmla="*/ 127662 h 462817"/>
              <a:gd name="connsiteX177" fmla="*/ 3248448 w 4247971"/>
              <a:gd name="connsiteY177" fmla="*/ 144998 h 462817"/>
              <a:gd name="connsiteX178" fmla="*/ 3231015 w 4247971"/>
              <a:gd name="connsiteY178" fmla="*/ 127662 h 462817"/>
              <a:gd name="connsiteX179" fmla="*/ 3248448 w 4247971"/>
              <a:gd name="connsiteY179" fmla="*/ 110327 h 462817"/>
              <a:gd name="connsiteX180" fmla="*/ 2667330 w 4247971"/>
              <a:gd name="connsiteY180" fmla="*/ 110327 h 462817"/>
              <a:gd name="connsiteX181" fmla="*/ 2684764 w 4247971"/>
              <a:gd name="connsiteY181" fmla="*/ 127662 h 462817"/>
              <a:gd name="connsiteX182" fmla="*/ 2667330 w 4247971"/>
              <a:gd name="connsiteY182" fmla="*/ 144998 h 462817"/>
              <a:gd name="connsiteX183" fmla="*/ 2649897 w 4247971"/>
              <a:gd name="connsiteY183" fmla="*/ 127662 h 462817"/>
              <a:gd name="connsiteX184" fmla="*/ 2667330 w 4247971"/>
              <a:gd name="connsiteY184" fmla="*/ 110327 h 462817"/>
              <a:gd name="connsiteX185" fmla="*/ 900734 w 4247971"/>
              <a:gd name="connsiteY185" fmla="*/ 104548 h 462817"/>
              <a:gd name="connsiteX186" fmla="*/ 918166 w 4247971"/>
              <a:gd name="connsiteY186" fmla="*/ 121884 h 462817"/>
              <a:gd name="connsiteX187" fmla="*/ 900734 w 4247971"/>
              <a:gd name="connsiteY187" fmla="*/ 139220 h 462817"/>
              <a:gd name="connsiteX188" fmla="*/ 883301 w 4247971"/>
              <a:gd name="connsiteY188" fmla="*/ 121884 h 462817"/>
              <a:gd name="connsiteX189" fmla="*/ 900734 w 4247971"/>
              <a:gd name="connsiteY189" fmla="*/ 104548 h 462817"/>
              <a:gd name="connsiteX190" fmla="*/ 3498328 w 4247971"/>
              <a:gd name="connsiteY190" fmla="*/ 92992 h 462817"/>
              <a:gd name="connsiteX191" fmla="*/ 3515762 w 4247971"/>
              <a:gd name="connsiteY191" fmla="*/ 110327 h 462817"/>
              <a:gd name="connsiteX192" fmla="*/ 3498328 w 4247971"/>
              <a:gd name="connsiteY192" fmla="*/ 127663 h 462817"/>
              <a:gd name="connsiteX193" fmla="*/ 3480895 w 4247971"/>
              <a:gd name="connsiteY193" fmla="*/ 110327 h 462817"/>
              <a:gd name="connsiteX194" fmla="*/ 3498328 w 4247971"/>
              <a:gd name="connsiteY194" fmla="*/ 92992 h 462817"/>
              <a:gd name="connsiteX195" fmla="*/ 435839 w 4247971"/>
              <a:gd name="connsiteY195" fmla="*/ 92992 h 462817"/>
              <a:gd name="connsiteX196" fmla="*/ 453274 w 4247971"/>
              <a:gd name="connsiteY196" fmla="*/ 110327 h 462817"/>
              <a:gd name="connsiteX197" fmla="*/ 435839 w 4247971"/>
              <a:gd name="connsiteY197" fmla="*/ 127663 h 462817"/>
              <a:gd name="connsiteX198" fmla="*/ 418405 w 4247971"/>
              <a:gd name="connsiteY198" fmla="*/ 110327 h 462817"/>
              <a:gd name="connsiteX199" fmla="*/ 435839 w 4247971"/>
              <a:gd name="connsiteY199" fmla="*/ 92992 h 462817"/>
              <a:gd name="connsiteX200" fmla="*/ 3817944 w 4247971"/>
              <a:gd name="connsiteY200" fmla="*/ 81434 h 462817"/>
              <a:gd name="connsiteX201" fmla="*/ 3835378 w 4247971"/>
              <a:gd name="connsiteY201" fmla="*/ 98769 h 462817"/>
              <a:gd name="connsiteX202" fmla="*/ 3817944 w 4247971"/>
              <a:gd name="connsiteY202" fmla="*/ 116105 h 462817"/>
              <a:gd name="connsiteX203" fmla="*/ 3800511 w 4247971"/>
              <a:gd name="connsiteY203" fmla="*/ 98769 h 462817"/>
              <a:gd name="connsiteX204" fmla="*/ 3817944 w 4247971"/>
              <a:gd name="connsiteY204" fmla="*/ 81434 h 462817"/>
              <a:gd name="connsiteX205" fmla="*/ 3114791 w 4247971"/>
              <a:gd name="connsiteY205" fmla="*/ 81434 h 462817"/>
              <a:gd name="connsiteX206" fmla="*/ 3132226 w 4247971"/>
              <a:gd name="connsiteY206" fmla="*/ 98769 h 462817"/>
              <a:gd name="connsiteX207" fmla="*/ 3114791 w 4247971"/>
              <a:gd name="connsiteY207" fmla="*/ 116105 h 462817"/>
              <a:gd name="connsiteX208" fmla="*/ 3097358 w 4247971"/>
              <a:gd name="connsiteY208" fmla="*/ 98769 h 462817"/>
              <a:gd name="connsiteX209" fmla="*/ 3114791 w 4247971"/>
              <a:gd name="connsiteY209" fmla="*/ 81434 h 462817"/>
              <a:gd name="connsiteX210" fmla="*/ 1016958 w 4247971"/>
              <a:gd name="connsiteY210" fmla="*/ 81434 h 462817"/>
              <a:gd name="connsiteX211" fmla="*/ 1034391 w 4247971"/>
              <a:gd name="connsiteY211" fmla="*/ 98769 h 462817"/>
              <a:gd name="connsiteX212" fmla="*/ 1016958 w 4247971"/>
              <a:gd name="connsiteY212" fmla="*/ 116105 h 462817"/>
              <a:gd name="connsiteX213" fmla="*/ 999523 w 4247971"/>
              <a:gd name="connsiteY213" fmla="*/ 98769 h 462817"/>
              <a:gd name="connsiteX214" fmla="*/ 1016958 w 4247971"/>
              <a:gd name="connsiteY214" fmla="*/ 81434 h 462817"/>
              <a:gd name="connsiteX215" fmla="*/ 732208 w 4247971"/>
              <a:gd name="connsiteY215" fmla="*/ 81434 h 462817"/>
              <a:gd name="connsiteX216" fmla="*/ 749644 w 4247971"/>
              <a:gd name="connsiteY216" fmla="*/ 98769 h 462817"/>
              <a:gd name="connsiteX217" fmla="*/ 732208 w 4247971"/>
              <a:gd name="connsiteY217" fmla="*/ 116105 h 462817"/>
              <a:gd name="connsiteX218" fmla="*/ 714775 w 4247971"/>
              <a:gd name="connsiteY218" fmla="*/ 98769 h 462817"/>
              <a:gd name="connsiteX219" fmla="*/ 732208 w 4247971"/>
              <a:gd name="connsiteY219" fmla="*/ 81434 h 462817"/>
              <a:gd name="connsiteX220" fmla="*/ 575306 w 4247971"/>
              <a:gd name="connsiteY220" fmla="*/ 81434 h 462817"/>
              <a:gd name="connsiteX221" fmla="*/ 592740 w 4247971"/>
              <a:gd name="connsiteY221" fmla="*/ 98769 h 462817"/>
              <a:gd name="connsiteX222" fmla="*/ 575306 w 4247971"/>
              <a:gd name="connsiteY222" fmla="*/ 116105 h 462817"/>
              <a:gd name="connsiteX223" fmla="*/ 557875 w 4247971"/>
              <a:gd name="connsiteY223" fmla="*/ 98769 h 462817"/>
              <a:gd name="connsiteX224" fmla="*/ 575306 w 4247971"/>
              <a:gd name="connsiteY224" fmla="*/ 81434 h 462817"/>
              <a:gd name="connsiteX225" fmla="*/ 3974846 w 4247971"/>
              <a:gd name="connsiteY225" fmla="*/ 75655 h 462817"/>
              <a:gd name="connsiteX226" fmla="*/ 3992280 w 4247971"/>
              <a:gd name="connsiteY226" fmla="*/ 92991 h 462817"/>
              <a:gd name="connsiteX227" fmla="*/ 3974846 w 4247971"/>
              <a:gd name="connsiteY227" fmla="*/ 110327 h 462817"/>
              <a:gd name="connsiteX228" fmla="*/ 3957413 w 4247971"/>
              <a:gd name="connsiteY228" fmla="*/ 92991 h 462817"/>
              <a:gd name="connsiteX229" fmla="*/ 3974846 w 4247971"/>
              <a:gd name="connsiteY229" fmla="*/ 75655 h 462817"/>
              <a:gd name="connsiteX230" fmla="*/ 104601 w 4247971"/>
              <a:gd name="connsiteY230" fmla="*/ 75655 h 462817"/>
              <a:gd name="connsiteX231" fmla="*/ 122035 w 4247971"/>
              <a:gd name="connsiteY231" fmla="*/ 92991 h 462817"/>
              <a:gd name="connsiteX232" fmla="*/ 104601 w 4247971"/>
              <a:gd name="connsiteY232" fmla="*/ 110327 h 462817"/>
              <a:gd name="connsiteX233" fmla="*/ 87167 w 4247971"/>
              <a:gd name="connsiteY233" fmla="*/ 92991 h 462817"/>
              <a:gd name="connsiteX234" fmla="*/ 104601 w 4247971"/>
              <a:gd name="connsiteY234" fmla="*/ 75655 h 462817"/>
              <a:gd name="connsiteX235" fmla="*/ 2975322 w 4247971"/>
              <a:gd name="connsiteY235" fmla="*/ 64099 h 462817"/>
              <a:gd name="connsiteX236" fmla="*/ 2992757 w 4247971"/>
              <a:gd name="connsiteY236" fmla="*/ 81434 h 462817"/>
              <a:gd name="connsiteX237" fmla="*/ 2975322 w 4247971"/>
              <a:gd name="connsiteY237" fmla="*/ 98770 h 462817"/>
              <a:gd name="connsiteX238" fmla="*/ 2957889 w 4247971"/>
              <a:gd name="connsiteY238" fmla="*/ 81434 h 462817"/>
              <a:gd name="connsiteX239" fmla="*/ 2975322 w 4247971"/>
              <a:gd name="connsiteY239" fmla="*/ 64099 h 462817"/>
              <a:gd name="connsiteX240" fmla="*/ 2562729 w 4247971"/>
              <a:gd name="connsiteY240" fmla="*/ 52542 h 462817"/>
              <a:gd name="connsiteX241" fmla="*/ 2580164 w 4247971"/>
              <a:gd name="connsiteY241" fmla="*/ 69877 h 462817"/>
              <a:gd name="connsiteX242" fmla="*/ 2562729 w 4247971"/>
              <a:gd name="connsiteY242" fmla="*/ 87213 h 462817"/>
              <a:gd name="connsiteX243" fmla="*/ 2545296 w 4247971"/>
              <a:gd name="connsiteY243" fmla="*/ 69877 h 462817"/>
              <a:gd name="connsiteX244" fmla="*/ 2562729 w 4247971"/>
              <a:gd name="connsiteY244" fmla="*/ 52542 h 462817"/>
              <a:gd name="connsiteX245" fmla="*/ 4096880 w 4247971"/>
              <a:gd name="connsiteY245" fmla="*/ 46762 h 462817"/>
              <a:gd name="connsiteX246" fmla="*/ 4114314 w 4247971"/>
              <a:gd name="connsiteY246" fmla="*/ 64098 h 462817"/>
              <a:gd name="connsiteX247" fmla="*/ 4096880 w 4247971"/>
              <a:gd name="connsiteY247" fmla="*/ 81434 h 462817"/>
              <a:gd name="connsiteX248" fmla="*/ 4079447 w 4247971"/>
              <a:gd name="connsiteY248" fmla="*/ 64098 h 462817"/>
              <a:gd name="connsiteX249" fmla="*/ 4096880 w 4247971"/>
              <a:gd name="connsiteY249" fmla="*/ 46762 h 462817"/>
              <a:gd name="connsiteX250" fmla="*/ 2795176 w 4247971"/>
              <a:gd name="connsiteY250" fmla="*/ 40984 h 462817"/>
              <a:gd name="connsiteX251" fmla="*/ 2812610 w 4247971"/>
              <a:gd name="connsiteY251" fmla="*/ 58319 h 462817"/>
              <a:gd name="connsiteX252" fmla="*/ 2795176 w 4247971"/>
              <a:gd name="connsiteY252" fmla="*/ 75655 h 462817"/>
              <a:gd name="connsiteX253" fmla="*/ 2777743 w 4247971"/>
              <a:gd name="connsiteY253" fmla="*/ 58319 h 462817"/>
              <a:gd name="connsiteX254" fmla="*/ 2795176 w 4247971"/>
              <a:gd name="connsiteY254" fmla="*/ 40984 h 462817"/>
              <a:gd name="connsiteX255" fmla="*/ 3707531 w 4247971"/>
              <a:gd name="connsiteY255" fmla="*/ 35206 h 462817"/>
              <a:gd name="connsiteX256" fmla="*/ 3724965 w 4247971"/>
              <a:gd name="connsiteY256" fmla="*/ 52541 h 462817"/>
              <a:gd name="connsiteX257" fmla="*/ 3707531 w 4247971"/>
              <a:gd name="connsiteY257" fmla="*/ 69877 h 462817"/>
              <a:gd name="connsiteX258" fmla="*/ 3690097 w 4247971"/>
              <a:gd name="connsiteY258" fmla="*/ 52541 h 462817"/>
              <a:gd name="connsiteX259" fmla="*/ 3707531 w 4247971"/>
              <a:gd name="connsiteY259" fmla="*/ 35206 h 462817"/>
              <a:gd name="connsiteX260" fmla="*/ 4230537 w 4247971"/>
              <a:gd name="connsiteY260" fmla="*/ 29427 h 462817"/>
              <a:gd name="connsiteX261" fmla="*/ 4247971 w 4247971"/>
              <a:gd name="connsiteY261" fmla="*/ 46763 h 462817"/>
              <a:gd name="connsiteX262" fmla="*/ 4230537 w 4247971"/>
              <a:gd name="connsiteY262" fmla="*/ 64099 h 462817"/>
              <a:gd name="connsiteX263" fmla="*/ 4213103 w 4247971"/>
              <a:gd name="connsiteY263" fmla="*/ 46763 h 462817"/>
              <a:gd name="connsiteX264" fmla="*/ 4230537 w 4247971"/>
              <a:gd name="connsiteY264" fmla="*/ 29427 h 462817"/>
              <a:gd name="connsiteX265" fmla="*/ 3591308 w 4247971"/>
              <a:gd name="connsiteY265" fmla="*/ 29427 h 462817"/>
              <a:gd name="connsiteX266" fmla="*/ 3608742 w 4247971"/>
              <a:gd name="connsiteY266" fmla="*/ 46763 h 462817"/>
              <a:gd name="connsiteX267" fmla="*/ 3591308 w 4247971"/>
              <a:gd name="connsiteY267" fmla="*/ 64099 h 462817"/>
              <a:gd name="connsiteX268" fmla="*/ 3573874 w 4247971"/>
              <a:gd name="connsiteY268" fmla="*/ 46763 h 462817"/>
              <a:gd name="connsiteX269" fmla="*/ 3591308 w 4247971"/>
              <a:gd name="connsiteY269" fmla="*/ 29427 h 462817"/>
              <a:gd name="connsiteX270" fmla="*/ 3393727 w 4247971"/>
              <a:gd name="connsiteY270" fmla="*/ 29427 h 462817"/>
              <a:gd name="connsiteX271" fmla="*/ 3411162 w 4247971"/>
              <a:gd name="connsiteY271" fmla="*/ 46763 h 462817"/>
              <a:gd name="connsiteX272" fmla="*/ 3393727 w 4247971"/>
              <a:gd name="connsiteY272" fmla="*/ 64099 h 462817"/>
              <a:gd name="connsiteX273" fmla="*/ 3376294 w 4247971"/>
              <a:gd name="connsiteY273" fmla="*/ 46763 h 462817"/>
              <a:gd name="connsiteX274" fmla="*/ 3393727 w 4247971"/>
              <a:gd name="connsiteY274" fmla="*/ 29427 h 462817"/>
              <a:gd name="connsiteX275" fmla="*/ 17433 w 4247971"/>
              <a:gd name="connsiteY275" fmla="*/ 29427 h 462817"/>
              <a:gd name="connsiteX276" fmla="*/ 34867 w 4247971"/>
              <a:gd name="connsiteY276" fmla="*/ 46763 h 462817"/>
              <a:gd name="connsiteX277" fmla="*/ 17433 w 4247971"/>
              <a:gd name="connsiteY277" fmla="*/ 64099 h 462817"/>
              <a:gd name="connsiteX278" fmla="*/ 0 w 4247971"/>
              <a:gd name="connsiteY278" fmla="*/ 46763 h 462817"/>
              <a:gd name="connsiteX279" fmla="*/ 17433 w 4247971"/>
              <a:gd name="connsiteY279" fmla="*/ 29427 h 462817"/>
              <a:gd name="connsiteX280" fmla="*/ 2452317 w 4247971"/>
              <a:gd name="connsiteY280" fmla="*/ 23649 h 462817"/>
              <a:gd name="connsiteX281" fmla="*/ 2469751 w 4247971"/>
              <a:gd name="connsiteY281" fmla="*/ 40984 h 462817"/>
              <a:gd name="connsiteX282" fmla="*/ 2452317 w 4247971"/>
              <a:gd name="connsiteY282" fmla="*/ 58320 h 462817"/>
              <a:gd name="connsiteX283" fmla="*/ 2434883 w 4247971"/>
              <a:gd name="connsiteY283" fmla="*/ 40984 h 462817"/>
              <a:gd name="connsiteX284" fmla="*/ 2452317 w 4247971"/>
              <a:gd name="connsiteY284" fmla="*/ 23649 h 462817"/>
              <a:gd name="connsiteX285" fmla="*/ 1121559 w 4247971"/>
              <a:gd name="connsiteY285" fmla="*/ 23649 h 462817"/>
              <a:gd name="connsiteX286" fmla="*/ 1138991 w 4247971"/>
              <a:gd name="connsiteY286" fmla="*/ 40984 h 462817"/>
              <a:gd name="connsiteX287" fmla="*/ 1121559 w 4247971"/>
              <a:gd name="connsiteY287" fmla="*/ 58320 h 462817"/>
              <a:gd name="connsiteX288" fmla="*/ 1104124 w 4247971"/>
              <a:gd name="connsiteY288" fmla="*/ 40984 h 462817"/>
              <a:gd name="connsiteX289" fmla="*/ 1121559 w 4247971"/>
              <a:gd name="connsiteY289" fmla="*/ 23649 h 462817"/>
              <a:gd name="connsiteX290" fmla="*/ 302181 w 4247971"/>
              <a:gd name="connsiteY290" fmla="*/ 17870 h 462817"/>
              <a:gd name="connsiteX291" fmla="*/ 319617 w 4247971"/>
              <a:gd name="connsiteY291" fmla="*/ 35206 h 462817"/>
              <a:gd name="connsiteX292" fmla="*/ 302181 w 4247971"/>
              <a:gd name="connsiteY292" fmla="*/ 52542 h 462817"/>
              <a:gd name="connsiteX293" fmla="*/ 284748 w 4247971"/>
              <a:gd name="connsiteY293" fmla="*/ 35206 h 462817"/>
              <a:gd name="connsiteX294" fmla="*/ 302181 w 4247971"/>
              <a:gd name="connsiteY294" fmla="*/ 17870 h 462817"/>
              <a:gd name="connsiteX295" fmla="*/ 3283315 w 4247971"/>
              <a:gd name="connsiteY295" fmla="*/ 6314 h 462817"/>
              <a:gd name="connsiteX296" fmla="*/ 3300749 w 4247971"/>
              <a:gd name="connsiteY296" fmla="*/ 23649 h 462817"/>
              <a:gd name="connsiteX297" fmla="*/ 3283315 w 4247971"/>
              <a:gd name="connsiteY297" fmla="*/ 40985 h 462817"/>
              <a:gd name="connsiteX298" fmla="*/ 3265882 w 4247971"/>
              <a:gd name="connsiteY298" fmla="*/ 23649 h 462817"/>
              <a:gd name="connsiteX299" fmla="*/ 3283315 w 4247971"/>
              <a:gd name="connsiteY299" fmla="*/ 6314 h 462817"/>
              <a:gd name="connsiteX300" fmla="*/ 3887678 w 4247971"/>
              <a:gd name="connsiteY300" fmla="*/ 534 h 462817"/>
              <a:gd name="connsiteX301" fmla="*/ 3905112 w 4247971"/>
              <a:gd name="connsiteY301" fmla="*/ 17870 h 462817"/>
              <a:gd name="connsiteX302" fmla="*/ 3887678 w 4247971"/>
              <a:gd name="connsiteY302" fmla="*/ 35206 h 462817"/>
              <a:gd name="connsiteX303" fmla="*/ 3870245 w 4247971"/>
              <a:gd name="connsiteY303" fmla="*/ 17870 h 462817"/>
              <a:gd name="connsiteX304" fmla="*/ 3887678 w 4247971"/>
              <a:gd name="connsiteY304" fmla="*/ 534 h 462817"/>
              <a:gd name="connsiteX305" fmla="*/ 842622 w 4247971"/>
              <a:gd name="connsiteY305" fmla="*/ 534 h 462817"/>
              <a:gd name="connsiteX306" fmla="*/ 860055 w 4247971"/>
              <a:gd name="connsiteY306" fmla="*/ 17870 h 462817"/>
              <a:gd name="connsiteX307" fmla="*/ 842622 w 4247971"/>
              <a:gd name="connsiteY307" fmla="*/ 35206 h 462817"/>
              <a:gd name="connsiteX308" fmla="*/ 825189 w 4247971"/>
              <a:gd name="connsiteY308" fmla="*/ 17870 h 462817"/>
              <a:gd name="connsiteX309" fmla="*/ 842622 w 4247971"/>
              <a:gd name="connsiteY309" fmla="*/ 534 h 462817"/>
              <a:gd name="connsiteX310" fmla="*/ 691530 w 4247971"/>
              <a:gd name="connsiteY310" fmla="*/ 534 h 462817"/>
              <a:gd name="connsiteX311" fmla="*/ 708964 w 4247971"/>
              <a:gd name="connsiteY311" fmla="*/ 17870 h 462817"/>
              <a:gd name="connsiteX312" fmla="*/ 691530 w 4247971"/>
              <a:gd name="connsiteY312" fmla="*/ 35206 h 462817"/>
              <a:gd name="connsiteX313" fmla="*/ 674097 w 4247971"/>
              <a:gd name="connsiteY313" fmla="*/ 17870 h 462817"/>
              <a:gd name="connsiteX314" fmla="*/ 691530 w 4247971"/>
              <a:gd name="connsiteY314" fmla="*/ 534 h 462817"/>
              <a:gd name="connsiteX315" fmla="*/ 3151844 w 4247971"/>
              <a:gd name="connsiteY315" fmla="*/ 0 h 462817"/>
              <a:gd name="connsiteX316" fmla="*/ 3182342 w 4247971"/>
              <a:gd name="connsiteY316" fmla="*/ 0 h 462817"/>
              <a:gd name="connsiteX317" fmla="*/ 3179420 w 4247971"/>
              <a:gd name="connsiteY317" fmla="*/ 7014 h 462817"/>
              <a:gd name="connsiteX318" fmla="*/ 3167092 w 4247971"/>
              <a:gd name="connsiteY318" fmla="*/ 12092 h 462817"/>
              <a:gd name="connsiteX319" fmla="*/ 3154765 w 4247971"/>
              <a:gd name="connsiteY319" fmla="*/ 7014 h 462817"/>
              <a:gd name="connsiteX320" fmla="*/ 2879162 w 4247971"/>
              <a:gd name="connsiteY320" fmla="*/ 0 h 462817"/>
              <a:gd name="connsiteX321" fmla="*/ 2908771 w 4247971"/>
              <a:gd name="connsiteY321" fmla="*/ 0 h 462817"/>
              <a:gd name="connsiteX322" fmla="*/ 2911400 w 4247971"/>
              <a:gd name="connsiteY322" fmla="*/ 6313 h 462817"/>
              <a:gd name="connsiteX323" fmla="*/ 2893966 w 4247971"/>
              <a:gd name="connsiteY323" fmla="*/ 23649 h 462817"/>
              <a:gd name="connsiteX324" fmla="*/ 2876532 w 4247971"/>
              <a:gd name="connsiteY324" fmla="*/ 6313 h 462817"/>
              <a:gd name="connsiteX325" fmla="*/ 2660745 w 4247971"/>
              <a:gd name="connsiteY325" fmla="*/ 0 h 462817"/>
              <a:gd name="connsiteX326" fmla="*/ 2685539 w 4247971"/>
              <a:gd name="connsiteY326" fmla="*/ 0 h 462817"/>
              <a:gd name="connsiteX327" fmla="*/ 2690575 w 4247971"/>
              <a:gd name="connsiteY327" fmla="*/ 12091 h 462817"/>
              <a:gd name="connsiteX328" fmla="*/ 2673141 w 4247971"/>
              <a:gd name="connsiteY328" fmla="*/ 29427 h 462817"/>
              <a:gd name="connsiteX329" fmla="*/ 2655708 w 4247971"/>
              <a:gd name="connsiteY329" fmla="*/ 12091 h 462817"/>
              <a:gd name="connsiteX330" fmla="*/ 2338279 w 4247971"/>
              <a:gd name="connsiteY330" fmla="*/ 0 h 462817"/>
              <a:gd name="connsiteX331" fmla="*/ 2368777 w 4247971"/>
              <a:gd name="connsiteY331" fmla="*/ 0 h 462817"/>
              <a:gd name="connsiteX332" fmla="*/ 2365855 w 4247971"/>
              <a:gd name="connsiteY332" fmla="*/ 7014 h 462817"/>
              <a:gd name="connsiteX333" fmla="*/ 2353527 w 4247971"/>
              <a:gd name="connsiteY333" fmla="*/ 12092 h 462817"/>
              <a:gd name="connsiteX334" fmla="*/ 2341200 w 4247971"/>
              <a:gd name="connsiteY334" fmla="*/ 7014 h 462817"/>
              <a:gd name="connsiteX335" fmla="*/ 1234600 w 4247971"/>
              <a:gd name="connsiteY335" fmla="*/ 0 h 462817"/>
              <a:gd name="connsiteX336" fmla="*/ 1264208 w 4247971"/>
              <a:gd name="connsiteY336" fmla="*/ 0 h 462817"/>
              <a:gd name="connsiteX337" fmla="*/ 1266837 w 4247971"/>
              <a:gd name="connsiteY337" fmla="*/ 6313 h 462817"/>
              <a:gd name="connsiteX338" fmla="*/ 1249404 w 4247971"/>
              <a:gd name="connsiteY338" fmla="*/ 23649 h 462817"/>
              <a:gd name="connsiteX339" fmla="*/ 1231970 w 4247971"/>
              <a:gd name="connsiteY339" fmla="*/ 6313 h 462817"/>
              <a:gd name="connsiteX340" fmla="*/ 953257 w 4247971"/>
              <a:gd name="connsiteY340" fmla="*/ 0 h 462817"/>
              <a:gd name="connsiteX341" fmla="*/ 987679 w 4247971"/>
              <a:gd name="connsiteY341" fmla="*/ 0 h 462817"/>
              <a:gd name="connsiteX342" fmla="*/ 987902 w 4247971"/>
              <a:gd name="connsiteY342" fmla="*/ 534 h 462817"/>
              <a:gd name="connsiteX343" fmla="*/ 970467 w 4247971"/>
              <a:gd name="connsiteY343" fmla="*/ 17870 h 462817"/>
              <a:gd name="connsiteX344" fmla="*/ 953034 w 4247971"/>
              <a:gd name="connsiteY344" fmla="*/ 534 h 462817"/>
              <a:gd name="connsiteX345" fmla="*/ 464120 w 4247971"/>
              <a:gd name="connsiteY345" fmla="*/ 0 h 462817"/>
              <a:gd name="connsiteX346" fmla="*/ 488914 w 4247971"/>
              <a:gd name="connsiteY346" fmla="*/ 0 h 462817"/>
              <a:gd name="connsiteX347" fmla="*/ 493950 w 4247971"/>
              <a:gd name="connsiteY347" fmla="*/ 12091 h 462817"/>
              <a:gd name="connsiteX348" fmla="*/ 476516 w 4247971"/>
              <a:gd name="connsiteY348" fmla="*/ 29427 h 462817"/>
              <a:gd name="connsiteX349" fmla="*/ 459083 w 4247971"/>
              <a:gd name="connsiteY349" fmla="*/ 12091 h 462817"/>
              <a:gd name="connsiteX350" fmla="*/ 176520 w 4247971"/>
              <a:gd name="connsiteY350" fmla="*/ 0 h 462817"/>
              <a:gd name="connsiteX351" fmla="*/ 207018 w 4247971"/>
              <a:gd name="connsiteY351" fmla="*/ 0 h 462817"/>
              <a:gd name="connsiteX352" fmla="*/ 204096 w 4247971"/>
              <a:gd name="connsiteY352" fmla="*/ 7014 h 462817"/>
              <a:gd name="connsiteX353" fmla="*/ 191768 w 4247971"/>
              <a:gd name="connsiteY353" fmla="*/ 12092 h 462817"/>
              <a:gd name="connsiteX354" fmla="*/ 179442 w 4247971"/>
              <a:gd name="connsiteY354" fmla="*/ 7014 h 4628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Lst>
            <a:rect l="l" t="t" r="r" b="b"/>
            <a:pathLst>
              <a:path w="4247971" h="462817">
                <a:moveTo>
                  <a:pt x="3643608" y="428146"/>
                </a:moveTo>
                <a:cubicBezTo>
                  <a:pt x="3653237" y="428146"/>
                  <a:pt x="3661043" y="435906"/>
                  <a:pt x="3661043" y="445481"/>
                </a:cubicBezTo>
                <a:cubicBezTo>
                  <a:pt x="3661043" y="455055"/>
                  <a:pt x="3653237" y="462817"/>
                  <a:pt x="3643608" y="462817"/>
                </a:cubicBezTo>
                <a:cubicBezTo>
                  <a:pt x="3633980" y="462817"/>
                  <a:pt x="3626175" y="455055"/>
                  <a:pt x="3626175" y="445481"/>
                </a:cubicBezTo>
                <a:cubicBezTo>
                  <a:pt x="3626175" y="435906"/>
                  <a:pt x="3633980" y="428146"/>
                  <a:pt x="3643608" y="428146"/>
                </a:cubicBezTo>
                <a:close/>
                <a:moveTo>
                  <a:pt x="3463462" y="422367"/>
                </a:moveTo>
                <a:cubicBezTo>
                  <a:pt x="3473091" y="422367"/>
                  <a:pt x="3480896" y="430129"/>
                  <a:pt x="3480896" y="439702"/>
                </a:cubicBezTo>
                <a:cubicBezTo>
                  <a:pt x="3480896" y="449277"/>
                  <a:pt x="3473091" y="457039"/>
                  <a:pt x="3463462" y="457039"/>
                </a:cubicBezTo>
                <a:cubicBezTo>
                  <a:pt x="3453833" y="457039"/>
                  <a:pt x="3446029" y="449277"/>
                  <a:pt x="3446029" y="439702"/>
                </a:cubicBezTo>
                <a:cubicBezTo>
                  <a:pt x="3446029" y="430129"/>
                  <a:pt x="3453833" y="422367"/>
                  <a:pt x="3463462" y="422367"/>
                </a:cubicBezTo>
                <a:close/>
                <a:moveTo>
                  <a:pt x="3783076" y="410811"/>
                </a:moveTo>
                <a:cubicBezTo>
                  <a:pt x="3792705" y="410811"/>
                  <a:pt x="3800511" y="418572"/>
                  <a:pt x="3800511" y="428146"/>
                </a:cubicBezTo>
                <a:cubicBezTo>
                  <a:pt x="3800511" y="437720"/>
                  <a:pt x="3792705" y="445482"/>
                  <a:pt x="3783076" y="445482"/>
                </a:cubicBezTo>
                <a:cubicBezTo>
                  <a:pt x="3773448" y="445482"/>
                  <a:pt x="3765643" y="437720"/>
                  <a:pt x="3765643" y="428146"/>
                </a:cubicBezTo>
                <a:cubicBezTo>
                  <a:pt x="3765643" y="418572"/>
                  <a:pt x="3773448" y="410811"/>
                  <a:pt x="3783076" y="410811"/>
                </a:cubicBezTo>
                <a:close/>
                <a:moveTo>
                  <a:pt x="3910922" y="393475"/>
                </a:moveTo>
                <a:cubicBezTo>
                  <a:pt x="3920551" y="393475"/>
                  <a:pt x="3928356" y="401237"/>
                  <a:pt x="3928356" y="410811"/>
                </a:cubicBezTo>
                <a:cubicBezTo>
                  <a:pt x="3928356" y="420385"/>
                  <a:pt x="3920551" y="428147"/>
                  <a:pt x="3910922" y="428147"/>
                </a:cubicBezTo>
                <a:cubicBezTo>
                  <a:pt x="3901294" y="428147"/>
                  <a:pt x="3893488" y="420385"/>
                  <a:pt x="3893488" y="410811"/>
                </a:cubicBezTo>
                <a:cubicBezTo>
                  <a:pt x="3893488" y="401237"/>
                  <a:pt x="3901294" y="393475"/>
                  <a:pt x="3910922" y="393475"/>
                </a:cubicBezTo>
                <a:close/>
                <a:moveTo>
                  <a:pt x="3318182" y="376139"/>
                </a:moveTo>
                <a:cubicBezTo>
                  <a:pt x="3327811" y="376139"/>
                  <a:pt x="3335616" y="383901"/>
                  <a:pt x="3335616" y="393475"/>
                </a:cubicBezTo>
                <a:cubicBezTo>
                  <a:pt x="3335616" y="403049"/>
                  <a:pt x="3327811" y="410811"/>
                  <a:pt x="3318182" y="410811"/>
                </a:cubicBezTo>
                <a:cubicBezTo>
                  <a:pt x="3308553" y="410811"/>
                  <a:pt x="3300749" y="403049"/>
                  <a:pt x="3300749" y="393475"/>
                </a:cubicBezTo>
                <a:cubicBezTo>
                  <a:pt x="3300749" y="383901"/>
                  <a:pt x="3308553" y="376139"/>
                  <a:pt x="3318182" y="376139"/>
                </a:cubicBezTo>
                <a:close/>
                <a:moveTo>
                  <a:pt x="3527384" y="341468"/>
                </a:moveTo>
                <a:cubicBezTo>
                  <a:pt x="3537013" y="341468"/>
                  <a:pt x="3544819" y="349228"/>
                  <a:pt x="3544819" y="358803"/>
                </a:cubicBezTo>
                <a:cubicBezTo>
                  <a:pt x="3544819" y="368378"/>
                  <a:pt x="3537013" y="376139"/>
                  <a:pt x="3527384" y="376139"/>
                </a:cubicBezTo>
                <a:cubicBezTo>
                  <a:pt x="3517756" y="376139"/>
                  <a:pt x="3509951" y="368378"/>
                  <a:pt x="3509951" y="358803"/>
                </a:cubicBezTo>
                <a:cubicBezTo>
                  <a:pt x="3509951" y="349228"/>
                  <a:pt x="3517756" y="341468"/>
                  <a:pt x="3527384" y="341468"/>
                </a:cubicBezTo>
                <a:close/>
                <a:moveTo>
                  <a:pt x="3661042" y="335689"/>
                </a:moveTo>
                <a:cubicBezTo>
                  <a:pt x="3670670" y="335689"/>
                  <a:pt x="3678476" y="343451"/>
                  <a:pt x="3678476" y="353025"/>
                </a:cubicBezTo>
                <a:cubicBezTo>
                  <a:pt x="3678476" y="362599"/>
                  <a:pt x="3670670" y="370361"/>
                  <a:pt x="3661042" y="370361"/>
                </a:cubicBezTo>
                <a:cubicBezTo>
                  <a:pt x="3651414" y="370361"/>
                  <a:pt x="3643608" y="362599"/>
                  <a:pt x="3643608" y="353025"/>
                </a:cubicBezTo>
                <a:cubicBezTo>
                  <a:pt x="3643608" y="343451"/>
                  <a:pt x="3651414" y="335689"/>
                  <a:pt x="3661042" y="335689"/>
                </a:cubicBezTo>
                <a:close/>
                <a:moveTo>
                  <a:pt x="3201959" y="329911"/>
                </a:moveTo>
                <a:cubicBezTo>
                  <a:pt x="3211588" y="329911"/>
                  <a:pt x="3219393" y="337673"/>
                  <a:pt x="3219393" y="347246"/>
                </a:cubicBezTo>
                <a:cubicBezTo>
                  <a:pt x="3219393" y="356821"/>
                  <a:pt x="3211588" y="364582"/>
                  <a:pt x="3201959" y="364582"/>
                </a:cubicBezTo>
                <a:cubicBezTo>
                  <a:pt x="3192330" y="364582"/>
                  <a:pt x="3184526" y="356821"/>
                  <a:pt x="3184526" y="347246"/>
                </a:cubicBezTo>
                <a:cubicBezTo>
                  <a:pt x="3184526" y="337673"/>
                  <a:pt x="3192330" y="329911"/>
                  <a:pt x="3201959" y="329911"/>
                </a:cubicBezTo>
                <a:close/>
                <a:moveTo>
                  <a:pt x="4044579" y="324133"/>
                </a:moveTo>
                <a:cubicBezTo>
                  <a:pt x="4054208" y="324133"/>
                  <a:pt x="4062013" y="331894"/>
                  <a:pt x="4062013" y="341468"/>
                </a:cubicBezTo>
                <a:cubicBezTo>
                  <a:pt x="4062013" y="351042"/>
                  <a:pt x="4054208" y="358804"/>
                  <a:pt x="4044579" y="358804"/>
                </a:cubicBezTo>
                <a:cubicBezTo>
                  <a:pt x="4034951" y="358804"/>
                  <a:pt x="4027146" y="351042"/>
                  <a:pt x="4027146" y="341468"/>
                </a:cubicBezTo>
                <a:cubicBezTo>
                  <a:pt x="4027146" y="331894"/>
                  <a:pt x="4034951" y="324133"/>
                  <a:pt x="4044579" y="324133"/>
                </a:cubicBezTo>
                <a:close/>
                <a:moveTo>
                  <a:pt x="3405350" y="301018"/>
                </a:moveTo>
                <a:cubicBezTo>
                  <a:pt x="3414978" y="301018"/>
                  <a:pt x="3422784" y="308780"/>
                  <a:pt x="3422784" y="318353"/>
                </a:cubicBezTo>
                <a:cubicBezTo>
                  <a:pt x="3422784" y="327928"/>
                  <a:pt x="3414978" y="335689"/>
                  <a:pt x="3405350" y="335689"/>
                </a:cubicBezTo>
                <a:cubicBezTo>
                  <a:pt x="3395721" y="335689"/>
                  <a:pt x="3387916" y="327928"/>
                  <a:pt x="3387916" y="318353"/>
                </a:cubicBezTo>
                <a:cubicBezTo>
                  <a:pt x="3387916" y="308780"/>
                  <a:pt x="3395721" y="301018"/>
                  <a:pt x="3405350" y="301018"/>
                </a:cubicBezTo>
                <a:close/>
                <a:moveTo>
                  <a:pt x="3817944" y="295240"/>
                </a:moveTo>
                <a:cubicBezTo>
                  <a:pt x="3827572" y="295240"/>
                  <a:pt x="3835378" y="303001"/>
                  <a:pt x="3835378" y="312575"/>
                </a:cubicBezTo>
                <a:cubicBezTo>
                  <a:pt x="3835378" y="322149"/>
                  <a:pt x="3827572" y="329911"/>
                  <a:pt x="3817944" y="329911"/>
                </a:cubicBezTo>
                <a:cubicBezTo>
                  <a:pt x="3808315" y="329911"/>
                  <a:pt x="3800511" y="322149"/>
                  <a:pt x="3800511" y="312575"/>
                </a:cubicBezTo>
                <a:cubicBezTo>
                  <a:pt x="3800511" y="303001"/>
                  <a:pt x="3808315" y="295240"/>
                  <a:pt x="3817944" y="295240"/>
                </a:cubicBezTo>
                <a:close/>
                <a:moveTo>
                  <a:pt x="3945790" y="283683"/>
                </a:moveTo>
                <a:cubicBezTo>
                  <a:pt x="3955418" y="283683"/>
                  <a:pt x="3963224" y="291443"/>
                  <a:pt x="3963224" y="301018"/>
                </a:cubicBezTo>
                <a:cubicBezTo>
                  <a:pt x="3963224" y="310593"/>
                  <a:pt x="3955418" y="318354"/>
                  <a:pt x="3945790" y="318354"/>
                </a:cubicBezTo>
                <a:cubicBezTo>
                  <a:pt x="3936162" y="318354"/>
                  <a:pt x="3928356" y="310593"/>
                  <a:pt x="3928356" y="301018"/>
                </a:cubicBezTo>
                <a:cubicBezTo>
                  <a:pt x="3928356" y="291443"/>
                  <a:pt x="3936162" y="283683"/>
                  <a:pt x="3945790" y="283683"/>
                </a:cubicBezTo>
                <a:close/>
                <a:moveTo>
                  <a:pt x="3091546" y="283683"/>
                </a:moveTo>
                <a:cubicBezTo>
                  <a:pt x="3101175" y="283683"/>
                  <a:pt x="3108980" y="291443"/>
                  <a:pt x="3108980" y="301018"/>
                </a:cubicBezTo>
                <a:cubicBezTo>
                  <a:pt x="3108980" y="310593"/>
                  <a:pt x="3101175" y="318354"/>
                  <a:pt x="3091546" y="318354"/>
                </a:cubicBezTo>
                <a:cubicBezTo>
                  <a:pt x="3081918" y="318354"/>
                  <a:pt x="3074113" y="310593"/>
                  <a:pt x="3074113" y="301018"/>
                </a:cubicBezTo>
                <a:cubicBezTo>
                  <a:pt x="3074113" y="291443"/>
                  <a:pt x="3081918" y="283683"/>
                  <a:pt x="3091546" y="283683"/>
                </a:cubicBezTo>
                <a:close/>
                <a:moveTo>
                  <a:pt x="3294938" y="249011"/>
                </a:moveTo>
                <a:cubicBezTo>
                  <a:pt x="3304566" y="249011"/>
                  <a:pt x="3312372" y="256773"/>
                  <a:pt x="3312372" y="266347"/>
                </a:cubicBezTo>
                <a:cubicBezTo>
                  <a:pt x="3312372" y="275921"/>
                  <a:pt x="3304566" y="283683"/>
                  <a:pt x="3294938" y="283683"/>
                </a:cubicBezTo>
                <a:cubicBezTo>
                  <a:pt x="3285309" y="283683"/>
                  <a:pt x="3277505" y="275921"/>
                  <a:pt x="3277505" y="266347"/>
                </a:cubicBezTo>
                <a:cubicBezTo>
                  <a:pt x="3277505" y="256773"/>
                  <a:pt x="3285309" y="249011"/>
                  <a:pt x="3294938" y="249011"/>
                </a:cubicBezTo>
                <a:close/>
                <a:moveTo>
                  <a:pt x="3701720" y="243233"/>
                </a:moveTo>
                <a:cubicBezTo>
                  <a:pt x="3711349" y="243233"/>
                  <a:pt x="3719154" y="250995"/>
                  <a:pt x="3719154" y="260568"/>
                </a:cubicBezTo>
                <a:cubicBezTo>
                  <a:pt x="3719154" y="270143"/>
                  <a:pt x="3711349" y="277904"/>
                  <a:pt x="3701720" y="277904"/>
                </a:cubicBezTo>
                <a:cubicBezTo>
                  <a:pt x="3692091" y="277904"/>
                  <a:pt x="3684287" y="270143"/>
                  <a:pt x="3684287" y="260568"/>
                </a:cubicBezTo>
                <a:cubicBezTo>
                  <a:pt x="3684287" y="250995"/>
                  <a:pt x="3692091" y="243233"/>
                  <a:pt x="3701720" y="243233"/>
                </a:cubicBezTo>
                <a:close/>
                <a:moveTo>
                  <a:pt x="4131747" y="237455"/>
                </a:moveTo>
                <a:cubicBezTo>
                  <a:pt x="4141376" y="237455"/>
                  <a:pt x="4149181" y="245216"/>
                  <a:pt x="4149181" y="254790"/>
                </a:cubicBezTo>
                <a:cubicBezTo>
                  <a:pt x="4149181" y="264364"/>
                  <a:pt x="4141376" y="272126"/>
                  <a:pt x="4131747" y="272126"/>
                </a:cubicBezTo>
                <a:cubicBezTo>
                  <a:pt x="4122118" y="272126"/>
                  <a:pt x="4114314" y="264364"/>
                  <a:pt x="4114314" y="254790"/>
                </a:cubicBezTo>
                <a:cubicBezTo>
                  <a:pt x="4114314" y="245216"/>
                  <a:pt x="4122118" y="237455"/>
                  <a:pt x="4131747" y="237455"/>
                </a:cubicBezTo>
                <a:close/>
                <a:moveTo>
                  <a:pt x="2963700" y="237455"/>
                </a:moveTo>
                <a:cubicBezTo>
                  <a:pt x="2973329" y="237455"/>
                  <a:pt x="2981134" y="245216"/>
                  <a:pt x="2981134" y="254790"/>
                </a:cubicBezTo>
                <a:cubicBezTo>
                  <a:pt x="2981134" y="264364"/>
                  <a:pt x="2973329" y="272126"/>
                  <a:pt x="2963700" y="272126"/>
                </a:cubicBezTo>
                <a:cubicBezTo>
                  <a:pt x="2954073" y="272126"/>
                  <a:pt x="2946267" y="264364"/>
                  <a:pt x="2946267" y="254790"/>
                </a:cubicBezTo>
                <a:cubicBezTo>
                  <a:pt x="2946267" y="245216"/>
                  <a:pt x="2954073" y="237455"/>
                  <a:pt x="2963700" y="237455"/>
                </a:cubicBezTo>
                <a:close/>
                <a:moveTo>
                  <a:pt x="3568063" y="225898"/>
                </a:moveTo>
                <a:cubicBezTo>
                  <a:pt x="3577692" y="225898"/>
                  <a:pt x="3585497" y="233658"/>
                  <a:pt x="3585497" y="243233"/>
                </a:cubicBezTo>
                <a:cubicBezTo>
                  <a:pt x="3585497" y="252808"/>
                  <a:pt x="3577692" y="260569"/>
                  <a:pt x="3568063" y="260569"/>
                </a:cubicBezTo>
                <a:cubicBezTo>
                  <a:pt x="3558435" y="260569"/>
                  <a:pt x="3550630" y="252808"/>
                  <a:pt x="3550630" y="243233"/>
                </a:cubicBezTo>
                <a:cubicBezTo>
                  <a:pt x="3550630" y="233658"/>
                  <a:pt x="3558435" y="225898"/>
                  <a:pt x="3568063" y="225898"/>
                </a:cubicBezTo>
                <a:close/>
                <a:moveTo>
                  <a:pt x="3463462" y="202783"/>
                </a:moveTo>
                <a:cubicBezTo>
                  <a:pt x="3473091" y="202783"/>
                  <a:pt x="3480896" y="210545"/>
                  <a:pt x="3480896" y="220119"/>
                </a:cubicBezTo>
                <a:cubicBezTo>
                  <a:pt x="3480896" y="229693"/>
                  <a:pt x="3473091" y="237455"/>
                  <a:pt x="3463462" y="237455"/>
                </a:cubicBezTo>
                <a:cubicBezTo>
                  <a:pt x="3453833" y="237455"/>
                  <a:pt x="3446029" y="229693"/>
                  <a:pt x="3446029" y="220119"/>
                </a:cubicBezTo>
                <a:cubicBezTo>
                  <a:pt x="3446029" y="210545"/>
                  <a:pt x="3453833" y="202783"/>
                  <a:pt x="3463462" y="202783"/>
                </a:cubicBezTo>
                <a:close/>
                <a:moveTo>
                  <a:pt x="3178714" y="197005"/>
                </a:moveTo>
                <a:cubicBezTo>
                  <a:pt x="3188343" y="197005"/>
                  <a:pt x="3196148" y="204765"/>
                  <a:pt x="3196148" y="214340"/>
                </a:cubicBezTo>
                <a:cubicBezTo>
                  <a:pt x="3196148" y="223915"/>
                  <a:pt x="3188343" y="231676"/>
                  <a:pt x="3178714" y="231676"/>
                </a:cubicBezTo>
                <a:cubicBezTo>
                  <a:pt x="3169085" y="231676"/>
                  <a:pt x="3161281" y="223915"/>
                  <a:pt x="3161281" y="214340"/>
                </a:cubicBezTo>
                <a:cubicBezTo>
                  <a:pt x="3161281" y="204765"/>
                  <a:pt x="3169085" y="197005"/>
                  <a:pt x="3178714" y="197005"/>
                </a:cubicBezTo>
                <a:close/>
                <a:moveTo>
                  <a:pt x="389349" y="191226"/>
                </a:moveTo>
                <a:cubicBezTo>
                  <a:pt x="398977" y="191226"/>
                  <a:pt x="406783" y="198988"/>
                  <a:pt x="406783" y="208562"/>
                </a:cubicBezTo>
                <a:cubicBezTo>
                  <a:pt x="406783" y="218136"/>
                  <a:pt x="398977" y="225898"/>
                  <a:pt x="389349" y="225898"/>
                </a:cubicBezTo>
                <a:cubicBezTo>
                  <a:pt x="379721" y="225898"/>
                  <a:pt x="371916" y="218136"/>
                  <a:pt x="371916" y="208562"/>
                </a:cubicBezTo>
                <a:cubicBezTo>
                  <a:pt x="371916" y="198988"/>
                  <a:pt x="379721" y="191226"/>
                  <a:pt x="389349" y="191226"/>
                </a:cubicBezTo>
                <a:close/>
                <a:moveTo>
                  <a:pt x="528817" y="185448"/>
                </a:moveTo>
                <a:cubicBezTo>
                  <a:pt x="538447" y="185448"/>
                  <a:pt x="546251" y="193210"/>
                  <a:pt x="546251" y="202783"/>
                </a:cubicBezTo>
                <a:cubicBezTo>
                  <a:pt x="546251" y="212358"/>
                  <a:pt x="538447" y="220119"/>
                  <a:pt x="528817" y="220119"/>
                </a:cubicBezTo>
                <a:cubicBezTo>
                  <a:pt x="519191" y="220119"/>
                  <a:pt x="511384" y="212358"/>
                  <a:pt x="511384" y="202783"/>
                </a:cubicBezTo>
                <a:cubicBezTo>
                  <a:pt x="511384" y="193210"/>
                  <a:pt x="519191" y="185448"/>
                  <a:pt x="528817" y="185448"/>
                </a:cubicBezTo>
                <a:close/>
                <a:moveTo>
                  <a:pt x="3928356" y="179670"/>
                </a:moveTo>
                <a:cubicBezTo>
                  <a:pt x="3937984" y="179670"/>
                  <a:pt x="3945790" y="187431"/>
                  <a:pt x="3945790" y="197005"/>
                </a:cubicBezTo>
                <a:cubicBezTo>
                  <a:pt x="3945790" y="206579"/>
                  <a:pt x="3937984" y="214341"/>
                  <a:pt x="3928356" y="214341"/>
                </a:cubicBezTo>
                <a:cubicBezTo>
                  <a:pt x="3918727" y="214341"/>
                  <a:pt x="3910922" y="206579"/>
                  <a:pt x="3910922" y="197005"/>
                </a:cubicBezTo>
                <a:cubicBezTo>
                  <a:pt x="3910922" y="187431"/>
                  <a:pt x="3918727" y="179670"/>
                  <a:pt x="3928356" y="179670"/>
                </a:cubicBezTo>
                <a:close/>
                <a:moveTo>
                  <a:pt x="3794699" y="179670"/>
                </a:moveTo>
                <a:cubicBezTo>
                  <a:pt x="3804327" y="179670"/>
                  <a:pt x="3812133" y="187431"/>
                  <a:pt x="3812133" y="197005"/>
                </a:cubicBezTo>
                <a:cubicBezTo>
                  <a:pt x="3812133" y="206579"/>
                  <a:pt x="3804327" y="214341"/>
                  <a:pt x="3794699" y="214341"/>
                </a:cubicBezTo>
                <a:cubicBezTo>
                  <a:pt x="3785070" y="214341"/>
                  <a:pt x="3777264" y="206579"/>
                  <a:pt x="3777264" y="197005"/>
                </a:cubicBezTo>
                <a:cubicBezTo>
                  <a:pt x="3777264" y="187431"/>
                  <a:pt x="3785070" y="179670"/>
                  <a:pt x="3794699" y="179670"/>
                </a:cubicBezTo>
                <a:close/>
                <a:moveTo>
                  <a:pt x="656663" y="179670"/>
                </a:moveTo>
                <a:cubicBezTo>
                  <a:pt x="666291" y="179670"/>
                  <a:pt x="674097" y="187431"/>
                  <a:pt x="674097" y="197005"/>
                </a:cubicBezTo>
                <a:cubicBezTo>
                  <a:pt x="674097" y="206579"/>
                  <a:pt x="666291" y="214341"/>
                  <a:pt x="656663" y="214341"/>
                </a:cubicBezTo>
                <a:cubicBezTo>
                  <a:pt x="647035" y="214341"/>
                  <a:pt x="639229" y="206579"/>
                  <a:pt x="639229" y="197005"/>
                </a:cubicBezTo>
                <a:cubicBezTo>
                  <a:pt x="639229" y="187431"/>
                  <a:pt x="647035" y="179670"/>
                  <a:pt x="656663" y="179670"/>
                </a:cubicBezTo>
                <a:close/>
                <a:moveTo>
                  <a:pt x="4050390" y="168112"/>
                </a:moveTo>
                <a:cubicBezTo>
                  <a:pt x="4060019" y="168112"/>
                  <a:pt x="4067825" y="175873"/>
                  <a:pt x="4067825" y="185447"/>
                </a:cubicBezTo>
                <a:cubicBezTo>
                  <a:pt x="4067825" y="195022"/>
                  <a:pt x="4060019" y="202783"/>
                  <a:pt x="4050390" y="202783"/>
                </a:cubicBezTo>
                <a:cubicBezTo>
                  <a:pt x="4040762" y="202783"/>
                  <a:pt x="4032957" y="195022"/>
                  <a:pt x="4032957" y="185447"/>
                </a:cubicBezTo>
                <a:cubicBezTo>
                  <a:pt x="4032957" y="175873"/>
                  <a:pt x="4040762" y="168112"/>
                  <a:pt x="4050390" y="168112"/>
                </a:cubicBezTo>
                <a:close/>
                <a:moveTo>
                  <a:pt x="3045057" y="162333"/>
                </a:moveTo>
                <a:cubicBezTo>
                  <a:pt x="3054686" y="162333"/>
                  <a:pt x="3062491" y="170095"/>
                  <a:pt x="3062491" y="179669"/>
                </a:cubicBezTo>
                <a:cubicBezTo>
                  <a:pt x="3062491" y="189243"/>
                  <a:pt x="3054686" y="197005"/>
                  <a:pt x="3045057" y="197005"/>
                </a:cubicBezTo>
                <a:cubicBezTo>
                  <a:pt x="3035429" y="197005"/>
                  <a:pt x="3027624" y="189243"/>
                  <a:pt x="3027624" y="179669"/>
                </a:cubicBezTo>
                <a:cubicBezTo>
                  <a:pt x="3027624" y="170095"/>
                  <a:pt x="3035429" y="162333"/>
                  <a:pt x="3045057" y="162333"/>
                </a:cubicBezTo>
                <a:close/>
                <a:moveTo>
                  <a:pt x="3358860" y="156555"/>
                </a:moveTo>
                <a:cubicBezTo>
                  <a:pt x="3368489" y="156555"/>
                  <a:pt x="3376294" y="164317"/>
                  <a:pt x="3376294" y="173890"/>
                </a:cubicBezTo>
                <a:cubicBezTo>
                  <a:pt x="3376294" y="183465"/>
                  <a:pt x="3368489" y="191226"/>
                  <a:pt x="3358860" y="191226"/>
                </a:cubicBezTo>
                <a:cubicBezTo>
                  <a:pt x="3349232" y="191226"/>
                  <a:pt x="3341426" y="183465"/>
                  <a:pt x="3341426" y="173890"/>
                </a:cubicBezTo>
                <a:cubicBezTo>
                  <a:pt x="3341426" y="164317"/>
                  <a:pt x="3349232" y="156555"/>
                  <a:pt x="3358860" y="156555"/>
                </a:cubicBezTo>
                <a:close/>
                <a:moveTo>
                  <a:pt x="2882344" y="156555"/>
                </a:moveTo>
                <a:cubicBezTo>
                  <a:pt x="2891972" y="156555"/>
                  <a:pt x="2899778" y="164317"/>
                  <a:pt x="2899778" y="173890"/>
                </a:cubicBezTo>
                <a:cubicBezTo>
                  <a:pt x="2899778" y="183465"/>
                  <a:pt x="2891972" y="191226"/>
                  <a:pt x="2882344" y="191226"/>
                </a:cubicBezTo>
                <a:cubicBezTo>
                  <a:pt x="2872715" y="191226"/>
                  <a:pt x="2864911" y="183465"/>
                  <a:pt x="2864911" y="173890"/>
                </a:cubicBezTo>
                <a:cubicBezTo>
                  <a:pt x="2864911" y="164317"/>
                  <a:pt x="2872715" y="156555"/>
                  <a:pt x="2882344" y="156555"/>
                </a:cubicBezTo>
                <a:close/>
                <a:moveTo>
                  <a:pt x="2783554" y="156555"/>
                </a:moveTo>
                <a:cubicBezTo>
                  <a:pt x="2793183" y="156555"/>
                  <a:pt x="2800988" y="164317"/>
                  <a:pt x="2800988" y="173890"/>
                </a:cubicBezTo>
                <a:cubicBezTo>
                  <a:pt x="2800988" y="183465"/>
                  <a:pt x="2793183" y="191226"/>
                  <a:pt x="2783554" y="191226"/>
                </a:cubicBezTo>
                <a:cubicBezTo>
                  <a:pt x="2773926" y="191226"/>
                  <a:pt x="2766121" y="183465"/>
                  <a:pt x="2766121" y="173890"/>
                </a:cubicBezTo>
                <a:cubicBezTo>
                  <a:pt x="2766121" y="164317"/>
                  <a:pt x="2773926" y="156555"/>
                  <a:pt x="2783554" y="156555"/>
                </a:cubicBezTo>
                <a:close/>
                <a:moveTo>
                  <a:pt x="796131" y="156555"/>
                </a:moveTo>
                <a:cubicBezTo>
                  <a:pt x="805761" y="156555"/>
                  <a:pt x="813565" y="164317"/>
                  <a:pt x="813565" y="173890"/>
                </a:cubicBezTo>
                <a:cubicBezTo>
                  <a:pt x="813565" y="183465"/>
                  <a:pt x="805761" y="191226"/>
                  <a:pt x="796131" y="191226"/>
                </a:cubicBezTo>
                <a:cubicBezTo>
                  <a:pt x="786505" y="191226"/>
                  <a:pt x="778698" y="183465"/>
                  <a:pt x="778698" y="173890"/>
                </a:cubicBezTo>
                <a:cubicBezTo>
                  <a:pt x="778698" y="164317"/>
                  <a:pt x="786505" y="156555"/>
                  <a:pt x="796131" y="156555"/>
                </a:cubicBezTo>
                <a:close/>
                <a:moveTo>
                  <a:pt x="3649419" y="144998"/>
                </a:moveTo>
                <a:cubicBezTo>
                  <a:pt x="3659048" y="144998"/>
                  <a:pt x="3666854" y="152760"/>
                  <a:pt x="3666854" y="162334"/>
                </a:cubicBezTo>
                <a:cubicBezTo>
                  <a:pt x="3666854" y="171908"/>
                  <a:pt x="3659048" y="179670"/>
                  <a:pt x="3649419" y="179670"/>
                </a:cubicBezTo>
                <a:cubicBezTo>
                  <a:pt x="3639791" y="179670"/>
                  <a:pt x="3631985" y="171908"/>
                  <a:pt x="3631985" y="162334"/>
                </a:cubicBezTo>
                <a:cubicBezTo>
                  <a:pt x="3631985" y="152760"/>
                  <a:pt x="3639791" y="144998"/>
                  <a:pt x="3649419" y="144998"/>
                </a:cubicBezTo>
                <a:close/>
                <a:moveTo>
                  <a:pt x="4184047" y="133440"/>
                </a:moveTo>
                <a:cubicBezTo>
                  <a:pt x="4193676" y="133440"/>
                  <a:pt x="4201481" y="141202"/>
                  <a:pt x="4201481" y="150776"/>
                </a:cubicBezTo>
                <a:cubicBezTo>
                  <a:pt x="4201481" y="160350"/>
                  <a:pt x="4193676" y="168112"/>
                  <a:pt x="4184047" y="168112"/>
                </a:cubicBezTo>
                <a:cubicBezTo>
                  <a:pt x="4174420" y="168112"/>
                  <a:pt x="4166614" y="160350"/>
                  <a:pt x="4166614" y="150776"/>
                </a:cubicBezTo>
                <a:cubicBezTo>
                  <a:pt x="4166614" y="141202"/>
                  <a:pt x="4174420" y="133440"/>
                  <a:pt x="4184047" y="133440"/>
                </a:cubicBezTo>
                <a:close/>
                <a:moveTo>
                  <a:pt x="296370" y="133440"/>
                </a:moveTo>
                <a:cubicBezTo>
                  <a:pt x="305999" y="133440"/>
                  <a:pt x="313804" y="141202"/>
                  <a:pt x="313804" y="150776"/>
                </a:cubicBezTo>
                <a:cubicBezTo>
                  <a:pt x="313804" y="160350"/>
                  <a:pt x="305999" y="168112"/>
                  <a:pt x="296370" y="168112"/>
                </a:cubicBezTo>
                <a:cubicBezTo>
                  <a:pt x="286742" y="168112"/>
                  <a:pt x="278937" y="160350"/>
                  <a:pt x="278937" y="150776"/>
                </a:cubicBezTo>
                <a:cubicBezTo>
                  <a:pt x="278937" y="141202"/>
                  <a:pt x="286742" y="133440"/>
                  <a:pt x="296370" y="133440"/>
                </a:cubicBezTo>
                <a:close/>
                <a:moveTo>
                  <a:pt x="197580" y="127662"/>
                </a:moveTo>
                <a:cubicBezTo>
                  <a:pt x="207209" y="127662"/>
                  <a:pt x="215016" y="135424"/>
                  <a:pt x="215016" y="144997"/>
                </a:cubicBezTo>
                <a:cubicBezTo>
                  <a:pt x="215016" y="154572"/>
                  <a:pt x="207209" y="162333"/>
                  <a:pt x="197580" y="162333"/>
                </a:cubicBezTo>
                <a:cubicBezTo>
                  <a:pt x="187953" y="162333"/>
                  <a:pt x="180147" y="154572"/>
                  <a:pt x="180147" y="144997"/>
                </a:cubicBezTo>
                <a:cubicBezTo>
                  <a:pt x="180147" y="135424"/>
                  <a:pt x="187953" y="127662"/>
                  <a:pt x="197580" y="127662"/>
                </a:cubicBezTo>
                <a:close/>
                <a:moveTo>
                  <a:pt x="3248448" y="110327"/>
                </a:moveTo>
                <a:cubicBezTo>
                  <a:pt x="3258077" y="110327"/>
                  <a:pt x="3265883" y="118088"/>
                  <a:pt x="3265883" y="127662"/>
                </a:cubicBezTo>
                <a:cubicBezTo>
                  <a:pt x="3265883" y="137237"/>
                  <a:pt x="3258077" y="144998"/>
                  <a:pt x="3248448" y="144998"/>
                </a:cubicBezTo>
                <a:cubicBezTo>
                  <a:pt x="3238821" y="144998"/>
                  <a:pt x="3231015" y="137237"/>
                  <a:pt x="3231015" y="127662"/>
                </a:cubicBezTo>
                <a:cubicBezTo>
                  <a:pt x="3231015" y="118088"/>
                  <a:pt x="3238821" y="110327"/>
                  <a:pt x="3248448" y="110327"/>
                </a:cubicBezTo>
                <a:close/>
                <a:moveTo>
                  <a:pt x="2667330" y="110327"/>
                </a:moveTo>
                <a:cubicBezTo>
                  <a:pt x="2676959" y="110327"/>
                  <a:pt x="2684764" y="118088"/>
                  <a:pt x="2684764" y="127662"/>
                </a:cubicBezTo>
                <a:cubicBezTo>
                  <a:pt x="2684764" y="137237"/>
                  <a:pt x="2676959" y="144998"/>
                  <a:pt x="2667330" y="144998"/>
                </a:cubicBezTo>
                <a:cubicBezTo>
                  <a:pt x="2657703" y="144998"/>
                  <a:pt x="2649897" y="137237"/>
                  <a:pt x="2649897" y="127662"/>
                </a:cubicBezTo>
                <a:cubicBezTo>
                  <a:pt x="2649897" y="118088"/>
                  <a:pt x="2657703" y="110327"/>
                  <a:pt x="2667330" y="110327"/>
                </a:cubicBezTo>
                <a:close/>
                <a:moveTo>
                  <a:pt x="900734" y="104548"/>
                </a:moveTo>
                <a:cubicBezTo>
                  <a:pt x="910362" y="104548"/>
                  <a:pt x="918166" y="112310"/>
                  <a:pt x="918166" y="121884"/>
                </a:cubicBezTo>
                <a:cubicBezTo>
                  <a:pt x="918166" y="131458"/>
                  <a:pt x="910362" y="139220"/>
                  <a:pt x="900734" y="139220"/>
                </a:cubicBezTo>
                <a:cubicBezTo>
                  <a:pt x="891106" y="139220"/>
                  <a:pt x="883301" y="131458"/>
                  <a:pt x="883301" y="121884"/>
                </a:cubicBezTo>
                <a:cubicBezTo>
                  <a:pt x="883301" y="112310"/>
                  <a:pt x="891106" y="104548"/>
                  <a:pt x="900734" y="104548"/>
                </a:cubicBezTo>
                <a:close/>
                <a:moveTo>
                  <a:pt x="3498328" y="92992"/>
                </a:moveTo>
                <a:cubicBezTo>
                  <a:pt x="3507957" y="92992"/>
                  <a:pt x="3515762" y="100753"/>
                  <a:pt x="3515762" y="110327"/>
                </a:cubicBezTo>
                <a:cubicBezTo>
                  <a:pt x="3515762" y="119901"/>
                  <a:pt x="3507957" y="127663"/>
                  <a:pt x="3498328" y="127663"/>
                </a:cubicBezTo>
                <a:cubicBezTo>
                  <a:pt x="3488700" y="127663"/>
                  <a:pt x="3480895" y="119901"/>
                  <a:pt x="3480895" y="110327"/>
                </a:cubicBezTo>
                <a:cubicBezTo>
                  <a:pt x="3480895" y="100753"/>
                  <a:pt x="3488700" y="92992"/>
                  <a:pt x="3498328" y="92992"/>
                </a:cubicBezTo>
                <a:close/>
                <a:moveTo>
                  <a:pt x="435839" y="92992"/>
                </a:moveTo>
                <a:cubicBezTo>
                  <a:pt x="445467" y="92992"/>
                  <a:pt x="453274" y="100753"/>
                  <a:pt x="453274" y="110327"/>
                </a:cubicBezTo>
                <a:cubicBezTo>
                  <a:pt x="453274" y="119901"/>
                  <a:pt x="445467" y="127663"/>
                  <a:pt x="435839" y="127663"/>
                </a:cubicBezTo>
                <a:cubicBezTo>
                  <a:pt x="426210" y="127663"/>
                  <a:pt x="418405" y="119901"/>
                  <a:pt x="418405" y="110327"/>
                </a:cubicBezTo>
                <a:cubicBezTo>
                  <a:pt x="418405" y="100753"/>
                  <a:pt x="426210" y="92992"/>
                  <a:pt x="435839" y="92992"/>
                </a:cubicBezTo>
                <a:close/>
                <a:moveTo>
                  <a:pt x="3817944" y="81434"/>
                </a:moveTo>
                <a:cubicBezTo>
                  <a:pt x="3827572" y="81434"/>
                  <a:pt x="3835378" y="89194"/>
                  <a:pt x="3835378" y="98769"/>
                </a:cubicBezTo>
                <a:cubicBezTo>
                  <a:pt x="3835378" y="108344"/>
                  <a:pt x="3827572" y="116105"/>
                  <a:pt x="3817944" y="116105"/>
                </a:cubicBezTo>
                <a:cubicBezTo>
                  <a:pt x="3808315" y="116105"/>
                  <a:pt x="3800511" y="108344"/>
                  <a:pt x="3800511" y="98769"/>
                </a:cubicBezTo>
                <a:cubicBezTo>
                  <a:pt x="3800511" y="89194"/>
                  <a:pt x="3808315" y="81434"/>
                  <a:pt x="3817944" y="81434"/>
                </a:cubicBezTo>
                <a:close/>
                <a:moveTo>
                  <a:pt x="3114791" y="81434"/>
                </a:moveTo>
                <a:cubicBezTo>
                  <a:pt x="3124420" y="81434"/>
                  <a:pt x="3132226" y="89194"/>
                  <a:pt x="3132226" y="98769"/>
                </a:cubicBezTo>
                <a:cubicBezTo>
                  <a:pt x="3132226" y="108344"/>
                  <a:pt x="3124420" y="116105"/>
                  <a:pt x="3114791" y="116105"/>
                </a:cubicBezTo>
                <a:cubicBezTo>
                  <a:pt x="3105163" y="116105"/>
                  <a:pt x="3097358" y="108344"/>
                  <a:pt x="3097358" y="98769"/>
                </a:cubicBezTo>
                <a:cubicBezTo>
                  <a:pt x="3097358" y="89194"/>
                  <a:pt x="3105163" y="81434"/>
                  <a:pt x="3114791" y="81434"/>
                </a:cubicBezTo>
                <a:close/>
                <a:moveTo>
                  <a:pt x="1016958" y="81434"/>
                </a:moveTo>
                <a:cubicBezTo>
                  <a:pt x="1026586" y="81434"/>
                  <a:pt x="1034391" y="89194"/>
                  <a:pt x="1034391" y="98769"/>
                </a:cubicBezTo>
                <a:cubicBezTo>
                  <a:pt x="1034391" y="108344"/>
                  <a:pt x="1026586" y="116105"/>
                  <a:pt x="1016958" y="116105"/>
                </a:cubicBezTo>
                <a:cubicBezTo>
                  <a:pt x="1007330" y="116105"/>
                  <a:pt x="999523" y="108344"/>
                  <a:pt x="999523" y="98769"/>
                </a:cubicBezTo>
                <a:cubicBezTo>
                  <a:pt x="999523" y="89194"/>
                  <a:pt x="1007330" y="81434"/>
                  <a:pt x="1016958" y="81434"/>
                </a:cubicBezTo>
                <a:close/>
                <a:moveTo>
                  <a:pt x="732208" y="81434"/>
                </a:moveTo>
                <a:cubicBezTo>
                  <a:pt x="741837" y="81434"/>
                  <a:pt x="749644" y="89194"/>
                  <a:pt x="749644" y="98769"/>
                </a:cubicBezTo>
                <a:cubicBezTo>
                  <a:pt x="749644" y="108344"/>
                  <a:pt x="741837" y="116105"/>
                  <a:pt x="732208" y="116105"/>
                </a:cubicBezTo>
                <a:cubicBezTo>
                  <a:pt x="722580" y="116105"/>
                  <a:pt x="714775" y="108344"/>
                  <a:pt x="714775" y="98769"/>
                </a:cubicBezTo>
                <a:cubicBezTo>
                  <a:pt x="714775" y="89194"/>
                  <a:pt x="722580" y="81434"/>
                  <a:pt x="732208" y="81434"/>
                </a:cubicBezTo>
                <a:close/>
                <a:moveTo>
                  <a:pt x="575306" y="81434"/>
                </a:moveTo>
                <a:cubicBezTo>
                  <a:pt x="584935" y="81434"/>
                  <a:pt x="592740" y="89194"/>
                  <a:pt x="592740" y="98769"/>
                </a:cubicBezTo>
                <a:cubicBezTo>
                  <a:pt x="592740" y="108344"/>
                  <a:pt x="584935" y="116105"/>
                  <a:pt x="575306" y="116105"/>
                </a:cubicBezTo>
                <a:cubicBezTo>
                  <a:pt x="565678" y="116105"/>
                  <a:pt x="557875" y="108344"/>
                  <a:pt x="557875" y="98769"/>
                </a:cubicBezTo>
                <a:cubicBezTo>
                  <a:pt x="557875" y="89194"/>
                  <a:pt x="565678" y="81434"/>
                  <a:pt x="575306" y="81434"/>
                </a:cubicBezTo>
                <a:close/>
                <a:moveTo>
                  <a:pt x="3974846" y="75655"/>
                </a:moveTo>
                <a:cubicBezTo>
                  <a:pt x="3984474" y="75655"/>
                  <a:pt x="3992280" y="83417"/>
                  <a:pt x="3992280" y="92991"/>
                </a:cubicBezTo>
                <a:cubicBezTo>
                  <a:pt x="3992280" y="102565"/>
                  <a:pt x="3984474" y="110327"/>
                  <a:pt x="3974846" y="110327"/>
                </a:cubicBezTo>
                <a:cubicBezTo>
                  <a:pt x="3965218" y="110327"/>
                  <a:pt x="3957413" y="102565"/>
                  <a:pt x="3957413" y="92991"/>
                </a:cubicBezTo>
                <a:cubicBezTo>
                  <a:pt x="3957413" y="83417"/>
                  <a:pt x="3965218" y="75655"/>
                  <a:pt x="3974846" y="75655"/>
                </a:cubicBezTo>
                <a:close/>
                <a:moveTo>
                  <a:pt x="104601" y="75655"/>
                </a:moveTo>
                <a:cubicBezTo>
                  <a:pt x="114229" y="75655"/>
                  <a:pt x="122035" y="83417"/>
                  <a:pt x="122035" y="92991"/>
                </a:cubicBezTo>
                <a:cubicBezTo>
                  <a:pt x="122035" y="102565"/>
                  <a:pt x="114229" y="110327"/>
                  <a:pt x="104601" y="110327"/>
                </a:cubicBezTo>
                <a:cubicBezTo>
                  <a:pt x="94973" y="110327"/>
                  <a:pt x="87167" y="102565"/>
                  <a:pt x="87167" y="92991"/>
                </a:cubicBezTo>
                <a:cubicBezTo>
                  <a:pt x="87167" y="83417"/>
                  <a:pt x="94973" y="75655"/>
                  <a:pt x="104601" y="75655"/>
                </a:cubicBezTo>
                <a:close/>
                <a:moveTo>
                  <a:pt x="2975322" y="64099"/>
                </a:moveTo>
                <a:cubicBezTo>
                  <a:pt x="2984951" y="64099"/>
                  <a:pt x="2992757" y="71860"/>
                  <a:pt x="2992757" y="81434"/>
                </a:cubicBezTo>
                <a:cubicBezTo>
                  <a:pt x="2992757" y="91008"/>
                  <a:pt x="2984951" y="98770"/>
                  <a:pt x="2975322" y="98770"/>
                </a:cubicBezTo>
                <a:cubicBezTo>
                  <a:pt x="2965694" y="98770"/>
                  <a:pt x="2957889" y="91008"/>
                  <a:pt x="2957889" y="81434"/>
                </a:cubicBezTo>
                <a:cubicBezTo>
                  <a:pt x="2957889" y="71860"/>
                  <a:pt x="2965694" y="64099"/>
                  <a:pt x="2975322" y="64099"/>
                </a:cubicBezTo>
                <a:close/>
                <a:moveTo>
                  <a:pt x="2562729" y="52542"/>
                </a:moveTo>
                <a:cubicBezTo>
                  <a:pt x="2572358" y="52542"/>
                  <a:pt x="2580164" y="60303"/>
                  <a:pt x="2580164" y="69877"/>
                </a:cubicBezTo>
                <a:cubicBezTo>
                  <a:pt x="2580164" y="79452"/>
                  <a:pt x="2572358" y="87213"/>
                  <a:pt x="2562729" y="87213"/>
                </a:cubicBezTo>
                <a:cubicBezTo>
                  <a:pt x="2553101" y="87213"/>
                  <a:pt x="2545296" y="79452"/>
                  <a:pt x="2545296" y="69877"/>
                </a:cubicBezTo>
                <a:cubicBezTo>
                  <a:pt x="2545296" y="60303"/>
                  <a:pt x="2553101" y="52542"/>
                  <a:pt x="2562729" y="52542"/>
                </a:cubicBezTo>
                <a:close/>
                <a:moveTo>
                  <a:pt x="4096880" y="46762"/>
                </a:moveTo>
                <a:cubicBezTo>
                  <a:pt x="4106508" y="46762"/>
                  <a:pt x="4114314" y="54524"/>
                  <a:pt x="4114314" y="64098"/>
                </a:cubicBezTo>
                <a:cubicBezTo>
                  <a:pt x="4114314" y="73672"/>
                  <a:pt x="4106508" y="81434"/>
                  <a:pt x="4096880" y="81434"/>
                </a:cubicBezTo>
                <a:cubicBezTo>
                  <a:pt x="4087252" y="81434"/>
                  <a:pt x="4079447" y="73672"/>
                  <a:pt x="4079447" y="64098"/>
                </a:cubicBezTo>
                <a:cubicBezTo>
                  <a:pt x="4079447" y="54524"/>
                  <a:pt x="4087252" y="46762"/>
                  <a:pt x="4096880" y="46762"/>
                </a:cubicBezTo>
                <a:close/>
                <a:moveTo>
                  <a:pt x="2795176" y="40984"/>
                </a:moveTo>
                <a:cubicBezTo>
                  <a:pt x="2804805" y="40984"/>
                  <a:pt x="2812610" y="48746"/>
                  <a:pt x="2812610" y="58319"/>
                </a:cubicBezTo>
                <a:cubicBezTo>
                  <a:pt x="2812610" y="67894"/>
                  <a:pt x="2804805" y="75655"/>
                  <a:pt x="2795176" y="75655"/>
                </a:cubicBezTo>
                <a:cubicBezTo>
                  <a:pt x="2785547" y="75655"/>
                  <a:pt x="2777743" y="67894"/>
                  <a:pt x="2777743" y="58319"/>
                </a:cubicBezTo>
                <a:cubicBezTo>
                  <a:pt x="2777743" y="48746"/>
                  <a:pt x="2785547" y="40984"/>
                  <a:pt x="2795176" y="40984"/>
                </a:cubicBezTo>
                <a:close/>
                <a:moveTo>
                  <a:pt x="3707531" y="35206"/>
                </a:moveTo>
                <a:cubicBezTo>
                  <a:pt x="3717160" y="35206"/>
                  <a:pt x="3724965" y="42967"/>
                  <a:pt x="3724965" y="52541"/>
                </a:cubicBezTo>
                <a:cubicBezTo>
                  <a:pt x="3724965" y="62115"/>
                  <a:pt x="3717160" y="69877"/>
                  <a:pt x="3707531" y="69877"/>
                </a:cubicBezTo>
                <a:cubicBezTo>
                  <a:pt x="3697902" y="69877"/>
                  <a:pt x="3690097" y="62115"/>
                  <a:pt x="3690097" y="52541"/>
                </a:cubicBezTo>
                <a:cubicBezTo>
                  <a:pt x="3690097" y="42967"/>
                  <a:pt x="3697902" y="35206"/>
                  <a:pt x="3707531" y="35206"/>
                </a:cubicBezTo>
                <a:close/>
                <a:moveTo>
                  <a:pt x="4230537" y="29427"/>
                </a:moveTo>
                <a:cubicBezTo>
                  <a:pt x="4240165" y="29427"/>
                  <a:pt x="4247971" y="37189"/>
                  <a:pt x="4247971" y="46763"/>
                </a:cubicBezTo>
                <a:cubicBezTo>
                  <a:pt x="4247971" y="56337"/>
                  <a:pt x="4240165" y="64099"/>
                  <a:pt x="4230537" y="64099"/>
                </a:cubicBezTo>
                <a:cubicBezTo>
                  <a:pt x="4220908" y="64099"/>
                  <a:pt x="4213103" y="56337"/>
                  <a:pt x="4213103" y="46763"/>
                </a:cubicBezTo>
                <a:cubicBezTo>
                  <a:pt x="4213103" y="37189"/>
                  <a:pt x="4220908" y="29427"/>
                  <a:pt x="4230537" y="29427"/>
                </a:cubicBezTo>
                <a:close/>
                <a:moveTo>
                  <a:pt x="3591308" y="29427"/>
                </a:moveTo>
                <a:cubicBezTo>
                  <a:pt x="3600937" y="29427"/>
                  <a:pt x="3608742" y="37189"/>
                  <a:pt x="3608742" y="46763"/>
                </a:cubicBezTo>
                <a:cubicBezTo>
                  <a:pt x="3608742" y="56337"/>
                  <a:pt x="3600937" y="64099"/>
                  <a:pt x="3591308" y="64099"/>
                </a:cubicBezTo>
                <a:cubicBezTo>
                  <a:pt x="3581679" y="64099"/>
                  <a:pt x="3573874" y="56337"/>
                  <a:pt x="3573874" y="46763"/>
                </a:cubicBezTo>
                <a:cubicBezTo>
                  <a:pt x="3573874" y="37189"/>
                  <a:pt x="3581679" y="29427"/>
                  <a:pt x="3591308" y="29427"/>
                </a:cubicBezTo>
                <a:close/>
                <a:moveTo>
                  <a:pt x="3393727" y="29427"/>
                </a:moveTo>
                <a:cubicBezTo>
                  <a:pt x="3403356" y="29427"/>
                  <a:pt x="3411162" y="37189"/>
                  <a:pt x="3411162" y="46763"/>
                </a:cubicBezTo>
                <a:cubicBezTo>
                  <a:pt x="3411162" y="56337"/>
                  <a:pt x="3403356" y="64099"/>
                  <a:pt x="3393727" y="64099"/>
                </a:cubicBezTo>
                <a:cubicBezTo>
                  <a:pt x="3384100" y="64099"/>
                  <a:pt x="3376294" y="56337"/>
                  <a:pt x="3376294" y="46763"/>
                </a:cubicBezTo>
                <a:cubicBezTo>
                  <a:pt x="3376294" y="37189"/>
                  <a:pt x="3384100" y="29427"/>
                  <a:pt x="3393727" y="29427"/>
                </a:cubicBezTo>
                <a:close/>
                <a:moveTo>
                  <a:pt x="17433" y="29427"/>
                </a:moveTo>
                <a:cubicBezTo>
                  <a:pt x="27062" y="29427"/>
                  <a:pt x="34867" y="37189"/>
                  <a:pt x="34867" y="46763"/>
                </a:cubicBezTo>
                <a:cubicBezTo>
                  <a:pt x="34867" y="56337"/>
                  <a:pt x="27062" y="64099"/>
                  <a:pt x="17433" y="64099"/>
                </a:cubicBezTo>
                <a:cubicBezTo>
                  <a:pt x="7805" y="64099"/>
                  <a:pt x="0" y="56337"/>
                  <a:pt x="0" y="46763"/>
                </a:cubicBezTo>
                <a:cubicBezTo>
                  <a:pt x="0" y="37189"/>
                  <a:pt x="7805" y="29427"/>
                  <a:pt x="17433" y="29427"/>
                </a:cubicBezTo>
                <a:close/>
                <a:moveTo>
                  <a:pt x="2452317" y="23649"/>
                </a:moveTo>
                <a:cubicBezTo>
                  <a:pt x="2461945" y="23649"/>
                  <a:pt x="2469751" y="31409"/>
                  <a:pt x="2469751" y="40984"/>
                </a:cubicBezTo>
                <a:cubicBezTo>
                  <a:pt x="2469751" y="50559"/>
                  <a:pt x="2461945" y="58320"/>
                  <a:pt x="2452317" y="58320"/>
                </a:cubicBezTo>
                <a:cubicBezTo>
                  <a:pt x="2442688" y="58320"/>
                  <a:pt x="2434883" y="50559"/>
                  <a:pt x="2434883" y="40984"/>
                </a:cubicBezTo>
                <a:cubicBezTo>
                  <a:pt x="2434883" y="31409"/>
                  <a:pt x="2442688" y="23649"/>
                  <a:pt x="2452317" y="23649"/>
                </a:cubicBezTo>
                <a:close/>
                <a:moveTo>
                  <a:pt x="1121559" y="23649"/>
                </a:moveTo>
                <a:cubicBezTo>
                  <a:pt x="1131187" y="23649"/>
                  <a:pt x="1138991" y="31409"/>
                  <a:pt x="1138991" y="40984"/>
                </a:cubicBezTo>
                <a:cubicBezTo>
                  <a:pt x="1138991" y="50559"/>
                  <a:pt x="1131187" y="58320"/>
                  <a:pt x="1121559" y="58320"/>
                </a:cubicBezTo>
                <a:cubicBezTo>
                  <a:pt x="1111931" y="58320"/>
                  <a:pt x="1104124" y="50559"/>
                  <a:pt x="1104124" y="40984"/>
                </a:cubicBezTo>
                <a:cubicBezTo>
                  <a:pt x="1104124" y="31409"/>
                  <a:pt x="1111931" y="23649"/>
                  <a:pt x="1121559" y="23649"/>
                </a:cubicBezTo>
                <a:close/>
                <a:moveTo>
                  <a:pt x="302181" y="17870"/>
                </a:moveTo>
                <a:cubicBezTo>
                  <a:pt x="311810" y="17870"/>
                  <a:pt x="319617" y="25632"/>
                  <a:pt x="319617" y="35206"/>
                </a:cubicBezTo>
                <a:cubicBezTo>
                  <a:pt x="319617" y="44780"/>
                  <a:pt x="311810" y="52542"/>
                  <a:pt x="302181" y="52542"/>
                </a:cubicBezTo>
                <a:cubicBezTo>
                  <a:pt x="292553" y="52542"/>
                  <a:pt x="284748" y="44780"/>
                  <a:pt x="284748" y="35206"/>
                </a:cubicBezTo>
                <a:cubicBezTo>
                  <a:pt x="284748" y="25632"/>
                  <a:pt x="292553" y="17870"/>
                  <a:pt x="302181" y="17870"/>
                </a:cubicBezTo>
                <a:close/>
                <a:moveTo>
                  <a:pt x="3283315" y="6314"/>
                </a:moveTo>
                <a:cubicBezTo>
                  <a:pt x="3292943" y="6314"/>
                  <a:pt x="3300749" y="14075"/>
                  <a:pt x="3300749" y="23649"/>
                </a:cubicBezTo>
                <a:cubicBezTo>
                  <a:pt x="3300749" y="33223"/>
                  <a:pt x="3292943" y="40985"/>
                  <a:pt x="3283315" y="40985"/>
                </a:cubicBezTo>
                <a:cubicBezTo>
                  <a:pt x="3273687" y="40985"/>
                  <a:pt x="3265882" y="33223"/>
                  <a:pt x="3265882" y="23649"/>
                </a:cubicBezTo>
                <a:cubicBezTo>
                  <a:pt x="3265882" y="14075"/>
                  <a:pt x="3273687" y="6314"/>
                  <a:pt x="3283315" y="6314"/>
                </a:cubicBezTo>
                <a:close/>
                <a:moveTo>
                  <a:pt x="3887678" y="534"/>
                </a:moveTo>
                <a:cubicBezTo>
                  <a:pt x="3897307" y="534"/>
                  <a:pt x="3905112" y="8296"/>
                  <a:pt x="3905112" y="17870"/>
                </a:cubicBezTo>
                <a:cubicBezTo>
                  <a:pt x="3905112" y="27444"/>
                  <a:pt x="3897307" y="35206"/>
                  <a:pt x="3887678" y="35206"/>
                </a:cubicBezTo>
                <a:cubicBezTo>
                  <a:pt x="3878051" y="35206"/>
                  <a:pt x="3870245" y="27444"/>
                  <a:pt x="3870245" y="17870"/>
                </a:cubicBezTo>
                <a:cubicBezTo>
                  <a:pt x="3870245" y="8296"/>
                  <a:pt x="3878051" y="534"/>
                  <a:pt x="3887678" y="534"/>
                </a:cubicBezTo>
                <a:close/>
                <a:moveTo>
                  <a:pt x="842622" y="534"/>
                </a:moveTo>
                <a:cubicBezTo>
                  <a:pt x="852250" y="534"/>
                  <a:pt x="860055" y="8296"/>
                  <a:pt x="860055" y="17870"/>
                </a:cubicBezTo>
                <a:cubicBezTo>
                  <a:pt x="860055" y="27444"/>
                  <a:pt x="852250" y="35206"/>
                  <a:pt x="842622" y="35206"/>
                </a:cubicBezTo>
                <a:cubicBezTo>
                  <a:pt x="832993" y="35206"/>
                  <a:pt x="825189" y="27444"/>
                  <a:pt x="825189" y="17870"/>
                </a:cubicBezTo>
                <a:cubicBezTo>
                  <a:pt x="825189" y="8296"/>
                  <a:pt x="832993" y="534"/>
                  <a:pt x="842622" y="534"/>
                </a:cubicBezTo>
                <a:close/>
                <a:moveTo>
                  <a:pt x="691530" y="534"/>
                </a:moveTo>
                <a:cubicBezTo>
                  <a:pt x="701160" y="534"/>
                  <a:pt x="708964" y="8296"/>
                  <a:pt x="708964" y="17870"/>
                </a:cubicBezTo>
                <a:cubicBezTo>
                  <a:pt x="708964" y="27444"/>
                  <a:pt x="701160" y="35206"/>
                  <a:pt x="691530" y="35206"/>
                </a:cubicBezTo>
                <a:cubicBezTo>
                  <a:pt x="681904" y="35206"/>
                  <a:pt x="674097" y="27444"/>
                  <a:pt x="674097" y="17870"/>
                </a:cubicBezTo>
                <a:cubicBezTo>
                  <a:pt x="674097" y="8296"/>
                  <a:pt x="681904" y="534"/>
                  <a:pt x="691530" y="534"/>
                </a:cubicBezTo>
                <a:close/>
                <a:moveTo>
                  <a:pt x="3151844" y="0"/>
                </a:moveTo>
                <a:lnTo>
                  <a:pt x="3182342" y="0"/>
                </a:lnTo>
                <a:lnTo>
                  <a:pt x="3179420" y="7014"/>
                </a:lnTo>
                <a:cubicBezTo>
                  <a:pt x="3176265" y="10152"/>
                  <a:pt x="3171906" y="12092"/>
                  <a:pt x="3167092" y="12092"/>
                </a:cubicBezTo>
                <a:cubicBezTo>
                  <a:pt x="3162278" y="12092"/>
                  <a:pt x="3157920" y="10152"/>
                  <a:pt x="3154765" y="7014"/>
                </a:cubicBezTo>
                <a:close/>
                <a:moveTo>
                  <a:pt x="2879162" y="0"/>
                </a:moveTo>
                <a:lnTo>
                  <a:pt x="2908771" y="0"/>
                </a:lnTo>
                <a:lnTo>
                  <a:pt x="2911400" y="6313"/>
                </a:lnTo>
                <a:cubicBezTo>
                  <a:pt x="2911400" y="15887"/>
                  <a:pt x="2903595" y="23649"/>
                  <a:pt x="2893966" y="23649"/>
                </a:cubicBezTo>
                <a:cubicBezTo>
                  <a:pt x="2884337" y="23649"/>
                  <a:pt x="2876532" y="15887"/>
                  <a:pt x="2876532" y="6313"/>
                </a:cubicBezTo>
                <a:close/>
                <a:moveTo>
                  <a:pt x="2660745" y="0"/>
                </a:moveTo>
                <a:lnTo>
                  <a:pt x="2685539" y="0"/>
                </a:lnTo>
                <a:lnTo>
                  <a:pt x="2690575" y="12091"/>
                </a:lnTo>
                <a:cubicBezTo>
                  <a:pt x="2690575" y="21666"/>
                  <a:pt x="2682770" y="29427"/>
                  <a:pt x="2673141" y="29427"/>
                </a:cubicBezTo>
                <a:cubicBezTo>
                  <a:pt x="2663514" y="29427"/>
                  <a:pt x="2655708" y="21666"/>
                  <a:pt x="2655708" y="12091"/>
                </a:cubicBezTo>
                <a:close/>
                <a:moveTo>
                  <a:pt x="2338279" y="0"/>
                </a:moveTo>
                <a:lnTo>
                  <a:pt x="2368777" y="0"/>
                </a:lnTo>
                <a:lnTo>
                  <a:pt x="2365855" y="7014"/>
                </a:lnTo>
                <a:cubicBezTo>
                  <a:pt x="2362700" y="10152"/>
                  <a:pt x="2358342" y="12092"/>
                  <a:pt x="2353527" y="12092"/>
                </a:cubicBezTo>
                <a:cubicBezTo>
                  <a:pt x="2348713" y="12092"/>
                  <a:pt x="2344355" y="10152"/>
                  <a:pt x="2341200" y="7014"/>
                </a:cubicBezTo>
                <a:close/>
                <a:moveTo>
                  <a:pt x="1234600" y="0"/>
                </a:moveTo>
                <a:lnTo>
                  <a:pt x="1264208" y="0"/>
                </a:lnTo>
                <a:lnTo>
                  <a:pt x="1266837" y="6313"/>
                </a:lnTo>
                <a:cubicBezTo>
                  <a:pt x="1266837" y="15887"/>
                  <a:pt x="1259032" y="23649"/>
                  <a:pt x="1249404" y="23649"/>
                </a:cubicBezTo>
                <a:cubicBezTo>
                  <a:pt x="1239775" y="23649"/>
                  <a:pt x="1231970" y="15887"/>
                  <a:pt x="1231970" y="6313"/>
                </a:cubicBezTo>
                <a:close/>
                <a:moveTo>
                  <a:pt x="953257" y="0"/>
                </a:moveTo>
                <a:lnTo>
                  <a:pt x="987679" y="0"/>
                </a:lnTo>
                <a:lnTo>
                  <a:pt x="987902" y="534"/>
                </a:lnTo>
                <a:cubicBezTo>
                  <a:pt x="987902" y="10109"/>
                  <a:pt x="980096" y="17870"/>
                  <a:pt x="970467" y="17870"/>
                </a:cubicBezTo>
                <a:cubicBezTo>
                  <a:pt x="960839" y="17870"/>
                  <a:pt x="953034" y="10109"/>
                  <a:pt x="953034" y="534"/>
                </a:cubicBezTo>
                <a:close/>
                <a:moveTo>
                  <a:pt x="464120" y="0"/>
                </a:moveTo>
                <a:lnTo>
                  <a:pt x="488914" y="0"/>
                </a:lnTo>
                <a:lnTo>
                  <a:pt x="493950" y="12091"/>
                </a:lnTo>
                <a:cubicBezTo>
                  <a:pt x="493950" y="21666"/>
                  <a:pt x="486145" y="29427"/>
                  <a:pt x="476516" y="29427"/>
                </a:cubicBezTo>
                <a:cubicBezTo>
                  <a:pt x="466889" y="29427"/>
                  <a:pt x="459083" y="21666"/>
                  <a:pt x="459083" y="12091"/>
                </a:cubicBezTo>
                <a:close/>
                <a:moveTo>
                  <a:pt x="176520" y="0"/>
                </a:moveTo>
                <a:lnTo>
                  <a:pt x="207018" y="0"/>
                </a:lnTo>
                <a:lnTo>
                  <a:pt x="204096" y="7014"/>
                </a:lnTo>
                <a:cubicBezTo>
                  <a:pt x="200941" y="10152"/>
                  <a:pt x="196583" y="12092"/>
                  <a:pt x="191768" y="12092"/>
                </a:cubicBezTo>
                <a:cubicBezTo>
                  <a:pt x="186955" y="12092"/>
                  <a:pt x="182597" y="10152"/>
                  <a:pt x="179442" y="7014"/>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 name="Date Placeholder 3"/>
          <p:cNvSpPr>
            <a:spLocks noGrp="1"/>
          </p:cNvSpPr>
          <p:nvPr>
            <p:ph type="dt" sz="half" idx="2"/>
          </p:nvPr>
        </p:nvSpPr>
        <p:spPr>
          <a:xfrm rot="5400000">
            <a:off x="10683240" y="987552"/>
            <a:ext cx="2286000" cy="640080"/>
          </a:xfrm>
          <a:prstGeom prst="rect">
            <a:avLst/>
          </a:prstGeom>
        </p:spPr>
        <p:txBody>
          <a:bodyPr vert="horz" lIns="91440" tIns="45720" rIns="91440" bIns="45720" rtlCol="0" anchor="ctr"/>
          <a:lstStyle>
            <a:lvl1pPr algn="r">
              <a:defRPr sz="1100" cap="all" spc="130" baseline="0">
                <a:solidFill>
                  <a:schemeClr val="tx2"/>
                </a:solidFill>
                <a:latin typeface="+mn-lt"/>
                <a:cs typeface="Sakkal Majalla" panose="02000000000000000000" pitchFamily="2" charset="-78"/>
              </a:defRPr>
            </a:lvl1pPr>
          </a:lstStyle>
          <a:p>
            <a:r>
              <a:rPr lang="en-US" dirty="0"/>
              <a:t>20XX</a:t>
            </a:r>
          </a:p>
        </p:txBody>
      </p:sp>
      <p:sp>
        <p:nvSpPr>
          <p:cNvPr id="5" name="Footer Placeholder 4"/>
          <p:cNvSpPr>
            <a:spLocks noGrp="1"/>
          </p:cNvSpPr>
          <p:nvPr>
            <p:ph type="ftr" sz="quarter" idx="3"/>
          </p:nvPr>
        </p:nvSpPr>
        <p:spPr>
          <a:xfrm rot="5400000">
            <a:off x="9997440" y="4032504"/>
            <a:ext cx="3657600" cy="640080"/>
          </a:xfrm>
          <a:prstGeom prst="rect">
            <a:avLst/>
          </a:prstGeom>
        </p:spPr>
        <p:txBody>
          <a:bodyPr vert="horz" lIns="91440" tIns="45720" rIns="91440" bIns="45720" rtlCol="0" anchor="ctr"/>
          <a:lstStyle>
            <a:lvl1pPr algn="ctr">
              <a:defRPr sz="1100" cap="all" spc="130" baseline="0">
                <a:solidFill>
                  <a:schemeClr val="tx2"/>
                </a:solidFill>
                <a:latin typeface="+mn-lt"/>
                <a:cs typeface="Sakkal Majalla" panose="02000000000000000000" pitchFamily="2" charset="-78"/>
              </a:defRPr>
            </a:lvl1pPr>
          </a:lstStyle>
          <a:p>
            <a:pPr algn="ctr"/>
            <a:r>
              <a:rPr lang="en-US" dirty="0"/>
              <a:t>Sample Footer Text</a:t>
            </a:r>
          </a:p>
        </p:txBody>
      </p:sp>
      <p:sp>
        <p:nvSpPr>
          <p:cNvPr id="6" name="Slide Number Placeholder 5"/>
          <p:cNvSpPr>
            <a:spLocks noGrp="1"/>
          </p:cNvSpPr>
          <p:nvPr>
            <p:ph type="sldNum" sz="quarter" idx="4"/>
          </p:nvPr>
        </p:nvSpPr>
        <p:spPr>
          <a:xfrm>
            <a:off x="11506200" y="6215112"/>
            <a:ext cx="640080" cy="640080"/>
          </a:xfrm>
          <a:prstGeom prst="rect">
            <a:avLst/>
          </a:prstGeom>
        </p:spPr>
        <p:txBody>
          <a:bodyPr vert="horz" lIns="91440" tIns="45720" rIns="91440" bIns="45720" rtlCol="0" anchor="ctr"/>
          <a:lstStyle>
            <a:lvl1pPr algn="ctr">
              <a:defRPr sz="1600" cap="all" spc="130" baseline="0">
                <a:solidFill>
                  <a:schemeClr val="tx2"/>
                </a:solidFill>
                <a:latin typeface="+mn-lt"/>
                <a:cs typeface="Sakkal Majalla" panose="02000000000000000000" pitchFamily="2" charset="-78"/>
              </a:defRPr>
            </a:lvl1pPr>
          </a:lstStyle>
          <a:p>
            <a:fld id="{DFDF98CC-160E-494C-8C3C-8CDC5FA257DE}" type="slidenum">
              <a:rPr lang="en-US" smtClean="0"/>
              <a:pPr/>
              <a:t>‹#›</a:t>
            </a:fld>
            <a:endParaRPr lang="en-US" dirty="0"/>
          </a:p>
        </p:txBody>
      </p:sp>
      <p:sp>
        <p:nvSpPr>
          <p:cNvPr id="2" name="Title Placeholder 1"/>
          <p:cNvSpPr>
            <a:spLocks noGrp="1"/>
          </p:cNvSpPr>
          <p:nvPr>
            <p:ph type="title"/>
          </p:nvPr>
        </p:nvSpPr>
        <p:spPr>
          <a:xfrm>
            <a:off x="838200" y="1112837"/>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2519361"/>
            <a:ext cx="10515600" cy="365760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348228197"/>
      </p:ext>
    </p:extLst>
  </p:cSld>
  <p:clrMap bg1="lt1" tx1="dk1" bg2="lt2" tx2="dk2" accent1="accent1" accent2="accent2" accent3="accent3" accent4="accent4" accent5="accent5" accent6="accent6" hlink="hlink" folHlink="folHlink"/>
  <p:sldLayoutIdLst>
    <p:sldLayoutId id="2147483841" r:id="rId1"/>
    <p:sldLayoutId id="2147483858" r:id="rId2"/>
    <p:sldLayoutId id="2147483855" r:id="rId3"/>
    <p:sldLayoutId id="2147483843" r:id="rId4"/>
    <p:sldLayoutId id="2147483842" r:id="rId5"/>
    <p:sldLayoutId id="2147483860" r:id="rId6"/>
    <p:sldLayoutId id="2147483856" r:id="rId7"/>
    <p:sldLayoutId id="2147483845" r:id="rId8"/>
    <p:sldLayoutId id="2147483857" r:id="rId9"/>
    <p:sldLayoutId id="2147483847" r:id="rId10"/>
    <p:sldLayoutId id="2147483854" r:id="rId11"/>
    <p:sldLayoutId id="2147483852" r:id="rId12"/>
    <p:sldLayoutId id="2147483844" r:id="rId13"/>
    <p:sldLayoutId id="2147483859" r:id="rId14"/>
    <p:sldLayoutId id="2147483848" r:id="rId15"/>
    <p:sldLayoutId id="2147483849" r:id="rId16"/>
  </p:sldLayoutIdLst>
  <p:hf hdr="0"/>
  <p:txStyles>
    <p:titleStyle>
      <a:lvl1pPr algn="l" defTabSz="914400" rtl="0" eaLnBrk="1" latinLnBrk="0" hangingPunct="1">
        <a:lnSpc>
          <a:spcPct val="90000"/>
        </a:lnSpc>
        <a:spcBef>
          <a:spcPct val="0"/>
        </a:spcBef>
        <a:buNone/>
        <a:defRPr sz="5400" kern="1200">
          <a:solidFill>
            <a:schemeClr val="bg1"/>
          </a:solidFill>
          <a:latin typeface="+mj-lt"/>
          <a:ea typeface="+mj-ea"/>
          <a:cs typeface="Sakkal Majalla" panose="02000000000000000000" pitchFamily="2" charset="-78"/>
        </a:defRPr>
      </a:lvl1pPr>
    </p:titleStyle>
    <p:bodyStyle>
      <a:lvl1pPr marL="228600" indent="-228600" algn="l" defTabSz="914400" rtl="0" eaLnBrk="1" latinLnBrk="0" hangingPunct="1">
        <a:lnSpc>
          <a:spcPct val="90000"/>
        </a:lnSpc>
        <a:spcBef>
          <a:spcPts val="1000"/>
        </a:spcBef>
        <a:buClr>
          <a:schemeClr val="bg2"/>
        </a:buClr>
        <a:buFont typeface="Arial" panose="020B0604020202020204" pitchFamily="34" charset="0"/>
        <a:buChar char="•"/>
        <a:defRPr sz="2800" kern="1200">
          <a:solidFill>
            <a:schemeClr val="bg1"/>
          </a:solidFill>
          <a:latin typeface="+mn-lt"/>
          <a:ea typeface="+mn-ea"/>
          <a:cs typeface="Sakkal Majalla" panose="02000000000000000000" pitchFamily="2" charset="-78"/>
        </a:defRPr>
      </a:lvl1pPr>
      <a:lvl2pPr marL="685800" indent="-228600" algn="l" defTabSz="914400" rtl="0" eaLnBrk="1" latinLnBrk="0" hangingPunct="1">
        <a:lnSpc>
          <a:spcPct val="90000"/>
        </a:lnSpc>
        <a:spcBef>
          <a:spcPts val="500"/>
        </a:spcBef>
        <a:buClr>
          <a:schemeClr val="bg2"/>
        </a:buClr>
        <a:buFont typeface="Arial" panose="020B0604020202020204" pitchFamily="34" charset="0"/>
        <a:buChar char="•"/>
        <a:defRPr sz="2400" kern="1200">
          <a:solidFill>
            <a:schemeClr val="bg1"/>
          </a:solidFill>
          <a:latin typeface="+mn-lt"/>
          <a:ea typeface="+mn-ea"/>
          <a:cs typeface="Sakkal Majalla" panose="02000000000000000000" pitchFamily="2" charset="-78"/>
        </a:defRPr>
      </a:lvl2pPr>
      <a:lvl3pPr marL="1143000" indent="-228600" algn="l" defTabSz="914400" rtl="0" eaLnBrk="1" latinLnBrk="0" hangingPunct="1">
        <a:lnSpc>
          <a:spcPct val="90000"/>
        </a:lnSpc>
        <a:spcBef>
          <a:spcPts val="500"/>
        </a:spcBef>
        <a:buClr>
          <a:schemeClr val="bg2"/>
        </a:buClr>
        <a:buFont typeface="Arial" panose="020B0604020202020204" pitchFamily="34" charset="0"/>
        <a:buChar char="•"/>
        <a:defRPr sz="2000" kern="1200">
          <a:solidFill>
            <a:schemeClr val="bg1"/>
          </a:solidFill>
          <a:latin typeface="+mn-lt"/>
          <a:ea typeface="+mn-ea"/>
          <a:cs typeface="Sakkal Majalla" panose="02000000000000000000" pitchFamily="2" charset="-78"/>
        </a:defRPr>
      </a:lvl3pPr>
      <a:lvl4pPr marL="1600200" indent="-228600" algn="l" defTabSz="914400" rtl="0" eaLnBrk="1" latinLnBrk="0" hangingPunct="1">
        <a:lnSpc>
          <a:spcPct val="90000"/>
        </a:lnSpc>
        <a:spcBef>
          <a:spcPts val="500"/>
        </a:spcBef>
        <a:buClr>
          <a:schemeClr val="bg2"/>
        </a:buClr>
        <a:buFont typeface="Arial" panose="020B0604020202020204" pitchFamily="34" charset="0"/>
        <a:buChar char="•"/>
        <a:defRPr sz="1800" kern="1200">
          <a:solidFill>
            <a:schemeClr val="bg1"/>
          </a:solidFill>
          <a:latin typeface="+mn-lt"/>
          <a:ea typeface="+mn-ea"/>
          <a:cs typeface="Sakkal Majalla" panose="02000000000000000000" pitchFamily="2" charset="-78"/>
        </a:defRPr>
      </a:lvl4pPr>
      <a:lvl5pPr marL="2057400" indent="-228600" algn="l" defTabSz="914400" rtl="0" eaLnBrk="1" latinLnBrk="0" hangingPunct="1">
        <a:lnSpc>
          <a:spcPct val="90000"/>
        </a:lnSpc>
        <a:spcBef>
          <a:spcPts val="500"/>
        </a:spcBef>
        <a:buClr>
          <a:schemeClr val="bg2"/>
        </a:buClr>
        <a:buFont typeface="Arial" panose="020B0604020202020204" pitchFamily="34" charset="0"/>
        <a:buChar char="•"/>
        <a:defRPr sz="1800" kern="1200">
          <a:solidFill>
            <a:schemeClr val="bg1"/>
          </a:solidFill>
          <a:latin typeface="+mn-lt"/>
          <a:ea typeface="+mn-ea"/>
          <a:cs typeface="Sakkal Majalla" panose="02000000000000000000" pitchFamily="2" charset="-78"/>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jpe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jpe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jpe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8.jpe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9.jpe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0.jpe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image" Target="../media/image2.png"/><Relationship Id="rId2" Type="http://schemas.openxmlformats.org/officeDocument/2006/relationships/diagramData" Target="../diagrams/data1.xml"/><Relationship Id="rId1" Type="http://schemas.openxmlformats.org/officeDocument/2006/relationships/slideLayout" Target="../slideLayouts/slideLayout5.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2.jpe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3.jpe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4.jpeg"/><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2.png"/><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E381F7-FF06-42EF-B2D8-B28BADBCAB6D}"/>
              </a:ext>
            </a:extLst>
          </p:cNvPr>
          <p:cNvSpPr>
            <a:spLocks noGrp="1"/>
          </p:cNvSpPr>
          <p:nvPr>
            <p:ph type="ctrTitle"/>
          </p:nvPr>
        </p:nvSpPr>
        <p:spPr>
          <a:xfrm>
            <a:off x="1718071" y="4761670"/>
            <a:ext cx="9144000" cy="1399957"/>
          </a:xfrm>
        </p:spPr>
        <p:txBody>
          <a:bodyPr>
            <a:normAutofit fontScale="90000"/>
          </a:bodyPr>
          <a:lstStyle/>
          <a:p>
            <a:r>
              <a:rPr lang="en-US" sz="4000" b="1" i="0">
                <a:solidFill>
                  <a:srgbClr val="7030A0"/>
                </a:solidFill>
                <a:effectLst/>
                <a:latin typeface="Tahoma" panose="020B0604030504040204" pitchFamily="34" charset="0"/>
                <a:ea typeface="Tahoma" panose="020B0604030504040204" pitchFamily="34" charset="0"/>
                <a:cs typeface="Tahoma" panose="020B0604030504040204" pitchFamily="34" charset="0"/>
              </a:rPr>
              <a:t>SỰ ĐÁNH ĐỔI &amp; NHỮNG KẺ ĐỘC HẠI</a:t>
            </a:r>
            <a:br>
              <a:rPr lang="en-US" sz="4000" b="1" i="0" dirty="0">
                <a:solidFill>
                  <a:srgbClr val="7030A0"/>
                </a:solidFill>
                <a:effectLst/>
                <a:latin typeface="Tahoma" panose="020B0604030504040204" pitchFamily="34" charset="0"/>
                <a:ea typeface="Tahoma" panose="020B0604030504040204" pitchFamily="34" charset="0"/>
                <a:cs typeface="Tahoma" panose="020B0604030504040204" pitchFamily="34" charset="0"/>
              </a:rPr>
            </a:br>
            <a:r>
              <a:rPr lang="en-US" sz="4000" b="1" i="0" dirty="0">
                <a:solidFill>
                  <a:srgbClr val="7030A0"/>
                </a:solidFill>
                <a:effectLst/>
                <a:latin typeface="Tahoma" panose="020B0604030504040204" pitchFamily="34" charset="0"/>
                <a:ea typeface="Tahoma" panose="020B0604030504040204" pitchFamily="34" charset="0"/>
                <a:cs typeface="Tahoma" panose="020B0604030504040204" pitchFamily="34" charset="0"/>
              </a:rPr>
              <a:t> GIÚP BẠN Ý THỨC VỀ BẢN THÂN</a:t>
            </a:r>
            <a:endParaRPr lang="en-US" sz="4000" b="1" dirty="0">
              <a:solidFill>
                <a:srgbClr val="7030A0"/>
              </a:solidFill>
              <a:latin typeface="Tahoma" panose="020B0604030504040204" pitchFamily="34" charset="0"/>
              <a:ea typeface="Tahoma" panose="020B0604030504040204" pitchFamily="34" charset="0"/>
              <a:cs typeface="Tahoma" panose="020B0604030504040204" pitchFamily="34" charset="0"/>
            </a:endParaRPr>
          </a:p>
        </p:txBody>
      </p:sp>
      <p:sp>
        <p:nvSpPr>
          <p:cNvPr id="16" name="Freeform: Shape 15">
            <a:extLst>
              <a:ext uri="{FF2B5EF4-FFF2-40B4-BE49-F238E27FC236}">
                <a16:creationId xmlns:a16="http://schemas.microsoft.com/office/drawing/2014/main" id="{4DDB60AE-8B9C-4BA0-93DC-F8C9EBF6D8BD}"/>
              </a:ext>
              <a:ext uri="{C183D7F6-B498-43B3-948B-1728B52AA6E4}">
                <adec:decorative xmlns:adec="http://schemas.microsoft.com/office/drawing/2017/decorative" val="1"/>
              </a:ext>
            </a:extLst>
          </p:cNvPr>
          <p:cNvSpPr/>
          <p:nvPr/>
        </p:nvSpPr>
        <p:spPr>
          <a:xfrm>
            <a:off x="27646" y="6015669"/>
            <a:ext cx="2605762" cy="842331"/>
          </a:xfrm>
          <a:custGeom>
            <a:avLst/>
            <a:gdLst>
              <a:gd name="connsiteX0" fmla="*/ 1151220 w 3180577"/>
              <a:gd name="connsiteY0" fmla="*/ 1105 h 1033951"/>
              <a:gd name="connsiteX1" fmla="*/ 1735251 w 3180577"/>
              <a:gd name="connsiteY1" fmla="*/ 77956 h 1033951"/>
              <a:gd name="connsiteX2" fmla="*/ 2001894 w 3180577"/>
              <a:gd name="connsiteY2" fmla="*/ 123235 h 1033951"/>
              <a:gd name="connsiteX3" fmla="*/ 2321364 w 3180577"/>
              <a:gd name="connsiteY3" fmla="*/ 128266 h 1033951"/>
              <a:gd name="connsiteX4" fmla="*/ 2671019 w 3180577"/>
              <a:gd name="connsiteY4" fmla="*/ 55316 h 1033951"/>
              <a:gd name="connsiteX5" fmla="*/ 2982942 w 3180577"/>
              <a:gd name="connsiteY5" fmla="*/ 326991 h 1033951"/>
              <a:gd name="connsiteX6" fmla="*/ 3176430 w 3180577"/>
              <a:gd name="connsiteY6" fmla="*/ 1024557 h 1033951"/>
              <a:gd name="connsiteX7" fmla="*/ 3174833 w 3180577"/>
              <a:gd name="connsiteY7" fmla="*/ 1033951 h 1033951"/>
              <a:gd name="connsiteX8" fmla="*/ 23630 w 3180577"/>
              <a:gd name="connsiteY8" fmla="*/ 1033951 h 1033951"/>
              <a:gd name="connsiteX9" fmla="*/ 11184 w 3180577"/>
              <a:gd name="connsiteY9" fmla="*/ 984167 h 1033951"/>
              <a:gd name="connsiteX10" fmla="*/ 236008 w 3180577"/>
              <a:gd name="connsiteY10" fmla="*/ 289258 h 1033951"/>
              <a:gd name="connsiteX11" fmla="*/ 1151220 w 3180577"/>
              <a:gd name="connsiteY11" fmla="*/ 1105 h 1033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0577" h="1033951">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dirty="0"/>
          </a:p>
        </p:txBody>
      </p:sp>
      <p:sp>
        <p:nvSpPr>
          <p:cNvPr id="19" name="Freeform: Shape 18">
            <a:extLst>
              <a:ext uri="{FF2B5EF4-FFF2-40B4-BE49-F238E27FC236}">
                <a16:creationId xmlns:a16="http://schemas.microsoft.com/office/drawing/2014/main" id="{9F247760-BE07-41A2-969E-570081E65529}"/>
              </a:ext>
              <a:ext uri="{C183D7F6-B498-43B3-948B-1728B52AA6E4}">
                <adec:decorative xmlns:adec="http://schemas.microsoft.com/office/drawing/2017/decorative" val="1"/>
              </a:ext>
            </a:extLst>
          </p:cNvPr>
          <p:cNvSpPr/>
          <p:nvPr/>
        </p:nvSpPr>
        <p:spPr>
          <a:xfrm>
            <a:off x="656708" y="5798001"/>
            <a:ext cx="2485581" cy="1059999"/>
          </a:xfrm>
          <a:custGeom>
            <a:avLst/>
            <a:gdLst>
              <a:gd name="connsiteX0" fmla="*/ 1553968 w 2449768"/>
              <a:gd name="connsiteY0" fmla="*/ 1045598 h 1050628"/>
              <a:gd name="connsiteX1" fmla="*/ 1561623 w 2449768"/>
              <a:gd name="connsiteY1" fmla="*/ 1050628 h 1050628"/>
              <a:gd name="connsiteX2" fmla="*/ 1540857 w 2449768"/>
              <a:gd name="connsiteY2" fmla="*/ 1050628 h 1050628"/>
              <a:gd name="connsiteX3" fmla="*/ 1542955 w 2449768"/>
              <a:gd name="connsiteY3" fmla="*/ 1048256 h 1050628"/>
              <a:gd name="connsiteX4" fmla="*/ 1553968 w 2449768"/>
              <a:gd name="connsiteY4" fmla="*/ 1045598 h 1050628"/>
              <a:gd name="connsiteX5" fmla="*/ 490647 w 2449768"/>
              <a:gd name="connsiteY5" fmla="*/ 1036483 h 1050628"/>
              <a:gd name="connsiteX6" fmla="*/ 503939 w 2449768"/>
              <a:gd name="connsiteY6" fmla="*/ 1045217 h 1050628"/>
              <a:gd name="connsiteX7" fmla="*/ 505485 w 2449768"/>
              <a:gd name="connsiteY7" fmla="*/ 1050628 h 1050628"/>
              <a:gd name="connsiteX8" fmla="*/ 470645 w 2449768"/>
              <a:gd name="connsiteY8" fmla="*/ 1050628 h 1050628"/>
              <a:gd name="connsiteX9" fmla="*/ 469761 w 2449768"/>
              <a:gd name="connsiteY9" fmla="*/ 1046736 h 1050628"/>
              <a:gd name="connsiteX10" fmla="*/ 479634 w 2449768"/>
              <a:gd name="connsiteY10" fmla="*/ 1039141 h 1050628"/>
              <a:gd name="connsiteX11" fmla="*/ 490647 w 2449768"/>
              <a:gd name="connsiteY11" fmla="*/ 1036483 h 1050628"/>
              <a:gd name="connsiteX12" fmla="*/ 326591 w 2449768"/>
              <a:gd name="connsiteY12" fmla="*/ 1030407 h 1050628"/>
              <a:gd name="connsiteX13" fmla="*/ 339883 w 2449768"/>
              <a:gd name="connsiteY13" fmla="*/ 1039141 h 1050628"/>
              <a:gd name="connsiteX14" fmla="*/ 341999 w 2449768"/>
              <a:gd name="connsiteY14" fmla="*/ 1050628 h 1050628"/>
              <a:gd name="connsiteX15" fmla="*/ 308260 w 2449768"/>
              <a:gd name="connsiteY15" fmla="*/ 1050628 h 1050628"/>
              <a:gd name="connsiteX16" fmla="*/ 306844 w 2449768"/>
              <a:gd name="connsiteY16" fmla="*/ 1042939 h 1050628"/>
              <a:gd name="connsiteX17" fmla="*/ 315578 w 2449768"/>
              <a:gd name="connsiteY17" fmla="*/ 1033065 h 1050628"/>
              <a:gd name="connsiteX18" fmla="*/ 326591 w 2449768"/>
              <a:gd name="connsiteY18" fmla="*/ 1030407 h 1050628"/>
              <a:gd name="connsiteX19" fmla="*/ 20886 w 2449768"/>
              <a:gd name="connsiteY19" fmla="*/ 1026229 h 1050628"/>
              <a:gd name="connsiteX20" fmla="*/ 33039 w 2449768"/>
              <a:gd name="connsiteY20" fmla="*/ 1036103 h 1050628"/>
              <a:gd name="connsiteX21" fmla="*/ 36837 w 2449768"/>
              <a:gd name="connsiteY21" fmla="*/ 1049395 h 1050628"/>
              <a:gd name="connsiteX22" fmla="*/ 35731 w 2449768"/>
              <a:gd name="connsiteY22" fmla="*/ 1050628 h 1050628"/>
              <a:gd name="connsiteX23" fmla="*/ 1976 w 2449768"/>
              <a:gd name="connsiteY23" fmla="*/ 1050628 h 1050628"/>
              <a:gd name="connsiteX24" fmla="*/ 0 w 2449768"/>
              <a:gd name="connsiteY24" fmla="*/ 1039901 h 1050628"/>
              <a:gd name="connsiteX25" fmla="*/ 8734 w 2449768"/>
              <a:gd name="connsiteY25" fmla="*/ 1030027 h 1050628"/>
              <a:gd name="connsiteX26" fmla="*/ 20886 w 2449768"/>
              <a:gd name="connsiteY26" fmla="*/ 1026229 h 1050628"/>
              <a:gd name="connsiteX27" fmla="*/ 2100819 w 2449768"/>
              <a:gd name="connsiteY27" fmla="*/ 1024331 h 1050628"/>
              <a:gd name="connsiteX28" fmla="*/ 2114111 w 2449768"/>
              <a:gd name="connsiteY28" fmla="*/ 1033065 h 1050628"/>
              <a:gd name="connsiteX29" fmla="*/ 2117909 w 2449768"/>
              <a:gd name="connsiteY29" fmla="*/ 1046357 h 1050628"/>
              <a:gd name="connsiteX30" fmla="*/ 2114079 w 2449768"/>
              <a:gd name="connsiteY30" fmla="*/ 1050628 h 1050628"/>
              <a:gd name="connsiteX31" fmla="*/ 2083616 w 2449768"/>
              <a:gd name="connsiteY31" fmla="*/ 1050628 h 1050628"/>
              <a:gd name="connsiteX32" fmla="*/ 2081072 w 2449768"/>
              <a:gd name="connsiteY32" fmla="*/ 1035724 h 1050628"/>
              <a:gd name="connsiteX33" fmla="*/ 2089806 w 2449768"/>
              <a:gd name="connsiteY33" fmla="*/ 1026989 h 1050628"/>
              <a:gd name="connsiteX34" fmla="*/ 2100819 w 2449768"/>
              <a:gd name="connsiteY34" fmla="*/ 1024331 h 1050628"/>
              <a:gd name="connsiteX35" fmla="*/ 1192439 w 2449768"/>
              <a:gd name="connsiteY35" fmla="*/ 1024331 h 1050628"/>
              <a:gd name="connsiteX36" fmla="*/ 1205731 w 2449768"/>
              <a:gd name="connsiteY36" fmla="*/ 1033065 h 1050628"/>
              <a:gd name="connsiteX37" fmla="*/ 1209529 w 2449768"/>
              <a:gd name="connsiteY37" fmla="*/ 1046357 h 1050628"/>
              <a:gd name="connsiteX38" fmla="*/ 1205699 w 2449768"/>
              <a:gd name="connsiteY38" fmla="*/ 1050628 h 1050628"/>
              <a:gd name="connsiteX39" fmla="*/ 1175227 w 2449768"/>
              <a:gd name="connsiteY39" fmla="*/ 1050628 h 1050628"/>
              <a:gd name="connsiteX40" fmla="*/ 1172692 w 2449768"/>
              <a:gd name="connsiteY40" fmla="*/ 1036863 h 1050628"/>
              <a:gd name="connsiteX41" fmla="*/ 1181426 w 2449768"/>
              <a:gd name="connsiteY41" fmla="*/ 1026989 h 1050628"/>
              <a:gd name="connsiteX42" fmla="*/ 1192439 w 2449768"/>
              <a:gd name="connsiteY42" fmla="*/ 1024331 h 1050628"/>
              <a:gd name="connsiteX43" fmla="*/ 788376 w 2449768"/>
              <a:gd name="connsiteY43" fmla="*/ 1024331 h 1050628"/>
              <a:gd name="connsiteX44" fmla="*/ 801668 w 2449768"/>
              <a:gd name="connsiteY44" fmla="*/ 1033065 h 1050628"/>
              <a:gd name="connsiteX45" fmla="*/ 805466 w 2449768"/>
              <a:gd name="connsiteY45" fmla="*/ 1046357 h 1050628"/>
              <a:gd name="connsiteX46" fmla="*/ 801636 w 2449768"/>
              <a:gd name="connsiteY46" fmla="*/ 1050628 h 1050628"/>
              <a:gd name="connsiteX47" fmla="*/ 771181 w 2449768"/>
              <a:gd name="connsiteY47" fmla="*/ 1050628 h 1050628"/>
              <a:gd name="connsiteX48" fmla="*/ 768629 w 2449768"/>
              <a:gd name="connsiteY48" fmla="*/ 1034584 h 1050628"/>
              <a:gd name="connsiteX49" fmla="*/ 777363 w 2449768"/>
              <a:gd name="connsiteY49" fmla="*/ 1026989 h 1050628"/>
              <a:gd name="connsiteX50" fmla="*/ 788376 w 2449768"/>
              <a:gd name="connsiteY50" fmla="*/ 1024331 h 1050628"/>
              <a:gd name="connsiteX51" fmla="*/ 138231 w 2449768"/>
              <a:gd name="connsiteY51" fmla="*/ 1024331 h 1050628"/>
              <a:gd name="connsiteX52" fmla="*/ 151523 w 2449768"/>
              <a:gd name="connsiteY52" fmla="*/ 1033065 h 1050628"/>
              <a:gd name="connsiteX53" fmla="*/ 154181 w 2449768"/>
              <a:gd name="connsiteY53" fmla="*/ 1047496 h 1050628"/>
              <a:gd name="connsiteX54" fmla="*/ 151411 w 2449768"/>
              <a:gd name="connsiteY54" fmla="*/ 1050628 h 1050628"/>
              <a:gd name="connsiteX55" fmla="*/ 121019 w 2449768"/>
              <a:gd name="connsiteY55" fmla="*/ 1050628 h 1050628"/>
              <a:gd name="connsiteX56" fmla="*/ 118484 w 2449768"/>
              <a:gd name="connsiteY56" fmla="*/ 1036863 h 1050628"/>
              <a:gd name="connsiteX57" fmla="*/ 127218 w 2449768"/>
              <a:gd name="connsiteY57" fmla="*/ 1026989 h 1050628"/>
              <a:gd name="connsiteX58" fmla="*/ 138231 w 2449768"/>
              <a:gd name="connsiteY58" fmla="*/ 1024331 h 1050628"/>
              <a:gd name="connsiteX59" fmla="*/ 894709 w 2449768"/>
              <a:gd name="connsiteY59" fmla="*/ 1021293 h 1050628"/>
              <a:gd name="connsiteX60" fmla="*/ 908001 w 2449768"/>
              <a:gd name="connsiteY60" fmla="*/ 1030027 h 1050628"/>
              <a:gd name="connsiteX61" fmla="*/ 911799 w 2449768"/>
              <a:gd name="connsiteY61" fmla="*/ 1043319 h 1050628"/>
              <a:gd name="connsiteX62" fmla="*/ 905246 w 2449768"/>
              <a:gd name="connsiteY62" fmla="*/ 1050628 h 1050628"/>
              <a:gd name="connsiteX63" fmla="*/ 880920 w 2449768"/>
              <a:gd name="connsiteY63" fmla="*/ 1050628 h 1050628"/>
              <a:gd name="connsiteX64" fmla="*/ 877620 w 2449768"/>
              <a:gd name="connsiteY64" fmla="*/ 1048256 h 1050628"/>
              <a:gd name="connsiteX65" fmla="*/ 883696 w 2449768"/>
              <a:gd name="connsiteY65" fmla="*/ 1023951 h 1050628"/>
              <a:gd name="connsiteX66" fmla="*/ 894709 w 2449768"/>
              <a:gd name="connsiteY66" fmla="*/ 1021293 h 1050628"/>
              <a:gd name="connsiteX67" fmla="*/ 694197 w 2449768"/>
              <a:gd name="connsiteY67" fmla="*/ 1021293 h 1050628"/>
              <a:gd name="connsiteX68" fmla="*/ 707488 w 2449768"/>
              <a:gd name="connsiteY68" fmla="*/ 1030027 h 1050628"/>
              <a:gd name="connsiteX69" fmla="*/ 711286 w 2449768"/>
              <a:gd name="connsiteY69" fmla="*/ 1043319 h 1050628"/>
              <a:gd name="connsiteX70" fmla="*/ 704733 w 2449768"/>
              <a:gd name="connsiteY70" fmla="*/ 1050628 h 1050628"/>
              <a:gd name="connsiteX71" fmla="*/ 680408 w 2449768"/>
              <a:gd name="connsiteY71" fmla="*/ 1050628 h 1050628"/>
              <a:gd name="connsiteX72" fmla="*/ 677108 w 2449768"/>
              <a:gd name="connsiteY72" fmla="*/ 1048256 h 1050628"/>
              <a:gd name="connsiteX73" fmla="*/ 683184 w 2449768"/>
              <a:gd name="connsiteY73" fmla="*/ 1023951 h 1050628"/>
              <a:gd name="connsiteX74" fmla="*/ 694197 w 2449768"/>
              <a:gd name="connsiteY74" fmla="*/ 1021293 h 1050628"/>
              <a:gd name="connsiteX75" fmla="*/ 596979 w 2449768"/>
              <a:gd name="connsiteY75" fmla="*/ 1021293 h 1050628"/>
              <a:gd name="connsiteX76" fmla="*/ 610271 w 2449768"/>
              <a:gd name="connsiteY76" fmla="*/ 1030027 h 1050628"/>
              <a:gd name="connsiteX77" fmla="*/ 614069 w 2449768"/>
              <a:gd name="connsiteY77" fmla="*/ 1043319 h 1050628"/>
              <a:gd name="connsiteX78" fmla="*/ 607516 w 2449768"/>
              <a:gd name="connsiteY78" fmla="*/ 1050628 h 1050628"/>
              <a:gd name="connsiteX79" fmla="*/ 583190 w 2449768"/>
              <a:gd name="connsiteY79" fmla="*/ 1050628 h 1050628"/>
              <a:gd name="connsiteX80" fmla="*/ 579890 w 2449768"/>
              <a:gd name="connsiteY80" fmla="*/ 1048256 h 1050628"/>
              <a:gd name="connsiteX81" fmla="*/ 585966 w 2449768"/>
              <a:gd name="connsiteY81" fmla="*/ 1023951 h 1050628"/>
              <a:gd name="connsiteX82" fmla="*/ 596979 w 2449768"/>
              <a:gd name="connsiteY82" fmla="*/ 1021293 h 1050628"/>
              <a:gd name="connsiteX83" fmla="*/ 1086106 w 2449768"/>
              <a:gd name="connsiteY83" fmla="*/ 1015217 h 1050628"/>
              <a:gd name="connsiteX84" fmla="*/ 1099398 w 2449768"/>
              <a:gd name="connsiteY84" fmla="*/ 1023951 h 1050628"/>
              <a:gd name="connsiteX85" fmla="*/ 1093322 w 2449768"/>
              <a:gd name="connsiteY85" fmla="*/ 1048256 h 1050628"/>
              <a:gd name="connsiteX86" fmla="*/ 1082478 w 2449768"/>
              <a:gd name="connsiteY86" fmla="*/ 1050628 h 1050628"/>
              <a:gd name="connsiteX87" fmla="*/ 1080771 w 2449768"/>
              <a:gd name="connsiteY87" fmla="*/ 1050628 h 1050628"/>
              <a:gd name="connsiteX88" fmla="*/ 1069017 w 2449768"/>
              <a:gd name="connsiteY88" fmla="*/ 1042180 h 1050628"/>
              <a:gd name="connsiteX89" fmla="*/ 1075093 w 2449768"/>
              <a:gd name="connsiteY89" fmla="*/ 1017875 h 1050628"/>
              <a:gd name="connsiteX90" fmla="*/ 1086106 w 2449768"/>
              <a:gd name="connsiteY90" fmla="*/ 1015217 h 1050628"/>
              <a:gd name="connsiteX91" fmla="*/ 1313961 w 2449768"/>
              <a:gd name="connsiteY91" fmla="*/ 1009141 h 1050628"/>
              <a:gd name="connsiteX92" fmla="*/ 1327253 w 2449768"/>
              <a:gd name="connsiteY92" fmla="*/ 1017875 h 1050628"/>
              <a:gd name="connsiteX93" fmla="*/ 1321177 w 2449768"/>
              <a:gd name="connsiteY93" fmla="*/ 1042180 h 1050628"/>
              <a:gd name="connsiteX94" fmla="*/ 1296872 w 2449768"/>
              <a:gd name="connsiteY94" fmla="*/ 1036104 h 1050628"/>
              <a:gd name="connsiteX95" fmla="*/ 1302948 w 2449768"/>
              <a:gd name="connsiteY95" fmla="*/ 1011799 h 1050628"/>
              <a:gd name="connsiteX96" fmla="*/ 1313961 w 2449768"/>
              <a:gd name="connsiteY96" fmla="*/ 1009141 h 1050628"/>
              <a:gd name="connsiteX97" fmla="*/ 2337788 w 2449768"/>
              <a:gd name="connsiteY97" fmla="*/ 996989 h 1050628"/>
              <a:gd name="connsiteX98" fmla="*/ 2351080 w 2449768"/>
              <a:gd name="connsiteY98" fmla="*/ 1005723 h 1050628"/>
              <a:gd name="connsiteX99" fmla="*/ 2345004 w 2449768"/>
              <a:gd name="connsiteY99" fmla="*/ 1030028 h 1050628"/>
              <a:gd name="connsiteX100" fmla="*/ 2320699 w 2449768"/>
              <a:gd name="connsiteY100" fmla="*/ 1023952 h 1050628"/>
              <a:gd name="connsiteX101" fmla="*/ 2326775 w 2449768"/>
              <a:gd name="connsiteY101" fmla="*/ 999647 h 1050628"/>
              <a:gd name="connsiteX102" fmla="*/ 2337788 w 2449768"/>
              <a:gd name="connsiteY102" fmla="*/ 996989 h 1050628"/>
              <a:gd name="connsiteX103" fmla="*/ 1429407 w 2449768"/>
              <a:gd name="connsiteY103" fmla="*/ 990912 h 1050628"/>
              <a:gd name="connsiteX104" fmla="*/ 1442699 w 2449768"/>
              <a:gd name="connsiteY104" fmla="*/ 999646 h 1050628"/>
              <a:gd name="connsiteX105" fmla="*/ 1436623 w 2449768"/>
              <a:gd name="connsiteY105" fmla="*/ 1023951 h 1050628"/>
              <a:gd name="connsiteX106" fmla="*/ 1412318 w 2449768"/>
              <a:gd name="connsiteY106" fmla="*/ 1017875 h 1050628"/>
              <a:gd name="connsiteX107" fmla="*/ 1418394 w 2449768"/>
              <a:gd name="connsiteY107" fmla="*/ 993570 h 1050628"/>
              <a:gd name="connsiteX108" fmla="*/ 1429407 w 2449768"/>
              <a:gd name="connsiteY108" fmla="*/ 990912 h 1050628"/>
              <a:gd name="connsiteX109" fmla="*/ 1672452 w 2449768"/>
              <a:gd name="connsiteY109" fmla="*/ 987874 h 1050628"/>
              <a:gd name="connsiteX110" fmla="*/ 1685744 w 2449768"/>
              <a:gd name="connsiteY110" fmla="*/ 996608 h 1050628"/>
              <a:gd name="connsiteX111" fmla="*/ 1679668 w 2449768"/>
              <a:gd name="connsiteY111" fmla="*/ 1020913 h 1050628"/>
              <a:gd name="connsiteX112" fmla="*/ 1655363 w 2449768"/>
              <a:gd name="connsiteY112" fmla="*/ 1014837 h 1050628"/>
              <a:gd name="connsiteX113" fmla="*/ 1661439 w 2449768"/>
              <a:gd name="connsiteY113" fmla="*/ 990532 h 1050628"/>
              <a:gd name="connsiteX114" fmla="*/ 1672452 w 2449768"/>
              <a:gd name="connsiteY114" fmla="*/ 987874 h 1050628"/>
              <a:gd name="connsiteX115" fmla="*/ 1803089 w 2449768"/>
              <a:gd name="connsiteY115" fmla="*/ 975722 h 1050628"/>
              <a:gd name="connsiteX116" fmla="*/ 1816381 w 2449768"/>
              <a:gd name="connsiteY116" fmla="*/ 984456 h 1050628"/>
              <a:gd name="connsiteX117" fmla="*/ 1810305 w 2449768"/>
              <a:gd name="connsiteY117" fmla="*/ 1008761 h 1050628"/>
              <a:gd name="connsiteX118" fmla="*/ 1786000 w 2449768"/>
              <a:gd name="connsiteY118" fmla="*/ 1002685 h 1050628"/>
              <a:gd name="connsiteX119" fmla="*/ 1792076 w 2449768"/>
              <a:gd name="connsiteY119" fmla="*/ 978380 h 1050628"/>
              <a:gd name="connsiteX120" fmla="*/ 1803089 w 2449768"/>
              <a:gd name="connsiteY120" fmla="*/ 975722 h 1050628"/>
              <a:gd name="connsiteX121" fmla="*/ 2030944 w 2449768"/>
              <a:gd name="connsiteY121" fmla="*/ 969646 h 1050628"/>
              <a:gd name="connsiteX122" fmla="*/ 2044236 w 2449768"/>
              <a:gd name="connsiteY122" fmla="*/ 978380 h 1050628"/>
              <a:gd name="connsiteX123" fmla="*/ 2038160 w 2449768"/>
              <a:gd name="connsiteY123" fmla="*/ 1002685 h 1050628"/>
              <a:gd name="connsiteX124" fmla="*/ 2013855 w 2449768"/>
              <a:gd name="connsiteY124" fmla="*/ 996609 h 1050628"/>
              <a:gd name="connsiteX125" fmla="*/ 2019931 w 2449768"/>
              <a:gd name="connsiteY125" fmla="*/ 972304 h 1050628"/>
              <a:gd name="connsiteX126" fmla="*/ 2030944 w 2449768"/>
              <a:gd name="connsiteY126" fmla="*/ 969646 h 1050628"/>
              <a:gd name="connsiteX127" fmla="*/ 405581 w 2449768"/>
              <a:gd name="connsiteY127" fmla="*/ 966608 h 1050628"/>
              <a:gd name="connsiteX128" fmla="*/ 418873 w 2449768"/>
              <a:gd name="connsiteY128" fmla="*/ 975342 h 1050628"/>
              <a:gd name="connsiteX129" fmla="*/ 412797 w 2449768"/>
              <a:gd name="connsiteY129" fmla="*/ 999647 h 1050628"/>
              <a:gd name="connsiteX130" fmla="*/ 388492 w 2449768"/>
              <a:gd name="connsiteY130" fmla="*/ 993571 h 1050628"/>
              <a:gd name="connsiteX131" fmla="*/ 394568 w 2449768"/>
              <a:gd name="connsiteY131" fmla="*/ 969266 h 1050628"/>
              <a:gd name="connsiteX132" fmla="*/ 405581 w 2449768"/>
              <a:gd name="connsiteY132" fmla="*/ 966608 h 1050628"/>
              <a:gd name="connsiteX133" fmla="*/ 2225380 w 2449768"/>
              <a:gd name="connsiteY133" fmla="*/ 957494 h 1050628"/>
              <a:gd name="connsiteX134" fmla="*/ 2238671 w 2449768"/>
              <a:gd name="connsiteY134" fmla="*/ 966228 h 1050628"/>
              <a:gd name="connsiteX135" fmla="*/ 2232595 w 2449768"/>
              <a:gd name="connsiteY135" fmla="*/ 990533 h 1050628"/>
              <a:gd name="connsiteX136" fmla="*/ 2208290 w 2449768"/>
              <a:gd name="connsiteY136" fmla="*/ 984457 h 1050628"/>
              <a:gd name="connsiteX137" fmla="*/ 2214366 w 2449768"/>
              <a:gd name="connsiteY137" fmla="*/ 960152 h 1050628"/>
              <a:gd name="connsiteX138" fmla="*/ 2225380 w 2449768"/>
              <a:gd name="connsiteY138" fmla="*/ 957494 h 1050628"/>
              <a:gd name="connsiteX139" fmla="*/ 1927649 w 2449768"/>
              <a:gd name="connsiteY139" fmla="*/ 954456 h 1050628"/>
              <a:gd name="connsiteX140" fmla="*/ 1940941 w 2449768"/>
              <a:gd name="connsiteY140" fmla="*/ 963190 h 1050628"/>
              <a:gd name="connsiteX141" fmla="*/ 1934865 w 2449768"/>
              <a:gd name="connsiteY141" fmla="*/ 987495 h 1050628"/>
              <a:gd name="connsiteX142" fmla="*/ 1910560 w 2449768"/>
              <a:gd name="connsiteY142" fmla="*/ 981419 h 1050628"/>
              <a:gd name="connsiteX143" fmla="*/ 1916636 w 2449768"/>
              <a:gd name="connsiteY143" fmla="*/ 957114 h 1050628"/>
              <a:gd name="connsiteX144" fmla="*/ 1927649 w 2449768"/>
              <a:gd name="connsiteY144" fmla="*/ 954456 h 1050628"/>
              <a:gd name="connsiteX145" fmla="*/ 244564 w 2449768"/>
              <a:gd name="connsiteY145" fmla="*/ 954456 h 1050628"/>
              <a:gd name="connsiteX146" fmla="*/ 257856 w 2449768"/>
              <a:gd name="connsiteY146" fmla="*/ 963190 h 1050628"/>
              <a:gd name="connsiteX147" fmla="*/ 251780 w 2449768"/>
              <a:gd name="connsiteY147" fmla="*/ 987495 h 1050628"/>
              <a:gd name="connsiteX148" fmla="*/ 227475 w 2449768"/>
              <a:gd name="connsiteY148" fmla="*/ 981419 h 1050628"/>
              <a:gd name="connsiteX149" fmla="*/ 233551 w 2449768"/>
              <a:gd name="connsiteY149" fmla="*/ 957114 h 1050628"/>
              <a:gd name="connsiteX150" fmla="*/ 244564 w 2449768"/>
              <a:gd name="connsiteY150" fmla="*/ 954456 h 1050628"/>
              <a:gd name="connsiteX151" fmla="*/ 2431968 w 2449768"/>
              <a:gd name="connsiteY151" fmla="*/ 951418 h 1050628"/>
              <a:gd name="connsiteX152" fmla="*/ 2445260 w 2449768"/>
              <a:gd name="connsiteY152" fmla="*/ 960152 h 1050628"/>
              <a:gd name="connsiteX153" fmla="*/ 2439184 w 2449768"/>
              <a:gd name="connsiteY153" fmla="*/ 984457 h 1050628"/>
              <a:gd name="connsiteX154" fmla="*/ 2414879 w 2449768"/>
              <a:gd name="connsiteY154" fmla="*/ 978381 h 1050628"/>
              <a:gd name="connsiteX155" fmla="*/ 2420955 w 2449768"/>
              <a:gd name="connsiteY155" fmla="*/ 954076 h 1050628"/>
              <a:gd name="connsiteX156" fmla="*/ 2431968 w 2449768"/>
              <a:gd name="connsiteY156" fmla="*/ 951418 h 1050628"/>
              <a:gd name="connsiteX157" fmla="*/ 1553968 w 2449768"/>
              <a:gd name="connsiteY157" fmla="*/ 948380 h 1050628"/>
              <a:gd name="connsiteX158" fmla="*/ 1567259 w 2449768"/>
              <a:gd name="connsiteY158" fmla="*/ 957114 h 1050628"/>
              <a:gd name="connsiteX159" fmla="*/ 1561183 w 2449768"/>
              <a:gd name="connsiteY159" fmla="*/ 981419 h 1050628"/>
              <a:gd name="connsiteX160" fmla="*/ 1536879 w 2449768"/>
              <a:gd name="connsiteY160" fmla="*/ 975343 h 1050628"/>
              <a:gd name="connsiteX161" fmla="*/ 1542955 w 2449768"/>
              <a:gd name="connsiteY161" fmla="*/ 951038 h 1050628"/>
              <a:gd name="connsiteX162" fmla="*/ 1553968 w 2449768"/>
              <a:gd name="connsiteY162" fmla="*/ 948380 h 1050628"/>
              <a:gd name="connsiteX163" fmla="*/ 1222819 w 2449768"/>
              <a:gd name="connsiteY163" fmla="*/ 933189 h 1050628"/>
              <a:gd name="connsiteX164" fmla="*/ 1236111 w 2449768"/>
              <a:gd name="connsiteY164" fmla="*/ 941923 h 1050628"/>
              <a:gd name="connsiteX165" fmla="*/ 1230035 w 2449768"/>
              <a:gd name="connsiteY165" fmla="*/ 966228 h 1050628"/>
              <a:gd name="connsiteX166" fmla="*/ 1205730 w 2449768"/>
              <a:gd name="connsiteY166" fmla="*/ 960152 h 1050628"/>
              <a:gd name="connsiteX167" fmla="*/ 1211806 w 2449768"/>
              <a:gd name="connsiteY167" fmla="*/ 935847 h 1050628"/>
              <a:gd name="connsiteX168" fmla="*/ 1222819 w 2449768"/>
              <a:gd name="connsiteY168" fmla="*/ 933189 h 1050628"/>
              <a:gd name="connsiteX169" fmla="*/ 1031421 w 2449768"/>
              <a:gd name="connsiteY169" fmla="*/ 930151 h 1050628"/>
              <a:gd name="connsiteX170" fmla="*/ 1044713 w 2449768"/>
              <a:gd name="connsiteY170" fmla="*/ 938885 h 1050628"/>
              <a:gd name="connsiteX171" fmla="*/ 1038637 w 2449768"/>
              <a:gd name="connsiteY171" fmla="*/ 963190 h 1050628"/>
              <a:gd name="connsiteX172" fmla="*/ 1014332 w 2449768"/>
              <a:gd name="connsiteY172" fmla="*/ 957114 h 1050628"/>
              <a:gd name="connsiteX173" fmla="*/ 1020408 w 2449768"/>
              <a:gd name="connsiteY173" fmla="*/ 932809 h 1050628"/>
              <a:gd name="connsiteX174" fmla="*/ 1031421 w 2449768"/>
              <a:gd name="connsiteY174" fmla="*/ 930151 h 1050628"/>
              <a:gd name="connsiteX175" fmla="*/ 931165 w 2449768"/>
              <a:gd name="connsiteY175" fmla="*/ 930151 h 1050628"/>
              <a:gd name="connsiteX176" fmla="*/ 944457 w 2449768"/>
              <a:gd name="connsiteY176" fmla="*/ 938885 h 1050628"/>
              <a:gd name="connsiteX177" fmla="*/ 938381 w 2449768"/>
              <a:gd name="connsiteY177" fmla="*/ 963190 h 1050628"/>
              <a:gd name="connsiteX178" fmla="*/ 914076 w 2449768"/>
              <a:gd name="connsiteY178" fmla="*/ 957114 h 1050628"/>
              <a:gd name="connsiteX179" fmla="*/ 920152 w 2449768"/>
              <a:gd name="connsiteY179" fmla="*/ 932809 h 1050628"/>
              <a:gd name="connsiteX180" fmla="*/ 931165 w 2449768"/>
              <a:gd name="connsiteY180" fmla="*/ 930151 h 1050628"/>
              <a:gd name="connsiteX181" fmla="*/ 123041 w 2449768"/>
              <a:gd name="connsiteY181" fmla="*/ 930151 h 1050628"/>
              <a:gd name="connsiteX182" fmla="*/ 136333 w 2449768"/>
              <a:gd name="connsiteY182" fmla="*/ 938885 h 1050628"/>
              <a:gd name="connsiteX183" fmla="*/ 130257 w 2449768"/>
              <a:gd name="connsiteY183" fmla="*/ 963190 h 1050628"/>
              <a:gd name="connsiteX184" fmla="*/ 105952 w 2449768"/>
              <a:gd name="connsiteY184" fmla="*/ 957114 h 1050628"/>
              <a:gd name="connsiteX185" fmla="*/ 112028 w 2449768"/>
              <a:gd name="connsiteY185" fmla="*/ 932809 h 1050628"/>
              <a:gd name="connsiteX186" fmla="*/ 123041 w 2449768"/>
              <a:gd name="connsiteY186" fmla="*/ 930151 h 1050628"/>
              <a:gd name="connsiteX187" fmla="*/ 524065 w 2449768"/>
              <a:gd name="connsiteY187" fmla="*/ 917999 h 1050628"/>
              <a:gd name="connsiteX188" fmla="*/ 537357 w 2449768"/>
              <a:gd name="connsiteY188" fmla="*/ 926733 h 1050628"/>
              <a:gd name="connsiteX189" fmla="*/ 531281 w 2449768"/>
              <a:gd name="connsiteY189" fmla="*/ 951038 h 1050628"/>
              <a:gd name="connsiteX190" fmla="*/ 506976 w 2449768"/>
              <a:gd name="connsiteY190" fmla="*/ 944962 h 1050628"/>
              <a:gd name="connsiteX191" fmla="*/ 513052 w 2449768"/>
              <a:gd name="connsiteY191" fmla="*/ 920657 h 1050628"/>
              <a:gd name="connsiteX192" fmla="*/ 524065 w 2449768"/>
              <a:gd name="connsiteY192" fmla="*/ 917999 h 1050628"/>
              <a:gd name="connsiteX193" fmla="*/ 824833 w 2449768"/>
              <a:gd name="connsiteY193" fmla="*/ 911923 h 1050628"/>
              <a:gd name="connsiteX194" fmla="*/ 838125 w 2449768"/>
              <a:gd name="connsiteY194" fmla="*/ 920657 h 1050628"/>
              <a:gd name="connsiteX195" fmla="*/ 832049 w 2449768"/>
              <a:gd name="connsiteY195" fmla="*/ 944962 h 1050628"/>
              <a:gd name="connsiteX196" fmla="*/ 807744 w 2449768"/>
              <a:gd name="connsiteY196" fmla="*/ 938886 h 1050628"/>
              <a:gd name="connsiteX197" fmla="*/ 813820 w 2449768"/>
              <a:gd name="connsiteY197" fmla="*/ 914581 h 1050628"/>
              <a:gd name="connsiteX198" fmla="*/ 824833 w 2449768"/>
              <a:gd name="connsiteY198" fmla="*/ 911923 h 1050628"/>
              <a:gd name="connsiteX199" fmla="*/ 2137276 w 2449768"/>
              <a:gd name="connsiteY199" fmla="*/ 905847 h 1050628"/>
              <a:gd name="connsiteX200" fmla="*/ 2150567 w 2449768"/>
              <a:gd name="connsiteY200" fmla="*/ 914581 h 1050628"/>
              <a:gd name="connsiteX201" fmla="*/ 2144491 w 2449768"/>
              <a:gd name="connsiteY201" fmla="*/ 938886 h 1050628"/>
              <a:gd name="connsiteX202" fmla="*/ 2120187 w 2449768"/>
              <a:gd name="connsiteY202" fmla="*/ 932810 h 1050628"/>
              <a:gd name="connsiteX203" fmla="*/ 2126263 w 2449768"/>
              <a:gd name="connsiteY203" fmla="*/ 908505 h 1050628"/>
              <a:gd name="connsiteX204" fmla="*/ 2137276 w 2449768"/>
              <a:gd name="connsiteY204" fmla="*/ 905847 h 1050628"/>
              <a:gd name="connsiteX205" fmla="*/ 630397 w 2449768"/>
              <a:gd name="connsiteY205" fmla="*/ 905847 h 1050628"/>
              <a:gd name="connsiteX206" fmla="*/ 643689 w 2449768"/>
              <a:gd name="connsiteY206" fmla="*/ 914581 h 1050628"/>
              <a:gd name="connsiteX207" fmla="*/ 637613 w 2449768"/>
              <a:gd name="connsiteY207" fmla="*/ 938886 h 1050628"/>
              <a:gd name="connsiteX208" fmla="*/ 613308 w 2449768"/>
              <a:gd name="connsiteY208" fmla="*/ 932810 h 1050628"/>
              <a:gd name="connsiteX209" fmla="*/ 619384 w 2449768"/>
              <a:gd name="connsiteY209" fmla="*/ 908505 h 1050628"/>
              <a:gd name="connsiteX210" fmla="*/ 630397 w 2449768"/>
              <a:gd name="connsiteY210" fmla="*/ 905847 h 1050628"/>
              <a:gd name="connsiteX211" fmla="*/ 1332189 w 2449768"/>
              <a:gd name="connsiteY211" fmla="*/ 896733 h 1050628"/>
              <a:gd name="connsiteX212" fmla="*/ 1345481 w 2449768"/>
              <a:gd name="connsiteY212" fmla="*/ 905467 h 1050628"/>
              <a:gd name="connsiteX213" fmla="*/ 1339405 w 2449768"/>
              <a:gd name="connsiteY213" fmla="*/ 929772 h 1050628"/>
              <a:gd name="connsiteX214" fmla="*/ 1315100 w 2449768"/>
              <a:gd name="connsiteY214" fmla="*/ 923696 h 1050628"/>
              <a:gd name="connsiteX215" fmla="*/ 1321176 w 2449768"/>
              <a:gd name="connsiteY215" fmla="*/ 899391 h 1050628"/>
              <a:gd name="connsiteX216" fmla="*/ 1332189 w 2449768"/>
              <a:gd name="connsiteY216" fmla="*/ 896733 h 1050628"/>
              <a:gd name="connsiteX217" fmla="*/ 724577 w 2449768"/>
              <a:gd name="connsiteY217" fmla="*/ 890656 h 1050628"/>
              <a:gd name="connsiteX218" fmla="*/ 737869 w 2449768"/>
              <a:gd name="connsiteY218" fmla="*/ 899390 h 1050628"/>
              <a:gd name="connsiteX219" fmla="*/ 731793 w 2449768"/>
              <a:gd name="connsiteY219" fmla="*/ 923695 h 1050628"/>
              <a:gd name="connsiteX220" fmla="*/ 707488 w 2449768"/>
              <a:gd name="connsiteY220" fmla="*/ 917619 h 1050628"/>
              <a:gd name="connsiteX221" fmla="*/ 713564 w 2449768"/>
              <a:gd name="connsiteY221" fmla="*/ 893314 h 1050628"/>
              <a:gd name="connsiteX222" fmla="*/ 724577 w 2449768"/>
              <a:gd name="connsiteY222" fmla="*/ 890656 h 1050628"/>
              <a:gd name="connsiteX223" fmla="*/ 1435484 w 2449768"/>
              <a:gd name="connsiteY223" fmla="*/ 884580 h 1050628"/>
              <a:gd name="connsiteX224" fmla="*/ 1448776 w 2449768"/>
              <a:gd name="connsiteY224" fmla="*/ 893314 h 1050628"/>
              <a:gd name="connsiteX225" fmla="*/ 1442700 w 2449768"/>
              <a:gd name="connsiteY225" fmla="*/ 917619 h 1050628"/>
              <a:gd name="connsiteX226" fmla="*/ 1418395 w 2449768"/>
              <a:gd name="connsiteY226" fmla="*/ 911543 h 1050628"/>
              <a:gd name="connsiteX227" fmla="*/ 1424471 w 2449768"/>
              <a:gd name="connsiteY227" fmla="*/ 887238 h 1050628"/>
              <a:gd name="connsiteX228" fmla="*/ 1435484 w 2449768"/>
              <a:gd name="connsiteY228" fmla="*/ 884580 h 1050628"/>
              <a:gd name="connsiteX229" fmla="*/ 1131677 w 2449768"/>
              <a:gd name="connsiteY229" fmla="*/ 884580 h 1050628"/>
              <a:gd name="connsiteX230" fmla="*/ 1144969 w 2449768"/>
              <a:gd name="connsiteY230" fmla="*/ 893314 h 1050628"/>
              <a:gd name="connsiteX231" fmla="*/ 1138893 w 2449768"/>
              <a:gd name="connsiteY231" fmla="*/ 917619 h 1050628"/>
              <a:gd name="connsiteX232" fmla="*/ 1114588 w 2449768"/>
              <a:gd name="connsiteY232" fmla="*/ 911543 h 1050628"/>
              <a:gd name="connsiteX233" fmla="*/ 1120664 w 2449768"/>
              <a:gd name="connsiteY233" fmla="*/ 887238 h 1050628"/>
              <a:gd name="connsiteX234" fmla="*/ 1131677 w 2449768"/>
              <a:gd name="connsiteY234" fmla="*/ 884580 h 1050628"/>
              <a:gd name="connsiteX235" fmla="*/ 1757518 w 2449768"/>
              <a:gd name="connsiteY235" fmla="*/ 881542 h 1050628"/>
              <a:gd name="connsiteX236" fmla="*/ 1770810 w 2449768"/>
              <a:gd name="connsiteY236" fmla="*/ 890276 h 1050628"/>
              <a:gd name="connsiteX237" fmla="*/ 1764734 w 2449768"/>
              <a:gd name="connsiteY237" fmla="*/ 914581 h 1050628"/>
              <a:gd name="connsiteX238" fmla="*/ 1740429 w 2449768"/>
              <a:gd name="connsiteY238" fmla="*/ 908505 h 1050628"/>
              <a:gd name="connsiteX239" fmla="*/ 1746505 w 2449768"/>
              <a:gd name="connsiteY239" fmla="*/ 884200 h 1050628"/>
              <a:gd name="connsiteX240" fmla="*/ 1757518 w 2449768"/>
              <a:gd name="connsiteY240" fmla="*/ 881542 h 1050628"/>
              <a:gd name="connsiteX241" fmla="*/ 1654224 w 2449768"/>
              <a:gd name="connsiteY241" fmla="*/ 881542 h 1050628"/>
              <a:gd name="connsiteX242" fmla="*/ 1667516 w 2449768"/>
              <a:gd name="connsiteY242" fmla="*/ 890276 h 1050628"/>
              <a:gd name="connsiteX243" fmla="*/ 1661440 w 2449768"/>
              <a:gd name="connsiteY243" fmla="*/ 914581 h 1050628"/>
              <a:gd name="connsiteX244" fmla="*/ 1637135 w 2449768"/>
              <a:gd name="connsiteY244" fmla="*/ 908505 h 1050628"/>
              <a:gd name="connsiteX245" fmla="*/ 1643211 w 2449768"/>
              <a:gd name="connsiteY245" fmla="*/ 884200 h 1050628"/>
              <a:gd name="connsiteX246" fmla="*/ 1654224 w 2449768"/>
              <a:gd name="connsiteY246" fmla="*/ 881542 h 1050628"/>
              <a:gd name="connsiteX247" fmla="*/ 2346903 w 2449768"/>
              <a:gd name="connsiteY247" fmla="*/ 878504 h 1050628"/>
              <a:gd name="connsiteX248" fmla="*/ 2360194 w 2449768"/>
              <a:gd name="connsiteY248" fmla="*/ 887238 h 1050628"/>
              <a:gd name="connsiteX249" fmla="*/ 2354118 w 2449768"/>
              <a:gd name="connsiteY249" fmla="*/ 911543 h 1050628"/>
              <a:gd name="connsiteX250" fmla="*/ 2329813 w 2449768"/>
              <a:gd name="connsiteY250" fmla="*/ 905467 h 1050628"/>
              <a:gd name="connsiteX251" fmla="*/ 2335889 w 2449768"/>
              <a:gd name="connsiteY251" fmla="*/ 881162 h 1050628"/>
              <a:gd name="connsiteX252" fmla="*/ 2346903 w 2449768"/>
              <a:gd name="connsiteY252" fmla="*/ 878504 h 1050628"/>
              <a:gd name="connsiteX253" fmla="*/ 320515 w 2449768"/>
              <a:gd name="connsiteY253" fmla="*/ 872428 h 1050628"/>
              <a:gd name="connsiteX254" fmla="*/ 333807 w 2449768"/>
              <a:gd name="connsiteY254" fmla="*/ 881162 h 1050628"/>
              <a:gd name="connsiteX255" fmla="*/ 327731 w 2449768"/>
              <a:gd name="connsiteY255" fmla="*/ 905467 h 1050628"/>
              <a:gd name="connsiteX256" fmla="*/ 303426 w 2449768"/>
              <a:gd name="connsiteY256" fmla="*/ 899391 h 1050628"/>
              <a:gd name="connsiteX257" fmla="*/ 309502 w 2449768"/>
              <a:gd name="connsiteY257" fmla="*/ 875086 h 1050628"/>
              <a:gd name="connsiteX258" fmla="*/ 320515 w 2449768"/>
              <a:gd name="connsiteY258" fmla="*/ 872428 h 1050628"/>
              <a:gd name="connsiteX259" fmla="*/ 1876003 w 2449768"/>
              <a:gd name="connsiteY259" fmla="*/ 866352 h 1050628"/>
              <a:gd name="connsiteX260" fmla="*/ 1889294 w 2449768"/>
              <a:gd name="connsiteY260" fmla="*/ 875086 h 1050628"/>
              <a:gd name="connsiteX261" fmla="*/ 1883218 w 2449768"/>
              <a:gd name="connsiteY261" fmla="*/ 899391 h 1050628"/>
              <a:gd name="connsiteX262" fmla="*/ 1858913 w 2449768"/>
              <a:gd name="connsiteY262" fmla="*/ 893315 h 1050628"/>
              <a:gd name="connsiteX263" fmla="*/ 1864989 w 2449768"/>
              <a:gd name="connsiteY263" fmla="*/ 869010 h 1050628"/>
              <a:gd name="connsiteX264" fmla="*/ 1876003 w 2449768"/>
              <a:gd name="connsiteY264" fmla="*/ 866352 h 1050628"/>
              <a:gd name="connsiteX265" fmla="*/ 2000563 w 2449768"/>
              <a:gd name="connsiteY265" fmla="*/ 857238 h 1050628"/>
              <a:gd name="connsiteX266" fmla="*/ 2013855 w 2449768"/>
              <a:gd name="connsiteY266" fmla="*/ 865972 h 1050628"/>
              <a:gd name="connsiteX267" fmla="*/ 2007779 w 2449768"/>
              <a:gd name="connsiteY267" fmla="*/ 890277 h 1050628"/>
              <a:gd name="connsiteX268" fmla="*/ 1983474 w 2449768"/>
              <a:gd name="connsiteY268" fmla="*/ 884201 h 1050628"/>
              <a:gd name="connsiteX269" fmla="*/ 1989550 w 2449768"/>
              <a:gd name="connsiteY269" fmla="*/ 859896 h 1050628"/>
              <a:gd name="connsiteX270" fmla="*/ 2000563 w 2449768"/>
              <a:gd name="connsiteY270" fmla="*/ 857238 h 1050628"/>
              <a:gd name="connsiteX271" fmla="*/ 420771 w 2449768"/>
              <a:gd name="connsiteY271" fmla="*/ 857238 h 1050628"/>
              <a:gd name="connsiteX272" fmla="*/ 434062 w 2449768"/>
              <a:gd name="connsiteY272" fmla="*/ 865972 h 1050628"/>
              <a:gd name="connsiteX273" fmla="*/ 427986 w 2449768"/>
              <a:gd name="connsiteY273" fmla="*/ 890277 h 1050628"/>
              <a:gd name="connsiteX274" fmla="*/ 403682 w 2449768"/>
              <a:gd name="connsiteY274" fmla="*/ 884201 h 1050628"/>
              <a:gd name="connsiteX275" fmla="*/ 409758 w 2449768"/>
              <a:gd name="connsiteY275" fmla="*/ 859896 h 1050628"/>
              <a:gd name="connsiteX276" fmla="*/ 420771 w 2449768"/>
              <a:gd name="connsiteY276" fmla="*/ 857238 h 1050628"/>
              <a:gd name="connsiteX277" fmla="*/ 2237532 w 2449768"/>
              <a:gd name="connsiteY277" fmla="*/ 848124 h 1050628"/>
              <a:gd name="connsiteX278" fmla="*/ 2250824 w 2449768"/>
              <a:gd name="connsiteY278" fmla="*/ 856858 h 1050628"/>
              <a:gd name="connsiteX279" fmla="*/ 2244748 w 2449768"/>
              <a:gd name="connsiteY279" fmla="*/ 881163 h 1050628"/>
              <a:gd name="connsiteX280" fmla="*/ 2220443 w 2449768"/>
              <a:gd name="connsiteY280" fmla="*/ 875087 h 1050628"/>
              <a:gd name="connsiteX281" fmla="*/ 2226519 w 2449768"/>
              <a:gd name="connsiteY281" fmla="*/ 850782 h 1050628"/>
              <a:gd name="connsiteX282" fmla="*/ 2237532 w 2449768"/>
              <a:gd name="connsiteY282" fmla="*/ 848124 h 1050628"/>
              <a:gd name="connsiteX283" fmla="*/ 211145 w 2449768"/>
              <a:gd name="connsiteY283" fmla="*/ 848124 h 1050628"/>
              <a:gd name="connsiteX284" fmla="*/ 224436 w 2449768"/>
              <a:gd name="connsiteY284" fmla="*/ 856858 h 1050628"/>
              <a:gd name="connsiteX285" fmla="*/ 218360 w 2449768"/>
              <a:gd name="connsiteY285" fmla="*/ 881163 h 1050628"/>
              <a:gd name="connsiteX286" fmla="*/ 194056 w 2449768"/>
              <a:gd name="connsiteY286" fmla="*/ 875087 h 1050628"/>
              <a:gd name="connsiteX287" fmla="*/ 200132 w 2449768"/>
              <a:gd name="connsiteY287" fmla="*/ 850782 h 1050628"/>
              <a:gd name="connsiteX288" fmla="*/ 211145 w 2449768"/>
              <a:gd name="connsiteY288" fmla="*/ 848124 h 1050628"/>
              <a:gd name="connsiteX289" fmla="*/ 1511435 w 2449768"/>
              <a:gd name="connsiteY289" fmla="*/ 839009 h 1050628"/>
              <a:gd name="connsiteX290" fmla="*/ 1524727 w 2449768"/>
              <a:gd name="connsiteY290" fmla="*/ 847743 h 1050628"/>
              <a:gd name="connsiteX291" fmla="*/ 1518651 w 2449768"/>
              <a:gd name="connsiteY291" fmla="*/ 872048 h 1050628"/>
              <a:gd name="connsiteX292" fmla="*/ 1494346 w 2449768"/>
              <a:gd name="connsiteY292" fmla="*/ 865972 h 1050628"/>
              <a:gd name="connsiteX293" fmla="*/ 1500422 w 2449768"/>
              <a:gd name="connsiteY293" fmla="*/ 841667 h 1050628"/>
              <a:gd name="connsiteX294" fmla="*/ 1511435 w 2449768"/>
              <a:gd name="connsiteY294" fmla="*/ 839009 h 1050628"/>
              <a:gd name="connsiteX295" fmla="*/ 1253200 w 2449768"/>
              <a:gd name="connsiteY295" fmla="*/ 826857 h 1050628"/>
              <a:gd name="connsiteX296" fmla="*/ 1266492 w 2449768"/>
              <a:gd name="connsiteY296" fmla="*/ 835591 h 1050628"/>
              <a:gd name="connsiteX297" fmla="*/ 1260416 w 2449768"/>
              <a:gd name="connsiteY297" fmla="*/ 859896 h 1050628"/>
              <a:gd name="connsiteX298" fmla="*/ 1236111 w 2449768"/>
              <a:gd name="connsiteY298" fmla="*/ 853820 h 1050628"/>
              <a:gd name="connsiteX299" fmla="*/ 1242187 w 2449768"/>
              <a:gd name="connsiteY299" fmla="*/ 829515 h 1050628"/>
              <a:gd name="connsiteX300" fmla="*/ 1253200 w 2449768"/>
              <a:gd name="connsiteY300" fmla="*/ 826857 h 1050628"/>
              <a:gd name="connsiteX301" fmla="*/ 2428930 w 2449768"/>
              <a:gd name="connsiteY301" fmla="*/ 814705 h 1050628"/>
              <a:gd name="connsiteX302" fmla="*/ 2442221 w 2449768"/>
              <a:gd name="connsiteY302" fmla="*/ 823439 h 1050628"/>
              <a:gd name="connsiteX303" fmla="*/ 2436145 w 2449768"/>
              <a:gd name="connsiteY303" fmla="*/ 847744 h 1050628"/>
              <a:gd name="connsiteX304" fmla="*/ 2411841 w 2449768"/>
              <a:gd name="connsiteY304" fmla="*/ 841668 h 1050628"/>
              <a:gd name="connsiteX305" fmla="*/ 2417917 w 2449768"/>
              <a:gd name="connsiteY305" fmla="*/ 817363 h 1050628"/>
              <a:gd name="connsiteX306" fmla="*/ 2428930 w 2449768"/>
              <a:gd name="connsiteY306" fmla="*/ 814705 h 1050628"/>
              <a:gd name="connsiteX307" fmla="*/ 991927 w 2449768"/>
              <a:gd name="connsiteY307" fmla="*/ 814705 h 1050628"/>
              <a:gd name="connsiteX308" fmla="*/ 1005218 w 2449768"/>
              <a:gd name="connsiteY308" fmla="*/ 823439 h 1050628"/>
              <a:gd name="connsiteX309" fmla="*/ 999142 w 2449768"/>
              <a:gd name="connsiteY309" fmla="*/ 847744 h 1050628"/>
              <a:gd name="connsiteX310" fmla="*/ 974838 w 2449768"/>
              <a:gd name="connsiteY310" fmla="*/ 841668 h 1050628"/>
              <a:gd name="connsiteX311" fmla="*/ 980914 w 2449768"/>
              <a:gd name="connsiteY311" fmla="*/ 817363 h 1050628"/>
              <a:gd name="connsiteX312" fmla="*/ 991927 w 2449768"/>
              <a:gd name="connsiteY312" fmla="*/ 814705 h 1050628"/>
              <a:gd name="connsiteX313" fmla="*/ 894709 w 2449768"/>
              <a:gd name="connsiteY313" fmla="*/ 814705 h 1050628"/>
              <a:gd name="connsiteX314" fmla="*/ 908001 w 2449768"/>
              <a:gd name="connsiteY314" fmla="*/ 823439 h 1050628"/>
              <a:gd name="connsiteX315" fmla="*/ 901925 w 2449768"/>
              <a:gd name="connsiteY315" fmla="*/ 847744 h 1050628"/>
              <a:gd name="connsiteX316" fmla="*/ 877620 w 2449768"/>
              <a:gd name="connsiteY316" fmla="*/ 841668 h 1050628"/>
              <a:gd name="connsiteX317" fmla="*/ 883696 w 2449768"/>
              <a:gd name="connsiteY317" fmla="*/ 817363 h 1050628"/>
              <a:gd name="connsiteX318" fmla="*/ 894709 w 2449768"/>
              <a:gd name="connsiteY318" fmla="*/ 814705 h 1050628"/>
              <a:gd name="connsiteX319" fmla="*/ 2088668 w 2449768"/>
              <a:gd name="connsiteY319" fmla="*/ 805591 h 1050628"/>
              <a:gd name="connsiteX320" fmla="*/ 2101959 w 2449768"/>
              <a:gd name="connsiteY320" fmla="*/ 814325 h 1050628"/>
              <a:gd name="connsiteX321" fmla="*/ 2095883 w 2449768"/>
              <a:gd name="connsiteY321" fmla="*/ 838630 h 1050628"/>
              <a:gd name="connsiteX322" fmla="*/ 2071578 w 2449768"/>
              <a:gd name="connsiteY322" fmla="*/ 832554 h 1050628"/>
              <a:gd name="connsiteX323" fmla="*/ 2077654 w 2449768"/>
              <a:gd name="connsiteY323" fmla="*/ 808249 h 1050628"/>
              <a:gd name="connsiteX324" fmla="*/ 2088668 w 2449768"/>
              <a:gd name="connsiteY324" fmla="*/ 805591 h 1050628"/>
              <a:gd name="connsiteX325" fmla="*/ 575712 w 2449768"/>
              <a:gd name="connsiteY325" fmla="*/ 802553 h 1050628"/>
              <a:gd name="connsiteX326" fmla="*/ 589004 w 2449768"/>
              <a:gd name="connsiteY326" fmla="*/ 811287 h 1050628"/>
              <a:gd name="connsiteX327" fmla="*/ 582928 w 2449768"/>
              <a:gd name="connsiteY327" fmla="*/ 835592 h 1050628"/>
              <a:gd name="connsiteX328" fmla="*/ 558623 w 2449768"/>
              <a:gd name="connsiteY328" fmla="*/ 829516 h 1050628"/>
              <a:gd name="connsiteX329" fmla="*/ 564699 w 2449768"/>
              <a:gd name="connsiteY329" fmla="*/ 805211 h 1050628"/>
              <a:gd name="connsiteX330" fmla="*/ 575712 w 2449768"/>
              <a:gd name="connsiteY330" fmla="*/ 802553 h 1050628"/>
              <a:gd name="connsiteX331" fmla="*/ 1602577 w 2449768"/>
              <a:gd name="connsiteY331" fmla="*/ 796477 h 1050628"/>
              <a:gd name="connsiteX332" fmla="*/ 1615869 w 2449768"/>
              <a:gd name="connsiteY332" fmla="*/ 805211 h 1050628"/>
              <a:gd name="connsiteX333" fmla="*/ 1609793 w 2449768"/>
              <a:gd name="connsiteY333" fmla="*/ 829516 h 1050628"/>
              <a:gd name="connsiteX334" fmla="*/ 1585488 w 2449768"/>
              <a:gd name="connsiteY334" fmla="*/ 823440 h 1050628"/>
              <a:gd name="connsiteX335" fmla="*/ 1591564 w 2449768"/>
              <a:gd name="connsiteY335" fmla="*/ 799135 h 1050628"/>
              <a:gd name="connsiteX336" fmla="*/ 1602577 w 2449768"/>
              <a:gd name="connsiteY336" fmla="*/ 796477 h 1050628"/>
              <a:gd name="connsiteX337" fmla="*/ 1104335 w 2449768"/>
              <a:gd name="connsiteY337" fmla="*/ 793438 h 1050628"/>
              <a:gd name="connsiteX338" fmla="*/ 1117627 w 2449768"/>
              <a:gd name="connsiteY338" fmla="*/ 802172 h 1050628"/>
              <a:gd name="connsiteX339" fmla="*/ 1111551 w 2449768"/>
              <a:gd name="connsiteY339" fmla="*/ 826477 h 1050628"/>
              <a:gd name="connsiteX340" fmla="*/ 1087246 w 2449768"/>
              <a:gd name="connsiteY340" fmla="*/ 820401 h 1050628"/>
              <a:gd name="connsiteX341" fmla="*/ 1093322 w 2449768"/>
              <a:gd name="connsiteY341" fmla="*/ 796096 h 1050628"/>
              <a:gd name="connsiteX342" fmla="*/ 1104335 w 2449768"/>
              <a:gd name="connsiteY342" fmla="*/ 793438 h 1050628"/>
              <a:gd name="connsiteX343" fmla="*/ 791415 w 2449768"/>
              <a:gd name="connsiteY343" fmla="*/ 793438 h 1050628"/>
              <a:gd name="connsiteX344" fmla="*/ 804707 w 2449768"/>
              <a:gd name="connsiteY344" fmla="*/ 802172 h 1050628"/>
              <a:gd name="connsiteX345" fmla="*/ 798631 w 2449768"/>
              <a:gd name="connsiteY345" fmla="*/ 826477 h 1050628"/>
              <a:gd name="connsiteX346" fmla="*/ 774326 w 2449768"/>
              <a:gd name="connsiteY346" fmla="*/ 820401 h 1050628"/>
              <a:gd name="connsiteX347" fmla="*/ 780402 w 2449768"/>
              <a:gd name="connsiteY347" fmla="*/ 796096 h 1050628"/>
              <a:gd name="connsiteX348" fmla="*/ 791415 w 2449768"/>
              <a:gd name="connsiteY348" fmla="*/ 793438 h 1050628"/>
              <a:gd name="connsiteX349" fmla="*/ 1371684 w 2449768"/>
              <a:gd name="connsiteY349" fmla="*/ 784324 h 1050628"/>
              <a:gd name="connsiteX350" fmla="*/ 1384976 w 2449768"/>
              <a:gd name="connsiteY350" fmla="*/ 793058 h 1050628"/>
              <a:gd name="connsiteX351" fmla="*/ 1378900 w 2449768"/>
              <a:gd name="connsiteY351" fmla="*/ 817363 h 1050628"/>
              <a:gd name="connsiteX352" fmla="*/ 1354595 w 2449768"/>
              <a:gd name="connsiteY352" fmla="*/ 811287 h 1050628"/>
              <a:gd name="connsiteX353" fmla="*/ 1360671 w 2449768"/>
              <a:gd name="connsiteY353" fmla="*/ 786982 h 1050628"/>
              <a:gd name="connsiteX354" fmla="*/ 1371684 w 2449768"/>
              <a:gd name="connsiteY354" fmla="*/ 784324 h 1050628"/>
              <a:gd name="connsiteX355" fmla="*/ 472418 w 2449768"/>
              <a:gd name="connsiteY355" fmla="*/ 781286 h 1050628"/>
              <a:gd name="connsiteX356" fmla="*/ 485710 w 2449768"/>
              <a:gd name="connsiteY356" fmla="*/ 790020 h 1050628"/>
              <a:gd name="connsiteX357" fmla="*/ 479634 w 2449768"/>
              <a:gd name="connsiteY357" fmla="*/ 814325 h 1050628"/>
              <a:gd name="connsiteX358" fmla="*/ 455329 w 2449768"/>
              <a:gd name="connsiteY358" fmla="*/ 808249 h 1050628"/>
              <a:gd name="connsiteX359" fmla="*/ 461405 w 2449768"/>
              <a:gd name="connsiteY359" fmla="*/ 783944 h 1050628"/>
              <a:gd name="connsiteX360" fmla="*/ 472418 w 2449768"/>
              <a:gd name="connsiteY360" fmla="*/ 781286 h 1050628"/>
              <a:gd name="connsiteX361" fmla="*/ 1803089 w 2449768"/>
              <a:gd name="connsiteY361" fmla="*/ 778248 h 1050628"/>
              <a:gd name="connsiteX362" fmla="*/ 1816381 w 2449768"/>
              <a:gd name="connsiteY362" fmla="*/ 786982 h 1050628"/>
              <a:gd name="connsiteX363" fmla="*/ 1810305 w 2449768"/>
              <a:gd name="connsiteY363" fmla="*/ 811287 h 1050628"/>
              <a:gd name="connsiteX364" fmla="*/ 1786000 w 2449768"/>
              <a:gd name="connsiteY364" fmla="*/ 805211 h 1050628"/>
              <a:gd name="connsiteX365" fmla="*/ 1792076 w 2449768"/>
              <a:gd name="connsiteY365" fmla="*/ 780906 h 1050628"/>
              <a:gd name="connsiteX366" fmla="*/ 1803089 w 2449768"/>
              <a:gd name="connsiteY366" fmla="*/ 778248 h 1050628"/>
              <a:gd name="connsiteX367" fmla="*/ 675968 w 2449768"/>
              <a:gd name="connsiteY367" fmla="*/ 772172 h 1050628"/>
              <a:gd name="connsiteX368" fmla="*/ 689260 w 2449768"/>
              <a:gd name="connsiteY368" fmla="*/ 780906 h 1050628"/>
              <a:gd name="connsiteX369" fmla="*/ 683184 w 2449768"/>
              <a:gd name="connsiteY369" fmla="*/ 805211 h 1050628"/>
              <a:gd name="connsiteX370" fmla="*/ 658879 w 2449768"/>
              <a:gd name="connsiteY370" fmla="*/ 799135 h 1050628"/>
              <a:gd name="connsiteX371" fmla="*/ 664955 w 2449768"/>
              <a:gd name="connsiteY371" fmla="*/ 774830 h 1050628"/>
              <a:gd name="connsiteX372" fmla="*/ 675968 w 2449768"/>
              <a:gd name="connsiteY372" fmla="*/ 772172 h 1050628"/>
              <a:gd name="connsiteX373" fmla="*/ 302287 w 2449768"/>
              <a:gd name="connsiteY373" fmla="*/ 769134 h 1050628"/>
              <a:gd name="connsiteX374" fmla="*/ 315579 w 2449768"/>
              <a:gd name="connsiteY374" fmla="*/ 777868 h 1050628"/>
              <a:gd name="connsiteX375" fmla="*/ 309503 w 2449768"/>
              <a:gd name="connsiteY375" fmla="*/ 802173 h 1050628"/>
              <a:gd name="connsiteX376" fmla="*/ 285198 w 2449768"/>
              <a:gd name="connsiteY376" fmla="*/ 796097 h 1050628"/>
              <a:gd name="connsiteX377" fmla="*/ 291274 w 2449768"/>
              <a:gd name="connsiteY377" fmla="*/ 771792 h 1050628"/>
              <a:gd name="connsiteX378" fmla="*/ 302287 w 2449768"/>
              <a:gd name="connsiteY378" fmla="*/ 769134 h 1050628"/>
              <a:gd name="connsiteX379" fmla="*/ 2313484 w 2449768"/>
              <a:gd name="connsiteY379" fmla="*/ 766096 h 1050628"/>
              <a:gd name="connsiteX380" fmla="*/ 2326775 w 2449768"/>
              <a:gd name="connsiteY380" fmla="*/ 774830 h 1050628"/>
              <a:gd name="connsiteX381" fmla="*/ 2320699 w 2449768"/>
              <a:gd name="connsiteY381" fmla="*/ 799135 h 1050628"/>
              <a:gd name="connsiteX382" fmla="*/ 2296395 w 2449768"/>
              <a:gd name="connsiteY382" fmla="*/ 793059 h 1050628"/>
              <a:gd name="connsiteX383" fmla="*/ 2302471 w 2449768"/>
              <a:gd name="connsiteY383" fmla="*/ 768754 h 1050628"/>
              <a:gd name="connsiteX384" fmla="*/ 2313484 w 2449768"/>
              <a:gd name="connsiteY384" fmla="*/ 766096 h 1050628"/>
              <a:gd name="connsiteX385" fmla="*/ 1921574 w 2449768"/>
              <a:gd name="connsiteY385" fmla="*/ 766096 h 1050628"/>
              <a:gd name="connsiteX386" fmla="*/ 1934865 w 2449768"/>
              <a:gd name="connsiteY386" fmla="*/ 774830 h 1050628"/>
              <a:gd name="connsiteX387" fmla="*/ 1928789 w 2449768"/>
              <a:gd name="connsiteY387" fmla="*/ 799135 h 1050628"/>
              <a:gd name="connsiteX388" fmla="*/ 1904485 w 2449768"/>
              <a:gd name="connsiteY388" fmla="*/ 793059 h 1050628"/>
              <a:gd name="connsiteX389" fmla="*/ 1910561 w 2449768"/>
              <a:gd name="connsiteY389" fmla="*/ 768754 h 1050628"/>
              <a:gd name="connsiteX390" fmla="*/ 1921574 w 2449768"/>
              <a:gd name="connsiteY390" fmla="*/ 766096 h 1050628"/>
              <a:gd name="connsiteX391" fmla="*/ 2176771 w 2449768"/>
              <a:gd name="connsiteY391" fmla="*/ 756982 h 1050628"/>
              <a:gd name="connsiteX392" fmla="*/ 2190062 w 2449768"/>
              <a:gd name="connsiteY392" fmla="*/ 765716 h 1050628"/>
              <a:gd name="connsiteX393" fmla="*/ 2183986 w 2449768"/>
              <a:gd name="connsiteY393" fmla="*/ 790021 h 1050628"/>
              <a:gd name="connsiteX394" fmla="*/ 2159682 w 2449768"/>
              <a:gd name="connsiteY394" fmla="*/ 783945 h 1050628"/>
              <a:gd name="connsiteX395" fmla="*/ 2165758 w 2449768"/>
              <a:gd name="connsiteY395" fmla="*/ 759640 h 1050628"/>
              <a:gd name="connsiteX396" fmla="*/ 2176771 w 2449768"/>
              <a:gd name="connsiteY396" fmla="*/ 756982 h 1050628"/>
              <a:gd name="connsiteX397" fmla="*/ 1702833 w 2449768"/>
              <a:gd name="connsiteY397" fmla="*/ 750906 h 1050628"/>
              <a:gd name="connsiteX398" fmla="*/ 1716125 w 2449768"/>
              <a:gd name="connsiteY398" fmla="*/ 759640 h 1050628"/>
              <a:gd name="connsiteX399" fmla="*/ 1710049 w 2449768"/>
              <a:gd name="connsiteY399" fmla="*/ 783945 h 1050628"/>
              <a:gd name="connsiteX400" fmla="*/ 1685744 w 2449768"/>
              <a:gd name="connsiteY400" fmla="*/ 777869 h 1050628"/>
              <a:gd name="connsiteX401" fmla="*/ 1691820 w 2449768"/>
              <a:gd name="connsiteY401" fmla="*/ 753564 h 1050628"/>
              <a:gd name="connsiteX402" fmla="*/ 1702833 w 2449768"/>
              <a:gd name="connsiteY402" fmla="*/ 750906 h 1050628"/>
              <a:gd name="connsiteX403" fmla="*/ 1210667 w 2449768"/>
              <a:gd name="connsiteY403" fmla="*/ 741791 h 1050628"/>
              <a:gd name="connsiteX404" fmla="*/ 1223959 w 2449768"/>
              <a:gd name="connsiteY404" fmla="*/ 750525 h 1050628"/>
              <a:gd name="connsiteX405" fmla="*/ 1217883 w 2449768"/>
              <a:gd name="connsiteY405" fmla="*/ 774830 h 1050628"/>
              <a:gd name="connsiteX406" fmla="*/ 1193578 w 2449768"/>
              <a:gd name="connsiteY406" fmla="*/ 768754 h 1050628"/>
              <a:gd name="connsiteX407" fmla="*/ 1199654 w 2449768"/>
              <a:gd name="connsiteY407" fmla="*/ 744449 h 1050628"/>
              <a:gd name="connsiteX408" fmla="*/ 1210667 w 2449768"/>
              <a:gd name="connsiteY408" fmla="*/ 741791 h 1050628"/>
              <a:gd name="connsiteX409" fmla="*/ 1450674 w 2449768"/>
              <a:gd name="connsiteY409" fmla="*/ 723563 h 1050628"/>
              <a:gd name="connsiteX410" fmla="*/ 1463966 w 2449768"/>
              <a:gd name="connsiteY410" fmla="*/ 732297 h 1050628"/>
              <a:gd name="connsiteX411" fmla="*/ 1457890 w 2449768"/>
              <a:gd name="connsiteY411" fmla="*/ 756602 h 1050628"/>
              <a:gd name="connsiteX412" fmla="*/ 1433585 w 2449768"/>
              <a:gd name="connsiteY412" fmla="*/ 750526 h 1050628"/>
              <a:gd name="connsiteX413" fmla="*/ 1439661 w 2449768"/>
              <a:gd name="connsiteY413" fmla="*/ 726221 h 1050628"/>
              <a:gd name="connsiteX414" fmla="*/ 1450674 w 2449768"/>
              <a:gd name="connsiteY414" fmla="*/ 723563 h 1050628"/>
              <a:gd name="connsiteX415" fmla="*/ 2021829 w 2449768"/>
              <a:gd name="connsiteY415" fmla="*/ 720525 h 1050628"/>
              <a:gd name="connsiteX416" fmla="*/ 2035121 w 2449768"/>
              <a:gd name="connsiteY416" fmla="*/ 729259 h 1050628"/>
              <a:gd name="connsiteX417" fmla="*/ 2029045 w 2449768"/>
              <a:gd name="connsiteY417" fmla="*/ 753564 h 1050628"/>
              <a:gd name="connsiteX418" fmla="*/ 2004740 w 2449768"/>
              <a:gd name="connsiteY418" fmla="*/ 747488 h 1050628"/>
              <a:gd name="connsiteX419" fmla="*/ 2010816 w 2449768"/>
              <a:gd name="connsiteY419" fmla="*/ 723183 h 1050628"/>
              <a:gd name="connsiteX420" fmla="*/ 2021829 w 2449768"/>
              <a:gd name="connsiteY420" fmla="*/ 720525 h 1050628"/>
              <a:gd name="connsiteX421" fmla="*/ 387352 w 2449768"/>
              <a:gd name="connsiteY421" fmla="*/ 720525 h 1050628"/>
              <a:gd name="connsiteX422" fmla="*/ 400644 w 2449768"/>
              <a:gd name="connsiteY422" fmla="*/ 729259 h 1050628"/>
              <a:gd name="connsiteX423" fmla="*/ 394568 w 2449768"/>
              <a:gd name="connsiteY423" fmla="*/ 753564 h 1050628"/>
              <a:gd name="connsiteX424" fmla="*/ 370263 w 2449768"/>
              <a:gd name="connsiteY424" fmla="*/ 747488 h 1050628"/>
              <a:gd name="connsiteX425" fmla="*/ 376339 w 2449768"/>
              <a:gd name="connsiteY425" fmla="*/ 723183 h 1050628"/>
              <a:gd name="connsiteX426" fmla="*/ 387352 w 2449768"/>
              <a:gd name="connsiteY426" fmla="*/ 720525 h 1050628"/>
              <a:gd name="connsiteX427" fmla="*/ 1049650 w 2449768"/>
              <a:gd name="connsiteY427" fmla="*/ 702297 h 1050628"/>
              <a:gd name="connsiteX428" fmla="*/ 1062942 w 2449768"/>
              <a:gd name="connsiteY428" fmla="*/ 711031 h 1050628"/>
              <a:gd name="connsiteX429" fmla="*/ 1056866 w 2449768"/>
              <a:gd name="connsiteY429" fmla="*/ 735336 h 1050628"/>
              <a:gd name="connsiteX430" fmla="*/ 1032561 w 2449768"/>
              <a:gd name="connsiteY430" fmla="*/ 729260 h 1050628"/>
              <a:gd name="connsiteX431" fmla="*/ 1038637 w 2449768"/>
              <a:gd name="connsiteY431" fmla="*/ 704955 h 1050628"/>
              <a:gd name="connsiteX432" fmla="*/ 1049650 w 2449768"/>
              <a:gd name="connsiteY432" fmla="*/ 702297 h 1050628"/>
              <a:gd name="connsiteX433" fmla="*/ 931165 w 2449768"/>
              <a:gd name="connsiteY433" fmla="*/ 702297 h 1050628"/>
              <a:gd name="connsiteX434" fmla="*/ 944457 w 2449768"/>
              <a:gd name="connsiteY434" fmla="*/ 711031 h 1050628"/>
              <a:gd name="connsiteX435" fmla="*/ 938381 w 2449768"/>
              <a:gd name="connsiteY435" fmla="*/ 735336 h 1050628"/>
              <a:gd name="connsiteX436" fmla="*/ 914076 w 2449768"/>
              <a:gd name="connsiteY436" fmla="*/ 729260 h 1050628"/>
              <a:gd name="connsiteX437" fmla="*/ 920152 w 2449768"/>
              <a:gd name="connsiteY437" fmla="*/ 704955 h 1050628"/>
              <a:gd name="connsiteX438" fmla="*/ 931165 w 2449768"/>
              <a:gd name="connsiteY438" fmla="*/ 702297 h 1050628"/>
              <a:gd name="connsiteX439" fmla="*/ 1547892 w 2449768"/>
              <a:gd name="connsiteY439" fmla="*/ 699259 h 1050628"/>
              <a:gd name="connsiteX440" fmla="*/ 1561184 w 2449768"/>
              <a:gd name="connsiteY440" fmla="*/ 707993 h 1050628"/>
              <a:gd name="connsiteX441" fmla="*/ 1555108 w 2449768"/>
              <a:gd name="connsiteY441" fmla="*/ 732298 h 1050628"/>
              <a:gd name="connsiteX442" fmla="*/ 1530803 w 2449768"/>
              <a:gd name="connsiteY442" fmla="*/ 726222 h 1050628"/>
              <a:gd name="connsiteX443" fmla="*/ 1536879 w 2449768"/>
              <a:gd name="connsiteY443" fmla="*/ 701917 h 1050628"/>
              <a:gd name="connsiteX444" fmla="*/ 1547892 w 2449768"/>
              <a:gd name="connsiteY444" fmla="*/ 699259 h 1050628"/>
              <a:gd name="connsiteX445" fmla="*/ 1313961 w 2449768"/>
              <a:gd name="connsiteY445" fmla="*/ 699259 h 1050628"/>
              <a:gd name="connsiteX446" fmla="*/ 1327253 w 2449768"/>
              <a:gd name="connsiteY446" fmla="*/ 707993 h 1050628"/>
              <a:gd name="connsiteX447" fmla="*/ 1321177 w 2449768"/>
              <a:gd name="connsiteY447" fmla="*/ 732298 h 1050628"/>
              <a:gd name="connsiteX448" fmla="*/ 1296872 w 2449768"/>
              <a:gd name="connsiteY448" fmla="*/ 726222 h 1050628"/>
              <a:gd name="connsiteX449" fmla="*/ 1302948 w 2449768"/>
              <a:gd name="connsiteY449" fmla="*/ 701917 h 1050628"/>
              <a:gd name="connsiteX450" fmla="*/ 1313961 w 2449768"/>
              <a:gd name="connsiteY450" fmla="*/ 699259 h 1050628"/>
              <a:gd name="connsiteX451" fmla="*/ 2413739 w 2449768"/>
              <a:gd name="connsiteY451" fmla="*/ 696220 h 1050628"/>
              <a:gd name="connsiteX452" fmla="*/ 2427031 w 2449768"/>
              <a:gd name="connsiteY452" fmla="*/ 704954 h 1050628"/>
              <a:gd name="connsiteX453" fmla="*/ 2420955 w 2449768"/>
              <a:gd name="connsiteY453" fmla="*/ 729259 h 1050628"/>
              <a:gd name="connsiteX454" fmla="*/ 2396650 w 2449768"/>
              <a:gd name="connsiteY454" fmla="*/ 723183 h 1050628"/>
              <a:gd name="connsiteX455" fmla="*/ 2402726 w 2449768"/>
              <a:gd name="connsiteY455" fmla="*/ 698878 h 1050628"/>
              <a:gd name="connsiteX456" fmla="*/ 2413739 w 2449768"/>
              <a:gd name="connsiteY456" fmla="*/ 696220 h 1050628"/>
              <a:gd name="connsiteX457" fmla="*/ 551408 w 2449768"/>
              <a:gd name="connsiteY457" fmla="*/ 690144 h 1050628"/>
              <a:gd name="connsiteX458" fmla="*/ 564699 w 2449768"/>
              <a:gd name="connsiteY458" fmla="*/ 698878 h 1050628"/>
              <a:gd name="connsiteX459" fmla="*/ 558623 w 2449768"/>
              <a:gd name="connsiteY459" fmla="*/ 723183 h 1050628"/>
              <a:gd name="connsiteX460" fmla="*/ 534319 w 2449768"/>
              <a:gd name="connsiteY460" fmla="*/ 717107 h 1050628"/>
              <a:gd name="connsiteX461" fmla="*/ 540395 w 2449768"/>
              <a:gd name="connsiteY461" fmla="*/ 692802 h 1050628"/>
              <a:gd name="connsiteX462" fmla="*/ 551408 w 2449768"/>
              <a:gd name="connsiteY462" fmla="*/ 690144 h 1050628"/>
              <a:gd name="connsiteX463" fmla="*/ 830909 w 2449768"/>
              <a:gd name="connsiteY463" fmla="*/ 684068 h 1050628"/>
              <a:gd name="connsiteX464" fmla="*/ 844201 w 2449768"/>
              <a:gd name="connsiteY464" fmla="*/ 692802 h 1050628"/>
              <a:gd name="connsiteX465" fmla="*/ 838125 w 2449768"/>
              <a:gd name="connsiteY465" fmla="*/ 717107 h 1050628"/>
              <a:gd name="connsiteX466" fmla="*/ 813820 w 2449768"/>
              <a:gd name="connsiteY466" fmla="*/ 711031 h 1050628"/>
              <a:gd name="connsiteX467" fmla="*/ 819896 w 2449768"/>
              <a:gd name="connsiteY467" fmla="*/ 686726 h 1050628"/>
              <a:gd name="connsiteX468" fmla="*/ 830909 w 2449768"/>
              <a:gd name="connsiteY468" fmla="*/ 684068 h 1050628"/>
              <a:gd name="connsiteX469" fmla="*/ 730653 w 2449768"/>
              <a:gd name="connsiteY469" fmla="*/ 677992 h 1050628"/>
              <a:gd name="connsiteX470" fmla="*/ 743945 w 2449768"/>
              <a:gd name="connsiteY470" fmla="*/ 686726 h 1050628"/>
              <a:gd name="connsiteX471" fmla="*/ 737869 w 2449768"/>
              <a:gd name="connsiteY471" fmla="*/ 711031 h 1050628"/>
              <a:gd name="connsiteX472" fmla="*/ 713564 w 2449768"/>
              <a:gd name="connsiteY472" fmla="*/ 704955 h 1050628"/>
              <a:gd name="connsiteX473" fmla="*/ 719640 w 2449768"/>
              <a:gd name="connsiteY473" fmla="*/ 680650 h 1050628"/>
              <a:gd name="connsiteX474" fmla="*/ 730653 w 2449768"/>
              <a:gd name="connsiteY474" fmla="*/ 677992 h 1050628"/>
              <a:gd name="connsiteX475" fmla="*/ 2228418 w 2449768"/>
              <a:gd name="connsiteY475" fmla="*/ 671916 h 1050628"/>
              <a:gd name="connsiteX476" fmla="*/ 2241710 w 2449768"/>
              <a:gd name="connsiteY476" fmla="*/ 680650 h 1050628"/>
              <a:gd name="connsiteX477" fmla="*/ 2235634 w 2449768"/>
              <a:gd name="connsiteY477" fmla="*/ 704955 h 1050628"/>
              <a:gd name="connsiteX478" fmla="*/ 2211329 w 2449768"/>
              <a:gd name="connsiteY478" fmla="*/ 698879 h 1050628"/>
              <a:gd name="connsiteX479" fmla="*/ 2217405 w 2449768"/>
              <a:gd name="connsiteY479" fmla="*/ 674574 h 1050628"/>
              <a:gd name="connsiteX480" fmla="*/ 2228418 w 2449768"/>
              <a:gd name="connsiteY480" fmla="*/ 671916 h 1050628"/>
              <a:gd name="connsiteX481" fmla="*/ 1839546 w 2449768"/>
              <a:gd name="connsiteY481" fmla="*/ 671916 h 1050628"/>
              <a:gd name="connsiteX482" fmla="*/ 1852838 w 2449768"/>
              <a:gd name="connsiteY482" fmla="*/ 680650 h 1050628"/>
              <a:gd name="connsiteX483" fmla="*/ 1846762 w 2449768"/>
              <a:gd name="connsiteY483" fmla="*/ 704955 h 1050628"/>
              <a:gd name="connsiteX484" fmla="*/ 1822457 w 2449768"/>
              <a:gd name="connsiteY484" fmla="*/ 698879 h 1050628"/>
              <a:gd name="connsiteX485" fmla="*/ 1828533 w 2449768"/>
              <a:gd name="connsiteY485" fmla="*/ 674574 h 1050628"/>
              <a:gd name="connsiteX486" fmla="*/ 1839546 w 2449768"/>
              <a:gd name="connsiteY486" fmla="*/ 671916 h 1050628"/>
              <a:gd name="connsiteX487" fmla="*/ 2109933 w 2449768"/>
              <a:gd name="connsiteY487" fmla="*/ 656726 h 1050628"/>
              <a:gd name="connsiteX488" fmla="*/ 2123225 w 2449768"/>
              <a:gd name="connsiteY488" fmla="*/ 665460 h 1050628"/>
              <a:gd name="connsiteX489" fmla="*/ 2117149 w 2449768"/>
              <a:gd name="connsiteY489" fmla="*/ 689765 h 1050628"/>
              <a:gd name="connsiteX490" fmla="*/ 2092844 w 2449768"/>
              <a:gd name="connsiteY490" fmla="*/ 683689 h 1050628"/>
              <a:gd name="connsiteX491" fmla="*/ 2098920 w 2449768"/>
              <a:gd name="connsiteY491" fmla="*/ 659384 h 1050628"/>
              <a:gd name="connsiteX492" fmla="*/ 2109933 w 2449768"/>
              <a:gd name="connsiteY492" fmla="*/ 656726 h 1050628"/>
              <a:gd name="connsiteX493" fmla="*/ 1632957 w 2449768"/>
              <a:gd name="connsiteY493" fmla="*/ 656726 h 1050628"/>
              <a:gd name="connsiteX494" fmla="*/ 1646249 w 2449768"/>
              <a:gd name="connsiteY494" fmla="*/ 665460 h 1050628"/>
              <a:gd name="connsiteX495" fmla="*/ 1640173 w 2449768"/>
              <a:gd name="connsiteY495" fmla="*/ 689765 h 1050628"/>
              <a:gd name="connsiteX496" fmla="*/ 1615868 w 2449768"/>
              <a:gd name="connsiteY496" fmla="*/ 683689 h 1050628"/>
              <a:gd name="connsiteX497" fmla="*/ 1621944 w 2449768"/>
              <a:gd name="connsiteY497" fmla="*/ 659384 h 1050628"/>
              <a:gd name="connsiteX498" fmla="*/ 1632957 w 2449768"/>
              <a:gd name="connsiteY498" fmla="*/ 656726 h 1050628"/>
              <a:gd name="connsiteX499" fmla="*/ 1165096 w 2449768"/>
              <a:gd name="connsiteY499" fmla="*/ 656726 h 1050628"/>
              <a:gd name="connsiteX500" fmla="*/ 1178387 w 2449768"/>
              <a:gd name="connsiteY500" fmla="*/ 665460 h 1050628"/>
              <a:gd name="connsiteX501" fmla="*/ 1172311 w 2449768"/>
              <a:gd name="connsiteY501" fmla="*/ 689765 h 1050628"/>
              <a:gd name="connsiteX502" fmla="*/ 1148007 w 2449768"/>
              <a:gd name="connsiteY502" fmla="*/ 683689 h 1050628"/>
              <a:gd name="connsiteX503" fmla="*/ 1154083 w 2449768"/>
              <a:gd name="connsiteY503" fmla="*/ 659384 h 1050628"/>
              <a:gd name="connsiteX504" fmla="*/ 1165096 w 2449768"/>
              <a:gd name="connsiteY504" fmla="*/ 656726 h 1050628"/>
              <a:gd name="connsiteX505" fmla="*/ 1948916 w 2449768"/>
              <a:gd name="connsiteY505" fmla="*/ 653688 h 1050628"/>
              <a:gd name="connsiteX506" fmla="*/ 1962208 w 2449768"/>
              <a:gd name="connsiteY506" fmla="*/ 662422 h 1050628"/>
              <a:gd name="connsiteX507" fmla="*/ 1956132 w 2449768"/>
              <a:gd name="connsiteY507" fmla="*/ 686727 h 1050628"/>
              <a:gd name="connsiteX508" fmla="*/ 1931827 w 2449768"/>
              <a:gd name="connsiteY508" fmla="*/ 680651 h 1050628"/>
              <a:gd name="connsiteX509" fmla="*/ 1937903 w 2449768"/>
              <a:gd name="connsiteY509" fmla="*/ 656346 h 1050628"/>
              <a:gd name="connsiteX510" fmla="*/ 1948916 w 2449768"/>
              <a:gd name="connsiteY510" fmla="*/ 653688 h 1050628"/>
              <a:gd name="connsiteX511" fmla="*/ 2328673 w 2449768"/>
              <a:gd name="connsiteY511" fmla="*/ 647611 h 1050628"/>
              <a:gd name="connsiteX512" fmla="*/ 2341965 w 2449768"/>
              <a:gd name="connsiteY512" fmla="*/ 656345 h 1050628"/>
              <a:gd name="connsiteX513" fmla="*/ 2335889 w 2449768"/>
              <a:gd name="connsiteY513" fmla="*/ 680650 h 1050628"/>
              <a:gd name="connsiteX514" fmla="*/ 2311584 w 2449768"/>
              <a:gd name="connsiteY514" fmla="*/ 674574 h 1050628"/>
              <a:gd name="connsiteX515" fmla="*/ 2317660 w 2449768"/>
              <a:gd name="connsiteY515" fmla="*/ 650269 h 1050628"/>
              <a:gd name="connsiteX516" fmla="*/ 2328673 w 2449768"/>
              <a:gd name="connsiteY516" fmla="*/ 647611 h 1050628"/>
              <a:gd name="connsiteX517" fmla="*/ 639512 w 2449768"/>
              <a:gd name="connsiteY517" fmla="*/ 641535 h 1050628"/>
              <a:gd name="connsiteX518" fmla="*/ 652804 w 2449768"/>
              <a:gd name="connsiteY518" fmla="*/ 650269 h 1050628"/>
              <a:gd name="connsiteX519" fmla="*/ 646728 w 2449768"/>
              <a:gd name="connsiteY519" fmla="*/ 674574 h 1050628"/>
              <a:gd name="connsiteX520" fmla="*/ 622423 w 2449768"/>
              <a:gd name="connsiteY520" fmla="*/ 668498 h 1050628"/>
              <a:gd name="connsiteX521" fmla="*/ 628499 w 2449768"/>
              <a:gd name="connsiteY521" fmla="*/ 644193 h 1050628"/>
              <a:gd name="connsiteX522" fmla="*/ 639512 w 2449768"/>
              <a:gd name="connsiteY522" fmla="*/ 641535 h 1050628"/>
              <a:gd name="connsiteX523" fmla="*/ 451152 w 2449768"/>
              <a:gd name="connsiteY523" fmla="*/ 641535 h 1050628"/>
              <a:gd name="connsiteX524" fmla="*/ 464444 w 2449768"/>
              <a:gd name="connsiteY524" fmla="*/ 650269 h 1050628"/>
              <a:gd name="connsiteX525" fmla="*/ 458368 w 2449768"/>
              <a:gd name="connsiteY525" fmla="*/ 674574 h 1050628"/>
              <a:gd name="connsiteX526" fmla="*/ 434063 w 2449768"/>
              <a:gd name="connsiteY526" fmla="*/ 668498 h 1050628"/>
              <a:gd name="connsiteX527" fmla="*/ 440139 w 2449768"/>
              <a:gd name="connsiteY527" fmla="*/ 644193 h 1050628"/>
              <a:gd name="connsiteX528" fmla="*/ 451152 w 2449768"/>
              <a:gd name="connsiteY528" fmla="*/ 641535 h 1050628"/>
              <a:gd name="connsiteX529" fmla="*/ 1739291 w 2449768"/>
              <a:gd name="connsiteY529" fmla="*/ 638497 h 1050628"/>
              <a:gd name="connsiteX530" fmla="*/ 1752582 w 2449768"/>
              <a:gd name="connsiteY530" fmla="*/ 647231 h 1050628"/>
              <a:gd name="connsiteX531" fmla="*/ 1746506 w 2449768"/>
              <a:gd name="connsiteY531" fmla="*/ 671536 h 1050628"/>
              <a:gd name="connsiteX532" fmla="*/ 1722201 w 2449768"/>
              <a:gd name="connsiteY532" fmla="*/ 665460 h 1050628"/>
              <a:gd name="connsiteX533" fmla="*/ 1728277 w 2449768"/>
              <a:gd name="connsiteY533" fmla="*/ 641155 h 1050628"/>
              <a:gd name="connsiteX534" fmla="*/ 1739291 w 2449768"/>
              <a:gd name="connsiteY534" fmla="*/ 638497 h 1050628"/>
              <a:gd name="connsiteX535" fmla="*/ 1429407 w 2449768"/>
              <a:gd name="connsiteY535" fmla="*/ 623307 h 1050628"/>
              <a:gd name="connsiteX536" fmla="*/ 1442699 w 2449768"/>
              <a:gd name="connsiteY536" fmla="*/ 632041 h 1050628"/>
              <a:gd name="connsiteX537" fmla="*/ 1436623 w 2449768"/>
              <a:gd name="connsiteY537" fmla="*/ 656346 h 1050628"/>
              <a:gd name="connsiteX538" fmla="*/ 1412318 w 2449768"/>
              <a:gd name="connsiteY538" fmla="*/ 650270 h 1050628"/>
              <a:gd name="connsiteX539" fmla="*/ 1418394 w 2449768"/>
              <a:gd name="connsiteY539" fmla="*/ 625965 h 1050628"/>
              <a:gd name="connsiteX540" fmla="*/ 1429407 w 2449768"/>
              <a:gd name="connsiteY540" fmla="*/ 623307 h 1050628"/>
              <a:gd name="connsiteX541" fmla="*/ 991927 w 2449768"/>
              <a:gd name="connsiteY541" fmla="*/ 614193 h 1050628"/>
              <a:gd name="connsiteX542" fmla="*/ 1005219 w 2449768"/>
              <a:gd name="connsiteY542" fmla="*/ 622927 h 1050628"/>
              <a:gd name="connsiteX543" fmla="*/ 999143 w 2449768"/>
              <a:gd name="connsiteY543" fmla="*/ 647232 h 1050628"/>
              <a:gd name="connsiteX544" fmla="*/ 974838 w 2449768"/>
              <a:gd name="connsiteY544" fmla="*/ 641156 h 1050628"/>
              <a:gd name="connsiteX545" fmla="*/ 980914 w 2449768"/>
              <a:gd name="connsiteY545" fmla="*/ 616851 h 1050628"/>
              <a:gd name="connsiteX546" fmla="*/ 991927 w 2449768"/>
              <a:gd name="connsiteY546" fmla="*/ 614193 h 1050628"/>
              <a:gd name="connsiteX547" fmla="*/ 1244086 w 2449768"/>
              <a:gd name="connsiteY547" fmla="*/ 589888 h 1050628"/>
              <a:gd name="connsiteX548" fmla="*/ 1257378 w 2449768"/>
              <a:gd name="connsiteY548" fmla="*/ 598622 h 1050628"/>
              <a:gd name="connsiteX549" fmla="*/ 1251302 w 2449768"/>
              <a:gd name="connsiteY549" fmla="*/ 622927 h 1050628"/>
              <a:gd name="connsiteX550" fmla="*/ 1226997 w 2449768"/>
              <a:gd name="connsiteY550" fmla="*/ 616851 h 1050628"/>
              <a:gd name="connsiteX551" fmla="*/ 1233073 w 2449768"/>
              <a:gd name="connsiteY551" fmla="*/ 592546 h 1050628"/>
              <a:gd name="connsiteX552" fmla="*/ 1244086 w 2449768"/>
              <a:gd name="connsiteY552" fmla="*/ 589888 h 1050628"/>
              <a:gd name="connsiteX553" fmla="*/ 1332189 w 2449768"/>
              <a:gd name="connsiteY553" fmla="*/ 586850 h 1050628"/>
              <a:gd name="connsiteX554" fmla="*/ 1345481 w 2449768"/>
              <a:gd name="connsiteY554" fmla="*/ 595584 h 1050628"/>
              <a:gd name="connsiteX555" fmla="*/ 1339405 w 2449768"/>
              <a:gd name="connsiteY555" fmla="*/ 619889 h 1050628"/>
              <a:gd name="connsiteX556" fmla="*/ 1315100 w 2449768"/>
              <a:gd name="connsiteY556" fmla="*/ 613813 h 1050628"/>
              <a:gd name="connsiteX557" fmla="*/ 1321176 w 2449768"/>
              <a:gd name="connsiteY557" fmla="*/ 589508 h 1050628"/>
              <a:gd name="connsiteX558" fmla="*/ 1332189 w 2449768"/>
              <a:gd name="connsiteY558" fmla="*/ 586850 h 1050628"/>
              <a:gd name="connsiteX559" fmla="*/ 867366 w 2449768"/>
              <a:gd name="connsiteY559" fmla="*/ 583812 h 1050628"/>
              <a:gd name="connsiteX560" fmla="*/ 880658 w 2449768"/>
              <a:gd name="connsiteY560" fmla="*/ 592546 h 1050628"/>
              <a:gd name="connsiteX561" fmla="*/ 874582 w 2449768"/>
              <a:gd name="connsiteY561" fmla="*/ 616851 h 1050628"/>
              <a:gd name="connsiteX562" fmla="*/ 850277 w 2449768"/>
              <a:gd name="connsiteY562" fmla="*/ 610775 h 1050628"/>
              <a:gd name="connsiteX563" fmla="*/ 856353 w 2449768"/>
              <a:gd name="connsiteY563" fmla="*/ 586470 h 1050628"/>
              <a:gd name="connsiteX564" fmla="*/ 867366 w 2449768"/>
              <a:gd name="connsiteY564" fmla="*/ 583812 h 1050628"/>
              <a:gd name="connsiteX565" fmla="*/ 2222342 w 2449768"/>
              <a:gd name="connsiteY565" fmla="*/ 576217 h 1050628"/>
              <a:gd name="connsiteX566" fmla="*/ 2235633 w 2449768"/>
              <a:gd name="connsiteY566" fmla="*/ 586470 h 1050628"/>
              <a:gd name="connsiteX567" fmla="*/ 2229557 w 2449768"/>
              <a:gd name="connsiteY567" fmla="*/ 610775 h 1050628"/>
              <a:gd name="connsiteX568" fmla="*/ 2205253 w 2449768"/>
              <a:gd name="connsiteY568" fmla="*/ 604698 h 1050628"/>
              <a:gd name="connsiteX569" fmla="*/ 2211329 w 2449768"/>
              <a:gd name="connsiteY569" fmla="*/ 577356 h 1050628"/>
              <a:gd name="connsiteX570" fmla="*/ 2222342 w 2449768"/>
              <a:gd name="connsiteY570" fmla="*/ 576217 h 1050628"/>
              <a:gd name="connsiteX571" fmla="*/ 1092183 w 2449768"/>
              <a:gd name="connsiteY571" fmla="*/ 571660 h 1050628"/>
              <a:gd name="connsiteX572" fmla="*/ 1105475 w 2449768"/>
              <a:gd name="connsiteY572" fmla="*/ 580394 h 1050628"/>
              <a:gd name="connsiteX573" fmla="*/ 1099399 w 2449768"/>
              <a:gd name="connsiteY573" fmla="*/ 604699 h 1050628"/>
              <a:gd name="connsiteX574" fmla="*/ 1075094 w 2449768"/>
              <a:gd name="connsiteY574" fmla="*/ 598623 h 1050628"/>
              <a:gd name="connsiteX575" fmla="*/ 1081170 w 2449768"/>
              <a:gd name="connsiteY575" fmla="*/ 574318 h 1050628"/>
              <a:gd name="connsiteX576" fmla="*/ 1092183 w 2449768"/>
              <a:gd name="connsiteY576" fmla="*/ 571660 h 1050628"/>
              <a:gd name="connsiteX577" fmla="*/ 2000563 w 2449768"/>
              <a:gd name="connsiteY577" fmla="*/ 568622 h 1050628"/>
              <a:gd name="connsiteX578" fmla="*/ 2013855 w 2449768"/>
              <a:gd name="connsiteY578" fmla="*/ 577356 h 1050628"/>
              <a:gd name="connsiteX579" fmla="*/ 2007779 w 2449768"/>
              <a:gd name="connsiteY579" fmla="*/ 601661 h 1050628"/>
              <a:gd name="connsiteX580" fmla="*/ 1983474 w 2449768"/>
              <a:gd name="connsiteY580" fmla="*/ 595585 h 1050628"/>
              <a:gd name="connsiteX581" fmla="*/ 1989550 w 2449768"/>
              <a:gd name="connsiteY581" fmla="*/ 571280 h 1050628"/>
              <a:gd name="connsiteX582" fmla="*/ 2000563 w 2449768"/>
              <a:gd name="connsiteY582" fmla="*/ 568622 h 1050628"/>
              <a:gd name="connsiteX583" fmla="*/ 745844 w 2449768"/>
              <a:gd name="connsiteY583" fmla="*/ 568622 h 1050628"/>
              <a:gd name="connsiteX584" fmla="*/ 759136 w 2449768"/>
              <a:gd name="connsiteY584" fmla="*/ 577356 h 1050628"/>
              <a:gd name="connsiteX585" fmla="*/ 753060 w 2449768"/>
              <a:gd name="connsiteY585" fmla="*/ 601661 h 1050628"/>
              <a:gd name="connsiteX586" fmla="*/ 728755 w 2449768"/>
              <a:gd name="connsiteY586" fmla="*/ 595585 h 1050628"/>
              <a:gd name="connsiteX587" fmla="*/ 734831 w 2449768"/>
              <a:gd name="connsiteY587" fmla="*/ 571280 h 1050628"/>
              <a:gd name="connsiteX588" fmla="*/ 745844 w 2449768"/>
              <a:gd name="connsiteY588" fmla="*/ 568622 h 1050628"/>
              <a:gd name="connsiteX589" fmla="*/ 533179 w 2449768"/>
              <a:gd name="connsiteY589" fmla="*/ 568622 h 1050628"/>
              <a:gd name="connsiteX590" fmla="*/ 546471 w 2449768"/>
              <a:gd name="connsiteY590" fmla="*/ 577356 h 1050628"/>
              <a:gd name="connsiteX591" fmla="*/ 540395 w 2449768"/>
              <a:gd name="connsiteY591" fmla="*/ 601661 h 1050628"/>
              <a:gd name="connsiteX592" fmla="*/ 516090 w 2449768"/>
              <a:gd name="connsiteY592" fmla="*/ 595585 h 1050628"/>
              <a:gd name="connsiteX593" fmla="*/ 522166 w 2449768"/>
              <a:gd name="connsiteY593" fmla="*/ 571280 h 1050628"/>
              <a:gd name="connsiteX594" fmla="*/ 533179 w 2449768"/>
              <a:gd name="connsiteY594" fmla="*/ 568622 h 1050628"/>
              <a:gd name="connsiteX595" fmla="*/ 1866889 w 2449768"/>
              <a:gd name="connsiteY595" fmla="*/ 565584 h 1050628"/>
              <a:gd name="connsiteX596" fmla="*/ 1880180 w 2449768"/>
              <a:gd name="connsiteY596" fmla="*/ 574318 h 1050628"/>
              <a:gd name="connsiteX597" fmla="*/ 1874104 w 2449768"/>
              <a:gd name="connsiteY597" fmla="*/ 598623 h 1050628"/>
              <a:gd name="connsiteX598" fmla="*/ 1849800 w 2449768"/>
              <a:gd name="connsiteY598" fmla="*/ 592547 h 1050628"/>
              <a:gd name="connsiteX599" fmla="*/ 1855876 w 2449768"/>
              <a:gd name="connsiteY599" fmla="*/ 568242 h 1050628"/>
              <a:gd name="connsiteX600" fmla="*/ 1866889 w 2449768"/>
              <a:gd name="connsiteY600" fmla="*/ 565584 h 1050628"/>
              <a:gd name="connsiteX601" fmla="*/ 1508397 w 2449768"/>
              <a:gd name="connsiteY601" fmla="*/ 565584 h 1050628"/>
              <a:gd name="connsiteX602" fmla="*/ 1521689 w 2449768"/>
              <a:gd name="connsiteY602" fmla="*/ 574318 h 1050628"/>
              <a:gd name="connsiteX603" fmla="*/ 1515613 w 2449768"/>
              <a:gd name="connsiteY603" fmla="*/ 598623 h 1050628"/>
              <a:gd name="connsiteX604" fmla="*/ 1491308 w 2449768"/>
              <a:gd name="connsiteY604" fmla="*/ 592547 h 1050628"/>
              <a:gd name="connsiteX605" fmla="*/ 1497384 w 2449768"/>
              <a:gd name="connsiteY605" fmla="*/ 568242 h 1050628"/>
              <a:gd name="connsiteX606" fmla="*/ 1508397 w 2449768"/>
              <a:gd name="connsiteY606" fmla="*/ 565584 h 1050628"/>
              <a:gd name="connsiteX607" fmla="*/ 2365130 w 2449768"/>
              <a:gd name="connsiteY607" fmla="*/ 556470 h 1050628"/>
              <a:gd name="connsiteX608" fmla="*/ 2378422 w 2449768"/>
              <a:gd name="connsiteY608" fmla="*/ 565204 h 1050628"/>
              <a:gd name="connsiteX609" fmla="*/ 2372346 w 2449768"/>
              <a:gd name="connsiteY609" fmla="*/ 589509 h 1050628"/>
              <a:gd name="connsiteX610" fmla="*/ 2348041 w 2449768"/>
              <a:gd name="connsiteY610" fmla="*/ 583433 h 1050628"/>
              <a:gd name="connsiteX611" fmla="*/ 2354117 w 2449768"/>
              <a:gd name="connsiteY611" fmla="*/ 559128 h 1050628"/>
              <a:gd name="connsiteX612" fmla="*/ 2365130 w 2449768"/>
              <a:gd name="connsiteY612" fmla="*/ 556470 h 1050628"/>
              <a:gd name="connsiteX613" fmla="*/ 1620805 w 2449768"/>
              <a:gd name="connsiteY613" fmla="*/ 550394 h 1050628"/>
              <a:gd name="connsiteX614" fmla="*/ 1634097 w 2449768"/>
              <a:gd name="connsiteY614" fmla="*/ 559128 h 1050628"/>
              <a:gd name="connsiteX615" fmla="*/ 1628021 w 2449768"/>
              <a:gd name="connsiteY615" fmla="*/ 583433 h 1050628"/>
              <a:gd name="connsiteX616" fmla="*/ 1603716 w 2449768"/>
              <a:gd name="connsiteY616" fmla="*/ 577357 h 1050628"/>
              <a:gd name="connsiteX617" fmla="*/ 1609792 w 2449768"/>
              <a:gd name="connsiteY617" fmla="*/ 553052 h 1050628"/>
              <a:gd name="connsiteX618" fmla="*/ 1620805 w 2449768"/>
              <a:gd name="connsiteY618" fmla="*/ 550394 h 1050628"/>
              <a:gd name="connsiteX619" fmla="*/ 2097781 w 2449768"/>
              <a:gd name="connsiteY619" fmla="*/ 544317 h 1050628"/>
              <a:gd name="connsiteX620" fmla="*/ 2111073 w 2449768"/>
              <a:gd name="connsiteY620" fmla="*/ 553051 h 1050628"/>
              <a:gd name="connsiteX621" fmla="*/ 2104997 w 2449768"/>
              <a:gd name="connsiteY621" fmla="*/ 577356 h 1050628"/>
              <a:gd name="connsiteX622" fmla="*/ 2080692 w 2449768"/>
              <a:gd name="connsiteY622" fmla="*/ 571280 h 1050628"/>
              <a:gd name="connsiteX623" fmla="*/ 2086768 w 2449768"/>
              <a:gd name="connsiteY623" fmla="*/ 546975 h 1050628"/>
              <a:gd name="connsiteX624" fmla="*/ 2097781 w 2449768"/>
              <a:gd name="connsiteY624" fmla="*/ 544317 h 1050628"/>
              <a:gd name="connsiteX625" fmla="*/ 1745366 w 2449768"/>
              <a:gd name="connsiteY625" fmla="*/ 538241 h 1050628"/>
              <a:gd name="connsiteX626" fmla="*/ 1758658 w 2449768"/>
              <a:gd name="connsiteY626" fmla="*/ 546975 h 1050628"/>
              <a:gd name="connsiteX627" fmla="*/ 1752582 w 2449768"/>
              <a:gd name="connsiteY627" fmla="*/ 571280 h 1050628"/>
              <a:gd name="connsiteX628" fmla="*/ 1728277 w 2449768"/>
              <a:gd name="connsiteY628" fmla="*/ 565204 h 1050628"/>
              <a:gd name="connsiteX629" fmla="*/ 1734353 w 2449768"/>
              <a:gd name="connsiteY629" fmla="*/ 540899 h 1050628"/>
              <a:gd name="connsiteX630" fmla="*/ 1745366 w 2449768"/>
              <a:gd name="connsiteY630" fmla="*/ 538241 h 1050628"/>
              <a:gd name="connsiteX631" fmla="*/ 624322 w 2449768"/>
              <a:gd name="connsiteY631" fmla="*/ 529127 h 1050628"/>
              <a:gd name="connsiteX632" fmla="*/ 637613 w 2449768"/>
              <a:gd name="connsiteY632" fmla="*/ 537861 h 1050628"/>
              <a:gd name="connsiteX633" fmla="*/ 631537 w 2449768"/>
              <a:gd name="connsiteY633" fmla="*/ 562166 h 1050628"/>
              <a:gd name="connsiteX634" fmla="*/ 607233 w 2449768"/>
              <a:gd name="connsiteY634" fmla="*/ 556090 h 1050628"/>
              <a:gd name="connsiteX635" fmla="*/ 613309 w 2449768"/>
              <a:gd name="connsiteY635" fmla="*/ 531785 h 1050628"/>
              <a:gd name="connsiteX636" fmla="*/ 624322 w 2449768"/>
              <a:gd name="connsiteY636" fmla="*/ 529127 h 1050628"/>
              <a:gd name="connsiteX637" fmla="*/ 958508 w 2449768"/>
              <a:gd name="connsiteY637" fmla="*/ 523051 h 1050628"/>
              <a:gd name="connsiteX638" fmla="*/ 971800 w 2449768"/>
              <a:gd name="connsiteY638" fmla="*/ 531785 h 1050628"/>
              <a:gd name="connsiteX639" fmla="*/ 965724 w 2449768"/>
              <a:gd name="connsiteY639" fmla="*/ 556090 h 1050628"/>
              <a:gd name="connsiteX640" fmla="*/ 941419 w 2449768"/>
              <a:gd name="connsiteY640" fmla="*/ 550014 h 1050628"/>
              <a:gd name="connsiteX641" fmla="*/ 947495 w 2449768"/>
              <a:gd name="connsiteY641" fmla="*/ 525709 h 1050628"/>
              <a:gd name="connsiteX642" fmla="*/ 958508 w 2449768"/>
              <a:gd name="connsiteY642" fmla="*/ 523051 h 1050628"/>
              <a:gd name="connsiteX643" fmla="*/ 1177248 w 2449768"/>
              <a:gd name="connsiteY643" fmla="*/ 507861 h 1050628"/>
              <a:gd name="connsiteX644" fmla="*/ 1190540 w 2449768"/>
              <a:gd name="connsiteY644" fmla="*/ 516595 h 1050628"/>
              <a:gd name="connsiteX645" fmla="*/ 1184464 w 2449768"/>
              <a:gd name="connsiteY645" fmla="*/ 540900 h 1050628"/>
              <a:gd name="connsiteX646" fmla="*/ 1160159 w 2449768"/>
              <a:gd name="connsiteY646" fmla="*/ 534824 h 1050628"/>
              <a:gd name="connsiteX647" fmla="*/ 1166235 w 2449768"/>
              <a:gd name="connsiteY647" fmla="*/ 510519 h 1050628"/>
              <a:gd name="connsiteX648" fmla="*/ 1177248 w 2449768"/>
              <a:gd name="connsiteY648" fmla="*/ 507861 h 1050628"/>
              <a:gd name="connsiteX649" fmla="*/ 1399027 w 2449768"/>
              <a:gd name="connsiteY649" fmla="*/ 504823 h 1050628"/>
              <a:gd name="connsiteX650" fmla="*/ 1412319 w 2449768"/>
              <a:gd name="connsiteY650" fmla="*/ 513557 h 1050628"/>
              <a:gd name="connsiteX651" fmla="*/ 1406243 w 2449768"/>
              <a:gd name="connsiteY651" fmla="*/ 537862 h 1050628"/>
              <a:gd name="connsiteX652" fmla="*/ 1381938 w 2449768"/>
              <a:gd name="connsiteY652" fmla="*/ 531786 h 1050628"/>
              <a:gd name="connsiteX653" fmla="*/ 1388014 w 2449768"/>
              <a:gd name="connsiteY653" fmla="*/ 507481 h 1050628"/>
              <a:gd name="connsiteX654" fmla="*/ 1399027 w 2449768"/>
              <a:gd name="connsiteY654" fmla="*/ 504823 h 1050628"/>
              <a:gd name="connsiteX655" fmla="*/ 2194999 w 2449768"/>
              <a:gd name="connsiteY655" fmla="*/ 492670 h 1050628"/>
              <a:gd name="connsiteX656" fmla="*/ 2208291 w 2449768"/>
              <a:gd name="connsiteY656" fmla="*/ 501404 h 1050628"/>
              <a:gd name="connsiteX657" fmla="*/ 2202214 w 2449768"/>
              <a:gd name="connsiteY657" fmla="*/ 525709 h 1050628"/>
              <a:gd name="connsiteX658" fmla="*/ 2177910 w 2449768"/>
              <a:gd name="connsiteY658" fmla="*/ 519633 h 1050628"/>
              <a:gd name="connsiteX659" fmla="*/ 2183986 w 2449768"/>
              <a:gd name="connsiteY659" fmla="*/ 495328 h 1050628"/>
              <a:gd name="connsiteX660" fmla="*/ 2194999 w 2449768"/>
              <a:gd name="connsiteY660" fmla="*/ 492670 h 1050628"/>
              <a:gd name="connsiteX661" fmla="*/ 1912459 w 2449768"/>
              <a:gd name="connsiteY661" fmla="*/ 480518 h 1050628"/>
              <a:gd name="connsiteX662" fmla="*/ 1925751 w 2449768"/>
              <a:gd name="connsiteY662" fmla="*/ 489252 h 1050628"/>
              <a:gd name="connsiteX663" fmla="*/ 1919675 w 2449768"/>
              <a:gd name="connsiteY663" fmla="*/ 513557 h 1050628"/>
              <a:gd name="connsiteX664" fmla="*/ 1895370 w 2449768"/>
              <a:gd name="connsiteY664" fmla="*/ 507481 h 1050628"/>
              <a:gd name="connsiteX665" fmla="*/ 1901446 w 2449768"/>
              <a:gd name="connsiteY665" fmla="*/ 483176 h 1050628"/>
              <a:gd name="connsiteX666" fmla="*/ 1912459 w 2449768"/>
              <a:gd name="connsiteY666" fmla="*/ 480518 h 1050628"/>
              <a:gd name="connsiteX667" fmla="*/ 803567 w 2449768"/>
              <a:gd name="connsiteY667" fmla="*/ 480518 h 1050628"/>
              <a:gd name="connsiteX668" fmla="*/ 816859 w 2449768"/>
              <a:gd name="connsiteY668" fmla="*/ 489252 h 1050628"/>
              <a:gd name="connsiteX669" fmla="*/ 810783 w 2449768"/>
              <a:gd name="connsiteY669" fmla="*/ 513557 h 1050628"/>
              <a:gd name="connsiteX670" fmla="*/ 786478 w 2449768"/>
              <a:gd name="connsiteY670" fmla="*/ 507481 h 1050628"/>
              <a:gd name="connsiteX671" fmla="*/ 792554 w 2449768"/>
              <a:gd name="connsiteY671" fmla="*/ 483176 h 1050628"/>
              <a:gd name="connsiteX672" fmla="*/ 803567 w 2449768"/>
              <a:gd name="connsiteY672" fmla="*/ 480518 h 1050628"/>
              <a:gd name="connsiteX673" fmla="*/ 1550930 w 2449768"/>
              <a:gd name="connsiteY673" fmla="*/ 471404 h 1050628"/>
              <a:gd name="connsiteX674" fmla="*/ 1564222 w 2449768"/>
              <a:gd name="connsiteY674" fmla="*/ 480138 h 1050628"/>
              <a:gd name="connsiteX675" fmla="*/ 1558146 w 2449768"/>
              <a:gd name="connsiteY675" fmla="*/ 504443 h 1050628"/>
              <a:gd name="connsiteX676" fmla="*/ 1533841 w 2449768"/>
              <a:gd name="connsiteY676" fmla="*/ 498367 h 1050628"/>
              <a:gd name="connsiteX677" fmla="*/ 1539917 w 2449768"/>
              <a:gd name="connsiteY677" fmla="*/ 474062 h 1050628"/>
              <a:gd name="connsiteX678" fmla="*/ 1550930 w 2449768"/>
              <a:gd name="connsiteY678" fmla="*/ 471404 h 1050628"/>
              <a:gd name="connsiteX679" fmla="*/ 2307407 w 2449768"/>
              <a:gd name="connsiteY679" fmla="*/ 465328 h 1050628"/>
              <a:gd name="connsiteX680" fmla="*/ 2320698 w 2449768"/>
              <a:gd name="connsiteY680" fmla="*/ 474062 h 1050628"/>
              <a:gd name="connsiteX681" fmla="*/ 2314622 w 2449768"/>
              <a:gd name="connsiteY681" fmla="*/ 498367 h 1050628"/>
              <a:gd name="connsiteX682" fmla="*/ 2290318 w 2449768"/>
              <a:gd name="connsiteY682" fmla="*/ 492291 h 1050628"/>
              <a:gd name="connsiteX683" fmla="*/ 2296394 w 2449768"/>
              <a:gd name="connsiteY683" fmla="*/ 467986 h 1050628"/>
              <a:gd name="connsiteX684" fmla="*/ 2307407 w 2449768"/>
              <a:gd name="connsiteY684" fmla="*/ 465328 h 1050628"/>
              <a:gd name="connsiteX685" fmla="*/ 1076992 w 2449768"/>
              <a:gd name="connsiteY685" fmla="*/ 462290 h 1050628"/>
              <a:gd name="connsiteX686" fmla="*/ 1090284 w 2449768"/>
              <a:gd name="connsiteY686" fmla="*/ 471024 h 1050628"/>
              <a:gd name="connsiteX687" fmla="*/ 1084208 w 2449768"/>
              <a:gd name="connsiteY687" fmla="*/ 495329 h 1050628"/>
              <a:gd name="connsiteX688" fmla="*/ 1059903 w 2449768"/>
              <a:gd name="connsiteY688" fmla="*/ 489253 h 1050628"/>
              <a:gd name="connsiteX689" fmla="*/ 1065979 w 2449768"/>
              <a:gd name="connsiteY689" fmla="*/ 464948 h 1050628"/>
              <a:gd name="connsiteX690" fmla="*/ 1076992 w 2449768"/>
              <a:gd name="connsiteY690" fmla="*/ 462290 h 1050628"/>
              <a:gd name="connsiteX691" fmla="*/ 2030944 w 2449768"/>
              <a:gd name="connsiteY691" fmla="*/ 456214 h 1050628"/>
              <a:gd name="connsiteX692" fmla="*/ 2044236 w 2449768"/>
              <a:gd name="connsiteY692" fmla="*/ 464948 h 1050628"/>
              <a:gd name="connsiteX693" fmla="*/ 2038160 w 2449768"/>
              <a:gd name="connsiteY693" fmla="*/ 489253 h 1050628"/>
              <a:gd name="connsiteX694" fmla="*/ 2013855 w 2449768"/>
              <a:gd name="connsiteY694" fmla="*/ 483177 h 1050628"/>
              <a:gd name="connsiteX695" fmla="*/ 2019931 w 2449768"/>
              <a:gd name="connsiteY695" fmla="*/ 458872 h 1050628"/>
              <a:gd name="connsiteX696" fmla="*/ 2030944 w 2449768"/>
              <a:gd name="connsiteY696" fmla="*/ 456214 h 1050628"/>
              <a:gd name="connsiteX697" fmla="*/ 1280542 w 2449768"/>
              <a:gd name="connsiteY697" fmla="*/ 453176 h 1050628"/>
              <a:gd name="connsiteX698" fmla="*/ 1293834 w 2449768"/>
              <a:gd name="connsiteY698" fmla="*/ 461910 h 1050628"/>
              <a:gd name="connsiteX699" fmla="*/ 1287758 w 2449768"/>
              <a:gd name="connsiteY699" fmla="*/ 486215 h 1050628"/>
              <a:gd name="connsiteX700" fmla="*/ 1263453 w 2449768"/>
              <a:gd name="connsiteY700" fmla="*/ 480139 h 1050628"/>
              <a:gd name="connsiteX701" fmla="*/ 1269529 w 2449768"/>
              <a:gd name="connsiteY701" fmla="*/ 455834 h 1050628"/>
              <a:gd name="connsiteX702" fmla="*/ 1280542 w 2449768"/>
              <a:gd name="connsiteY702" fmla="*/ 453176 h 1050628"/>
              <a:gd name="connsiteX703" fmla="*/ 679006 w 2449768"/>
              <a:gd name="connsiteY703" fmla="*/ 450138 h 1050628"/>
              <a:gd name="connsiteX704" fmla="*/ 692298 w 2449768"/>
              <a:gd name="connsiteY704" fmla="*/ 458872 h 1050628"/>
              <a:gd name="connsiteX705" fmla="*/ 686222 w 2449768"/>
              <a:gd name="connsiteY705" fmla="*/ 483177 h 1050628"/>
              <a:gd name="connsiteX706" fmla="*/ 661917 w 2449768"/>
              <a:gd name="connsiteY706" fmla="*/ 477101 h 1050628"/>
              <a:gd name="connsiteX707" fmla="*/ 667993 w 2449768"/>
              <a:gd name="connsiteY707" fmla="*/ 452796 h 1050628"/>
              <a:gd name="connsiteX708" fmla="*/ 679006 w 2449768"/>
              <a:gd name="connsiteY708" fmla="*/ 450138 h 1050628"/>
              <a:gd name="connsiteX709" fmla="*/ 1815242 w 2449768"/>
              <a:gd name="connsiteY709" fmla="*/ 447099 h 1050628"/>
              <a:gd name="connsiteX710" fmla="*/ 1828533 w 2449768"/>
              <a:gd name="connsiteY710" fmla="*/ 455833 h 1050628"/>
              <a:gd name="connsiteX711" fmla="*/ 1822457 w 2449768"/>
              <a:gd name="connsiteY711" fmla="*/ 480138 h 1050628"/>
              <a:gd name="connsiteX712" fmla="*/ 1798152 w 2449768"/>
              <a:gd name="connsiteY712" fmla="*/ 474062 h 1050628"/>
              <a:gd name="connsiteX713" fmla="*/ 1804228 w 2449768"/>
              <a:gd name="connsiteY713" fmla="*/ 449757 h 1050628"/>
              <a:gd name="connsiteX714" fmla="*/ 1815242 w 2449768"/>
              <a:gd name="connsiteY714" fmla="*/ 447099 h 1050628"/>
              <a:gd name="connsiteX715" fmla="*/ 1699795 w 2449768"/>
              <a:gd name="connsiteY715" fmla="*/ 444061 h 1050628"/>
              <a:gd name="connsiteX716" fmla="*/ 1713087 w 2449768"/>
              <a:gd name="connsiteY716" fmla="*/ 452795 h 1050628"/>
              <a:gd name="connsiteX717" fmla="*/ 1707011 w 2449768"/>
              <a:gd name="connsiteY717" fmla="*/ 477100 h 1050628"/>
              <a:gd name="connsiteX718" fmla="*/ 1682706 w 2449768"/>
              <a:gd name="connsiteY718" fmla="*/ 471024 h 1050628"/>
              <a:gd name="connsiteX719" fmla="*/ 1688782 w 2449768"/>
              <a:gd name="connsiteY719" fmla="*/ 446719 h 1050628"/>
              <a:gd name="connsiteX720" fmla="*/ 1699795 w 2449768"/>
              <a:gd name="connsiteY720" fmla="*/ 444061 h 1050628"/>
              <a:gd name="connsiteX721" fmla="*/ 888633 w 2449768"/>
              <a:gd name="connsiteY721" fmla="*/ 434947 h 1050628"/>
              <a:gd name="connsiteX722" fmla="*/ 901925 w 2449768"/>
              <a:gd name="connsiteY722" fmla="*/ 443681 h 1050628"/>
              <a:gd name="connsiteX723" fmla="*/ 895849 w 2449768"/>
              <a:gd name="connsiteY723" fmla="*/ 467986 h 1050628"/>
              <a:gd name="connsiteX724" fmla="*/ 871544 w 2449768"/>
              <a:gd name="connsiteY724" fmla="*/ 461910 h 1050628"/>
              <a:gd name="connsiteX725" fmla="*/ 877620 w 2449768"/>
              <a:gd name="connsiteY725" fmla="*/ 437605 h 1050628"/>
              <a:gd name="connsiteX726" fmla="*/ 888633 w 2449768"/>
              <a:gd name="connsiteY726" fmla="*/ 434947 h 1050628"/>
              <a:gd name="connsiteX727" fmla="*/ 2158542 w 2449768"/>
              <a:gd name="connsiteY727" fmla="*/ 407605 h 1050628"/>
              <a:gd name="connsiteX728" fmla="*/ 2171833 w 2449768"/>
              <a:gd name="connsiteY728" fmla="*/ 416339 h 1050628"/>
              <a:gd name="connsiteX729" fmla="*/ 2165757 w 2449768"/>
              <a:gd name="connsiteY729" fmla="*/ 440644 h 1050628"/>
              <a:gd name="connsiteX730" fmla="*/ 2141453 w 2449768"/>
              <a:gd name="connsiteY730" fmla="*/ 434568 h 1050628"/>
              <a:gd name="connsiteX731" fmla="*/ 2147529 w 2449768"/>
              <a:gd name="connsiteY731" fmla="*/ 410263 h 1050628"/>
              <a:gd name="connsiteX732" fmla="*/ 2158542 w 2449768"/>
              <a:gd name="connsiteY732" fmla="*/ 407605 h 1050628"/>
              <a:gd name="connsiteX733" fmla="*/ 1484092 w 2449768"/>
              <a:gd name="connsiteY733" fmla="*/ 407605 h 1050628"/>
              <a:gd name="connsiteX734" fmla="*/ 1497384 w 2449768"/>
              <a:gd name="connsiteY734" fmla="*/ 416339 h 1050628"/>
              <a:gd name="connsiteX735" fmla="*/ 1491308 w 2449768"/>
              <a:gd name="connsiteY735" fmla="*/ 440644 h 1050628"/>
              <a:gd name="connsiteX736" fmla="*/ 1467003 w 2449768"/>
              <a:gd name="connsiteY736" fmla="*/ 434568 h 1050628"/>
              <a:gd name="connsiteX737" fmla="*/ 1473079 w 2449768"/>
              <a:gd name="connsiteY737" fmla="*/ 410263 h 1050628"/>
              <a:gd name="connsiteX738" fmla="*/ 1484092 w 2449768"/>
              <a:gd name="connsiteY738" fmla="*/ 407605 h 1050628"/>
              <a:gd name="connsiteX739" fmla="*/ 1365608 w 2449768"/>
              <a:gd name="connsiteY739" fmla="*/ 404567 h 1050628"/>
              <a:gd name="connsiteX740" fmla="*/ 1378900 w 2449768"/>
              <a:gd name="connsiteY740" fmla="*/ 413301 h 1050628"/>
              <a:gd name="connsiteX741" fmla="*/ 1372824 w 2449768"/>
              <a:gd name="connsiteY741" fmla="*/ 437606 h 1050628"/>
              <a:gd name="connsiteX742" fmla="*/ 1348519 w 2449768"/>
              <a:gd name="connsiteY742" fmla="*/ 431530 h 1050628"/>
              <a:gd name="connsiteX743" fmla="*/ 1354595 w 2449768"/>
              <a:gd name="connsiteY743" fmla="*/ 407225 h 1050628"/>
              <a:gd name="connsiteX744" fmla="*/ 1365608 w 2449768"/>
              <a:gd name="connsiteY744" fmla="*/ 404567 h 1050628"/>
              <a:gd name="connsiteX745" fmla="*/ 988889 w 2449768"/>
              <a:gd name="connsiteY745" fmla="*/ 404567 h 1050628"/>
              <a:gd name="connsiteX746" fmla="*/ 1002180 w 2449768"/>
              <a:gd name="connsiteY746" fmla="*/ 413301 h 1050628"/>
              <a:gd name="connsiteX747" fmla="*/ 996104 w 2449768"/>
              <a:gd name="connsiteY747" fmla="*/ 437606 h 1050628"/>
              <a:gd name="connsiteX748" fmla="*/ 971800 w 2449768"/>
              <a:gd name="connsiteY748" fmla="*/ 431530 h 1050628"/>
              <a:gd name="connsiteX749" fmla="*/ 977876 w 2449768"/>
              <a:gd name="connsiteY749" fmla="*/ 407225 h 1050628"/>
              <a:gd name="connsiteX750" fmla="*/ 988889 w 2449768"/>
              <a:gd name="connsiteY750" fmla="*/ 404567 h 1050628"/>
              <a:gd name="connsiteX751" fmla="*/ 1182565 w 2449768"/>
              <a:gd name="connsiteY751" fmla="*/ 394312 h 1050628"/>
              <a:gd name="connsiteX752" fmla="*/ 1193578 w 2449768"/>
              <a:gd name="connsiteY752" fmla="*/ 404186 h 1050628"/>
              <a:gd name="connsiteX753" fmla="*/ 1187502 w 2449768"/>
              <a:gd name="connsiteY753" fmla="*/ 428491 h 1050628"/>
              <a:gd name="connsiteX754" fmla="*/ 1163197 w 2449768"/>
              <a:gd name="connsiteY754" fmla="*/ 422415 h 1050628"/>
              <a:gd name="connsiteX755" fmla="*/ 1169273 w 2449768"/>
              <a:gd name="connsiteY755" fmla="*/ 398110 h 1050628"/>
              <a:gd name="connsiteX756" fmla="*/ 1182565 w 2449768"/>
              <a:gd name="connsiteY756" fmla="*/ 394312 h 1050628"/>
              <a:gd name="connsiteX757" fmla="*/ 1620805 w 2449768"/>
              <a:gd name="connsiteY757" fmla="*/ 389376 h 1050628"/>
              <a:gd name="connsiteX758" fmla="*/ 1634097 w 2449768"/>
              <a:gd name="connsiteY758" fmla="*/ 398110 h 1050628"/>
              <a:gd name="connsiteX759" fmla="*/ 1628021 w 2449768"/>
              <a:gd name="connsiteY759" fmla="*/ 422415 h 1050628"/>
              <a:gd name="connsiteX760" fmla="*/ 1603716 w 2449768"/>
              <a:gd name="connsiteY760" fmla="*/ 416339 h 1050628"/>
              <a:gd name="connsiteX761" fmla="*/ 1609792 w 2449768"/>
              <a:gd name="connsiteY761" fmla="*/ 392034 h 1050628"/>
              <a:gd name="connsiteX762" fmla="*/ 1620805 w 2449768"/>
              <a:gd name="connsiteY762" fmla="*/ 389376 h 1050628"/>
              <a:gd name="connsiteX763" fmla="*/ 1961068 w 2449768"/>
              <a:gd name="connsiteY763" fmla="*/ 380262 h 1050628"/>
              <a:gd name="connsiteX764" fmla="*/ 1974360 w 2449768"/>
              <a:gd name="connsiteY764" fmla="*/ 388996 h 1050628"/>
              <a:gd name="connsiteX765" fmla="*/ 1968284 w 2449768"/>
              <a:gd name="connsiteY765" fmla="*/ 413301 h 1050628"/>
              <a:gd name="connsiteX766" fmla="*/ 1943979 w 2449768"/>
              <a:gd name="connsiteY766" fmla="*/ 407225 h 1050628"/>
              <a:gd name="connsiteX767" fmla="*/ 1950055 w 2449768"/>
              <a:gd name="connsiteY767" fmla="*/ 382920 h 1050628"/>
              <a:gd name="connsiteX768" fmla="*/ 1961068 w 2449768"/>
              <a:gd name="connsiteY768" fmla="*/ 380262 h 1050628"/>
              <a:gd name="connsiteX769" fmla="*/ 770148 w 2449768"/>
              <a:gd name="connsiteY769" fmla="*/ 380262 h 1050628"/>
              <a:gd name="connsiteX770" fmla="*/ 783440 w 2449768"/>
              <a:gd name="connsiteY770" fmla="*/ 388996 h 1050628"/>
              <a:gd name="connsiteX771" fmla="*/ 777364 w 2449768"/>
              <a:gd name="connsiteY771" fmla="*/ 413301 h 1050628"/>
              <a:gd name="connsiteX772" fmla="*/ 753059 w 2449768"/>
              <a:gd name="connsiteY772" fmla="*/ 407225 h 1050628"/>
              <a:gd name="connsiteX773" fmla="*/ 759135 w 2449768"/>
              <a:gd name="connsiteY773" fmla="*/ 382920 h 1050628"/>
              <a:gd name="connsiteX774" fmla="*/ 770148 w 2449768"/>
              <a:gd name="connsiteY774" fmla="*/ 380262 h 1050628"/>
              <a:gd name="connsiteX775" fmla="*/ 2240571 w 2449768"/>
              <a:gd name="connsiteY775" fmla="*/ 352920 h 1050628"/>
              <a:gd name="connsiteX776" fmla="*/ 2253862 w 2449768"/>
              <a:gd name="connsiteY776" fmla="*/ 361654 h 1050628"/>
              <a:gd name="connsiteX777" fmla="*/ 2247786 w 2449768"/>
              <a:gd name="connsiteY777" fmla="*/ 385959 h 1050628"/>
              <a:gd name="connsiteX778" fmla="*/ 2223481 w 2449768"/>
              <a:gd name="connsiteY778" fmla="*/ 379883 h 1050628"/>
              <a:gd name="connsiteX779" fmla="*/ 2229557 w 2449768"/>
              <a:gd name="connsiteY779" fmla="*/ 355578 h 1050628"/>
              <a:gd name="connsiteX780" fmla="*/ 2240571 w 2449768"/>
              <a:gd name="connsiteY780" fmla="*/ 352920 h 1050628"/>
              <a:gd name="connsiteX781" fmla="*/ 2082590 w 2449768"/>
              <a:gd name="connsiteY781" fmla="*/ 352920 h 1050628"/>
              <a:gd name="connsiteX782" fmla="*/ 2095882 w 2449768"/>
              <a:gd name="connsiteY782" fmla="*/ 361654 h 1050628"/>
              <a:gd name="connsiteX783" fmla="*/ 2089806 w 2449768"/>
              <a:gd name="connsiteY783" fmla="*/ 385959 h 1050628"/>
              <a:gd name="connsiteX784" fmla="*/ 2065501 w 2449768"/>
              <a:gd name="connsiteY784" fmla="*/ 379883 h 1050628"/>
              <a:gd name="connsiteX785" fmla="*/ 2071577 w 2449768"/>
              <a:gd name="connsiteY785" fmla="*/ 355578 h 1050628"/>
              <a:gd name="connsiteX786" fmla="*/ 2082590 w 2449768"/>
              <a:gd name="connsiteY786" fmla="*/ 352920 h 1050628"/>
              <a:gd name="connsiteX787" fmla="*/ 1080030 w 2449768"/>
              <a:gd name="connsiteY787" fmla="*/ 337729 h 1050628"/>
              <a:gd name="connsiteX788" fmla="*/ 1093322 w 2449768"/>
              <a:gd name="connsiteY788" fmla="*/ 346463 h 1050628"/>
              <a:gd name="connsiteX789" fmla="*/ 1087246 w 2449768"/>
              <a:gd name="connsiteY789" fmla="*/ 370768 h 1050628"/>
              <a:gd name="connsiteX790" fmla="*/ 1062941 w 2449768"/>
              <a:gd name="connsiteY790" fmla="*/ 364692 h 1050628"/>
              <a:gd name="connsiteX791" fmla="*/ 1069017 w 2449768"/>
              <a:gd name="connsiteY791" fmla="*/ 340387 h 1050628"/>
              <a:gd name="connsiteX792" fmla="*/ 1080030 w 2449768"/>
              <a:gd name="connsiteY792" fmla="*/ 337729 h 1050628"/>
              <a:gd name="connsiteX793" fmla="*/ 1787899 w 2449768"/>
              <a:gd name="connsiteY793" fmla="*/ 331653 h 1050628"/>
              <a:gd name="connsiteX794" fmla="*/ 1801191 w 2449768"/>
              <a:gd name="connsiteY794" fmla="*/ 340387 h 1050628"/>
              <a:gd name="connsiteX795" fmla="*/ 1795115 w 2449768"/>
              <a:gd name="connsiteY795" fmla="*/ 364692 h 1050628"/>
              <a:gd name="connsiteX796" fmla="*/ 1770810 w 2449768"/>
              <a:gd name="connsiteY796" fmla="*/ 358616 h 1050628"/>
              <a:gd name="connsiteX797" fmla="*/ 1776886 w 2449768"/>
              <a:gd name="connsiteY797" fmla="*/ 334311 h 1050628"/>
              <a:gd name="connsiteX798" fmla="*/ 1787899 w 2449768"/>
              <a:gd name="connsiteY798" fmla="*/ 331653 h 1050628"/>
              <a:gd name="connsiteX799" fmla="*/ 1879040 w 2449768"/>
              <a:gd name="connsiteY799" fmla="*/ 328615 h 1050628"/>
              <a:gd name="connsiteX800" fmla="*/ 1892332 w 2449768"/>
              <a:gd name="connsiteY800" fmla="*/ 337349 h 1050628"/>
              <a:gd name="connsiteX801" fmla="*/ 1886256 w 2449768"/>
              <a:gd name="connsiteY801" fmla="*/ 361654 h 1050628"/>
              <a:gd name="connsiteX802" fmla="*/ 1861951 w 2449768"/>
              <a:gd name="connsiteY802" fmla="*/ 355578 h 1050628"/>
              <a:gd name="connsiteX803" fmla="*/ 1868027 w 2449768"/>
              <a:gd name="connsiteY803" fmla="*/ 331273 h 1050628"/>
              <a:gd name="connsiteX804" fmla="*/ 1879040 w 2449768"/>
              <a:gd name="connsiteY804" fmla="*/ 328615 h 1050628"/>
              <a:gd name="connsiteX805" fmla="*/ 1265352 w 2449768"/>
              <a:gd name="connsiteY805" fmla="*/ 325577 h 1050628"/>
              <a:gd name="connsiteX806" fmla="*/ 1278644 w 2449768"/>
              <a:gd name="connsiteY806" fmla="*/ 334311 h 1050628"/>
              <a:gd name="connsiteX807" fmla="*/ 1272568 w 2449768"/>
              <a:gd name="connsiteY807" fmla="*/ 358616 h 1050628"/>
              <a:gd name="connsiteX808" fmla="*/ 1248263 w 2449768"/>
              <a:gd name="connsiteY808" fmla="*/ 352540 h 1050628"/>
              <a:gd name="connsiteX809" fmla="*/ 1254339 w 2449768"/>
              <a:gd name="connsiteY809" fmla="*/ 328235 h 1050628"/>
              <a:gd name="connsiteX810" fmla="*/ 1265352 w 2449768"/>
              <a:gd name="connsiteY810" fmla="*/ 325577 h 1050628"/>
              <a:gd name="connsiteX811" fmla="*/ 864328 w 2449768"/>
              <a:gd name="connsiteY811" fmla="*/ 319501 h 1050628"/>
              <a:gd name="connsiteX812" fmla="*/ 877620 w 2449768"/>
              <a:gd name="connsiteY812" fmla="*/ 328235 h 1050628"/>
              <a:gd name="connsiteX813" fmla="*/ 871544 w 2449768"/>
              <a:gd name="connsiteY813" fmla="*/ 352540 h 1050628"/>
              <a:gd name="connsiteX814" fmla="*/ 847239 w 2449768"/>
              <a:gd name="connsiteY814" fmla="*/ 346464 h 1050628"/>
              <a:gd name="connsiteX815" fmla="*/ 853315 w 2449768"/>
              <a:gd name="connsiteY815" fmla="*/ 322159 h 1050628"/>
              <a:gd name="connsiteX816" fmla="*/ 864328 w 2449768"/>
              <a:gd name="connsiteY816" fmla="*/ 319501 h 1050628"/>
              <a:gd name="connsiteX817" fmla="*/ 1459788 w 2449768"/>
              <a:gd name="connsiteY817" fmla="*/ 316463 h 1050628"/>
              <a:gd name="connsiteX818" fmla="*/ 1473080 w 2449768"/>
              <a:gd name="connsiteY818" fmla="*/ 325197 h 1050628"/>
              <a:gd name="connsiteX819" fmla="*/ 1467004 w 2449768"/>
              <a:gd name="connsiteY819" fmla="*/ 349502 h 1050628"/>
              <a:gd name="connsiteX820" fmla="*/ 1442699 w 2449768"/>
              <a:gd name="connsiteY820" fmla="*/ 343426 h 1050628"/>
              <a:gd name="connsiteX821" fmla="*/ 1448775 w 2449768"/>
              <a:gd name="connsiteY821" fmla="*/ 319121 h 1050628"/>
              <a:gd name="connsiteX822" fmla="*/ 1459788 w 2449768"/>
              <a:gd name="connsiteY822" fmla="*/ 316463 h 1050628"/>
              <a:gd name="connsiteX823" fmla="*/ 1702833 w 2449768"/>
              <a:gd name="connsiteY823" fmla="*/ 310387 h 1050628"/>
              <a:gd name="connsiteX824" fmla="*/ 1716125 w 2449768"/>
              <a:gd name="connsiteY824" fmla="*/ 319121 h 1050628"/>
              <a:gd name="connsiteX825" fmla="*/ 1710049 w 2449768"/>
              <a:gd name="connsiteY825" fmla="*/ 343426 h 1050628"/>
              <a:gd name="connsiteX826" fmla="*/ 1685744 w 2449768"/>
              <a:gd name="connsiteY826" fmla="*/ 337350 h 1050628"/>
              <a:gd name="connsiteX827" fmla="*/ 1691820 w 2449768"/>
              <a:gd name="connsiteY827" fmla="*/ 313045 h 1050628"/>
              <a:gd name="connsiteX828" fmla="*/ 1702833 w 2449768"/>
              <a:gd name="connsiteY828" fmla="*/ 310387 h 1050628"/>
              <a:gd name="connsiteX829" fmla="*/ 1577893 w 2449768"/>
              <a:gd name="connsiteY829" fmla="*/ 297095 h 1050628"/>
              <a:gd name="connsiteX830" fmla="*/ 1591565 w 2449768"/>
              <a:gd name="connsiteY830" fmla="*/ 306969 h 1050628"/>
              <a:gd name="connsiteX831" fmla="*/ 1585489 w 2449768"/>
              <a:gd name="connsiteY831" fmla="*/ 331274 h 1050628"/>
              <a:gd name="connsiteX832" fmla="*/ 1561184 w 2449768"/>
              <a:gd name="connsiteY832" fmla="*/ 325198 h 1050628"/>
              <a:gd name="connsiteX833" fmla="*/ 1564222 w 2449768"/>
              <a:gd name="connsiteY833" fmla="*/ 300893 h 1050628"/>
              <a:gd name="connsiteX834" fmla="*/ 1577893 w 2449768"/>
              <a:gd name="connsiteY834" fmla="*/ 297095 h 1050628"/>
              <a:gd name="connsiteX835" fmla="*/ 955470 w 2449768"/>
              <a:gd name="connsiteY835" fmla="*/ 295196 h 1050628"/>
              <a:gd name="connsiteX836" fmla="*/ 968762 w 2449768"/>
              <a:gd name="connsiteY836" fmla="*/ 303930 h 1050628"/>
              <a:gd name="connsiteX837" fmla="*/ 962686 w 2449768"/>
              <a:gd name="connsiteY837" fmla="*/ 328235 h 1050628"/>
              <a:gd name="connsiteX838" fmla="*/ 938381 w 2449768"/>
              <a:gd name="connsiteY838" fmla="*/ 322159 h 1050628"/>
              <a:gd name="connsiteX839" fmla="*/ 944457 w 2449768"/>
              <a:gd name="connsiteY839" fmla="*/ 297854 h 1050628"/>
              <a:gd name="connsiteX840" fmla="*/ 955470 w 2449768"/>
              <a:gd name="connsiteY840" fmla="*/ 295196 h 1050628"/>
              <a:gd name="connsiteX841" fmla="*/ 1365608 w 2449768"/>
              <a:gd name="connsiteY841" fmla="*/ 283044 h 1050628"/>
              <a:gd name="connsiteX842" fmla="*/ 1378900 w 2449768"/>
              <a:gd name="connsiteY842" fmla="*/ 291778 h 1050628"/>
              <a:gd name="connsiteX843" fmla="*/ 1372824 w 2449768"/>
              <a:gd name="connsiteY843" fmla="*/ 316083 h 1050628"/>
              <a:gd name="connsiteX844" fmla="*/ 1348519 w 2449768"/>
              <a:gd name="connsiteY844" fmla="*/ 310007 h 1050628"/>
              <a:gd name="connsiteX845" fmla="*/ 1354595 w 2449768"/>
              <a:gd name="connsiteY845" fmla="*/ 285702 h 1050628"/>
              <a:gd name="connsiteX846" fmla="*/ 1365608 w 2449768"/>
              <a:gd name="connsiteY846" fmla="*/ 283044 h 1050628"/>
              <a:gd name="connsiteX847" fmla="*/ 1979296 w 2449768"/>
              <a:gd name="connsiteY847" fmla="*/ 267854 h 1050628"/>
              <a:gd name="connsiteX848" fmla="*/ 1992588 w 2449768"/>
              <a:gd name="connsiteY848" fmla="*/ 276588 h 1050628"/>
              <a:gd name="connsiteX849" fmla="*/ 1986512 w 2449768"/>
              <a:gd name="connsiteY849" fmla="*/ 300893 h 1050628"/>
              <a:gd name="connsiteX850" fmla="*/ 1962207 w 2449768"/>
              <a:gd name="connsiteY850" fmla="*/ 294817 h 1050628"/>
              <a:gd name="connsiteX851" fmla="*/ 1968283 w 2449768"/>
              <a:gd name="connsiteY851" fmla="*/ 270512 h 1050628"/>
              <a:gd name="connsiteX852" fmla="*/ 1979296 w 2449768"/>
              <a:gd name="connsiteY852" fmla="*/ 267854 h 1050628"/>
              <a:gd name="connsiteX853" fmla="*/ 1173830 w 2449768"/>
              <a:gd name="connsiteY853" fmla="*/ 266714 h 1050628"/>
              <a:gd name="connsiteX854" fmla="*/ 1187502 w 2449768"/>
              <a:gd name="connsiteY854" fmla="*/ 276588 h 1050628"/>
              <a:gd name="connsiteX855" fmla="*/ 1181425 w 2449768"/>
              <a:gd name="connsiteY855" fmla="*/ 300893 h 1050628"/>
              <a:gd name="connsiteX856" fmla="*/ 1157121 w 2449768"/>
              <a:gd name="connsiteY856" fmla="*/ 294817 h 1050628"/>
              <a:gd name="connsiteX857" fmla="*/ 1160159 w 2449768"/>
              <a:gd name="connsiteY857" fmla="*/ 270512 h 1050628"/>
              <a:gd name="connsiteX858" fmla="*/ 1173830 w 2449768"/>
              <a:gd name="connsiteY858" fmla="*/ 266714 h 1050628"/>
              <a:gd name="connsiteX859" fmla="*/ 2167656 w 2449768"/>
              <a:gd name="connsiteY859" fmla="*/ 246587 h 1050628"/>
              <a:gd name="connsiteX860" fmla="*/ 2180948 w 2449768"/>
              <a:gd name="connsiteY860" fmla="*/ 255321 h 1050628"/>
              <a:gd name="connsiteX861" fmla="*/ 2174872 w 2449768"/>
              <a:gd name="connsiteY861" fmla="*/ 279626 h 1050628"/>
              <a:gd name="connsiteX862" fmla="*/ 2150567 w 2449768"/>
              <a:gd name="connsiteY862" fmla="*/ 273550 h 1050628"/>
              <a:gd name="connsiteX863" fmla="*/ 2156643 w 2449768"/>
              <a:gd name="connsiteY863" fmla="*/ 249245 h 1050628"/>
              <a:gd name="connsiteX864" fmla="*/ 2167656 w 2449768"/>
              <a:gd name="connsiteY864" fmla="*/ 246587 h 1050628"/>
              <a:gd name="connsiteX865" fmla="*/ 2073477 w 2449768"/>
              <a:gd name="connsiteY865" fmla="*/ 240511 h 1050628"/>
              <a:gd name="connsiteX866" fmla="*/ 2086768 w 2449768"/>
              <a:gd name="connsiteY866" fmla="*/ 249245 h 1050628"/>
              <a:gd name="connsiteX867" fmla="*/ 2080692 w 2449768"/>
              <a:gd name="connsiteY867" fmla="*/ 273550 h 1050628"/>
              <a:gd name="connsiteX868" fmla="*/ 2056387 w 2449768"/>
              <a:gd name="connsiteY868" fmla="*/ 267474 h 1050628"/>
              <a:gd name="connsiteX869" fmla="*/ 2062463 w 2449768"/>
              <a:gd name="connsiteY869" fmla="*/ 243169 h 1050628"/>
              <a:gd name="connsiteX870" fmla="*/ 2073477 w 2449768"/>
              <a:gd name="connsiteY870" fmla="*/ 240511 h 1050628"/>
              <a:gd name="connsiteX871" fmla="*/ 1505359 w 2449768"/>
              <a:gd name="connsiteY871" fmla="*/ 222283 h 1050628"/>
              <a:gd name="connsiteX872" fmla="*/ 1518651 w 2449768"/>
              <a:gd name="connsiteY872" fmla="*/ 231017 h 1050628"/>
              <a:gd name="connsiteX873" fmla="*/ 1512575 w 2449768"/>
              <a:gd name="connsiteY873" fmla="*/ 255322 h 1050628"/>
              <a:gd name="connsiteX874" fmla="*/ 1488270 w 2449768"/>
              <a:gd name="connsiteY874" fmla="*/ 249246 h 1050628"/>
              <a:gd name="connsiteX875" fmla="*/ 1494346 w 2449768"/>
              <a:gd name="connsiteY875" fmla="*/ 224941 h 1050628"/>
              <a:gd name="connsiteX876" fmla="*/ 1505359 w 2449768"/>
              <a:gd name="connsiteY876" fmla="*/ 222283 h 1050628"/>
              <a:gd name="connsiteX877" fmla="*/ 1007117 w 2449768"/>
              <a:gd name="connsiteY877" fmla="*/ 222283 h 1050628"/>
              <a:gd name="connsiteX878" fmla="*/ 1020409 w 2449768"/>
              <a:gd name="connsiteY878" fmla="*/ 231017 h 1050628"/>
              <a:gd name="connsiteX879" fmla="*/ 1014333 w 2449768"/>
              <a:gd name="connsiteY879" fmla="*/ 255322 h 1050628"/>
              <a:gd name="connsiteX880" fmla="*/ 990028 w 2449768"/>
              <a:gd name="connsiteY880" fmla="*/ 249246 h 1050628"/>
              <a:gd name="connsiteX881" fmla="*/ 996104 w 2449768"/>
              <a:gd name="connsiteY881" fmla="*/ 224941 h 1050628"/>
              <a:gd name="connsiteX882" fmla="*/ 1007117 w 2449768"/>
              <a:gd name="connsiteY882" fmla="*/ 222283 h 1050628"/>
              <a:gd name="connsiteX883" fmla="*/ 1298771 w 2449768"/>
              <a:gd name="connsiteY883" fmla="*/ 210131 h 1050628"/>
              <a:gd name="connsiteX884" fmla="*/ 1312063 w 2449768"/>
              <a:gd name="connsiteY884" fmla="*/ 218865 h 1050628"/>
              <a:gd name="connsiteX885" fmla="*/ 1305987 w 2449768"/>
              <a:gd name="connsiteY885" fmla="*/ 243170 h 1050628"/>
              <a:gd name="connsiteX886" fmla="*/ 1281682 w 2449768"/>
              <a:gd name="connsiteY886" fmla="*/ 237094 h 1050628"/>
              <a:gd name="connsiteX887" fmla="*/ 1287758 w 2449768"/>
              <a:gd name="connsiteY887" fmla="*/ 212789 h 1050628"/>
              <a:gd name="connsiteX888" fmla="*/ 1298771 w 2449768"/>
              <a:gd name="connsiteY888" fmla="*/ 210131 h 1050628"/>
              <a:gd name="connsiteX889" fmla="*/ 1881700 w 2449768"/>
              <a:gd name="connsiteY889" fmla="*/ 207472 h 1050628"/>
              <a:gd name="connsiteX890" fmla="*/ 1895371 w 2449768"/>
              <a:gd name="connsiteY890" fmla="*/ 218865 h 1050628"/>
              <a:gd name="connsiteX891" fmla="*/ 1889295 w 2449768"/>
              <a:gd name="connsiteY891" fmla="*/ 243170 h 1050628"/>
              <a:gd name="connsiteX892" fmla="*/ 1864990 w 2449768"/>
              <a:gd name="connsiteY892" fmla="*/ 237094 h 1050628"/>
              <a:gd name="connsiteX893" fmla="*/ 1868028 w 2449768"/>
              <a:gd name="connsiteY893" fmla="*/ 209751 h 1050628"/>
              <a:gd name="connsiteX894" fmla="*/ 1881700 w 2449768"/>
              <a:gd name="connsiteY894" fmla="*/ 207472 h 1050628"/>
              <a:gd name="connsiteX895" fmla="*/ 1657262 w 2449768"/>
              <a:gd name="connsiteY895" fmla="*/ 207093 h 1050628"/>
              <a:gd name="connsiteX896" fmla="*/ 1670554 w 2449768"/>
              <a:gd name="connsiteY896" fmla="*/ 215827 h 1050628"/>
              <a:gd name="connsiteX897" fmla="*/ 1664478 w 2449768"/>
              <a:gd name="connsiteY897" fmla="*/ 240132 h 1050628"/>
              <a:gd name="connsiteX898" fmla="*/ 1637135 w 2449768"/>
              <a:gd name="connsiteY898" fmla="*/ 234056 h 1050628"/>
              <a:gd name="connsiteX899" fmla="*/ 1646249 w 2449768"/>
              <a:gd name="connsiteY899" fmla="*/ 209751 h 1050628"/>
              <a:gd name="connsiteX900" fmla="*/ 1657262 w 2449768"/>
              <a:gd name="connsiteY900" fmla="*/ 207093 h 1050628"/>
              <a:gd name="connsiteX901" fmla="*/ 1769671 w 2449768"/>
              <a:gd name="connsiteY901" fmla="*/ 201017 h 1050628"/>
              <a:gd name="connsiteX902" fmla="*/ 1782962 w 2449768"/>
              <a:gd name="connsiteY902" fmla="*/ 209751 h 1050628"/>
              <a:gd name="connsiteX903" fmla="*/ 1776886 w 2449768"/>
              <a:gd name="connsiteY903" fmla="*/ 234056 h 1050628"/>
              <a:gd name="connsiteX904" fmla="*/ 1752581 w 2449768"/>
              <a:gd name="connsiteY904" fmla="*/ 227980 h 1050628"/>
              <a:gd name="connsiteX905" fmla="*/ 1758657 w 2449768"/>
              <a:gd name="connsiteY905" fmla="*/ 203675 h 1050628"/>
              <a:gd name="connsiteX906" fmla="*/ 1769671 w 2449768"/>
              <a:gd name="connsiteY906" fmla="*/ 201017 h 1050628"/>
              <a:gd name="connsiteX907" fmla="*/ 1089145 w 2449768"/>
              <a:gd name="connsiteY907" fmla="*/ 197978 h 1050628"/>
              <a:gd name="connsiteX908" fmla="*/ 1102437 w 2449768"/>
              <a:gd name="connsiteY908" fmla="*/ 206712 h 1050628"/>
              <a:gd name="connsiteX909" fmla="*/ 1096361 w 2449768"/>
              <a:gd name="connsiteY909" fmla="*/ 231017 h 1050628"/>
              <a:gd name="connsiteX910" fmla="*/ 1072056 w 2449768"/>
              <a:gd name="connsiteY910" fmla="*/ 224941 h 1050628"/>
              <a:gd name="connsiteX911" fmla="*/ 1078132 w 2449768"/>
              <a:gd name="connsiteY911" fmla="*/ 200636 h 1050628"/>
              <a:gd name="connsiteX912" fmla="*/ 1089145 w 2449768"/>
              <a:gd name="connsiteY912" fmla="*/ 197978 h 1050628"/>
              <a:gd name="connsiteX913" fmla="*/ 1395989 w 2449768"/>
              <a:gd name="connsiteY913" fmla="*/ 161522 h 1050628"/>
              <a:gd name="connsiteX914" fmla="*/ 1409281 w 2449768"/>
              <a:gd name="connsiteY914" fmla="*/ 170256 h 1050628"/>
              <a:gd name="connsiteX915" fmla="*/ 1403205 w 2449768"/>
              <a:gd name="connsiteY915" fmla="*/ 194561 h 1050628"/>
              <a:gd name="connsiteX916" fmla="*/ 1378900 w 2449768"/>
              <a:gd name="connsiteY916" fmla="*/ 188485 h 1050628"/>
              <a:gd name="connsiteX917" fmla="*/ 1384976 w 2449768"/>
              <a:gd name="connsiteY917" fmla="*/ 164180 h 1050628"/>
              <a:gd name="connsiteX918" fmla="*/ 1395989 w 2449768"/>
              <a:gd name="connsiteY918" fmla="*/ 161522 h 1050628"/>
              <a:gd name="connsiteX919" fmla="*/ 1967145 w 2449768"/>
              <a:gd name="connsiteY919" fmla="*/ 140255 h 1050628"/>
              <a:gd name="connsiteX920" fmla="*/ 1980436 w 2449768"/>
              <a:gd name="connsiteY920" fmla="*/ 148989 h 1050628"/>
              <a:gd name="connsiteX921" fmla="*/ 1974360 w 2449768"/>
              <a:gd name="connsiteY921" fmla="*/ 173294 h 1050628"/>
              <a:gd name="connsiteX922" fmla="*/ 1950055 w 2449768"/>
              <a:gd name="connsiteY922" fmla="*/ 170256 h 1050628"/>
              <a:gd name="connsiteX923" fmla="*/ 1956131 w 2449768"/>
              <a:gd name="connsiteY923" fmla="*/ 142913 h 1050628"/>
              <a:gd name="connsiteX924" fmla="*/ 1967145 w 2449768"/>
              <a:gd name="connsiteY924" fmla="*/ 140255 h 1050628"/>
              <a:gd name="connsiteX925" fmla="*/ 1234971 w 2449768"/>
              <a:gd name="connsiteY925" fmla="*/ 131141 h 1050628"/>
              <a:gd name="connsiteX926" fmla="*/ 1248263 w 2449768"/>
              <a:gd name="connsiteY926" fmla="*/ 139875 h 1050628"/>
              <a:gd name="connsiteX927" fmla="*/ 1242187 w 2449768"/>
              <a:gd name="connsiteY927" fmla="*/ 164180 h 1050628"/>
              <a:gd name="connsiteX928" fmla="*/ 1217882 w 2449768"/>
              <a:gd name="connsiteY928" fmla="*/ 158104 h 1050628"/>
              <a:gd name="connsiteX929" fmla="*/ 1223958 w 2449768"/>
              <a:gd name="connsiteY929" fmla="*/ 133799 h 1050628"/>
              <a:gd name="connsiteX930" fmla="*/ 1234971 w 2449768"/>
              <a:gd name="connsiteY930" fmla="*/ 131141 h 1050628"/>
              <a:gd name="connsiteX931" fmla="*/ 1149906 w 2449768"/>
              <a:gd name="connsiteY931" fmla="*/ 131141 h 1050628"/>
              <a:gd name="connsiteX932" fmla="*/ 1163198 w 2449768"/>
              <a:gd name="connsiteY932" fmla="*/ 139875 h 1050628"/>
              <a:gd name="connsiteX933" fmla="*/ 1157122 w 2449768"/>
              <a:gd name="connsiteY933" fmla="*/ 164180 h 1050628"/>
              <a:gd name="connsiteX934" fmla="*/ 1132817 w 2449768"/>
              <a:gd name="connsiteY934" fmla="*/ 158104 h 1050628"/>
              <a:gd name="connsiteX935" fmla="*/ 1138893 w 2449768"/>
              <a:gd name="connsiteY935" fmla="*/ 133799 h 1050628"/>
              <a:gd name="connsiteX936" fmla="*/ 1149906 w 2449768"/>
              <a:gd name="connsiteY936" fmla="*/ 131141 h 1050628"/>
              <a:gd name="connsiteX937" fmla="*/ 2064362 w 2449768"/>
              <a:gd name="connsiteY937" fmla="*/ 128103 h 1050628"/>
              <a:gd name="connsiteX938" fmla="*/ 2077654 w 2449768"/>
              <a:gd name="connsiteY938" fmla="*/ 136837 h 1050628"/>
              <a:gd name="connsiteX939" fmla="*/ 2071578 w 2449768"/>
              <a:gd name="connsiteY939" fmla="*/ 161142 h 1050628"/>
              <a:gd name="connsiteX940" fmla="*/ 2047273 w 2449768"/>
              <a:gd name="connsiteY940" fmla="*/ 155066 h 1050628"/>
              <a:gd name="connsiteX941" fmla="*/ 2053349 w 2449768"/>
              <a:gd name="connsiteY941" fmla="*/ 130761 h 1050628"/>
              <a:gd name="connsiteX942" fmla="*/ 2064362 w 2449768"/>
              <a:gd name="connsiteY942" fmla="*/ 128103 h 1050628"/>
              <a:gd name="connsiteX943" fmla="*/ 1496245 w 2449768"/>
              <a:gd name="connsiteY943" fmla="*/ 120887 h 1050628"/>
              <a:gd name="connsiteX944" fmla="*/ 1509537 w 2449768"/>
              <a:gd name="connsiteY944" fmla="*/ 130761 h 1050628"/>
              <a:gd name="connsiteX945" fmla="*/ 1503461 w 2449768"/>
              <a:gd name="connsiteY945" fmla="*/ 155066 h 1050628"/>
              <a:gd name="connsiteX946" fmla="*/ 1479156 w 2449768"/>
              <a:gd name="connsiteY946" fmla="*/ 148990 h 1050628"/>
              <a:gd name="connsiteX947" fmla="*/ 1485232 w 2449768"/>
              <a:gd name="connsiteY947" fmla="*/ 124685 h 1050628"/>
              <a:gd name="connsiteX948" fmla="*/ 1496245 w 2449768"/>
              <a:gd name="connsiteY948" fmla="*/ 120887 h 1050628"/>
              <a:gd name="connsiteX949" fmla="*/ 1599539 w 2449768"/>
              <a:gd name="connsiteY949" fmla="*/ 112913 h 1050628"/>
              <a:gd name="connsiteX950" fmla="*/ 1612831 w 2449768"/>
              <a:gd name="connsiteY950" fmla="*/ 121647 h 1050628"/>
              <a:gd name="connsiteX951" fmla="*/ 1606754 w 2449768"/>
              <a:gd name="connsiteY951" fmla="*/ 145952 h 1050628"/>
              <a:gd name="connsiteX952" fmla="*/ 1582450 w 2449768"/>
              <a:gd name="connsiteY952" fmla="*/ 139876 h 1050628"/>
              <a:gd name="connsiteX953" fmla="*/ 1588526 w 2449768"/>
              <a:gd name="connsiteY953" fmla="*/ 115571 h 1050628"/>
              <a:gd name="connsiteX954" fmla="*/ 1599539 w 2449768"/>
              <a:gd name="connsiteY954" fmla="*/ 112913 h 1050628"/>
              <a:gd name="connsiteX955" fmla="*/ 1836508 w 2449768"/>
              <a:gd name="connsiteY955" fmla="*/ 109875 h 1050628"/>
              <a:gd name="connsiteX956" fmla="*/ 1849800 w 2449768"/>
              <a:gd name="connsiteY956" fmla="*/ 118609 h 1050628"/>
              <a:gd name="connsiteX957" fmla="*/ 1843724 w 2449768"/>
              <a:gd name="connsiteY957" fmla="*/ 142914 h 1050628"/>
              <a:gd name="connsiteX958" fmla="*/ 1819419 w 2449768"/>
              <a:gd name="connsiteY958" fmla="*/ 136838 h 1050628"/>
              <a:gd name="connsiteX959" fmla="*/ 1825495 w 2449768"/>
              <a:gd name="connsiteY959" fmla="*/ 112533 h 1050628"/>
              <a:gd name="connsiteX960" fmla="*/ 1836508 w 2449768"/>
              <a:gd name="connsiteY960" fmla="*/ 109875 h 1050628"/>
              <a:gd name="connsiteX961" fmla="*/ 1708529 w 2449768"/>
              <a:gd name="connsiteY961" fmla="*/ 106837 h 1050628"/>
              <a:gd name="connsiteX962" fmla="*/ 1722201 w 2449768"/>
              <a:gd name="connsiteY962" fmla="*/ 115571 h 1050628"/>
              <a:gd name="connsiteX963" fmla="*/ 1716124 w 2449768"/>
              <a:gd name="connsiteY963" fmla="*/ 139876 h 1050628"/>
              <a:gd name="connsiteX964" fmla="*/ 1691820 w 2449768"/>
              <a:gd name="connsiteY964" fmla="*/ 133800 h 1050628"/>
              <a:gd name="connsiteX965" fmla="*/ 1694858 w 2449768"/>
              <a:gd name="connsiteY965" fmla="*/ 109495 h 1050628"/>
              <a:gd name="connsiteX966" fmla="*/ 1708529 w 2449768"/>
              <a:gd name="connsiteY966" fmla="*/ 106837 h 1050628"/>
              <a:gd name="connsiteX967" fmla="*/ 1301429 w 2449768"/>
              <a:gd name="connsiteY967" fmla="*/ 60126 h 1050628"/>
              <a:gd name="connsiteX968" fmla="*/ 1315101 w 2449768"/>
              <a:gd name="connsiteY968" fmla="*/ 70000 h 1050628"/>
              <a:gd name="connsiteX969" fmla="*/ 1309024 w 2449768"/>
              <a:gd name="connsiteY969" fmla="*/ 94305 h 1050628"/>
              <a:gd name="connsiteX970" fmla="*/ 1284720 w 2449768"/>
              <a:gd name="connsiteY970" fmla="*/ 88229 h 1050628"/>
              <a:gd name="connsiteX971" fmla="*/ 1287758 w 2449768"/>
              <a:gd name="connsiteY971" fmla="*/ 63924 h 1050628"/>
              <a:gd name="connsiteX972" fmla="*/ 1301429 w 2449768"/>
              <a:gd name="connsiteY972" fmla="*/ 60126 h 1050628"/>
              <a:gd name="connsiteX973" fmla="*/ 1930687 w 2449768"/>
              <a:gd name="connsiteY973" fmla="*/ 49113 h 1050628"/>
              <a:gd name="connsiteX974" fmla="*/ 1943979 w 2449768"/>
              <a:gd name="connsiteY974" fmla="*/ 57847 h 1050628"/>
              <a:gd name="connsiteX975" fmla="*/ 1937903 w 2449768"/>
              <a:gd name="connsiteY975" fmla="*/ 82152 h 1050628"/>
              <a:gd name="connsiteX976" fmla="*/ 1913598 w 2449768"/>
              <a:gd name="connsiteY976" fmla="*/ 76076 h 1050628"/>
              <a:gd name="connsiteX977" fmla="*/ 1919674 w 2449768"/>
              <a:gd name="connsiteY977" fmla="*/ 51771 h 1050628"/>
              <a:gd name="connsiteX978" fmla="*/ 1930687 w 2449768"/>
              <a:gd name="connsiteY978" fmla="*/ 49113 h 1050628"/>
              <a:gd name="connsiteX979" fmla="*/ 1402065 w 2449768"/>
              <a:gd name="connsiteY979" fmla="*/ 43037 h 1050628"/>
              <a:gd name="connsiteX980" fmla="*/ 1415357 w 2449768"/>
              <a:gd name="connsiteY980" fmla="*/ 51771 h 1050628"/>
              <a:gd name="connsiteX981" fmla="*/ 1409281 w 2449768"/>
              <a:gd name="connsiteY981" fmla="*/ 76076 h 1050628"/>
              <a:gd name="connsiteX982" fmla="*/ 1384976 w 2449768"/>
              <a:gd name="connsiteY982" fmla="*/ 70000 h 1050628"/>
              <a:gd name="connsiteX983" fmla="*/ 1391052 w 2449768"/>
              <a:gd name="connsiteY983" fmla="*/ 45695 h 1050628"/>
              <a:gd name="connsiteX984" fmla="*/ 1402065 w 2449768"/>
              <a:gd name="connsiteY984" fmla="*/ 43037 h 1050628"/>
              <a:gd name="connsiteX985" fmla="*/ 1806127 w 2449768"/>
              <a:gd name="connsiteY985" fmla="*/ 15695 h 1050628"/>
              <a:gd name="connsiteX986" fmla="*/ 1819419 w 2449768"/>
              <a:gd name="connsiteY986" fmla="*/ 24429 h 1050628"/>
              <a:gd name="connsiteX987" fmla="*/ 1813343 w 2449768"/>
              <a:gd name="connsiteY987" fmla="*/ 48734 h 1050628"/>
              <a:gd name="connsiteX988" fmla="*/ 1789038 w 2449768"/>
              <a:gd name="connsiteY988" fmla="*/ 42658 h 1050628"/>
              <a:gd name="connsiteX989" fmla="*/ 1795114 w 2449768"/>
              <a:gd name="connsiteY989" fmla="*/ 18353 h 1050628"/>
              <a:gd name="connsiteX990" fmla="*/ 1806127 w 2449768"/>
              <a:gd name="connsiteY990" fmla="*/ 15695 h 1050628"/>
              <a:gd name="connsiteX991" fmla="*/ 1499283 w 2449768"/>
              <a:gd name="connsiteY991" fmla="*/ 9619 h 1050628"/>
              <a:gd name="connsiteX992" fmla="*/ 1512575 w 2449768"/>
              <a:gd name="connsiteY992" fmla="*/ 18353 h 1050628"/>
              <a:gd name="connsiteX993" fmla="*/ 1506499 w 2449768"/>
              <a:gd name="connsiteY993" fmla="*/ 45696 h 1050628"/>
              <a:gd name="connsiteX994" fmla="*/ 1482194 w 2449768"/>
              <a:gd name="connsiteY994" fmla="*/ 39620 h 1050628"/>
              <a:gd name="connsiteX995" fmla="*/ 1488270 w 2449768"/>
              <a:gd name="connsiteY995" fmla="*/ 12277 h 1050628"/>
              <a:gd name="connsiteX996" fmla="*/ 1499283 w 2449768"/>
              <a:gd name="connsiteY996" fmla="*/ 9619 h 1050628"/>
              <a:gd name="connsiteX997" fmla="*/ 1699795 w 2449768"/>
              <a:gd name="connsiteY997" fmla="*/ 3543 h 1050628"/>
              <a:gd name="connsiteX998" fmla="*/ 1713087 w 2449768"/>
              <a:gd name="connsiteY998" fmla="*/ 12277 h 1050628"/>
              <a:gd name="connsiteX999" fmla="*/ 1707011 w 2449768"/>
              <a:gd name="connsiteY999" fmla="*/ 36582 h 1050628"/>
              <a:gd name="connsiteX1000" fmla="*/ 1682706 w 2449768"/>
              <a:gd name="connsiteY1000" fmla="*/ 30506 h 1050628"/>
              <a:gd name="connsiteX1001" fmla="*/ 1688782 w 2449768"/>
              <a:gd name="connsiteY1001" fmla="*/ 6201 h 1050628"/>
              <a:gd name="connsiteX1002" fmla="*/ 1699795 w 2449768"/>
              <a:gd name="connsiteY1002" fmla="*/ 3543 h 1050628"/>
              <a:gd name="connsiteX1003" fmla="*/ 1599539 w 2449768"/>
              <a:gd name="connsiteY1003" fmla="*/ 504 h 1050628"/>
              <a:gd name="connsiteX1004" fmla="*/ 1612831 w 2449768"/>
              <a:gd name="connsiteY1004" fmla="*/ 9238 h 1050628"/>
              <a:gd name="connsiteX1005" fmla="*/ 1606754 w 2449768"/>
              <a:gd name="connsiteY1005" fmla="*/ 33543 h 1050628"/>
              <a:gd name="connsiteX1006" fmla="*/ 1582450 w 2449768"/>
              <a:gd name="connsiteY1006" fmla="*/ 27467 h 1050628"/>
              <a:gd name="connsiteX1007" fmla="*/ 1588526 w 2449768"/>
              <a:gd name="connsiteY1007" fmla="*/ 3162 h 1050628"/>
              <a:gd name="connsiteX1008" fmla="*/ 1599539 w 2449768"/>
              <a:gd name="connsiteY1008" fmla="*/ 504 h 105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Lst>
            <a:rect l="l" t="t" r="r" b="b"/>
            <a:pathLst>
              <a:path w="2449768" h="1050628">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dirty="0"/>
          </a:p>
        </p:txBody>
      </p:sp>
      <p:sp>
        <p:nvSpPr>
          <p:cNvPr id="21" name="Freeform: Shape 20">
            <a:extLst>
              <a:ext uri="{FF2B5EF4-FFF2-40B4-BE49-F238E27FC236}">
                <a16:creationId xmlns:a16="http://schemas.microsoft.com/office/drawing/2014/main" id="{57A70BD2-76FC-4BDD-9E64-3B93D5EF3692}"/>
              </a:ext>
              <a:ext uri="{C183D7F6-B498-43B3-948B-1728B52AA6E4}">
                <adec:decorative xmlns:adec="http://schemas.microsoft.com/office/drawing/2017/decorative" val="1"/>
              </a:ext>
            </a:extLst>
          </p:cNvPr>
          <p:cNvSpPr/>
          <p:nvPr/>
        </p:nvSpPr>
        <p:spPr>
          <a:xfrm>
            <a:off x="3476244" y="0"/>
            <a:ext cx="6177282" cy="1778750"/>
          </a:xfrm>
          <a:custGeom>
            <a:avLst/>
            <a:gdLst>
              <a:gd name="connsiteX0" fmla="*/ 4421987 w 6386648"/>
              <a:gd name="connsiteY0" fmla="*/ 1813377 h 1849426"/>
              <a:gd name="connsiteX1" fmla="*/ 4440012 w 6386648"/>
              <a:gd name="connsiteY1" fmla="*/ 1831401 h 1849426"/>
              <a:gd name="connsiteX2" fmla="*/ 4421987 w 6386648"/>
              <a:gd name="connsiteY2" fmla="*/ 1849426 h 1849426"/>
              <a:gd name="connsiteX3" fmla="*/ 4403963 w 6386648"/>
              <a:gd name="connsiteY3" fmla="*/ 1831401 h 1849426"/>
              <a:gd name="connsiteX4" fmla="*/ 4421987 w 6386648"/>
              <a:gd name="connsiteY4" fmla="*/ 1813377 h 1849426"/>
              <a:gd name="connsiteX5" fmla="*/ 4235735 w 6386648"/>
              <a:gd name="connsiteY5" fmla="*/ 1807369 h 1849426"/>
              <a:gd name="connsiteX6" fmla="*/ 4253760 w 6386648"/>
              <a:gd name="connsiteY6" fmla="*/ 1825393 h 1849426"/>
              <a:gd name="connsiteX7" fmla="*/ 4235735 w 6386648"/>
              <a:gd name="connsiteY7" fmla="*/ 1843418 h 1849426"/>
              <a:gd name="connsiteX8" fmla="*/ 4217711 w 6386648"/>
              <a:gd name="connsiteY8" fmla="*/ 1825393 h 1849426"/>
              <a:gd name="connsiteX9" fmla="*/ 4235735 w 6386648"/>
              <a:gd name="connsiteY9" fmla="*/ 1807369 h 1849426"/>
              <a:gd name="connsiteX10" fmla="*/ 4566182 w 6386648"/>
              <a:gd name="connsiteY10" fmla="*/ 1795353 h 1849426"/>
              <a:gd name="connsiteX11" fmla="*/ 4584207 w 6386648"/>
              <a:gd name="connsiteY11" fmla="*/ 1813377 h 1849426"/>
              <a:gd name="connsiteX12" fmla="*/ 4566182 w 6386648"/>
              <a:gd name="connsiteY12" fmla="*/ 1831402 h 1849426"/>
              <a:gd name="connsiteX13" fmla="*/ 4548158 w 6386648"/>
              <a:gd name="connsiteY13" fmla="*/ 1813377 h 1849426"/>
              <a:gd name="connsiteX14" fmla="*/ 4566182 w 6386648"/>
              <a:gd name="connsiteY14" fmla="*/ 1795353 h 1849426"/>
              <a:gd name="connsiteX15" fmla="*/ 4698361 w 6386648"/>
              <a:gd name="connsiteY15" fmla="*/ 1777329 h 1849426"/>
              <a:gd name="connsiteX16" fmla="*/ 4716386 w 6386648"/>
              <a:gd name="connsiteY16" fmla="*/ 1795353 h 1849426"/>
              <a:gd name="connsiteX17" fmla="*/ 4698361 w 6386648"/>
              <a:gd name="connsiteY17" fmla="*/ 1813378 h 1849426"/>
              <a:gd name="connsiteX18" fmla="*/ 4680336 w 6386648"/>
              <a:gd name="connsiteY18" fmla="*/ 1795353 h 1849426"/>
              <a:gd name="connsiteX19" fmla="*/ 4698361 w 6386648"/>
              <a:gd name="connsiteY19" fmla="*/ 1777329 h 1849426"/>
              <a:gd name="connsiteX20" fmla="*/ 4085531 w 6386648"/>
              <a:gd name="connsiteY20" fmla="*/ 1759304 h 1849426"/>
              <a:gd name="connsiteX21" fmla="*/ 4103556 w 6386648"/>
              <a:gd name="connsiteY21" fmla="*/ 1777329 h 1849426"/>
              <a:gd name="connsiteX22" fmla="*/ 4085531 w 6386648"/>
              <a:gd name="connsiteY22" fmla="*/ 1795353 h 1849426"/>
              <a:gd name="connsiteX23" fmla="*/ 4067507 w 6386648"/>
              <a:gd name="connsiteY23" fmla="*/ 1777329 h 1849426"/>
              <a:gd name="connsiteX24" fmla="*/ 4085531 w 6386648"/>
              <a:gd name="connsiteY24" fmla="*/ 1759304 h 1849426"/>
              <a:gd name="connsiteX25" fmla="*/ 4301824 w 6386648"/>
              <a:gd name="connsiteY25" fmla="*/ 1723255 h 1849426"/>
              <a:gd name="connsiteX26" fmla="*/ 4319849 w 6386648"/>
              <a:gd name="connsiteY26" fmla="*/ 1741279 h 1849426"/>
              <a:gd name="connsiteX27" fmla="*/ 4301824 w 6386648"/>
              <a:gd name="connsiteY27" fmla="*/ 1759304 h 1849426"/>
              <a:gd name="connsiteX28" fmla="*/ 4283800 w 6386648"/>
              <a:gd name="connsiteY28" fmla="*/ 1741279 h 1849426"/>
              <a:gd name="connsiteX29" fmla="*/ 4301824 w 6386648"/>
              <a:gd name="connsiteY29" fmla="*/ 1723255 h 1849426"/>
              <a:gd name="connsiteX30" fmla="*/ 4440011 w 6386648"/>
              <a:gd name="connsiteY30" fmla="*/ 1717247 h 1849426"/>
              <a:gd name="connsiteX31" fmla="*/ 4458036 w 6386648"/>
              <a:gd name="connsiteY31" fmla="*/ 1735271 h 1849426"/>
              <a:gd name="connsiteX32" fmla="*/ 4440011 w 6386648"/>
              <a:gd name="connsiteY32" fmla="*/ 1753296 h 1849426"/>
              <a:gd name="connsiteX33" fmla="*/ 4421987 w 6386648"/>
              <a:gd name="connsiteY33" fmla="*/ 1735271 h 1849426"/>
              <a:gd name="connsiteX34" fmla="*/ 4440011 w 6386648"/>
              <a:gd name="connsiteY34" fmla="*/ 1717247 h 1849426"/>
              <a:gd name="connsiteX35" fmla="*/ 3965369 w 6386648"/>
              <a:gd name="connsiteY35" fmla="*/ 1711239 h 1849426"/>
              <a:gd name="connsiteX36" fmla="*/ 3983394 w 6386648"/>
              <a:gd name="connsiteY36" fmla="*/ 1729263 h 1849426"/>
              <a:gd name="connsiteX37" fmla="*/ 3965369 w 6386648"/>
              <a:gd name="connsiteY37" fmla="*/ 1747288 h 1849426"/>
              <a:gd name="connsiteX38" fmla="*/ 3947345 w 6386648"/>
              <a:gd name="connsiteY38" fmla="*/ 1729263 h 1849426"/>
              <a:gd name="connsiteX39" fmla="*/ 3965369 w 6386648"/>
              <a:gd name="connsiteY39" fmla="*/ 1711239 h 1849426"/>
              <a:gd name="connsiteX40" fmla="*/ 4836548 w 6386648"/>
              <a:gd name="connsiteY40" fmla="*/ 1705231 h 1849426"/>
              <a:gd name="connsiteX41" fmla="*/ 4854573 w 6386648"/>
              <a:gd name="connsiteY41" fmla="*/ 1723255 h 1849426"/>
              <a:gd name="connsiteX42" fmla="*/ 4836548 w 6386648"/>
              <a:gd name="connsiteY42" fmla="*/ 1741280 h 1849426"/>
              <a:gd name="connsiteX43" fmla="*/ 4818524 w 6386648"/>
              <a:gd name="connsiteY43" fmla="*/ 1723255 h 1849426"/>
              <a:gd name="connsiteX44" fmla="*/ 4836548 w 6386648"/>
              <a:gd name="connsiteY44" fmla="*/ 1705231 h 1849426"/>
              <a:gd name="connsiteX45" fmla="*/ 4175653 w 6386648"/>
              <a:gd name="connsiteY45" fmla="*/ 1681198 h 1849426"/>
              <a:gd name="connsiteX46" fmla="*/ 4193678 w 6386648"/>
              <a:gd name="connsiteY46" fmla="*/ 1699222 h 1849426"/>
              <a:gd name="connsiteX47" fmla="*/ 4175653 w 6386648"/>
              <a:gd name="connsiteY47" fmla="*/ 1717247 h 1849426"/>
              <a:gd name="connsiteX48" fmla="*/ 4157629 w 6386648"/>
              <a:gd name="connsiteY48" fmla="*/ 1699222 h 1849426"/>
              <a:gd name="connsiteX49" fmla="*/ 4175653 w 6386648"/>
              <a:gd name="connsiteY49" fmla="*/ 1681198 h 1849426"/>
              <a:gd name="connsiteX50" fmla="*/ 4602231 w 6386648"/>
              <a:gd name="connsiteY50" fmla="*/ 1675190 h 1849426"/>
              <a:gd name="connsiteX51" fmla="*/ 4620256 w 6386648"/>
              <a:gd name="connsiteY51" fmla="*/ 1693214 h 1849426"/>
              <a:gd name="connsiteX52" fmla="*/ 4602231 w 6386648"/>
              <a:gd name="connsiteY52" fmla="*/ 1711239 h 1849426"/>
              <a:gd name="connsiteX53" fmla="*/ 4584207 w 6386648"/>
              <a:gd name="connsiteY53" fmla="*/ 1693214 h 1849426"/>
              <a:gd name="connsiteX54" fmla="*/ 4602231 w 6386648"/>
              <a:gd name="connsiteY54" fmla="*/ 1675190 h 1849426"/>
              <a:gd name="connsiteX55" fmla="*/ 4734410 w 6386648"/>
              <a:gd name="connsiteY55" fmla="*/ 1663174 h 1849426"/>
              <a:gd name="connsiteX56" fmla="*/ 4752435 w 6386648"/>
              <a:gd name="connsiteY56" fmla="*/ 1681198 h 1849426"/>
              <a:gd name="connsiteX57" fmla="*/ 4734410 w 6386648"/>
              <a:gd name="connsiteY57" fmla="*/ 1699223 h 1849426"/>
              <a:gd name="connsiteX58" fmla="*/ 4716386 w 6386648"/>
              <a:gd name="connsiteY58" fmla="*/ 1681198 h 1849426"/>
              <a:gd name="connsiteX59" fmla="*/ 4734410 w 6386648"/>
              <a:gd name="connsiteY59" fmla="*/ 1663174 h 1849426"/>
              <a:gd name="connsiteX60" fmla="*/ 3851214 w 6386648"/>
              <a:gd name="connsiteY60" fmla="*/ 1663174 h 1849426"/>
              <a:gd name="connsiteX61" fmla="*/ 3869239 w 6386648"/>
              <a:gd name="connsiteY61" fmla="*/ 1681198 h 1849426"/>
              <a:gd name="connsiteX62" fmla="*/ 3851214 w 6386648"/>
              <a:gd name="connsiteY62" fmla="*/ 1699223 h 1849426"/>
              <a:gd name="connsiteX63" fmla="*/ 3833190 w 6386648"/>
              <a:gd name="connsiteY63" fmla="*/ 1681198 h 1849426"/>
              <a:gd name="connsiteX64" fmla="*/ 3851214 w 6386648"/>
              <a:gd name="connsiteY64" fmla="*/ 1663174 h 1849426"/>
              <a:gd name="connsiteX65" fmla="*/ 4061499 w 6386648"/>
              <a:gd name="connsiteY65" fmla="*/ 1627125 h 1849426"/>
              <a:gd name="connsiteX66" fmla="*/ 4079524 w 6386648"/>
              <a:gd name="connsiteY66" fmla="*/ 1645149 h 1849426"/>
              <a:gd name="connsiteX67" fmla="*/ 4061499 w 6386648"/>
              <a:gd name="connsiteY67" fmla="*/ 1663174 h 1849426"/>
              <a:gd name="connsiteX68" fmla="*/ 4043475 w 6386648"/>
              <a:gd name="connsiteY68" fmla="*/ 1645149 h 1849426"/>
              <a:gd name="connsiteX69" fmla="*/ 4061499 w 6386648"/>
              <a:gd name="connsiteY69" fmla="*/ 1627125 h 1849426"/>
              <a:gd name="connsiteX70" fmla="*/ 4482068 w 6386648"/>
              <a:gd name="connsiteY70" fmla="*/ 1621117 h 1849426"/>
              <a:gd name="connsiteX71" fmla="*/ 4500093 w 6386648"/>
              <a:gd name="connsiteY71" fmla="*/ 1639141 h 1849426"/>
              <a:gd name="connsiteX72" fmla="*/ 4482068 w 6386648"/>
              <a:gd name="connsiteY72" fmla="*/ 1657166 h 1849426"/>
              <a:gd name="connsiteX73" fmla="*/ 4464044 w 6386648"/>
              <a:gd name="connsiteY73" fmla="*/ 1639141 h 1849426"/>
              <a:gd name="connsiteX74" fmla="*/ 4482068 w 6386648"/>
              <a:gd name="connsiteY74" fmla="*/ 1621117 h 1849426"/>
              <a:gd name="connsiteX75" fmla="*/ 4926670 w 6386648"/>
              <a:gd name="connsiteY75" fmla="*/ 1615109 h 1849426"/>
              <a:gd name="connsiteX76" fmla="*/ 4944695 w 6386648"/>
              <a:gd name="connsiteY76" fmla="*/ 1633133 h 1849426"/>
              <a:gd name="connsiteX77" fmla="*/ 4926670 w 6386648"/>
              <a:gd name="connsiteY77" fmla="*/ 1651158 h 1849426"/>
              <a:gd name="connsiteX78" fmla="*/ 4908646 w 6386648"/>
              <a:gd name="connsiteY78" fmla="*/ 1633133 h 1849426"/>
              <a:gd name="connsiteX79" fmla="*/ 4926670 w 6386648"/>
              <a:gd name="connsiteY79" fmla="*/ 1615109 h 1849426"/>
              <a:gd name="connsiteX80" fmla="*/ 3719035 w 6386648"/>
              <a:gd name="connsiteY80" fmla="*/ 1615109 h 1849426"/>
              <a:gd name="connsiteX81" fmla="*/ 3737060 w 6386648"/>
              <a:gd name="connsiteY81" fmla="*/ 1633133 h 1849426"/>
              <a:gd name="connsiteX82" fmla="*/ 3719035 w 6386648"/>
              <a:gd name="connsiteY82" fmla="*/ 1651158 h 1849426"/>
              <a:gd name="connsiteX83" fmla="*/ 3701011 w 6386648"/>
              <a:gd name="connsiteY83" fmla="*/ 1633133 h 1849426"/>
              <a:gd name="connsiteX84" fmla="*/ 3719035 w 6386648"/>
              <a:gd name="connsiteY84" fmla="*/ 1615109 h 1849426"/>
              <a:gd name="connsiteX85" fmla="*/ 4343881 w 6386648"/>
              <a:gd name="connsiteY85" fmla="*/ 1603093 h 1849426"/>
              <a:gd name="connsiteX86" fmla="*/ 4361906 w 6386648"/>
              <a:gd name="connsiteY86" fmla="*/ 1621117 h 1849426"/>
              <a:gd name="connsiteX87" fmla="*/ 4343881 w 6386648"/>
              <a:gd name="connsiteY87" fmla="*/ 1639142 h 1849426"/>
              <a:gd name="connsiteX88" fmla="*/ 4325857 w 6386648"/>
              <a:gd name="connsiteY88" fmla="*/ 1621117 h 1849426"/>
              <a:gd name="connsiteX89" fmla="*/ 4343881 w 6386648"/>
              <a:gd name="connsiteY89" fmla="*/ 1603093 h 1849426"/>
              <a:gd name="connsiteX90" fmla="*/ 4235735 w 6386648"/>
              <a:gd name="connsiteY90" fmla="*/ 1579060 h 1849426"/>
              <a:gd name="connsiteX91" fmla="*/ 4253760 w 6386648"/>
              <a:gd name="connsiteY91" fmla="*/ 1597085 h 1849426"/>
              <a:gd name="connsiteX92" fmla="*/ 4235735 w 6386648"/>
              <a:gd name="connsiteY92" fmla="*/ 1615109 h 1849426"/>
              <a:gd name="connsiteX93" fmla="*/ 4217711 w 6386648"/>
              <a:gd name="connsiteY93" fmla="*/ 1597085 h 1849426"/>
              <a:gd name="connsiteX94" fmla="*/ 4235735 w 6386648"/>
              <a:gd name="connsiteY94" fmla="*/ 1579060 h 1849426"/>
              <a:gd name="connsiteX95" fmla="*/ 3941336 w 6386648"/>
              <a:gd name="connsiteY95" fmla="*/ 1573052 h 1849426"/>
              <a:gd name="connsiteX96" fmla="*/ 3959361 w 6386648"/>
              <a:gd name="connsiteY96" fmla="*/ 1591076 h 1849426"/>
              <a:gd name="connsiteX97" fmla="*/ 3941336 w 6386648"/>
              <a:gd name="connsiteY97" fmla="*/ 1609101 h 1849426"/>
              <a:gd name="connsiteX98" fmla="*/ 3923312 w 6386648"/>
              <a:gd name="connsiteY98" fmla="*/ 1591076 h 1849426"/>
              <a:gd name="connsiteX99" fmla="*/ 3941336 w 6386648"/>
              <a:gd name="connsiteY99" fmla="*/ 1573052 h 1849426"/>
              <a:gd name="connsiteX100" fmla="*/ 1057431 w 6386648"/>
              <a:gd name="connsiteY100" fmla="*/ 1567044 h 1849426"/>
              <a:gd name="connsiteX101" fmla="*/ 1075456 w 6386648"/>
              <a:gd name="connsiteY101" fmla="*/ 1585068 h 1849426"/>
              <a:gd name="connsiteX102" fmla="*/ 1057431 w 6386648"/>
              <a:gd name="connsiteY102" fmla="*/ 1603093 h 1849426"/>
              <a:gd name="connsiteX103" fmla="*/ 1039407 w 6386648"/>
              <a:gd name="connsiteY103" fmla="*/ 1585068 h 1849426"/>
              <a:gd name="connsiteX104" fmla="*/ 1057431 w 6386648"/>
              <a:gd name="connsiteY104" fmla="*/ 1567044 h 1849426"/>
              <a:gd name="connsiteX105" fmla="*/ 1201626 w 6386648"/>
              <a:gd name="connsiteY105" fmla="*/ 1561036 h 1849426"/>
              <a:gd name="connsiteX106" fmla="*/ 1219651 w 6386648"/>
              <a:gd name="connsiteY106" fmla="*/ 1579060 h 1849426"/>
              <a:gd name="connsiteX107" fmla="*/ 1201626 w 6386648"/>
              <a:gd name="connsiteY107" fmla="*/ 1597085 h 1849426"/>
              <a:gd name="connsiteX108" fmla="*/ 1183602 w 6386648"/>
              <a:gd name="connsiteY108" fmla="*/ 1579060 h 1849426"/>
              <a:gd name="connsiteX109" fmla="*/ 1201626 w 6386648"/>
              <a:gd name="connsiteY109" fmla="*/ 1561036 h 1849426"/>
              <a:gd name="connsiteX110" fmla="*/ 4716385 w 6386648"/>
              <a:gd name="connsiteY110" fmla="*/ 1555028 h 1849426"/>
              <a:gd name="connsiteX111" fmla="*/ 4734410 w 6386648"/>
              <a:gd name="connsiteY111" fmla="*/ 1573052 h 1849426"/>
              <a:gd name="connsiteX112" fmla="*/ 4716385 w 6386648"/>
              <a:gd name="connsiteY112" fmla="*/ 1591077 h 1849426"/>
              <a:gd name="connsiteX113" fmla="*/ 4698361 w 6386648"/>
              <a:gd name="connsiteY113" fmla="*/ 1573052 h 1849426"/>
              <a:gd name="connsiteX114" fmla="*/ 4716385 w 6386648"/>
              <a:gd name="connsiteY114" fmla="*/ 1555028 h 1849426"/>
              <a:gd name="connsiteX115" fmla="*/ 4578198 w 6386648"/>
              <a:gd name="connsiteY115" fmla="*/ 1555028 h 1849426"/>
              <a:gd name="connsiteX116" fmla="*/ 4596223 w 6386648"/>
              <a:gd name="connsiteY116" fmla="*/ 1573052 h 1849426"/>
              <a:gd name="connsiteX117" fmla="*/ 4578198 w 6386648"/>
              <a:gd name="connsiteY117" fmla="*/ 1591077 h 1849426"/>
              <a:gd name="connsiteX118" fmla="*/ 4560173 w 6386648"/>
              <a:gd name="connsiteY118" fmla="*/ 1573052 h 1849426"/>
              <a:gd name="connsiteX119" fmla="*/ 4578198 w 6386648"/>
              <a:gd name="connsiteY119" fmla="*/ 1555028 h 1849426"/>
              <a:gd name="connsiteX120" fmla="*/ 1333805 w 6386648"/>
              <a:gd name="connsiteY120" fmla="*/ 1555028 h 1849426"/>
              <a:gd name="connsiteX121" fmla="*/ 1351830 w 6386648"/>
              <a:gd name="connsiteY121" fmla="*/ 1573052 h 1849426"/>
              <a:gd name="connsiteX122" fmla="*/ 1333805 w 6386648"/>
              <a:gd name="connsiteY122" fmla="*/ 1591077 h 1849426"/>
              <a:gd name="connsiteX123" fmla="*/ 1315781 w 6386648"/>
              <a:gd name="connsiteY123" fmla="*/ 1573052 h 1849426"/>
              <a:gd name="connsiteX124" fmla="*/ 1333805 w 6386648"/>
              <a:gd name="connsiteY124" fmla="*/ 1555028 h 1849426"/>
              <a:gd name="connsiteX125" fmla="*/ 4842556 w 6386648"/>
              <a:gd name="connsiteY125" fmla="*/ 1543011 h 1849426"/>
              <a:gd name="connsiteX126" fmla="*/ 4860581 w 6386648"/>
              <a:gd name="connsiteY126" fmla="*/ 1561035 h 1849426"/>
              <a:gd name="connsiteX127" fmla="*/ 4842556 w 6386648"/>
              <a:gd name="connsiteY127" fmla="*/ 1579060 h 1849426"/>
              <a:gd name="connsiteX128" fmla="*/ 4824532 w 6386648"/>
              <a:gd name="connsiteY128" fmla="*/ 1561035 h 1849426"/>
              <a:gd name="connsiteX129" fmla="*/ 4842556 w 6386648"/>
              <a:gd name="connsiteY129" fmla="*/ 1543011 h 1849426"/>
              <a:gd name="connsiteX130" fmla="*/ 3803149 w 6386648"/>
              <a:gd name="connsiteY130" fmla="*/ 1537003 h 1849426"/>
              <a:gd name="connsiteX131" fmla="*/ 3821174 w 6386648"/>
              <a:gd name="connsiteY131" fmla="*/ 1555027 h 1849426"/>
              <a:gd name="connsiteX132" fmla="*/ 3803149 w 6386648"/>
              <a:gd name="connsiteY132" fmla="*/ 1573052 h 1849426"/>
              <a:gd name="connsiteX133" fmla="*/ 3785125 w 6386648"/>
              <a:gd name="connsiteY133" fmla="*/ 1555027 h 1849426"/>
              <a:gd name="connsiteX134" fmla="*/ 3803149 w 6386648"/>
              <a:gd name="connsiteY134" fmla="*/ 1537003 h 1849426"/>
              <a:gd name="connsiteX135" fmla="*/ 4127588 w 6386648"/>
              <a:gd name="connsiteY135" fmla="*/ 1530995 h 1849426"/>
              <a:gd name="connsiteX136" fmla="*/ 4145613 w 6386648"/>
              <a:gd name="connsiteY136" fmla="*/ 1549019 h 1849426"/>
              <a:gd name="connsiteX137" fmla="*/ 4127588 w 6386648"/>
              <a:gd name="connsiteY137" fmla="*/ 1567044 h 1849426"/>
              <a:gd name="connsiteX138" fmla="*/ 4109563 w 6386648"/>
              <a:gd name="connsiteY138" fmla="*/ 1549019 h 1849426"/>
              <a:gd name="connsiteX139" fmla="*/ 4127588 w 6386648"/>
              <a:gd name="connsiteY139" fmla="*/ 1530995 h 1849426"/>
              <a:gd name="connsiteX140" fmla="*/ 3634921 w 6386648"/>
              <a:gd name="connsiteY140" fmla="*/ 1530995 h 1849426"/>
              <a:gd name="connsiteX141" fmla="*/ 3652946 w 6386648"/>
              <a:gd name="connsiteY141" fmla="*/ 1549019 h 1849426"/>
              <a:gd name="connsiteX142" fmla="*/ 3634921 w 6386648"/>
              <a:gd name="connsiteY142" fmla="*/ 1567044 h 1849426"/>
              <a:gd name="connsiteX143" fmla="*/ 3616897 w 6386648"/>
              <a:gd name="connsiteY143" fmla="*/ 1549019 h 1849426"/>
              <a:gd name="connsiteX144" fmla="*/ 3634921 w 6386648"/>
              <a:gd name="connsiteY144" fmla="*/ 1530995 h 1849426"/>
              <a:gd name="connsiteX145" fmla="*/ 3532783 w 6386648"/>
              <a:gd name="connsiteY145" fmla="*/ 1530995 h 1849426"/>
              <a:gd name="connsiteX146" fmla="*/ 3550808 w 6386648"/>
              <a:gd name="connsiteY146" fmla="*/ 1549019 h 1849426"/>
              <a:gd name="connsiteX147" fmla="*/ 3532783 w 6386648"/>
              <a:gd name="connsiteY147" fmla="*/ 1567044 h 1849426"/>
              <a:gd name="connsiteX148" fmla="*/ 3514759 w 6386648"/>
              <a:gd name="connsiteY148" fmla="*/ 1549019 h 1849426"/>
              <a:gd name="connsiteX149" fmla="*/ 3532783 w 6386648"/>
              <a:gd name="connsiteY149" fmla="*/ 1530995 h 1849426"/>
              <a:gd name="connsiteX150" fmla="*/ 1478000 w 6386648"/>
              <a:gd name="connsiteY150" fmla="*/ 1530995 h 1849426"/>
              <a:gd name="connsiteX151" fmla="*/ 1496025 w 6386648"/>
              <a:gd name="connsiteY151" fmla="*/ 1549019 h 1849426"/>
              <a:gd name="connsiteX152" fmla="*/ 1478000 w 6386648"/>
              <a:gd name="connsiteY152" fmla="*/ 1567044 h 1849426"/>
              <a:gd name="connsiteX153" fmla="*/ 1459976 w 6386648"/>
              <a:gd name="connsiteY153" fmla="*/ 1549019 h 1849426"/>
              <a:gd name="connsiteX154" fmla="*/ 1478000 w 6386648"/>
              <a:gd name="connsiteY154" fmla="*/ 1530995 h 1849426"/>
              <a:gd name="connsiteX155" fmla="*/ 4427995 w 6386648"/>
              <a:gd name="connsiteY155" fmla="*/ 1518979 h 1849426"/>
              <a:gd name="connsiteX156" fmla="*/ 4446020 w 6386648"/>
              <a:gd name="connsiteY156" fmla="*/ 1537004 h 1849426"/>
              <a:gd name="connsiteX157" fmla="*/ 4427995 w 6386648"/>
              <a:gd name="connsiteY157" fmla="*/ 1555028 h 1849426"/>
              <a:gd name="connsiteX158" fmla="*/ 4409970 w 6386648"/>
              <a:gd name="connsiteY158" fmla="*/ 1537004 h 1849426"/>
              <a:gd name="connsiteX159" fmla="*/ 4427995 w 6386648"/>
              <a:gd name="connsiteY159" fmla="*/ 1518979 h 1849426"/>
              <a:gd name="connsiteX160" fmla="*/ 4980743 w 6386648"/>
              <a:gd name="connsiteY160" fmla="*/ 1506962 h 1849426"/>
              <a:gd name="connsiteX161" fmla="*/ 4998768 w 6386648"/>
              <a:gd name="connsiteY161" fmla="*/ 1524986 h 1849426"/>
              <a:gd name="connsiteX162" fmla="*/ 4980743 w 6386648"/>
              <a:gd name="connsiteY162" fmla="*/ 1543011 h 1849426"/>
              <a:gd name="connsiteX163" fmla="*/ 4962719 w 6386648"/>
              <a:gd name="connsiteY163" fmla="*/ 1524986 h 1849426"/>
              <a:gd name="connsiteX164" fmla="*/ 4980743 w 6386648"/>
              <a:gd name="connsiteY164" fmla="*/ 1506962 h 1849426"/>
              <a:gd name="connsiteX165" fmla="*/ 961301 w 6386648"/>
              <a:gd name="connsiteY165" fmla="*/ 1506962 h 1849426"/>
              <a:gd name="connsiteX166" fmla="*/ 979326 w 6386648"/>
              <a:gd name="connsiteY166" fmla="*/ 1524986 h 1849426"/>
              <a:gd name="connsiteX167" fmla="*/ 961301 w 6386648"/>
              <a:gd name="connsiteY167" fmla="*/ 1543011 h 1849426"/>
              <a:gd name="connsiteX168" fmla="*/ 943277 w 6386648"/>
              <a:gd name="connsiteY168" fmla="*/ 1524986 h 1849426"/>
              <a:gd name="connsiteX169" fmla="*/ 961301 w 6386648"/>
              <a:gd name="connsiteY169" fmla="*/ 1506962 h 1849426"/>
              <a:gd name="connsiteX170" fmla="*/ 859163 w 6386648"/>
              <a:gd name="connsiteY170" fmla="*/ 1500954 h 1849426"/>
              <a:gd name="connsiteX171" fmla="*/ 877188 w 6386648"/>
              <a:gd name="connsiteY171" fmla="*/ 1518978 h 1849426"/>
              <a:gd name="connsiteX172" fmla="*/ 859163 w 6386648"/>
              <a:gd name="connsiteY172" fmla="*/ 1537003 h 1849426"/>
              <a:gd name="connsiteX173" fmla="*/ 841139 w 6386648"/>
              <a:gd name="connsiteY173" fmla="*/ 1518978 h 1849426"/>
              <a:gd name="connsiteX174" fmla="*/ 859163 w 6386648"/>
              <a:gd name="connsiteY174" fmla="*/ 1500954 h 1849426"/>
              <a:gd name="connsiteX175" fmla="*/ 4013434 w 6386648"/>
              <a:gd name="connsiteY175" fmla="*/ 1482930 h 1849426"/>
              <a:gd name="connsiteX176" fmla="*/ 4031459 w 6386648"/>
              <a:gd name="connsiteY176" fmla="*/ 1500954 h 1849426"/>
              <a:gd name="connsiteX177" fmla="*/ 4013434 w 6386648"/>
              <a:gd name="connsiteY177" fmla="*/ 1518979 h 1849426"/>
              <a:gd name="connsiteX178" fmla="*/ 3995410 w 6386648"/>
              <a:gd name="connsiteY178" fmla="*/ 1500954 h 1849426"/>
              <a:gd name="connsiteX179" fmla="*/ 4013434 w 6386648"/>
              <a:gd name="connsiteY179" fmla="*/ 1482930 h 1849426"/>
              <a:gd name="connsiteX180" fmla="*/ 3412620 w 6386648"/>
              <a:gd name="connsiteY180" fmla="*/ 1482930 h 1849426"/>
              <a:gd name="connsiteX181" fmla="*/ 3430645 w 6386648"/>
              <a:gd name="connsiteY181" fmla="*/ 1500954 h 1849426"/>
              <a:gd name="connsiteX182" fmla="*/ 3412620 w 6386648"/>
              <a:gd name="connsiteY182" fmla="*/ 1518979 h 1849426"/>
              <a:gd name="connsiteX183" fmla="*/ 3394596 w 6386648"/>
              <a:gd name="connsiteY183" fmla="*/ 1500954 h 1849426"/>
              <a:gd name="connsiteX184" fmla="*/ 3412620 w 6386648"/>
              <a:gd name="connsiteY184" fmla="*/ 1482930 h 1849426"/>
              <a:gd name="connsiteX185" fmla="*/ 1586148 w 6386648"/>
              <a:gd name="connsiteY185" fmla="*/ 1476922 h 1849426"/>
              <a:gd name="connsiteX186" fmla="*/ 1604172 w 6386648"/>
              <a:gd name="connsiteY186" fmla="*/ 1494946 h 1849426"/>
              <a:gd name="connsiteX187" fmla="*/ 1586148 w 6386648"/>
              <a:gd name="connsiteY187" fmla="*/ 1512971 h 1849426"/>
              <a:gd name="connsiteX188" fmla="*/ 1568123 w 6386648"/>
              <a:gd name="connsiteY188" fmla="*/ 1494946 h 1849426"/>
              <a:gd name="connsiteX189" fmla="*/ 1586148 w 6386648"/>
              <a:gd name="connsiteY189" fmla="*/ 1476922 h 1849426"/>
              <a:gd name="connsiteX190" fmla="*/ 4271783 w 6386648"/>
              <a:gd name="connsiteY190" fmla="*/ 1464906 h 1849426"/>
              <a:gd name="connsiteX191" fmla="*/ 4289808 w 6386648"/>
              <a:gd name="connsiteY191" fmla="*/ 1482930 h 1849426"/>
              <a:gd name="connsiteX192" fmla="*/ 4271783 w 6386648"/>
              <a:gd name="connsiteY192" fmla="*/ 1500955 h 1849426"/>
              <a:gd name="connsiteX193" fmla="*/ 4253759 w 6386648"/>
              <a:gd name="connsiteY193" fmla="*/ 1482930 h 1849426"/>
              <a:gd name="connsiteX194" fmla="*/ 4271783 w 6386648"/>
              <a:gd name="connsiteY194" fmla="*/ 1464906 h 1849426"/>
              <a:gd name="connsiteX195" fmla="*/ 1105497 w 6386648"/>
              <a:gd name="connsiteY195" fmla="*/ 1464906 h 1849426"/>
              <a:gd name="connsiteX196" fmla="*/ 1123521 w 6386648"/>
              <a:gd name="connsiteY196" fmla="*/ 1482930 h 1849426"/>
              <a:gd name="connsiteX197" fmla="*/ 1105497 w 6386648"/>
              <a:gd name="connsiteY197" fmla="*/ 1500955 h 1849426"/>
              <a:gd name="connsiteX198" fmla="*/ 1087472 w 6386648"/>
              <a:gd name="connsiteY198" fmla="*/ 1482930 h 1849426"/>
              <a:gd name="connsiteX199" fmla="*/ 1105497 w 6386648"/>
              <a:gd name="connsiteY199" fmla="*/ 1464906 h 1849426"/>
              <a:gd name="connsiteX200" fmla="*/ 4602231 w 6386648"/>
              <a:gd name="connsiteY200" fmla="*/ 1452889 h 1849426"/>
              <a:gd name="connsiteX201" fmla="*/ 4620256 w 6386648"/>
              <a:gd name="connsiteY201" fmla="*/ 1470913 h 1849426"/>
              <a:gd name="connsiteX202" fmla="*/ 4602231 w 6386648"/>
              <a:gd name="connsiteY202" fmla="*/ 1488938 h 1849426"/>
              <a:gd name="connsiteX203" fmla="*/ 4584207 w 6386648"/>
              <a:gd name="connsiteY203" fmla="*/ 1470913 h 1849426"/>
              <a:gd name="connsiteX204" fmla="*/ 4602231 w 6386648"/>
              <a:gd name="connsiteY204" fmla="*/ 1452889 h 1849426"/>
              <a:gd name="connsiteX205" fmla="*/ 3875247 w 6386648"/>
              <a:gd name="connsiteY205" fmla="*/ 1452889 h 1849426"/>
              <a:gd name="connsiteX206" fmla="*/ 3893272 w 6386648"/>
              <a:gd name="connsiteY206" fmla="*/ 1470913 h 1849426"/>
              <a:gd name="connsiteX207" fmla="*/ 3875247 w 6386648"/>
              <a:gd name="connsiteY207" fmla="*/ 1488938 h 1849426"/>
              <a:gd name="connsiteX208" fmla="*/ 3857223 w 6386648"/>
              <a:gd name="connsiteY208" fmla="*/ 1470913 h 1849426"/>
              <a:gd name="connsiteX209" fmla="*/ 3875247 w 6386648"/>
              <a:gd name="connsiteY209" fmla="*/ 1452889 h 1849426"/>
              <a:gd name="connsiteX210" fmla="*/ 1706311 w 6386648"/>
              <a:gd name="connsiteY210" fmla="*/ 1452889 h 1849426"/>
              <a:gd name="connsiteX211" fmla="*/ 1724335 w 6386648"/>
              <a:gd name="connsiteY211" fmla="*/ 1470913 h 1849426"/>
              <a:gd name="connsiteX212" fmla="*/ 1706311 w 6386648"/>
              <a:gd name="connsiteY212" fmla="*/ 1488938 h 1849426"/>
              <a:gd name="connsiteX213" fmla="*/ 1688286 w 6386648"/>
              <a:gd name="connsiteY213" fmla="*/ 1470913 h 1849426"/>
              <a:gd name="connsiteX214" fmla="*/ 1706311 w 6386648"/>
              <a:gd name="connsiteY214" fmla="*/ 1452889 h 1849426"/>
              <a:gd name="connsiteX215" fmla="*/ 1411911 w 6386648"/>
              <a:gd name="connsiteY215" fmla="*/ 1452889 h 1849426"/>
              <a:gd name="connsiteX216" fmla="*/ 1429936 w 6386648"/>
              <a:gd name="connsiteY216" fmla="*/ 1470913 h 1849426"/>
              <a:gd name="connsiteX217" fmla="*/ 1411911 w 6386648"/>
              <a:gd name="connsiteY217" fmla="*/ 1488938 h 1849426"/>
              <a:gd name="connsiteX218" fmla="*/ 1393887 w 6386648"/>
              <a:gd name="connsiteY218" fmla="*/ 1470913 h 1849426"/>
              <a:gd name="connsiteX219" fmla="*/ 1411911 w 6386648"/>
              <a:gd name="connsiteY219" fmla="*/ 1452889 h 1849426"/>
              <a:gd name="connsiteX220" fmla="*/ 1249691 w 6386648"/>
              <a:gd name="connsiteY220" fmla="*/ 1452889 h 1849426"/>
              <a:gd name="connsiteX221" fmla="*/ 1267716 w 6386648"/>
              <a:gd name="connsiteY221" fmla="*/ 1470913 h 1849426"/>
              <a:gd name="connsiteX222" fmla="*/ 1249691 w 6386648"/>
              <a:gd name="connsiteY222" fmla="*/ 1488938 h 1849426"/>
              <a:gd name="connsiteX223" fmla="*/ 1231667 w 6386648"/>
              <a:gd name="connsiteY223" fmla="*/ 1470913 h 1849426"/>
              <a:gd name="connsiteX224" fmla="*/ 1249691 w 6386648"/>
              <a:gd name="connsiteY224" fmla="*/ 1452889 h 1849426"/>
              <a:gd name="connsiteX225" fmla="*/ 4764451 w 6386648"/>
              <a:gd name="connsiteY225" fmla="*/ 1446881 h 1849426"/>
              <a:gd name="connsiteX226" fmla="*/ 4782476 w 6386648"/>
              <a:gd name="connsiteY226" fmla="*/ 1464905 h 1849426"/>
              <a:gd name="connsiteX227" fmla="*/ 4764451 w 6386648"/>
              <a:gd name="connsiteY227" fmla="*/ 1482930 h 1849426"/>
              <a:gd name="connsiteX228" fmla="*/ 4746427 w 6386648"/>
              <a:gd name="connsiteY228" fmla="*/ 1464905 h 1849426"/>
              <a:gd name="connsiteX229" fmla="*/ 4764451 w 6386648"/>
              <a:gd name="connsiteY229" fmla="*/ 1446881 h 1849426"/>
              <a:gd name="connsiteX230" fmla="*/ 763032 w 6386648"/>
              <a:gd name="connsiteY230" fmla="*/ 1446881 h 1849426"/>
              <a:gd name="connsiteX231" fmla="*/ 781057 w 6386648"/>
              <a:gd name="connsiteY231" fmla="*/ 1464905 h 1849426"/>
              <a:gd name="connsiteX232" fmla="*/ 763032 w 6386648"/>
              <a:gd name="connsiteY232" fmla="*/ 1482930 h 1849426"/>
              <a:gd name="connsiteX233" fmla="*/ 745008 w 6386648"/>
              <a:gd name="connsiteY233" fmla="*/ 1464905 h 1849426"/>
              <a:gd name="connsiteX234" fmla="*/ 763032 w 6386648"/>
              <a:gd name="connsiteY234" fmla="*/ 1446881 h 1849426"/>
              <a:gd name="connsiteX235" fmla="*/ 3731051 w 6386648"/>
              <a:gd name="connsiteY235" fmla="*/ 1434865 h 1849426"/>
              <a:gd name="connsiteX236" fmla="*/ 3749076 w 6386648"/>
              <a:gd name="connsiteY236" fmla="*/ 1452889 h 1849426"/>
              <a:gd name="connsiteX237" fmla="*/ 3731051 w 6386648"/>
              <a:gd name="connsiteY237" fmla="*/ 1470914 h 1849426"/>
              <a:gd name="connsiteX238" fmla="*/ 3713027 w 6386648"/>
              <a:gd name="connsiteY238" fmla="*/ 1452889 h 1849426"/>
              <a:gd name="connsiteX239" fmla="*/ 3731051 w 6386648"/>
              <a:gd name="connsiteY239" fmla="*/ 1434865 h 1849426"/>
              <a:gd name="connsiteX240" fmla="*/ 3304474 w 6386648"/>
              <a:gd name="connsiteY240" fmla="*/ 1422849 h 1849426"/>
              <a:gd name="connsiteX241" fmla="*/ 3322499 w 6386648"/>
              <a:gd name="connsiteY241" fmla="*/ 1440873 h 1849426"/>
              <a:gd name="connsiteX242" fmla="*/ 3304474 w 6386648"/>
              <a:gd name="connsiteY242" fmla="*/ 1458898 h 1849426"/>
              <a:gd name="connsiteX243" fmla="*/ 3286450 w 6386648"/>
              <a:gd name="connsiteY243" fmla="*/ 1440873 h 1849426"/>
              <a:gd name="connsiteX244" fmla="*/ 3304474 w 6386648"/>
              <a:gd name="connsiteY244" fmla="*/ 1422849 h 1849426"/>
              <a:gd name="connsiteX245" fmla="*/ 4890621 w 6386648"/>
              <a:gd name="connsiteY245" fmla="*/ 1416840 h 1849426"/>
              <a:gd name="connsiteX246" fmla="*/ 4908646 w 6386648"/>
              <a:gd name="connsiteY246" fmla="*/ 1434864 h 1849426"/>
              <a:gd name="connsiteX247" fmla="*/ 4890621 w 6386648"/>
              <a:gd name="connsiteY247" fmla="*/ 1452889 h 1849426"/>
              <a:gd name="connsiteX248" fmla="*/ 4872597 w 6386648"/>
              <a:gd name="connsiteY248" fmla="*/ 1434864 h 1849426"/>
              <a:gd name="connsiteX249" fmla="*/ 4890621 w 6386648"/>
              <a:gd name="connsiteY249" fmla="*/ 1416840 h 1849426"/>
              <a:gd name="connsiteX250" fmla="*/ 3544799 w 6386648"/>
              <a:gd name="connsiteY250" fmla="*/ 1410832 h 1849426"/>
              <a:gd name="connsiteX251" fmla="*/ 3562824 w 6386648"/>
              <a:gd name="connsiteY251" fmla="*/ 1428856 h 1849426"/>
              <a:gd name="connsiteX252" fmla="*/ 3544799 w 6386648"/>
              <a:gd name="connsiteY252" fmla="*/ 1446881 h 1849426"/>
              <a:gd name="connsiteX253" fmla="*/ 3526775 w 6386648"/>
              <a:gd name="connsiteY253" fmla="*/ 1428856 h 1849426"/>
              <a:gd name="connsiteX254" fmla="*/ 3544799 w 6386648"/>
              <a:gd name="connsiteY254" fmla="*/ 1410832 h 1849426"/>
              <a:gd name="connsiteX255" fmla="*/ 4488076 w 6386648"/>
              <a:gd name="connsiteY255" fmla="*/ 1404824 h 1849426"/>
              <a:gd name="connsiteX256" fmla="*/ 4506101 w 6386648"/>
              <a:gd name="connsiteY256" fmla="*/ 1422848 h 1849426"/>
              <a:gd name="connsiteX257" fmla="*/ 4488076 w 6386648"/>
              <a:gd name="connsiteY257" fmla="*/ 1440873 h 1849426"/>
              <a:gd name="connsiteX258" fmla="*/ 4470051 w 6386648"/>
              <a:gd name="connsiteY258" fmla="*/ 1422848 h 1849426"/>
              <a:gd name="connsiteX259" fmla="*/ 4488076 w 6386648"/>
              <a:gd name="connsiteY259" fmla="*/ 1404824 h 1849426"/>
              <a:gd name="connsiteX260" fmla="*/ 5028808 w 6386648"/>
              <a:gd name="connsiteY260" fmla="*/ 1398816 h 1849426"/>
              <a:gd name="connsiteX261" fmla="*/ 5046833 w 6386648"/>
              <a:gd name="connsiteY261" fmla="*/ 1416841 h 1849426"/>
              <a:gd name="connsiteX262" fmla="*/ 5028808 w 6386648"/>
              <a:gd name="connsiteY262" fmla="*/ 1434865 h 1849426"/>
              <a:gd name="connsiteX263" fmla="*/ 5010783 w 6386648"/>
              <a:gd name="connsiteY263" fmla="*/ 1416841 h 1849426"/>
              <a:gd name="connsiteX264" fmla="*/ 5028808 w 6386648"/>
              <a:gd name="connsiteY264" fmla="*/ 1398816 h 1849426"/>
              <a:gd name="connsiteX265" fmla="*/ 4367914 w 6386648"/>
              <a:gd name="connsiteY265" fmla="*/ 1398816 h 1849426"/>
              <a:gd name="connsiteX266" fmla="*/ 4385939 w 6386648"/>
              <a:gd name="connsiteY266" fmla="*/ 1416841 h 1849426"/>
              <a:gd name="connsiteX267" fmla="*/ 4367914 w 6386648"/>
              <a:gd name="connsiteY267" fmla="*/ 1434865 h 1849426"/>
              <a:gd name="connsiteX268" fmla="*/ 4349889 w 6386648"/>
              <a:gd name="connsiteY268" fmla="*/ 1416841 h 1849426"/>
              <a:gd name="connsiteX269" fmla="*/ 4367914 w 6386648"/>
              <a:gd name="connsiteY269" fmla="*/ 1398816 h 1849426"/>
              <a:gd name="connsiteX270" fmla="*/ 4163637 w 6386648"/>
              <a:gd name="connsiteY270" fmla="*/ 1398816 h 1849426"/>
              <a:gd name="connsiteX271" fmla="*/ 4181662 w 6386648"/>
              <a:gd name="connsiteY271" fmla="*/ 1416841 h 1849426"/>
              <a:gd name="connsiteX272" fmla="*/ 4163637 w 6386648"/>
              <a:gd name="connsiteY272" fmla="*/ 1434865 h 1849426"/>
              <a:gd name="connsiteX273" fmla="*/ 4145613 w 6386648"/>
              <a:gd name="connsiteY273" fmla="*/ 1416841 h 1849426"/>
              <a:gd name="connsiteX274" fmla="*/ 4163637 w 6386648"/>
              <a:gd name="connsiteY274" fmla="*/ 1398816 h 1849426"/>
              <a:gd name="connsiteX275" fmla="*/ 672910 w 6386648"/>
              <a:gd name="connsiteY275" fmla="*/ 1398816 h 1849426"/>
              <a:gd name="connsiteX276" fmla="*/ 690935 w 6386648"/>
              <a:gd name="connsiteY276" fmla="*/ 1416841 h 1849426"/>
              <a:gd name="connsiteX277" fmla="*/ 672910 w 6386648"/>
              <a:gd name="connsiteY277" fmla="*/ 1434865 h 1849426"/>
              <a:gd name="connsiteX278" fmla="*/ 654886 w 6386648"/>
              <a:gd name="connsiteY278" fmla="*/ 1416841 h 1849426"/>
              <a:gd name="connsiteX279" fmla="*/ 672910 w 6386648"/>
              <a:gd name="connsiteY279" fmla="*/ 1398816 h 1849426"/>
              <a:gd name="connsiteX280" fmla="*/ 3190319 w 6386648"/>
              <a:gd name="connsiteY280" fmla="*/ 1392808 h 1849426"/>
              <a:gd name="connsiteX281" fmla="*/ 3208344 w 6386648"/>
              <a:gd name="connsiteY281" fmla="*/ 1410832 h 1849426"/>
              <a:gd name="connsiteX282" fmla="*/ 3190319 w 6386648"/>
              <a:gd name="connsiteY282" fmla="*/ 1428857 h 1849426"/>
              <a:gd name="connsiteX283" fmla="*/ 3172295 w 6386648"/>
              <a:gd name="connsiteY283" fmla="*/ 1410832 h 1849426"/>
              <a:gd name="connsiteX284" fmla="*/ 3190319 w 6386648"/>
              <a:gd name="connsiteY284" fmla="*/ 1392808 h 1849426"/>
              <a:gd name="connsiteX285" fmla="*/ 1814456 w 6386648"/>
              <a:gd name="connsiteY285" fmla="*/ 1392808 h 1849426"/>
              <a:gd name="connsiteX286" fmla="*/ 1832481 w 6386648"/>
              <a:gd name="connsiteY286" fmla="*/ 1410832 h 1849426"/>
              <a:gd name="connsiteX287" fmla="*/ 1814456 w 6386648"/>
              <a:gd name="connsiteY287" fmla="*/ 1428857 h 1849426"/>
              <a:gd name="connsiteX288" fmla="*/ 1796432 w 6386648"/>
              <a:gd name="connsiteY288" fmla="*/ 1410832 h 1849426"/>
              <a:gd name="connsiteX289" fmla="*/ 1814456 w 6386648"/>
              <a:gd name="connsiteY289" fmla="*/ 1392808 h 1849426"/>
              <a:gd name="connsiteX290" fmla="*/ 967309 w 6386648"/>
              <a:gd name="connsiteY290" fmla="*/ 1386800 h 1849426"/>
              <a:gd name="connsiteX291" fmla="*/ 985334 w 6386648"/>
              <a:gd name="connsiteY291" fmla="*/ 1404824 h 1849426"/>
              <a:gd name="connsiteX292" fmla="*/ 967309 w 6386648"/>
              <a:gd name="connsiteY292" fmla="*/ 1422849 h 1849426"/>
              <a:gd name="connsiteX293" fmla="*/ 949285 w 6386648"/>
              <a:gd name="connsiteY293" fmla="*/ 1404824 h 1849426"/>
              <a:gd name="connsiteX294" fmla="*/ 967309 w 6386648"/>
              <a:gd name="connsiteY294" fmla="*/ 1386800 h 1849426"/>
              <a:gd name="connsiteX295" fmla="*/ 4049482 w 6386648"/>
              <a:gd name="connsiteY295" fmla="*/ 1374784 h 1849426"/>
              <a:gd name="connsiteX296" fmla="*/ 4067507 w 6386648"/>
              <a:gd name="connsiteY296" fmla="*/ 1392808 h 1849426"/>
              <a:gd name="connsiteX297" fmla="*/ 4049482 w 6386648"/>
              <a:gd name="connsiteY297" fmla="*/ 1410833 h 1849426"/>
              <a:gd name="connsiteX298" fmla="*/ 4031458 w 6386648"/>
              <a:gd name="connsiteY298" fmla="*/ 1392808 h 1849426"/>
              <a:gd name="connsiteX299" fmla="*/ 4049482 w 6386648"/>
              <a:gd name="connsiteY299" fmla="*/ 1374784 h 1849426"/>
              <a:gd name="connsiteX300" fmla="*/ 4674329 w 6386648"/>
              <a:gd name="connsiteY300" fmla="*/ 1368775 h 1849426"/>
              <a:gd name="connsiteX301" fmla="*/ 4692354 w 6386648"/>
              <a:gd name="connsiteY301" fmla="*/ 1386800 h 1849426"/>
              <a:gd name="connsiteX302" fmla="*/ 4674329 w 6386648"/>
              <a:gd name="connsiteY302" fmla="*/ 1404824 h 1849426"/>
              <a:gd name="connsiteX303" fmla="*/ 4656305 w 6386648"/>
              <a:gd name="connsiteY303" fmla="*/ 1386800 h 1849426"/>
              <a:gd name="connsiteX304" fmla="*/ 4674329 w 6386648"/>
              <a:gd name="connsiteY304" fmla="*/ 1368775 h 1849426"/>
              <a:gd name="connsiteX305" fmla="*/ 1526067 w 6386648"/>
              <a:gd name="connsiteY305" fmla="*/ 1368775 h 1849426"/>
              <a:gd name="connsiteX306" fmla="*/ 1544091 w 6386648"/>
              <a:gd name="connsiteY306" fmla="*/ 1386800 h 1849426"/>
              <a:gd name="connsiteX307" fmla="*/ 1526067 w 6386648"/>
              <a:gd name="connsiteY307" fmla="*/ 1404824 h 1849426"/>
              <a:gd name="connsiteX308" fmla="*/ 1508042 w 6386648"/>
              <a:gd name="connsiteY308" fmla="*/ 1386800 h 1849426"/>
              <a:gd name="connsiteX309" fmla="*/ 1526067 w 6386648"/>
              <a:gd name="connsiteY309" fmla="*/ 1368775 h 1849426"/>
              <a:gd name="connsiteX310" fmla="*/ 1369854 w 6386648"/>
              <a:gd name="connsiteY310" fmla="*/ 1368775 h 1849426"/>
              <a:gd name="connsiteX311" fmla="*/ 1387879 w 6386648"/>
              <a:gd name="connsiteY311" fmla="*/ 1386800 h 1849426"/>
              <a:gd name="connsiteX312" fmla="*/ 1369854 w 6386648"/>
              <a:gd name="connsiteY312" fmla="*/ 1404824 h 1849426"/>
              <a:gd name="connsiteX313" fmla="*/ 1351830 w 6386648"/>
              <a:gd name="connsiteY313" fmla="*/ 1386800 h 1849426"/>
              <a:gd name="connsiteX314" fmla="*/ 1369854 w 6386648"/>
              <a:gd name="connsiteY314" fmla="*/ 1368775 h 1849426"/>
              <a:gd name="connsiteX315" fmla="*/ 3418628 w 6386648"/>
              <a:gd name="connsiteY315" fmla="*/ 1362767 h 1849426"/>
              <a:gd name="connsiteX316" fmla="*/ 3436653 w 6386648"/>
              <a:gd name="connsiteY316" fmla="*/ 1380791 h 1849426"/>
              <a:gd name="connsiteX317" fmla="*/ 3418628 w 6386648"/>
              <a:gd name="connsiteY317" fmla="*/ 1398816 h 1849426"/>
              <a:gd name="connsiteX318" fmla="*/ 3400604 w 6386648"/>
              <a:gd name="connsiteY318" fmla="*/ 1380791 h 1849426"/>
              <a:gd name="connsiteX319" fmla="*/ 3418628 w 6386648"/>
              <a:gd name="connsiteY319" fmla="*/ 1362767 h 1849426"/>
              <a:gd name="connsiteX320" fmla="*/ 1147553 w 6386648"/>
              <a:gd name="connsiteY320" fmla="*/ 1362767 h 1849426"/>
              <a:gd name="connsiteX321" fmla="*/ 1165578 w 6386648"/>
              <a:gd name="connsiteY321" fmla="*/ 1380791 h 1849426"/>
              <a:gd name="connsiteX322" fmla="*/ 1147553 w 6386648"/>
              <a:gd name="connsiteY322" fmla="*/ 1398816 h 1849426"/>
              <a:gd name="connsiteX323" fmla="*/ 1129529 w 6386648"/>
              <a:gd name="connsiteY323" fmla="*/ 1380791 h 1849426"/>
              <a:gd name="connsiteX324" fmla="*/ 1147553 w 6386648"/>
              <a:gd name="connsiteY324" fmla="*/ 1362767 h 1849426"/>
              <a:gd name="connsiteX325" fmla="*/ 3646937 w 6386648"/>
              <a:gd name="connsiteY325" fmla="*/ 1356759 h 1849426"/>
              <a:gd name="connsiteX326" fmla="*/ 3664962 w 6386648"/>
              <a:gd name="connsiteY326" fmla="*/ 1374783 h 1849426"/>
              <a:gd name="connsiteX327" fmla="*/ 3646937 w 6386648"/>
              <a:gd name="connsiteY327" fmla="*/ 1392808 h 1849426"/>
              <a:gd name="connsiteX328" fmla="*/ 3628912 w 6386648"/>
              <a:gd name="connsiteY328" fmla="*/ 1374783 h 1849426"/>
              <a:gd name="connsiteX329" fmla="*/ 3646937 w 6386648"/>
              <a:gd name="connsiteY329" fmla="*/ 1356759 h 1849426"/>
              <a:gd name="connsiteX330" fmla="*/ 1946636 w 6386648"/>
              <a:gd name="connsiteY330" fmla="*/ 1356759 h 1849426"/>
              <a:gd name="connsiteX331" fmla="*/ 1964660 w 6386648"/>
              <a:gd name="connsiteY331" fmla="*/ 1374783 h 1849426"/>
              <a:gd name="connsiteX332" fmla="*/ 1946636 w 6386648"/>
              <a:gd name="connsiteY332" fmla="*/ 1392808 h 1849426"/>
              <a:gd name="connsiteX333" fmla="*/ 1928611 w 6386648"/>
              <a:gd name="connsiteY333" fmla="*/ 1374783 h 1849426"/>
              <a:gd name="connsiteX334" fmla="*/ 1946636 w 6386648"/>
              <a:gd name="connsiteY334" fmla="*/ 1356759 h 1849426"/>
              <a:gd name="connsiteX335" fmla="*/ 1658245 w 6386648"/>
              <a:gd name="connsiteY335" fmla="*/ 1350751 h 1849426"/>
              <a:gd name="connsiteX336" fmla="*/ 1676270 w 6386648"/>
              <a:gd name="connsiteY336" fmla="*/ 1368775 h 1849426"/>
              <a:gd name="connsiteX337" fmla="*/ 1658245 w 6386648"/>
              <a:gd name="connsiteY337" fmla="*/ 1386800 h 1849426"/>
              <a:gd name="connsiteX338" fmla="*/ 1640221 w 6386648"/>
              <a:gd name="connsiteY338" fmla="*/ 1368775 h 1849426"/>
              <a:gd name="connsiteX339" fmla="*/ 1658245 w 6386648"/>
              <a:gd name="connsiteY339" fmla="*/ 1350751 h 1849426"/>
              <a:gd name="connsiteX340" fmla="*/ 3929320 w 6386648"/>
              <a:gd name="connsiteY340" fmla="*/ 1344743 h 1849426"/>
              <a:gd name="connsiteX341" fmla="*/ 3947345 w 6386648"/>
              <a:gd name="connsiteY341" fmla="*/ 1362767 h 1849426"/>
              <a:gd name="connsiteX342" fmla="*/ 3929320 w 6386648"/>
              <a:gd name="connsiteY342" fmla="*/ 1380792 h 1849426"/>
              <a:gd name="connsiteX343" fmla="*/ 3911296 w 6386648"/>
              <a:gd name="connsiteY343" fmla="*/ 1362767 h 1849426"/>
              <a:gd name="connsiteX344" fmla="*/ 3929320 w 6386648"/>
              <a:gd name="connsiteY344" fmla="*/ 1344743 h 1849426"/>
              <a:gd name="connsiteX345" fmla="*/ 3088181 w 6386648"/>
              <a:gd name="connsiteY345" fmla="*/ 1344743 h 1849426"/>
              <a:gd name="connsiteX346" fmla="*/ 3106206 w 6386648"/>
              <a:gd name="connsiteY346" fmla="*/ 1362767 h 1849426"/>
              <a:gd name="connsiteX347" fmla="*/ 3088181 w 6386648"/>
              <a:gd name="connsiteY347" fmla="*/ 1380792 h 1849426"/>
              <a:gd name="connsiteX348" fmla="*/ 3070157 w 6386648"/>
              <a:gd name="connsiteY348" fmla="*/ 1362767 h 1849426"/>
              <a:gd name="connsiteX349" fmla="*/ 3088181 w 6386648"/>
              <a:gd name="connsiteY349" fmla="*/ 1344743 h 1849426"/>
              <a:gd name="connsiteX350" fmla="*/ 853154 w 6386648"/>
              <a:gd name="connsiteY350" fmla="*/ 1344743 h 1849426"/>
              <a:gd name="connsiteX351" fmla="*/ 871179 w 6386648"/>
              <a:gd name="connsiteY351" fmla="*/ 1362767 h 1849426"/>
              <a:gd name="connsiteX352" fmla="*/ 853154 w 6386648"/>
              <a:gd name="connsiteY352" fmla="*/ 1380792 h 1849426"/>
              <a:gd name="connsiteX353" fmla="*/ 835130 w 6386648"/>
              <a:gd name="connsiteY353" fmla="*/ 1362767 h 1849426"/>
              <a:gd name="connsiteX354" fmla="*/ 853154 w 6386648"/>
              <a:gd name="connsiteY354" fmla="*/ 1344743 h 1849426"/>
              <a:gd name="connsiteX355" fmla="*/ 4283800 w 6386648"/>
              <a:gd name="connsiteY355" fmla="*/ 1326718 h 1849426"/>
              <a:gd name="connsiteX356" fmla="*/ 4301825 w 6386648"/>
              <a:gd name="connsiteY356" fmla="*/ 1344742 h 1849426"/>
              <a:gd name="connsiteX357" fmla="*/ 4283800 w 6386648"/>
              <a:gd name="connsiteY357" fmla="*/ 1362767 h 1849426"/>
              <a:gd name="connsiteX358" fmla="*/ 4265776 w 6386648"/>
              <a:gd name="connsiteY358" fmla="*/ 1344742 h 1849426"/>
              <a:gd name="connsiteX359" fmla="*/ 4283800 w 6386648"/>
              <a:gd name="connsiteY359" fmla="*/ 1326718 h 1849426"/>
              <a:gd name="connsiteX360" fmla="*/ 3815165 w 6386648"/>
              <a:gd name="connsiteY360" fmla="*/ 1326718 h 1849426"/>
              <a:gd name="connsiteX361" fmla="*/ 3833190 w 6386648"/>
              <a:gd name="connsiteY361" fmla="*/ 1344742 h 1849426"/>
              <a:gd name="connsiteX362" fmla="*/ 3815165 w 6386648"/>
              <a:gd name="connsiteY362" fmla="*/ 1362767 h 1849426"/>
              <a:gd name="connsiteX363" fmla="*/ 3797141 w 6386648"/>
              <a:gd name="connsiteY363" fmla="*/ 1344742 h 1849426"/>
              <a:gd name="connsiteX364" fmla="*/ 3815165 w 6386648"/>
              <a:gd name="connsiteY364" fmla="*/ 1326718 h 1849426"/>
              <a:gd name="connsiteX365" fmla="*/ 2980034 w 6386648"/>
              <a:gd name="connsiteY365" fmla="*/ 1326718 h 1849426"/>
              <a:gd name="connsiteX366" fmla="*/ 2998059 w 6386648"/>
              <a:gd name="connsiteY366" fmla="*/ 1344742 h 1849426"/>
              <a:gd name="connsiteX367" fmla="*/ 2980034 w 6386648"/>
              <a:gd name="connsiteY367" fmla="*/ 1362767 h 1849426"/>
              <a:gd name="connsiteX368" fmla="*/ 2962010 w 6386648"/>
              <a:gd name="connsiteY368" fmla="*/ 1344742 h 1849426"/>
              <a:gd name="connsiteX369" fmla="*/ 2980034 w 6386648"/>
              <a:gd name="connsiteY369" fmla="*/ 1326718 h 1849426"/>
              <a:gd name="connsiteX370" fmla="*/ 594806 w 6386648"/>
              <a:gd name="connsiteY370" fmla="*/ 1326718 h 1849426"/>
              <a:gd name="connsiteX371" fmla="*/ 612830 w 6386648"/>
              <a:gd name="connsiteY371" fmla="*/ 1344742 h 1849426"/>
              <a:gd name="connsiteX372" fmla="*/ 594806 w 6386648"/>
              <a:gd name="connsiteY372" fmla="*/ 1362767 h 1849426"/>
              <a:gd name="connsiteX373" fmla="*/ 576781 w 6386648"/>
              <a:gd name="connsiteY373" fmla="*/ 1344742 h 1849426"/>
              <a:gd name="connsiteX374" fmla="*/ 594806 w 6386648"/>
              <a:gd name="connsiteY374" fmla="*/ 1326718 h 1849426"/>
              <a:gd name="connsiteX375" fmla="*/ 4836548 w 6386648"/>
              <a:gd name="connsiteY375" fmla="*/ 1314702 h 1849426"/>
              <a:gd name="connsiteX376" fmla="*/ 4854573 w 6386648"/>
              <a:gd name="connsiteY376" fmla="*/ 1332726 h 1849426"/>
              <a:gd name="connsiteX377" fmla="*/ 4836548 w 6386648"/>
              <a:gd name="connsiteY377" fmla="*/ 1350751 h 1849426"/>
              <a:gd name="connsiteX378" fmla="*/ 4818524 w 6386648"/>
              <a:gd name="connsiteY378" fmla="*/ 1332726 h 1849426"/>
              <a:gd name="connsiteX379" fmla="*/ 4836548 w 6386648"/>
              <a:gd name="connsiteY379" fmla="*/ 1314702 h 1849426"/>
              <a:gd name="connsiteX380" fmla="*/ 4980743 w 6386648"/>
              <a:gd name="connsiteY380" fmla="*/ 1308694 h 1849426"/>
              <a:gd name="connsiteX381" fmla="*/ 4998768 w 6386648"/>
              <a:gd name="connsiteY381" fmla="*/ 1326719 h 1849426"/>
              <a:gd name="connsiteX382" fmla="*/ 4980743 w 6386648"/>
              <a:gd name="connsiteY382" fmla="*/ 1344743 h 1849426"/>
              <a:gd name="connsiteX383" fmla="*/ 4962719 w 6386648"/>
              <a:gd name="connsiteY383" fmla="*/ 1326719 h 1849426"/>
              <a:gd name="connsiteX384" fmla="*/ 4980743 w 6386648"/>
              <a:gd name="connsiteY384" fmla="*/ 1308694 h 1849426"/>
              <a:gd name="connsiteX385" fmla="*/ 2871888 w 6386648"/>
              <a:gd name="connsiteY385" fmla="*/ 1302686 h 1849426"/>
              <a:gd name="connsiteX386" fmla="*/ 2889913 w 6386648"/>
              <a:gd name="connsiteY386" fmla="*/ 1320710 h 1849426"/>
              <a:gd name="connsiteX387" fmla="*/ 2871888 w 6386648"/>
              <a:gd name="connsiteY387" fmla="*/ 1338735 h 1849426"/>
              <a:gd name="connsiteX388" fmla="*/ 2853864 w 6386648"/>
              <a:gd name="connsiteY388" fmla="*/ 1320710 h 1849426"/>
              <a:gd name="connsiteX389" fmla="*/ 2871888 w 6386648"/>
              <a:gd name="connsiteY389" fmla="*/ 1302686 h 1849426"/>
              <a:gd name="connsiteX390" fmla="*/ 2102847 w 6386648"/>
              <a:gd name="connsiteY390" fmla="*/ 1302686 h 1849426"/>
              <a:gd name="connsiteX391" fmla="*/ 2120872 w 6386648"/>
              <a:gd name="connsiteY391" fmla="*/ 1320710 h 1849426"/>
              <a:gd name="connsiteX392" fmla="*/ 2102847 w 6386648"/>
              <a:gd name="connsiteY392" fmla="*/ 1338735 h 1849426"/>
              <a:gd name="connsiteX393" fmla="*/ 2084823 w 6386648"/>
              <a:gd name="connsiteY393" fmla="*/ 1320710 h 1849426"/>
              <a:gd name="connsiteX394" fmla="*/ 2102847 w 6386648"/>
              <a:gd name="connsiteY394" fmla="*/ 1302686 h 1849426"/>
              <a:gd name="connsiteX395" fmla="*/ 1273724 w 6386648"/>
              <a:gd name="connsiteY395" fmla="*/ 1302686 h 1849426"/>
              <a:gd name="connsiteX396" fmla="*/ 1291749 w 6386648"/>
              <a:gd name="connsiteY396" fmla="*/ 1320710 h 1849426"/>
              <a:gd name="connsiteX397" fmla="*/ 1273724 w 6386648"/>
              <a:gd name="connsiteY397" fmla="*/ 1338735 h 1849426"/>
              <a:gd name="connsiteX398" fmla="*/ 1255700 w 6386648"/>
              <a:gd name="connsiteY398" fmla="*/ 1320710 h 1849426"/>
              <a:gd name="connsiteX399" fmla="*/ 1273724 w 6386648"/>
              <a:gd name="connsiteY399" fmla="*/ 1302686 h 1849426"/>
              <a:gd name="connsiteX400" fmla="*/ 1033398 w 6386648"/>
              <a:gd name="connsiteY400" fmla="*/ 1302686 h 1849426"/>
              <a:gd name="connsiteX401" fmla="*/ 1051423 w 6386648"/>
              <a:gd name="connsiteY401" fmla="*/ 1320710 h 1849426"/>
              <a:gd name="connsiteX402" fmla="*/ 1033398 w 6386648"/>
              <a:gd name="connsiteY402" fmla="*/ 1338735 h 1849426"/>
              <a:gd name="connsiteX403" fmla="*/ 1015374 w 6386648"/>
              <a:gd name="connsiteY403" fmla="*/ 1320710 h 1849426"/>
              <a:gd name="connsiteX404" fmla="*/ 1033398 w 6386648"/>
              <a:gd name="connsiteY404" fmla="*/ 1302686 h 1849426"/>
              <a:gd name="connsiteX405" fmla="*/ 4548158 w 6386648"/>
              <a:gd name="connsiteY405" fmla="*/ 1296678 h 1849426"/>
              <a:gd name="connsiteX406" fmla="*/ 4566183 w 6386648"/>
              <a:gd name="connsiteY406" fmla="*/ 1314702 h 1849426"/>
              <a:gd name="connsiteX407" fmla="*/ 4548158 w 6386648"/>
              <a:gd name="connsiteY407" fmla="*/ 1332727 h 1849426"/>
              <a:gd name="connsiteX408" fmla="*/ 4530133 w 6386648"/>
              <a:gd name="connsiteY408" fmla="*/ 1314702 h 1849426"/>
              <a:gd name="connsiteX409" fmla="*/ 4548158 w 6386648"/>
              <a:gd name="connsiteY409" fmla="*/ 1296678 h 1849426"/>
              <a:gd name="connsiteX410" fmla="*/ 3520767 w 6386648"/>
              <a:gd name="connsiteY410" fmla="*/ 1290670 h 1849426"/>
              <a:gd name="connsiteX411" fmla="*/ 3538792 w 6386648"/>
              <a:gd name="connsiteY411" fmla="*/ 1308694 h 1849426"/>
              <a:gd name="connsiteX412" fmla="*/ 3520767 w 6386648"/>
              <a:gd name="connsiteY412" fmla="*/ 1326719 h 1849426"/>
              <a:gd name="connsiteX413" fmla="*/ 3502743 w 6386648"/>
              <a:gd name="connsiteY413" fmla="*/ 1308694 h 1849426"/>
              <a:gd name="connsiteX414" fmla="*/ 3520767 w 6386648"/>
              <a:gd name="connsiteY414" fmla="*/ 1290670 h 1849426"/>
              <a:gd name="connsiteX415" fmla="*/ 3244392 w 6386648"/>
              <a:gd name="connsiteY415" fmla="*/ 1290670 h 1849426"/>
              <a:gd name="connsiteX416" fmla="*/ 3262417 w 6386648"/>
              <a:gd name="connsiteY416" fmla="*/ 1308694 h 1849426"/>
              <a:gd name="connsiteX417" fmla="*/ 3244392 w 6386648"/>
              <a:gd name="connsiteY417" fmla="*/ 1326719 h 1849426"/>
              <a:gd name="connsiteX418" fmla="*/ 3226368 w 6386648"/>
              <a:gd name="connsiteY418" fmla="*/ 1308694 h 1849426"/>
              <a:gd name="connsiteX419" fmla="*/ 3244392 w 6386648"/>
              <a:gd name="connsiteY419" fmla="*/ 1290670 h 1849426"/>
              <a:gd name="connsiteX420" fmla="*/ 757024 w 6386648"/>
              <a:gd name="connsiteY420" fmla="*/ 1290670 h 1849426"/>
              <a:gd name="connsiteX421" fmla="*/ 775049 w 6386648"/>
              <a:gd name="connsiteY421" fmla="*/ 1308694 h 1849426"/>
              <a:gd name="connsiteX422" fmla="*/ 757024 w 6386648"/>
              <a:gd name="connsiteY422" fmla="*/ 1326719 h 1849426"/>
              <a:gd name="connsiteX423" fmla="*/ 739000 w 6386648"/>
              <a:gd name="connsiteY423" fmla="*/ 1308694 h 1849426"/>
              <a:gd name="connsiteX424" fmla="*/ 757024 w 6386648"/>
              <a:gd name="connsiteY424" fmla="*/ 1290670 h 1849426"/>
              <a:gd name="connsiteX425" fmla="*/ 4427995 w 6386648"/>
              <a:gd name="connsiteY425" fmla="*/ 1284661 h 1849426"/>
              <a:gd name="connsiteX426" fmla="*/ 4446020 w 6386648"/>
              <a:gd name="connsiteY426" fmla="*/ 1302685 h 1849426"/>
              <a:gd name="connsiteX427" fmla="*/ 4427995 w 6386648"/>
              <a:gd name="connsiteY427" fmla="*/ 1320710 h 1849426"/>
              <a:gd name="connsiteX428" fmla="*/ 4409970 w 6386648"/>
              <a:gd name="connsiteY428" fmla="*/ 1302685 h 1849426"/>
              <a:gd name="connsiteX429" fmla="*/ 4427995 w 6386648"/>
              <a:gd name="connsiteY429" fmla="*/ 1284661 h 1849426"/>
              <a:gd name="connsiteX430" fmla="*/ 2763741 w 6386648"/>
              <a:gd name="connsiteY430" fmla="*/ 1278653 h 1849426"/>
              <a:gd name="connsiteX431" fmla="*/ 2781766 w 6386648"/>
              <a:gd name="connsiteY431" fmla="*/ 1296678 h 1849426"/>
              <a:gd name="connsiteX432" fmla="*/ 2763741 w 6386648"/>
              <a:gd name="connsiteY432" fmla="*/ 1314702 h 1849426"/>
              <a:gd name="connsiteX433" fmla="*/ 2745717 w 6386648"/>
              <a:gd name="connsiteY433" fmla="*/ 1296678 h 1849426"/>
              <a:gd name="connsiteX434" fmla="*/ 2763741 w 6386648"/>
              <a:gd name="connsiteY434" fmla="*/ 1278653 h 1849426"/>
              <a:gd name="connsiteX435" fmla="*/ 2217002 w 6386648"/>
              <a:gd name="connsiteY435" fmla="*/ 1272645 h 1849426"/>
              <a:gd name="connsiteX436" fmla="*/ 2235026 w 6386648"/>
              <a:gd name="connsiteY436" fmla="*/ 1290669 h 1849426"/>
              <a:gd name="connsiteX437" fmla="*/ 2217002 w 6386648"/>
              <a:gd name="connsiteY437" fmla="*/ 1308694 h 1849426"/>
              <a:gd name="connsiteX438" fmla="*/ 2198977 w 6386648"/>
              <a:gd name="connsiteY438" fmla="*/ 1290669 h 1849426"/>
              <a:gd name="connsiteX439" fmla="*/ 2217002 w 6386648"/>
              <a:gd name="connsiteY439" fmla="*/ 1272645 h 1849426"/>
              <a:gd name="connsiteX440" fmla="*/ 1874537 w 6386648"/>
              <a:gd name="connsiteY440" fmla="*/ 1272645 h 1849426"/>
              <a:gd name="connsiteX441" fmla="*/ 1892562 w 6386648"/>
              <a:gd name="connsiteY441" fmla="*/ 1290669 h 1849426"/>
              <a:gd name="connsiteX442" fmla="*/ 1874537 w 6386648"/>
              <a:gd name="connsiteY442" fmla="*/ 1308694 h 1849426"/>
              <a:gd name="connsiteX443" fmla="*/ 1856513 w 6386648"/>
              <a:gd name="connsiteY443" fmla="*/ 1290669 h 1849426"/>
              <a:gd name="connsiteX444" fmla="*/ 1874537 w 6386648"/>
              <a:gd name="connsiteY444" fmla="*/ 1272645 h 1849426"/>
              <a:gd name="connsiteX445" fmla="*/ 3376571 w 6386648"/>
              <a:gd name="connsiteY445" fmla="*/ 1266637 h 1849426"/>
              <a:gd name="connsiteX446" fmla="*/ 3394596 w 6386648"/>
              <a:gd name="connsiteY446" fmla="*/ 1284661 h 1849426"/>
              <a:gd name="connsiteX447" fmla="*/ 3376571 w 6386648"/>
              <a:gd name="connsiteY447" fmla="*/ 1302686 h 1849426"/>
              <a:gd name="connsiteX448" fmla="*/ 3358546 w 6386648"/>
              <a:gd name="connsiteY448" fmla="*/ 1284661 h 1849426"/>
              <a:gd name="connsiteX449" fmla="*/ 3376571 w 6386648"/>
              <a:gd name="connsiteY449" fmla="*/ 1266637 h 1849426"/>
              <a:gd name="connsiteX450" fmla="*/ 2643579 w 6386648"/>
              <a:gd name="connsiteY450" fmla="*/ 1266637 h 1849426"/>
              <a:gd name="connsiteX451" fmla="*/ 2661604 w 6386648"/>
              <a:gd name="connsiteY451" fmla="*/ 1284661 h 1849426"/>
              <a:gd name="connsiteX452" fmla="*/ 2643579 w 6386648"/>
              <a:gd name="connsiteY452" fmla="*/ 1302686 h 1849426"/>
              <a:gd name="connsiteX453" fmla="*/ 2625555 w 6386648"/>
              <a:gd name="connsiteY453" fmla="*/ 1284661 h 1849426"/>
              <a:gd name="connsiteX454" fmla="*/ 2643579 w 6386648"/>
              <a:gd name="connsiteY454" fmla="*/ 1266637 h 1849426"/>
              <a:gd name="connsiteX455" fmla="*/ 1754375 w 6386648"/>
              <a:gd name="connsiteY455" fmla="*/ 1266637 h 1849426"/>
              <a:gd name="connsiteX456" fmla="*/ 1772400 w 6386648"/>
              <a:gd name="connsiteY456" fmla="*/ 1284661 h 1849426"/>
              <a:gd name="connsiteX457" fmla="*/ 1754375 w 6386648"/>
              <a:gd name="connsiteY457" fmla="*/ 1302686 h 1849426"/>
              <a:gd name="connsiteX458" fmla="*/ 1736351 w 6386648"/>
              <a:gd name="connsiteY458" fmla="*/ 1284661 h 1849426"/>
              <a:gd name="connsiteX459" fmla="*/ 1754375 w 6386648"/>
              <a:gd name="connsiteY459" fmla="*/ 1266637 h 1849426"/>
              <a:gd name="connsiteX460" fmla="*/ 4740418 w 6386648"/>
              <a:gd name="connsiteY460" fmla="*/ 1260629 h 1849426"/>
              <a:gd name="connsiteX461" fmla="*/ 4758443 w 6386648"/>
              <a:gd name="connsiteY461" fmla="*/ 1278653 h 1849426"/>
              <a:gd name="connsiteX462" fmla="*/ 4740418 w 6386648"/>
              <a:gd name="connsiteY462" fmla="*/ 1296678 h 1849426"/>
              <a:gd name="connsiteX463" fmla="*/ 4722394 w 6386648"/>
              <a:gd name="connsiteY463" fmla="*/ 1278653 h 1849426"/>
              <a:gd name="connsiteX464" fmla="*/ 4740418 w 6386648"/>
              <a:gd name="connsiteY464" fmla="*/ 1260629 h 1849426"/>
              <a:gd name="connsiteX465" fmla="*/ 4103556 w 6386648"/>
              <a:gd name="connsiteY465" fmla="*/ 1260629 h 1849426"/>
              <a:gd name="connsiteX466" fmla="*/ 4121581 w 6386648"/>
              <a:gd name="connsiteY466" fmla="*/ 1278653 h 1849426"/>
              <a:gd name="connsiteX467" fmla="*/ 4103556 w 6386648"/>
              <a:gd name="connsiteY467" fmla="*/ 1296678 h 1849426"/>
              <a:gd name="connsiteX468" fmla="*/ 4085532 w 6386648"/>
              <a:gd name="connsiteY468" fmla="*/ 1278653 h 1849426"/>
              <a:gd name="connsiteX469" fmla="*/ 4103556 w 6386648"/>
              <a:gd name="connsiteY469" fmla="*/ 1260629 h 1849426"/>
              <a:gd name="connsiteX470" fmla="*/ 3725043 w 6386648"/>
              <a:gd name="connsiteY470" fmla="*/ 1260629 h 1849426"/>
              <a:gd name="connsiteX471" fmla="*/ 3743068 w 6386648"/>
              <a:gd name="connsiteY471" fmla="*/ 1278653 h 1849426"/>
              <a:gd name="connsiteX472" fmla="*/ 3725043 w 6386648"/>
              <a:gd name="connsiteY472" fmla="*/ 1296678 h 1849426"/>
              <a:gd name="connsiteX473" fmla="*/ 3707019 w 6386648"/>
              <a:gd name="connsiteY473" fmla="*/ 1278653 h 1849426"/>
              <a:gd name="connsiteX474" fmla="*/ 3725043 w 6386648"/>
              <a:gd name="connsiteY474" fmla="*/ 1260629 h 1849426"/>
              <a:gd name="connsiteX475" fmla="*/ 1405904 w 6386648"/>
              <a:gd name="connsiteY475" fmla="*/ 1260629 h 1849426"/>
              <a:gd name="connsiteX476" fmla="*/ 1423928 w 6386648"/>
              <a:gd name="connsiteY476" fmla="*/ 1278653 h 1849426"/>
              <a:gd name="connsiteX477" fmla="*/ 1405904 w 6386648"/>
              <a:gd name="connsiteY477" fmla="*/ 1296678 h 1849426"/>
              <a:gd name="connsiteX478" fmla="*/ 1387879 w 6386648"/>
              <a:gd name="connsiteY478" fmla="*/ 1278653 h 1849426"/>
              <a:gd name="connsiteX479" fmla="*/ 1405904 w 6386648"/>
              <a:gd name="connsiteY479" fmla="*/ 1260629 h 1849426"/>
              <a:gd name="connsiteX480" fmla="*/ 492666 w 6386648"/>
              <a:gd name="connsiteY480" fmla="*/ 1260629 h 1849426"/>
              <a:gd name="connsiteX481" fmla="*/ 510691 w 6386648"/>
              <a:gd name="connsiteY481" fmla="*/ 1278653 h 1849426"/>
              <a:gd name="connsiteX482" fmla="*/ 492666 w 6386648"/>
              <a:gd name="connsiteY482" fmla="*/ 1296678 h 1849426"/>
              <a:gd name="connsiteX483" fmla="*/ 474642 w 6386648"/>
              <a:gd name="connsiteY483" fmla="*/ 1278653 h 1849426"/>
              <a:gd name="connsiteX484" fmla="*/ 492666 w 6386648"/>
              <a:gd name="connsiteY484" fmla="*/ 1260629 h 1849426"/>
              <a:gd name="connsiteX485" fmla="*/ 4229726 w 6386648"/>
              <a:gd name="connsiteY485" fmla="*/ 1248613 h 1849426"/>
              <a:gd name="connsiteX486" fmla="*/ 4247751 w 6386648"/>
              <a:gd name="connsiteY486" fmla="*/ 1266638 h 1849426"/>
              <a:gd name="connsiteX487" fmla="*/ 4229726 w 6386648"/>
              <a:gd name="connsiteY487" fmla="*/ 1284662 h 1849426"/>
              <a:gd name="connsiteX488" fmla="*/ 4211702 w 6386648"/>
              <a:gd name="connsiteY488" fmla="*/ 1266638 h 1849426"/>
              <a:gd name="connsiteX489" fmla="*/ 4229726 w 6386648"/>
              <a:gd name="connsiteY489" fmla="*/ 1248613 h 1849426"/>
              <a:gd name="connsiteX490" fmla="*/ 2439302 w 6386648"/>
              <a:gd name="connsiteY490" fmla="*/ 1248613 h 1849426"/>
              <a:gd name="connsiteX491" fmla="*/ 2457327 w 6386648"/>
              <a:gd name="connsiteY491" fmla="*/ 1266638 h 1849426"/>
              <a:gd name="connsiteX492" fmla="*/ 2439302 w 6386648"/>
              <a:gd name="connsiteY492" fmla="*/ 1284662 h 1849426"/>
              <a:gd name="connsiteX493" fmla="*/ 2421278 w 6386648"/>
              <a:gd name="connsiteY493" fmla="*/ 1266638 h 1849426"/>
              <a:gd name="connsiteX494" fmla="*/ 2439302 w 6386648"/>
              <a:gd name="connsiteY494" fmla="*/ 1248613 h 1849426"/>
              <a:gd name="connsiteX495" fmla="*/ 2337165 w 6386648"/>
              <a:gd name="connsiteY495" fmla="*/ 1248613 h 1849426"/>
              <a:gd name="connsiteX496" fmla="*/ 2355189 w 6386648"/>
              <a:gd name="connsiteY496" fmla="*/ 1266638 h 1849426"/>
              <a:gd name="connsiteX497" fmla="*/ 2337165 w 6386648"/>
              <a:gd name="connsiteY497" fmla="*/ 1284662 h 1849426"/>
              <a:gd name="connsiteX498" fmla="*/ 2319140 w 6386648"/>
              <a:gd name="connsiteY498" fmla="*/ 1266638 h 1849426"/>
              <a:gd name="connsiteX499" fmla="*/ 2337165 w 6386648"/>
              <a:gd name="connsiteY499" fmla="*/ 1248613 h 1849426"/>
              <a:gd name="connsiteX500" fmla="*/ 2012725 w 6386648"/>
              <a:gd name="connsiteY500" fmla="*/ 1248613 h 1849426"/>
              <a:gd name="connsiteX501" fmla="*/ 2030750 w 6386648"/>
              <a:gd name="connsiteY501" fmla="*/ 1266638 h 1849426"/>
              <a:gd name="connsiteX502" fmla="*/ 2012725 w 6386648"/>
              <a:gd name="connsiteY502" fmla="*/ 1284662 h 1849426"/>
              <a:gd name="connsiteX503" fmla="*/ 1994701 w 6386648"/>
              <a:gd name="connsiteY503" fmla="*/ 1266638 h 1849426"/>
              <a:gd name="connsiteX504" fmla="*/ 2012725 w 6386648"/>
              <a:gd name="connsiteY504" fmla="*/ 1248613 h 1849426"/>
              <a:gd name="connsiteX505" fmla="*/ 1165578 w 6386648"/>
              <a:gd name="connsiteY505" fmla="*/ 1248613 h 1849426"/>
              <a:gd name="connsiteX506" fmla="*/ 1183602 w 6386648"/>
              <a:gd name="connsiteY506" fmla="*/ 1266638 h 1849426"/>
              <a:gd name="connsiteX507" fmla="*/ 1165578 w 6386648"/>
              <a:gd name="connsiteY507" fmla="*/ 1284662 h 1849426"/>
              <a:gd name="connsiteX508" fmla="*/ 1147553 w 6386648"/>
              <a:gd name="connsiteY508" fmla="*/ 1266638 h 1849426"/>
              <a:gd name="connsiteX509" fmla="*/ 1165578 w 6386648"/>
              <a:gd name="connsiteY509" fmla="*/ 1248613 h 1849426"/>
              <a:gd name="connsiteX510" fmla="*/ 3989401 w 6386648"/>
              <a:gd name="connsiteY510" fmla="*/ 1242605 h 1849426"/>
              <a:gd name="connsiteX511" fmla="*/ 4007426 w 6386648"/>
              <a:gd name="connsiteY511" fmla="*/ 1260629 h 1849426"/>
              <a:gd name="connsiteX512" fmla="*/ 3989401 w 6386648"/>
              <a:gd name="connsiteY512" fmla="*/ 1278654 h 1849426"/>
              <a:gd name="connsiteX513" fmla="*/ 3971377 w 6386648"/>
              <a:gd name="connsiteY513" fmla="*/ 1260629 h 1849426"/>
              <a:gd name="connsiteX514" fmla="*/ 3989401 w 6386648"/>
              <a:gd name="connsiteY514" fmla="*/ 1242605 h 1849426"/>
              <a:gd name="connsiteX515" fmla="*/ 1514049 w 6386648"/>
              <a:gd name="connsiteY515" fmla="*/ 1242605 h 1849426"/>
              <a:gd name="connsiteX516" fmla="*/ 1532074 w 6386648"/>
              <a:gd name="connsiteY516" fmla="*/ 1260629 h 1849426"/>
              <a:gd name="connsiteX517" fmla="*/ 1514049 w 6386648"/>
              <a:gd name="connsiteY517" fmla="*/ 1278654 h 1849426"/>
              <a:gd name="connsiteX518" fmla="*/ 1496025 w 6386648"/>
              <a:gd name="connsiteY518" fmla="*/ 1260629 h 1849426"/>
              <a:gd name="connsiteX519" fmla="*/ 1514049 w 6386648"/>
              <a:gd name="connsiteY519" fmla="*/ 1242605 h 1849426"/>
              <a:gd name="connsiteX520" fmla="*/ 3088181 w 6386648"/>
              <a:gd name="connsiteY520" fmla="*/ 1230588 h 1849426"/>
              <a:gd name="connsiteX521" fmla="*/ 3106206 w 6386648"/>
              <a:gd name="connsiteY521" fmla="*/ 1248612 h 1849426"/>
              <a:gd name="connsiteX522" fmla="*/ 3088181 w 6386648"/>
              <a:gd name="connsiteY522" fmla="*/ 1266637 h 1849426"/>
              <a:gd name="connsiteX523" fmla="*/ 3070157 w 6386648"/>
              <a:gd name="connsiteY523" fmla="*/ 1248612 h 1849426"/>
              <a:gd name="connsiteX524" fmla="*/ 3088181 w 6386648"/>
              <a:gd name="connsiteY524" fmla="*/ 1230588 h 1849426"/>
              <a:gd name="connsiteX525" fmla="*/ 895212 w 6386648"/>
              <a:gd name="connsiteY525" fmla="*/ 1230588 h 1849426"/>
              <a:gd name="connsiteX526" fmla="*/ 913236 w 6386648"/>
              <a:gd name="connsiteY526" fmla="*/ 1248612 h 1849426"/>
              <a:gd name="connsiteX527" fmla="*/ 895212 w 6386648"/>
              <a:gd name="connsiteY527" fmla="*/ 1266637 h 1849426"/>
              <a:gd name="connsiteX528" fmla="*/ 877187 w 6386648"/>
              <a:gd name="connsiteY528" fmla="*/ 1248612 h 1849426"/>
              <a:gd name="connsiteX529" fmla="*/ 895212 w 6386648"/>
              <a:gd name="connsiteY529" fmla="*/ 1230588 h 1849426"/>
              <a:gd name="connsiteX530" fmla="*/ 4626263 w 6386648"/>
              <a:gd name="connsiteY530" fmla="*/ 1224580 h 1849426"/>
              <a:gd name="connsiteX531" fmla="*/ 4644288 w 6386648"/>
              <a:gd name="connsiteY531" fmla="*/ 1242604 h 1849426"/>
              <a:gd name="connsiteX532" fmla="*/ 4626263 w 6386648"/>
              <a:gd name="connsiteY532" fmla="*/ 1260629 h 1849426"/>
              <a:gd name="connsiteX533" fmla="*/ 4608239 w 6386648"/>
              <a:gd name="connsiteY533" fmla="*/ 1242604 h 1849426"/>
              <a:gd name="connsiteX534" fmla="*/ 4626263 w 6386648"/>
              <a:gd name="connsiteY534" fmla="*/ 1224580 h 1849426"/>
              <a:gd name="connsiteX535" fmla="*/ 2547449 w 6386648"/>
              <a:gd name="connsiteY535" fmla="*/ 1224580 h 1849426"/>
              <a:gd name="connsiteX536" fmla="*/ 2565474 w 6386648"/>
              <a:gd name="connsiteY536" fmla="*/ 1242604 h 1849426"/>
              <a:gd name="connsiteX537" fmla="*/ 2547449 w 6386648"/>
              <a:gd name="connsiteY537" fmla="*/ 1260629 h 1849426"/>
              <a:gd name="connsiteX538" fmla="*/ 2529425 w 6386648"/>
              <a:gd name="connsiteY538" fmla="*/ 1242604 h 1849426"/>
              <a:gd name="connsiteX539" fmla="*/ 2547449 w 6386648"/>
              <a:gd name="connsiteY539" fmla="*/ 1224580 h 1849426"/>
              <a:gd name="connsiteX540" fmla="*/ 1628204 w 6386648"/>
              <a:gd name="connsiteY540" fmla="*/ 1224580 h 1849426"/>
              <a:gd name="connsiteX541" fmla="*/ 1646229 w 6386648"/>
              <a:gd name="connsiteY541" fmla="*/ 1242604 h 1849426"/>
              <a:gd name="connsiteX542" fmla="*/ 1628204 w 6386648"/>
              <a:gd name="connsiteY542" fmla="*/ 1260629 h 1849426"/>
              <a:gd name="connsiteX543" fmla="*/ 1610180 w 6386648"/>
              <a:gd name="connsiteY543" fmla="*/ 1242604 h 1849426"/>
              <a:gd name="connsiteX544" fmla="*/ 1628204 w 6386648"/>
              <a:gd name="connsiteY544" fmla="*/ 1224580 h 1849426"/>
              <a:gd name="connsiteX545" fmla="*/ 5052841 w 6386648"/>
              <a:gd name="connsiteY545" fmla="*/ 1212564 h 1849426"/>
              <a:gd name="connsiteX546" fmla="*/ 5070866 w 6386648"/>
              <a:gd name="connsiteY546" fmla="*/ 1230588 h 1849426"/>
              <a:gd name="connsiteX547" fmla="*/ 5052841 w 6386648"/>
              <a:gd name="connsiteY547" fmla="*/ 1248613 h 1849426"/>
              <a:gd name="connsiteX548" fmla="*/ 5034817 w 6386648"/>
              <a:gd name="connsiteY548" fmla="*/ 1230588 h 1849426"/>
              <a:gd name="connsiteX549" fmla="*/ 5052841 w 6386648"/>
              <a:gd name="connsiteY549" fmla="*/ 1212564 h 1849426"/>
              <a:gd name="connsiteX550" fmla="*/ 3845206 w 6386648"/>
              <a:gd name="connsiteY550" fmla="*/ 1206556 h 1849426"/>
              <a:gd name="connsiteX551" fmla="*/ 3863231 w 6386648"/>
              <a:gd name="connsiteY551" fmla="*/ 1224580 h 1849426"/>
              <a:gd name="connsiteX552" fmla="*/ 3845206 w 6386648"/>
              <a:gd name="connsiteY552" fmla="*/ 1242605 h 1849426"/>
              <a:gd name="connsiteX553" fmla="*/ 3827182 w 6386648"/>
              <a:gd name="connsiteY553" fmla="*/ 1224580 h 1849426"/>
              <a:gd name="connsiteX554" fmla="*/ 3845206 w 6386648"/>
              <a:gd name="connsiteY554" fmla="*/ 1206556 h 1849426"/>
              <a:gd name="connsiteX555" fmla="*/ 3604880 w 6386648"/>
              <a:gd name="connsiteY555" fmla="*/ 1206556 h 1849426"/>
              <a:gd name="connsiteX556" fmla="*/ 3622905 w 6386648"/>
              <a:gd name="connsiteY556" fmla="*/ 1224580 h 1849426"/>
              <a:gd name="connsiteX557" fmla="*/ 3604880 w 6386648"/>
              <a:gd name="connsiteY557" fmla="*/ 1242605 h 1849426"/>
              <a:gd name="connsiteX558" fmla="*/ 3586856 w 6386648"/>
              <a:gd name="connsiteY558" fmla="*/ 1224580 h 1849426"/>
              <a:gd name="connsiteX559" fmla="*/ 3604880 w 6386648"/>
              <a:gd name="connsiteY559" fmla="*/ 1206556 h 1849426"/>
              <a:gd name="connsiteX560" fmla="*/ 600813 w 6386648"/>
              <a:gd name="connsiteY560" fmla="*/ 1200548 h 1849426"/>
              <a:gd name="connsiteX561" fmla="*/ 618838 w 6386648"/>
              <a:gd name="connsiteY561" fmla="*/ 1218572 h 1849426"/>
              <a:gd name="connsiteX562" fmla="*/ 600813 w 6386648"/>
              <a:gd name="connsiteY562" fmla="*/ 1236597 h 1849426"/>
              <a:gd name="connsiteX563" fmla="*/ 582789 w 6386648"/>
              <a:gd name="connsiteY563" fmla="*/ 1218572 h 1849426"/>
              <a:gd name="connsiteX564" fmla="*/ 600813 w 6386648"/>
              <a:gd name="connsiteY564" fmla="*/ 1200548 h 1849426"/>
              <a:gd name="connsiteX565" fmla="*/ 2949994 w 6386648"/>
              <a:gd name="connsiteY565" fmla="*/ 1194539 h 1849426"/>
              <a:gd name="connsiteX566" fmla="*/ 2968019 w 6386648"/>
              <a:gd name="connsiteY566" fmla="*/ 1212563 h 1849426"/>
              <a:gd name="connsiteX567" fmla="*/ 2949994 w 6386648"/>
              <a:gd name="connsiteY567" fmla="*/ 1230588 h 1849426"/>
              <a:gd name="connsiteX568" fmla="*/ 2931970 w 6386648"/>
              <a:gd name="connsiteY568" fmla="*/ 1212563 h 1849426"/>
              <a:gd name="connsiteX569" fmla="*/ 2949994 w 6386648"/>
              <a:gd name="connsiteY569" fmla="*/ 1194539 h 1849426"/>
              <a:gd name="connsiteX570" fmla="*/ 1009366 w 6386648"/>
              <a:gd name="connsiteY570" fmla="*/ 1194539 h 1849426"/>
              <a:gd name="connsiteX571" fmla="*/ 1027391 w 6386648"/>
              <a:gd name="connsiteY571" fmla="*/ 1212563 h 1849426"/>
              <a:gd name="connsiteX572" fmla="*/ 1009366 w 6386648"/>
              <a:gd name="connsiteY572" fmla="*/ 1230588 h 1849426"/>
              <a:gd name="connsiteX573" fmla="*/ 991342 w 6386648"/>
              <a:gd name="connsiteY573" fmla="*/ 1212563 h 1849426"/>
              <a:gd name="connsiteX574" fmla="*/ 1009366 w 6386648"/>
              <a:gd name="connsiteY574" fmla="*/ 1194539 h 1849426"/>
              <a:gd name="connsiteX575" fmla="*/ 4932678 w 6386648"/>
              <a:gd name="connsiteY575" fmla="*/ 1188531 h 1849426"/>
              <a:gd name="connsiteX576" fmla="*/ 4950703 w 6386648"/>
              <a:gd name="connsiteY576" fmla="*/ 1206556 h 1849426"/>
              <a:gd name="connsiteX577" fmla="*/ 4932678 w 6386648"/>
              <a:gd name="connsiteY577" fmla="*/ 1224580 h 1849426"/>
              <a:gd name="connsiteX578" fmla="*/ 4914654 w 6386648"/>
              <a:gd name="connsiteY578" fmla="*/ 1206556 h 1849426"/>
              <a:gd name="connsiteX579" fmla="*/ 4932678 w 6386648"/>
              <a:gd name="connsiteY579" fmla="*/ 1188531 h 1849426"/>
              <a:gd name="connsiteX580" fmla="*/ 4361905 w 6386648"/>
              <a:gd name="connsiteY580" fmla="*/ 1188531 h 1849426"/>
              <a:gd name="connsiteX581" fmla="*/ 4379930 w 6386648"/>
              <a:gd name="connsiteY581" fmla="*/ 1206556 h 1849426"/>
              <a:gd name="connsiteX582" fmla="*/ 4361905 w 6386648"/>
              <a:gd name="connsiteY582" fmla="*/ 1224580 h 1849426"/>
              <a:gd name="connsiteX583" fmla="*/ 4343881 w 6386648"/>
              <a:gd name="connsiteY583" fmla="*/ 1206556 h 1849426"/>
              <a:gd name="connsiteX584" fmla="*/ 4361905 w 6386648"/>
              <a:gd name="connsiteY584" fmla="*/ 1188531 h 1849426"/>
              <a:gd name="connsiteX585" fmla="*/ 3220360 w 6386648"/>
              <a:gd name="connsiteY585" fmla="*/ 1188531 h 1849426"/>
              <a:gd name="connsiteX586" fmla="*/ 3238385 w 6386648"/>
              <a:gd name="connsiteY586" fmla="*/ 1206556 h 1849426"/>
              <a:gd name="connsiteX587" fmla="*/ 3220360 w 6386648"/>
              <a:gd name="connsiteY587" fmla="*/ 1224580 h 1849426"/>
              <a:gd name="connsiteX588" fmla="*/ 3202336 w 6386648"/>
              <a:gd name="connsiteY588" fmla="*/ 1206556 h 1849426"/>
              <a:gd name="connsiteX589" fmla="*/ 3220360 w 6386648"/>
              <a:gd name="connsiteY589" fmla="*/ 1188531 h 1849426"/>
              <a:gd name="connsiteX590" fmla="*/ 708959 w 6386648"/>
              <a:gd name="connsiteY590" fmla="*/ 1188531 h 1849426"/>
              <a:gd name="connsiteX591" fmla="*/ 726984 w 6386648"/>
              <a:gd name="connsiteY591" fmla="*/ 1206556 h 1849426"/>
              <a:gd name="connsiteX592" fmla="*/ 708959 w 6386648"/>
              <a:gd name="connsiteY592" fmla="*/ 1224580 h 1849426"/>
              <a:gd name="connsiteX593" fmla="*/ 690935 w 6386648"/>
              <a:gd name="connsiteY593" fmla="*/ 1206556 h 1849426"/>
              <a:gd name="connsiteX594" fmla="*/ 708959 w 6386648"/>
              <a:gd name="connsiteY594" fmla="*/ 1188531 h 1849426"/>
              <a:gd name="connsiteX595" fmla="*/ 4824532 w 6386648"/>
              <a:gd name="connsiteY595" fmla="*/ 1182523 h 1849426"/>
              <a:gd name="connsiteX596" fmla="*/ 4842557 w 6386648"/>
              <a:gd name="connsiteY596" fmla="*/ 1200547 h 1849426"/>
              <a:gd name="connsiteX597" fmla="*/ 4824532 w 6386648"/>
              <a:gd name="connsiteY597" fmla="*/ 1218572 h 1849426"/>
              <a:gd name="connsiteX598" fmla="*/ 4806508 w 6386648"/>
              <a:gd name="connsiteY598" fmla="*/ 1200547 h 1849426"/>
              <a:gd name="connsiteX599" fmla="*/ 4824532 w 6386648"/>
              <a:gd name="connsiteY599" fmla="*/ 1182523 h 1849426"/>
              <a:gd name="connsiteX600" fmla="*/ 1279732 w 6386648"/>
              <a:gd name="connsiteY600" fmla="*/ 1170507 h 1849426"/>
              <a:gd name="connsiteX601" fmla="*/ 1297757 w 6386648"/>
              <a:gd name="connsiteY601" fmla="*/ 1188531 h 1849426"/>
              <a:gd name="connsiteX602" fmla="*/ 1279732 w 6386648"/>
              <a:gd name="connsiteY602" fmla="*/ 1206556 h 1849426"/>
              <a:gd name="connsiteX603" fmla="*/ 1261708 w 6386648"/>
              <a:gd name="connsiteY603" fmla="*/ 1188531 h 1849426"/>
              <a:gd name="connsiteX604" fmla="*/ 1279732 w 6386648"/>
              <a:gd name="connsiteY604" fmla="*/ 1170507 h 1849426"/>
              <a:gd name="connsiteX605" fmla="*/ 3478710 w 6386648"/>
              <a:gd name="connsiteY605" fmla="*/ 1164499 h 1849426"/>
              <a:gd name="connsiteX606" fmla="*/ 3496735 w 6386648"/>
              <a:gd name="connsiteY606" fmla="*/ 1182523 h 1849426"/>
              <a:gd name="connsiteX607" fmla="*/ 3478710 w 6386648"/>
              <a:gd name="connsiteY607" fmla="*/ 1200548 h 1849426"/>
              <a:gd name="connsiteX608" fmla="*/ 3460686 w 6386648"/>
              <a:gd name="connsiteY608" fmla="*/ 1182523 h 1849426"/>
              <a:gd name="connsiteX609" fmla="*/ 3478710 w 6386648"/>
              <a:gd name="connsiteY609" fmla="*/ 1164499 h 1849426"/>
              <a:gd name="connsiteX610" fmla="*/ 2703660 w 6386648"/>
              <a:gd name="connsiteY610" fmla="*/ 1164499 h 1849426"/>
              <a:gd name="connsiteX611" fmla="*/ 2721685 w 6386648"/>
              <a:gd name="connsiteY611" fmla="*/ 1182523 h 1849426"/>
              <a:gd name="connsiteX612" fmla="*/ 2703660 w 6386648"/>
              <a:gd name="connsiteY612" fmla="*/ 1200548 h 1849426"/>
              <a:gd name="connsiteX613" fmla="*/ 2685636 w 6386648"/>
              <a:gd name="connsiteY613" fmla="*/ 1182523 h 1849426"/>
              <a:gd name="connsiteX614" fmla="*/ 2703660 w 6386648"/>
              <a:gd name="connsiteY614" fmla="*/ 1164499 h 1849426"/>
              <a:gd name="connsiteX615" fmla="*/ 4500093 w 6386648"/>
              <a:gd name="connsiteY615" fmla="*/ 1158491 h 1849426"/>
              <a:gd name="connsiteX616" fmla="*/ 4518118 w 6386648"/>
              <a:gd name="connsiteY616" fmla="*/ 1176516 h 1849426"/>
              <a:gd name="connsiteX617" fmla="*/ 4500093 w 6386648"/>
              <a:gd name="connsiteY617" fmla="*/ 1194540 h 1849426"/>
              <a:gd name="connsiteX618" fmla="*/ 4482069 w 6386648"/>
              <a:gd name="connsiteY618" fmla="*/ 1176516 h 1849426"/>
              <a:gd name="connsiteX619" fmla="*/ 4500093 w 6386648"/>
              <a:gd name="connsiteY619" fmla="*/ 1158491 h 1849426"/>
              <a:gd name="connsiteX620" fmla="*/ 4199686 w 6386648"/>
              <a:gd name="connsiteY620" fmla="*/ 1158491 h 1849426"/>
              <a:gd name="connsiteX621" fmla="*/ 4217711 w 6386648"/>
              <a:gd name="connsiteY621" fmla="*/ 1176516 h 1849426"/>
              <a:gd name="connsiteX622" fmla="*/ 4199686 w 6386648"/>
              <a:gd name="connsiteY622" fmla="*/ 1194540 h 1849426"/>
              <a:gd name="connsiteX623" fmla="*/ 4181662 w 6386648"/>
              <a:gd name="connsiteY623" fmla="*/ 1176516 h 1849426"/>
              <a:gd name="connsiteX624" fmla="*/ 4199686 w 6386648"/>
              <a:gd name="connsiteY624" fmla="*/ 1158491 h 1849426"/>
              <a:gd name="connsiteX625" fmla="*/ 2132887 w 6386648"/>
              <a:gd name="connsiteY625" fmla="*/ 1158491 h 1849426"/>
              <a:gd name="connsiteX626" fmla="*/ 2150912 w 6386648"/>
              <a:gd name="connsiteY626" fmla="*/ 1176516 h 1849426"/>
              <a:gd name="connsiteX627" fmla="*/ 2132887 w 6386648"/>
              <a:gd name="connsiteY627" fmla="*/ 1194540 h 1849426"/>
              <a:gd name="connsiteX628" fmla="*/ 2114863 w 6386648"/>
              <a:gd name="connsiteY628" fmla="*/ 1176516 h 1849426"/>
              <a:gd name="connsiteX629" fmla="*/ 2132887 w 6386648"/>
              <a:gd name="connsiteY629" fmla="*/ 1158491 h 1849426"/>
              <a:gd name="connsiteX630" fmla="*/ 1850505 w 6386648"/>
              <a:gd name="connsiteY630" fmla="*/ 1158491 h 1849426"/>
              <a:gd name="connsiteX631" fmla="*/ 1868530 w 6386648"/>
              <a:gd name="connsiteY631" fmla="*/ 1176516 h 1849426"/>
              <a:gd name="connsiteX632" fmla="*/ 1850505 w 6386648"/>
              <a:gd name="connsiteY632" fmla="*/ 1194540 h 1849426"/>
              <a:gd name="connsiteX633" fmla="*/ 1832481 w 6386648"/>
              <a:gd name="connsiteY633" fmla="*/ 1176516 h 1849426"/>
              <a:gd name="connsiteX634" fmla="*/ 1850505 w 6386648"/>
              <a:gd name="connsiteY634" fmla="*/ 1158491 h 1849426"/>
              <a:gd name="connsiteX635" fmla="*/ 3340522 w 6386648"/>
              <a:gd name="connsiteY635" fmla="*/ 1152483 h 1849426"/>
              <a:gd name="connsiteX636" fmla="*/ 3358547 w 6386648"/>
              <a:gd name="connsiteY636" fmla="*/ 1170507 h 1849426"/>
              <a:gd name="connsiteX637" fmla="*/ 3340522 w 6386648"/>
              <a:gd name="connsiteY637" fmla="*/ 1188532 h 1849426"/>
              <a:gd name="connsiteX638" fmla="*/ 3322498 w 6386648"/>
              <a:gd name="connsiteY638" fmla="*/ 1170507 h 1849426"/>
              <a:gd name="connsiteX639" fmla="*/ 3340522 w 6386648"/>
              <a:gd name="connsiteY639" fmla="*/ 1152483 h 1849426"/>
              <a:gd name="connsiteX640" fmla="*/ 2829831 w 6386648"/>
              <a:gd name="connsiteY640" fmla="*/ 1152483 h 1849426"/>
              <a:gd name="connsiteX641" fmla="*/ 2847856 w 6386648"/>
              <a:gd name="connsiteY641" fmla="*/ 1170507 h 1849426"/>
              <a:gd name="connsiteX642" fmla="*/ 2829831 w 6386648"/>
              <a:gd name="connsiteY642" fmla="*/ 1188532 h 1849426"/>
              <a:gd name="connsiteX643" fmla="*/ 2811807 w 6386648"/>
              <a:gd name="connsiteY643" fmla="*/ 1170507 h 1849426"/>
              <a:gd name="connsiteX644" fmla="*/ 2829831 w 6386648"/>
              <a:gd name="connsiteY644" fmla="*/ 1152483 h 1849426"/>
              <a:gd name="connsiteX645" fmla="*/ 2253050 w 6386648"/>
              <a:gd name="connsiteY645" fmla="*/ 1152483 h 1849426"/>
              <a:gd name="connsiteX646" fmla="*/ 2271075 w 6386648"/>
              <a:gd name="connsiteY646" fmla="*/ 1170507 h 1849426"/>
              <a:gd name="connsiteX647" fmla="*/ 2253050 w 6386648"/>
              <a:gd name="connsiteY647" fmla="*/ 1188532 h 1849426"/>
              <a:gd name="connsiteX648" fmla="*/ 2235026 w 6386648"/>
              <a:gd name="connsiteY648" fmla="*/ 1170507 h 1849426"/>
              <a:gd name="connsiteX649" fmla="*/ 2253050 w 6386648"/>
              <a:gd name="connsiteY649" fmla="*/ 1152483 h 1849426"/>
              <a:gd name="connsiteX650" fmla="*/ 1994700 w 6386648"/>
              <a:gd name="connsiteY650" fmla="*/ 1146474 h 1849426"/>
              <a:gd name="connsiteX651" fmla="*/ 2012725 w 6386648"/>
              <a:gd name="connsiteY651" fmla="*/ 1164498 h 1849426"/>
              <a:gd name="connsiteX652" fmla="*/ 1994700 w 6386648"/>
              <a:gd name="connsiteY652" fmla="*/ 1182523 h 1849426"/>
              <a:gd name="connsiteX653" fmla="*/ 1976676 w 6386648"/>
              <a:gd name="connsiteY653" fmla="*/ 1164498 h 1849426"/>
              <a:gd name="connsiteX654" fmla="*/ 1994700 w 6386648"/>
              <a:gd name="connsiteY654" fmla="*/ 1146474 h 1849426"/>
              <a:gd name="connsiteX655" fmla="*/ 1718326 w 6386648"/>
              <a:gd name="connsiteY655" fmla="*/ 1146474 h 1849426"/>
              <a:gd name="connsiteX656" fmla="*/ 1736351 w 6386648"/>
              <a:gd name="connsiteY656" fmla="*/ 1164498 h 1849426"/>
              <a:gd name="connsiteX657" fmla="*/ 1718326 w 6386648"/>
              <a:gd name="connsiteY657" fmla="*/ 1182523 h 1849426"/>
              <a:gd name="connsiteX658" fmla="*/ 1700302 w 6386648"/>
              <a:gd name="connsiteY658" fmla="*/ 1164498 h 1849426"/>
              <a:gd name="connsiteX659" fmla="*/ 1718326 w 6386648"/>
              <a:gd name="connsiteY659" fmla="*/ 1146474 h 1849426"/>
              <a:gd name="connsiteX660" fmla="*/ 1129529 w 6386648"/>
              <a:gd name="connsiteY660" fmla="*/ 1146474 h 1849426"/>
              <a:gd name="connsiteX661" fmla="*/ 1147554 w 6386648"/>
              <a:gd name="connsiteY661" fmla="*/ 1164498 h 1849426"/>
              <a:gd name="connsiteX662" fmla="*/ 1129529 w 6386648"/>
              <a:gd name="connsiteY662" fmla="*/ 1182523 h 1849426"/>
              <a:gd name="connsiteX663" fmla="*/ 1111505 w 6386648"/>
              <a:gd name="connsiteY663" fmla="*/ 1164498 h 1849426"/>
              <a:gd name="connsiteX664" fmla="*/ 1129529 w 6386648"/>
              <a:gd name="connsiteY664" fmla="*/ 1146474 h 1849426"/>
              <a:gd name="connsiteX665" fmla="*/ 498674 w 6386648"/>
              <a:gd name="connsiteY665" fmla="*/ 1140466 h 1849426"/>
              <a:gd name="connsiteX666" fmla="*/ 516699 w 6386648"/>
              <a:gd name="connsiteY666" fmla="*/ 1158490 h 1849426"/>
              <a:gd name="connsiteX667" fmla="*/ 498674 w 6386648"/>
              <a:gd name="connsiteY667" fmla="*/ 1176515 h 1849426"/>
              <a:gd name="connsiteX668" fmla="*/ 480650 w 6386648"/>
              <a:gd name="connsiteY668" fmla="*/ 1158490 h 1849426"/>
              <a:gd name="connsiteX669" fmla="*/ 498674 w 6386648"/>
              <a:gd name="connsiteY669" fmla="*/ 1140466 h 1849426"/>
              <a:gd name="connsiteX670" fmla="*/ 3707019 w 6386648"/>
              <a:gd name="connsiteY670" fmla="*/ 1134458 h 1849426"/>
              <a:gd name="connsiteX671" fmla="*/ 3725044 w 6386648"/>
              <a:gd name="connsiteY671" fmla="*/ 1152482 h 1849426"/>
              <a:gd name="connsiteX672" fmla="*/ 3707019 w 6386648"/>
              <a:gd name="connsiteY672" fmla="*/ 1170507 h 1849426"/>
              <a:gd name="connsiteX673" fmla="*/ 3688994 w 6386648"/>
              <a:gd name="connsiteY673" fmla="*/ 1152482 h 1849426"/>
              <a:gd name="connsiteX674" fmla="*/ 3707019 w 6386648"/>
              <a:gd name="connsiteY674" fmla="*/ 1134458 h 1849426"/>
              <a:gd name="connsiteX675" fmla="*/ 799081 w 6386648"/>
              <a:gd name="connsiteY675" fmla="*/ 1134458 h 1849426"/>
              <a:gd name="connsiteX676" fmla="*/ 817106 w 6386648"/>
              <a:gd name="connsiteY676" fmla="*/ 1152482 h 1849426"/>
              <a:gd name="connsiteX677" fmla="*/ 799081 w 6386648"/>
              <a:gd name="connsiteY677" fmla="*/ 1170507 h 1849426"/>
              <a:gd name="connsiteX678" fmla="*/ 781057 w 6386648"/>
              <a:gd name="connsiteY678" fmla="*/ 1152482 h 1849426"/>
              <a:gd name="connsiteX679" fmla="*/ 799081 w 6386648"/>
              <a:gd name="connsiteY679" fmla="*/ 1134458 h 1849426"/>
              <a:gd name="connsiteX680" fmla="*/ 384520 w 6386648"/>
              <a:gd name="connsiteY680" fmla="*/ 1134458 h 1849426"/>
              <a:gd name="connsiteX681" fmla="*/ 402545 w 6386648"/>
              <a:gd name="connsiteY681" fmla="*/ 1152482 h 1849426"/>
              <a:gd name="connsiteX682" fmla="*/ 384520 w 6386648"/>
              <a:gd name="connsiteY682" fmla="*/ 1170507 h 1849426"/>
              <a:gd name="connsiteX683" fmla="*/ 366496 w 6386648"/>
              <a:gd name="connsiteY683" fmla="*/ 1152482 h 1849426"/>
              <a:gd name="connsiteX684" fmla="*/ 384520 w 6386648"/>
              <a:gd name="connsiteY684" fmla="*/ 1134458 h 1849426"/>
              <a:gd name="connsiteX685" fmla="*/ 3935328 w 6386648"/>
              <a:gd name="connsiteY685" fmla="*/ 1128450 h 1849426"/>
              <a:gd name="connsiteX686" fmla="*/ 3953353 w 6386648"/>
              <a:gd name="connsiteY686" fmla="*/ 1146475 h 1849426"/>
              <a:gd name="connsiteX687" fmla="*/ 3935328 w 6386648"/>
              <a:gd name="connsiteY687" fmla="*/ 1164499 h 1849426"/>
              <a:gd name="connsiteX688" fmla="*/ 3917304 w 6386648"/>
              <a:gd name="connsiteY688" fmla="*/ 1146475 h 1849426"/>
              <a:gd name="connsiteX689" fmla="*/ 3935328 w 6386648"/>
              <a:gd name="connsiteY689" fmla="*/ 1128450 h 1849426"/>
              <a:gd name="connsiteX690" fmla="*/ 1514049 w 6386648"/>
              <a:gd name="connsiteY690" fmla="*/ 1128450 h 1849426"/>
              <a:gd name="connsiteX691" fmla="*/ 1532074 w 6386648"/>
              <a:gd name="connsiteY691" fmla="*/ 1146475 h 1849426"/>
              <a:gd name="connsiteX692" fmla="*/ 1514049 w 6386648"/>
              <a:gd name="connsiteY692" fmla="*/ 1164499 h 1849426"/>
              <a:gd name="connsiteX693" fmla="*/ 1496025 w 6386648"/>
              <a:gd name="connsiteY693" fmla="*/ 1146475 h 1849426"/>
              <a:gd name="connsiteX694" fmla="*/ 1514049 w 6386648"/>
              <a:gd name="connsiteY694" fmla="*/ 1128450 h 1849426"/>
              <a:gd name="connsiteX695" fmla="*/ 4650296 w 6386648"/>
              <a:gd name="connsiteY695" fmla="*/ 1122442 h 1849426"/>
              <a:gd name="connsiteX696" fmla="*/ 4668321 w 6386648"/>
              <a:gd name="connsiteY696" fmla="*/ 1140466 h 1849426"/>
              <a:gd name="connsiteX697" fmla="*/ 4650296 w 6386648"/>
              <a:gd name="connsiteY697" fmla="*/ 1158491 h 1849426"/>
              <a:gd name="connsiteX698" fmla="*/ 4632272 w 6386648"/>
              <a:gd name="connsiteY698" fmla="*/ 1140466 h 1849426"/>
              <a:gd name="connsiteX699" fmla="*/ 4650296 w 6386648"/>
              <a:gd name="connsiteY699" fmla="*/ 1122442 h 1849426"/>
              <a:gd name="connsiteX700" fmla="*/ 4073515 w 6386648"/>
              <a:gd name="connsiteY700" fmla="*/ 1122442 h 1849426"/>
              <a:gd name="connsiteX701" fmla="*/ 4091540 w 6386648"/>
              <a:gd name="connsiteY701" fmla="*/ 1140466 h 1849426"/>
              <a:gd name="connsiteX702" fmla="*/ 4073515 w 6386648"/>
              <a:gd name="connsiteY702" fmla="*/ 1158491 h 1849426"/>
              <a:gd name="connsiteX703" fmla="*/ 4055491 w 6386648"/>
              <a:gd name="connsiteY703" fmla="*/ 1140466 h 1849426"/>
              <a:gd name="connsiteX704" fmla="*/ 4073515 w 6386648"/>
              <a:gd name="connsiteY704" fmla="*/ 1122442 h 1849426"/>
              <a:gd name="connsiteX705" fmla="*/ 2475351 w 6386648"/>
              <a:gd name="connsiteY705" fmla="*/ 1122442 h 1849426"/>
              <a:gd name="connsiteX706" fmla="*/ 2493376 w 6386648"/>
              <a:gd name="connsiteY706" fmla="*/ 1140466 h 1849426"/>
              <a:gd name="connsiteX707" fmla="*/ 2475351 w 6386648"/>
              <a:gd name="connsiteY707" fmla="*/ 1158491 h 1849426"/>
              <a:gd name="connsiteX708" fmla="*/ 2457326 w 6386648"/>
              <a:gd name="connsiteY708" fmla="*/ 1140466 h 1849426"/>
              <a:gd name="connsiteX709" fmla="*/ 2475351 w 6386648"/>
              <a:gd name="connsiteY709" fmla="*/ 1122442 h 1849426"/>
              <a:gd name="connsiteX710" fmla="*/ 1393887 w 6386648"/>
              <a:gd name="connsiteY710" fmla="*/ 1122442 h 1849426"/>
              <a:gd name="connsiteX711" fmla="*/ 1411912 w 6386648"/>
              <a:gd name="connsiteY711" fmla="*/ 1140466 h 1849426"/>
              <a:gd name="connsiteX712" fmla="*/ 1393887 w 6386648"/>
              <a:gd name="connsiteY712" fmla="*/ 1158491 h 1849426"/>
              <a:gd name="connsiteX713" fmla="*/ 1375863 w 6386648"/>
              <a:gd name="connsiteY713" fmla="*/ 1140466 h 1849426"/>
              <a:gd name="connsiteX714" fmla="*/ 1393887 w 6386648"/>
              <a:gd name="connsiteY714" fmla="*/ 1122442 h 1849426"/>
              <a:gd name="connsiteX715" fmla="*/ 3058140 w 6386648"/>
              <a:gd name="connsiteY715" fmla="*/ 1116434 h 1849426"/>
              <a:gd name="connsiteX716" fmla="*/ 3076165 w 6386648"/>
              <a:gd name="connsiteY716" fmla="*/ 1134458 h 1849426"/>
              <a:gd name="connsiteX717" fmla="*/ 3058140 w 6386648"/>
              <a:gd name="connsiteY717" fmla="*/ 1152483 h 1849426"/>
              <a:gd name="connsiteX718" fmla="*/ 3040116 w 6386648"/>
              <a:gd name="connsiteY718" fmla="*/ 1134458 h 1849426"/>
              <a:gd name="connsiteX719" fmla="*/ 3058140 w 6386648"/>
              <a:gd name="connsiteY719" fmla="*/ 1116434 h 1849426"/>
              <a:gd name="connsiteX720" fmla="*/ 4800499 w 6386648"/>
              <a:gd name="connsiteY720" fmla="*/ 1092401 h 1849426"/>
              <a:gd name="connsiteX721" fmla="*/ 4818524 w 6386648"/>
              <a:gd name="connsiteY721" fmla="*/ 1110425 h 1849426"/>
              <a:gd name="connsiteX722" fmla="*/ 4800499 w 6386648"/>
              <a:gd name="connsiteY722" fmla="*/ 1128450 h 1849426"/>
              <a:gd name="connsiteX723" fmla="*/ 4782475 w 6386648"/>
              <a:gd name="connsiteY723" fmla="*/ 1110425 h 1849426"/>
              <a:gd name="connsiteX724" fmla="*/ 4800499 w 6386648"/>
              <a:gd name="connsiteY724" fmla="*/ 1092401 h 1849426"/>
              <a:gd name="connsiteX725" fmla="*/ 2349180 w 6386648"/>
              <a:gd name="connsiteY725" fmla="*/ 1092401 h 1849426"/>
              <a:gd name="connsiteX726" fmla="*/ 2367205 w 6386648"/>
              <a:gd name="connsiteY726" fmla="*/ 1110425 h 1849426"/>
              <a:gd name="connsiteX727" fmla="*/ 2349180 w 6386648"/>
              <a:gd name="connsiteY727" fmla="*/ 1128450 h 1849426"/>
              <a:gd name="connsiteX728" fmla="*/ 2331156 w 6386648"/>
              <a:gd name="connsiteY728" fmla="*/ 1110425 h 1849426"/>
              <a:gd name="connsiteX729" fmla="*/ 2349180 w 6386648"/>
              <a:gd name="connsiteY729" fmla="*/ 1092401 h 1849426"/>
              <a:gd name="connsiteX730" fmla="*/ 931260 w 6386648"/>
              <a:gd name="connsiteY730" fmla="*/ 1092401 h 1849426"/>
              <a:gd name="connsiteX731" fmla="*/ 949285 w 6386648"/>
              <a:gd name="connsiteY731" fmla="*/ 1110425 h 1849426"/>
              <a:gd name="connsiteX732" fmla="*/ 931260 w 6386648"/>
              <a:gd name="connsiteY732" fmla="*/ 1128450 h 1849426"/>
              <a:gd name="connsiteX733" fmla="*/ 913236 w 6386648"/>
              <a:gd name="connsiteY733" fmla="*/ 1110425 h 1849426"/>
              <a:gd name="connsiteX734" fmla="*/ 931260 w 6386648"/>
              <a:gd name="connsiteY734" fmla="*/ 1092401 h 1849426"/>
              <a:gd name="connsiteX735" fmla="*/ 4986752 w 6386648"/>
              <a:gd name="connsiteY735" fmla="*/ 1086393 h 1849426"/>
              <a:gd name="connsiteX736" fmla="*/ 5004777 w 6386648"/>
              <a:gd name="connsiteY736" fmla="*/ 1104417 h 1849426"/>
              <a:gd name="connsiteX737" fmla="*/ 4986752 w 6386648"/>
              <a:gd name="connsiteY737" fmla="*/ 1122442 h 1849426"/>
              <a:gd name="connsiteX738" fmla="*/ 4968728 w 6386648"/>
              <a:gd name="connsiteY738" fmla="*/ 1104417 h 1849426"/>
              <a:gd name="connsiteX739" fmla="*/ 4986752 w 6386648"/>
              <a:gd name="connsiteY739" fmla="*/ 1086393 h 1849426"/>
              <a:gd name="connsiteX740" fmla="*/ 3815165 w 6386648"/>
              <a:gd name="connsiteY740" fmla="*/ 1086393 h 1849426"/>
              <a:gd name="connsiteX741" fmla="*/ 3833190 w 6386648"/>
              <a:gd name="connsiteY741" fmla="*/ 1104417 h 1849426"/>
              <a:gd name="connsiteX742" fmla="*/ 3815165 w 6386648"/>
              <a:gd name="connsiteY742" fmla="*/ 1122442 h 1849426"/>
              <a:gd name="connsiteX743" fmla="*/ 3797141 w 6386648"/>
              <a:gd name="connsiteY743" fmla="*/ 1104417 h 1849426"/>
              <a:gd name="connsiteX744" fmla="*/ 3815165 w 6386648"/>
              <a:gd name="connsiteY744" fmla="*/ 1086393 h 1849426"/>
              <a:gd name="connsiteX745" fmla="*/ 3586856 w 6386648"/>
              <a:gd name="connsiteY745" fmla="*/ 1086393 h 1849426"/>
              <a:gd name="connsiteX746" fmla="*/ 3604881 w 6386648"/>
              <a:gd name="connsiteY746" fmla="*/ 1104417 h 1849426"/>
              <a:gd name="connsiteX747" fmla="*/ 3586856 w 6386648"/>
              <a:gd name="connsiteY747" fmla="*/ 1122442 h 1849426"/>
              <a:gd name="connsiteX748" fmla="*/ 3568831 w 6386648"/>
              <a:gd name="connsiteY748" fmla="*/ 1104417 h 1849426"/>
              <a:gd name="connsiteX749" fmla="*/ 3586856 w 6386648"/>
              <a:gd name="connsiteY749" fmla="*/ 1086393 h 1849426"/>
              <a:gd name="connsiteX750" fmla="*/ 3166287 w 6386648"/>
              <a:gd name="connsiteY750" fmla="*/ 1086393 h 1849426"/>
              <a:gd name="connsiteX751" fmla="*/ 3184312 w 6386648"/>
              <a:gd name="connsiteY751" fmla="*/ 1104417 h 1849426"/>
              <a:gd name="connsiteX752" fmla="*/ 3166287 w 6386648"/>
              <a:gd name="connsiteY752" fmla="*/ 1122442 h 1849426"/>
              <a:gd name="connsiteX753" fmla="*/ 3148262 w 6386648"/>
              <a:gd name="connsiteY753" fmla="*/ 1104417 h 1849426"/>
              <a:gd name="connsiteX754" fmla="*/ 3166287 w 6386648"/>
              <a:gd name="connsiteY754" fmla="*/ 1086393 h 1849426"/>
              <a:gd name="connsiteX755" fmla="*/ 2595514 w 6386648"/>
              <a:gd name="connsiteY755" fmla="*/ 1086393 h 1849426"/>
              <a:gd name="connsiteX756" fmla="*/ 2613539 w 6386648"/>
              <a:gd name="connsiteY756" fmla="*/ 1104417 h 1849426"/>
              <a:gd name="connsiteX757" fmla="*/ 2595514 w 6386648"/>
              <a:gd name="connsiteY757" fmla="*/ 1122442 h 1849426"/>
              <a:gd name="connsiteX758" fmla="*/ 2577489 w 6386648"/>
              <a:gd name="connsiteY758" fmla="*/ 1104417 h 1849426"/>
              <a:gd name="connsiteX759" fmla="*/ 2595514 w 6386648"/>
              <a:gd name="connsiteY759" fmla="*/ 1086393 h 1849426"/>
              <a:gd name="connsiteX760" fmla="*/ 1628204 w 6386648"/>
              <a:gd name="connsiteY760" fmla="*/ 1074377 h 1849426"/>
              <a:gd name="connsiteX761" fmla="*/ 1646229 w 6386648"/>
              <a:gd name="connsiteY761" fmla="*/ 1092401 h 1849426"/>
              <a:gd name="connsiteX762" fmla="*/ 1628204 w 6386648"/>
              <a:gd name="connsiteY762" fmla="*/ 1110426 h 1849426"/>
              <a:gd name="connsiteX763" fmla="*/ 1610180 w 6386648"/>
              <a:gd name="connsiteY763" fmla="*/ 1092401 h 1849426"/>
              <a:gd name="connsiteX764" fmla="*/ 1628204 w 6386648"/>
              <a:gd name="connsiteY764" fmla="*/ 1074377 h 1849426"/>
              <a:gd name="connsiteX765" fmla="*/ 642870 w 6386648"/>
              <a:gd name="connsiteY765" fmla="*/ 1074377 h 1849426"/>
              <a:gd name="connsiteX766" fmla="*/ 660895 w 6386648"/>
              <a:gd name="connsiteY766" fmla="*/ 1092401 h 1849426"/>
              <a:gd name="connsiteX767" fmla="*/ 642870 w 6386648"/>
              <a:gd name="connsiteY767" fmla="*/ 1110426 h 1849426"/>
              <a:gd name="connsiteX768" fmla="*/ 624846 w 6386648"/>
              <a:gd name="connsiteY768" fmla="*/ 1092401 h 1849426"/>
              <a:gd name="connsiteX769" fmla="*/ 642870 w 6386648"/>
              <a:gd name="connsiteY769" fmla="*/ 1074377 h 1849426"/>
              <a:gd name="connsiteX770" fmla="*/ 2925961 w 6386648"/>
              <a:gd name="connsiteY770" fmla="*/ 1068369 h 1849426"/>
              <a:gd name="connsiteX771" fmla="*/ 2943986 w 6386648"/>
              <a:gd name="connsiteY771" fmla="*/ 1086394 h 1849426"/>
              <a:gd name="connsiteX772" fmla="*/ 2925961 w 6386648"/>
              <a:gd name="connsiteY772" fmla="*/ 1104418 h 1849426"/>
              <a:gd name="connsiteX773" fmla="*/ 2907936 w 6386648"/>
              <a:gd name="connsiteY773" fmla="*/ 1086394 h 1849426"/>
              <a:gd name="connsiteX774" fmla="*/ 2925961 w 6386648"/>
              <a:gd name="connsiteY774" fmla="*/ 1068369 h 1849426"/>
              <a:gd name="connsiteX775" fmla="*/ 3424636 w 6386648"/>
              <a:gd name="connsiteY775" fmla="*/ 1062360 h 1849426"/>
              <a:gd name="connsiteX776" fmla="*/ 3442661 w 6386648"/>
              <a:gd name="connsiteY776" fmla="*/ 1080384 h 1849426"/>
              <a:gd name="connsiteX777" fmla="*/ 3424636 w 6386648"/>
              <a:gd name="connsiteY777" fmla="*/ 1098409 h 1849426"/>
              <a:gd name="connsiteX778" fmla="*/ 3406612 w 6386648"/>
              <a:gd name="connsiteY778" fmla="*/ 1080384 h 1849426"/>
              <a:gd name="connsiteX779" fmla="*/ 3424636 w 6386648"/>
              <a:gd name="connsiteY779" fmla="*/ 1062360 h 1849426"/>
              <a:gd name="connsiteX780" fmla="*/ 1249691 w 6386648"/>
              <a:gd name="connsiteY780" fmla="*/ 1062360 h 1849426"/>
              <a:gd name="connsiteX781" fmla="*/ 1267716 w 6386648"/>
              <a:gd name="connsiteY781" fmla="*/ 1080384 h 1849426"/>
              <a:gd name="connsiteX782" fmla="*/ 1249691 w 6386648"/>
              <a:gd name="connsiteY782" fmla="*/ 1098409 h 1849426"/>
              <a:gd name="connsiteX783" fmla="*/ 1231667 w 6386648"/>
              <a:gd name="connsiteY783" fmla="*/ 1080384 h 1849426"/>
              <a:gd name="connsiteX784" fmla="*/ 1249691 w 6386648"/>
              <a:gd name="connsiteY784" fmla="*/ 1062360 h 1849426"/>
              <a:gd name="connsiteX785" fmla="*/ 1075456 w 6386648"/>
              <a:gd name="connsiteY785" fmla="*/ 1062360 h 1849426"/>
              <a:gd name="connsiteX786" fmla="*/ 1093480 w 6386648"/>
              <a:gd name="connsiteY786" fmla="*/ 1080384 h 1849426"/>
              <a:gd name="connsiteX787" fmla="*/ 1075456 w 6386648"/>
              <a:gd name="connsiteY787" fmla="*/ 1098409 h 1849426"/>
              <a:gd name="connsiteX788" fmla="*/ 1057431 w 6386648"/>
              <a:gd name="connsiteY788" fmla="*/ 1080384 h 1849426"/>
              <a:gd name="connsiteX789" fmla="*/ 1075456 w 6386648"/>
              <a:gd name="connsiteY789" fmla="*/ 1062360 h 1849426"/>
              <a:gd name="connsiteX790" fmla="*/ 1928611 w 6386648"/>
              <a:gd name="connsiteY790" fmla="*/ 1056352 h 1849426"/>
              <a:gd name="connsiteX791" fmla="*/ 1946636 w 6386648"/>
              <a:gd name="connsiteY791" fmla="*/ 1074376 h 1849426"/>
              <a:gd name="connsiteX792" fmla="*/ 1928611 w 6386648"/>
              <a:gd name="connsiteY792" fmla="*/ 1092401 h 1849426"/>
              <a:gd name="connsiteX793" fmla="*/ 1910587 w 6386648"/>
              <a:gd name="connsiteY793" fmla="*/ 1074376 h 1849426"/>
              <a:gd name="connsiteX794" fmla="*/ 1928611 w 6386648"/>
              <a:gd name="connsiteY794" fmla="*/ 1056352 h 1849426"/>
              <a:gd name="connsiteX795" fmla="*/ 2709668 w 6386648"/>
              <a:gd name="connsiteY795" fmla="*/ 1044336 h 1849426"/>
              <a:gd name="connsiteX796" fmla="*/ 2727693 w 6386648"/>
              <a:gd name="connsiteY796" fmla="*/ 1062360 h 1849426"/>
              <a:gd name="connsiteX797" fmla="*/ 2709668 w 6386648"/>
              <a:gd name="connsiteY797" fmla="*/ 1080385 h 1849426"/>
              <a:gd name="connsiteX798" fmla="*/ 2691644 w 6386648"/>
              <a:gd name="connsiteY798" fmla="*/ 1062360 h 1849426"/>
              <a:gd name="connsiteX799" fmla="*/ 2709668 w 6386648"/>
              <a:gd name="connsiteY799" fmla="*/ 1044336 h 1849426"/>
              <a:gd name="connsiteX800" fmla="*/ 1784415 w 6386648"/>
              <a:gd name="connsiteY800" fmla="*/ 1044336 h 1849426"/>
              <a:gd name="connsiteX801" fmla="*/ 1802440 w 6386648"/>
              <a:gd name="connsiteY801" fmla="*/ 1062360 h 1849426"/>
              <a:gd name="connsiteX802" fmla="*/ 1784415 w 6386648"/>
              <a:gd name="connsiteY802" fmla="*/ 1080385 h 1849426"/>
              <a:gd name="connsiteX803" fmla="*/ 1766391 w 6386648"/>
              <a:gd name="connsiteY803" fmla="*/ 1062360 h 1849426"/>
              <a:gd name="connsiteX804" fmla="*/ 1784415 w 6386648"/>
              <a:gd name="connsiteY804" fmla="*/ 1044336 h 1849426"/>
              <a:gd name="connsiteX805" fmla="*/ 3292457 w 6386648"/>
              <a:gd name="connsiteY805" fmla="*/ 1038328 h 1849426"/>
              <a:gd name="connsiteX806" fmla="*/ 3310482 w 6386648"/>
              <a:gd name="connsiteY806" fmla="*/ 1056353 h 1849426"/>
              <a:gd name="connsiteX807" fmla="*/ 3292457 w 6386648"/>
              <a:gd name="connsiteY807" fmla="*/ 1074377 h 1849426"/>
              <a:gd name="connsiteX808" fmla="*/ 3274433 w 6386648"/>
              <a:gd name="connsiteY808" fmla="*/ 1056353 h 1849426"/>
              <a:gd name="connsiteX809" fmla="*/ 3292457 w 6386648"/>
              <a:gd name="connsiteY809" fmla="*/ 1038328 h 1849426"/>
              <a:gd name="connsiteX810" fmla="*/ 2198977 w 6386648"/>
              <a:gd name="connsiteY810" fmla="*/ 1038328 h 1849426"/>
              <a:gd name="connsiteX811" fmla="*/ 2217002 w 6386648"/>
              <a:gd name="connsiteY811" fmla="*/ 1056353 h 1849426"/>
              <a:gd name="connsiteX812" fmla="*/ 2198977 w 6386648"/>
              <a:gd name="connsiteY812" fmla="*/ 1074377 h 1849426"/>
              <a:gd name="connsiteX813" fmla="*/ 2180953 w 6386648"/>
              <a:gd name="connsiteY813" fmla="*/ 1056353 h 1849426"/>
              <a:gd name="connsiteX814" fmla="*/ 2198977 w 6386648"/>
              <a:gd name="connsiteY814" fmla="*/ 1038328 h 1849426"/>
              <a:gd name="connsiteX815" fmla="*/ 2078814 w 6386648"/>
              <a:gd name="connsiteY815" fmla="*/ 1032320 h 1849426"/>
              <a:gd name="connsiteX816" fmla="*/ 2096839 w 6386648"/>
              <a:gd name="connsiteY816" fmla="*/ 1050344 h 1849426"/>
              <a:gd name="connsiteX817" fmla="*/ 2078814 w 6386648"/>
              <a:gd name="connsiteY817" fmla="*/ 1068369 h 1849426"/>
              <a:gd name="connsiteX818" fmla="*/ 2060790 w 6386648"/>
              <a:gd name="connsiteY818" fmla="*/ 1050344 h 1849426"/>
              <a:gd name="connsiteX819" fmla="*/ 2078814 w 6386648"/>
              <a:gd name="connsiteY819" fmla="*/ 1032320 h 1849426"/>
              <a:gd name="connsiteX820" fmla="*/ 3983393 w 6386648"/>
              <a:gd name="connsiteY820" fmla="*/ 1026312 h 1849426"/>
              <a:gd name="connsiteX821" fmla="*/ 4001418 w 6386648"/>
              <a:gd name="connsiteY821" fmla="*/ 1044336 h 1849426"/>
              <a:gd name="connsiteX822" fmla="*/ 3983393 w 6386648"/>
              <a:gd name="connsiteY822" fmla="*/ 1062361 h 1849426"/>
              <a:gd name="connsiteX823" fmla="*/ 3965369 w 6386648"/>
              <a:gd name="connsiteY823" fmla="*/ 1044336 h 1849426"/>
              <a:gd name="connsiteX824" fmla="*/ 3983393 w 6386648"/>
              <a:gd name="connsiteY824" fmla="*/ 1026312 h 1849426"/>
              <a:gd name="connsiteX825" fmla="*/ 817106 w 6386648"/>
              <a:gd name="connsiteY825" fmla="*/ 1020304 h 1849426"/>
              <a:gd name="connsiteX826" fmla="*/ 829123 w 6386648"/>
              <a:gd name="connsiteY826" fmla="*/ 1032320 h 1849426"/>
              <a:gd name="connsiteX827" fmla="*/ 817106 w 6386648"/>
              <a:gd name="connsiteY827" fmla="*/ 1044336 h 1849426"/>
              <a:gd name="connsiteX828" fmla="*/ 805090 w 6386648"/>
              <a:gd name="connsiteY828" fmla="*/ 1032320 h 1849426"/>
              <a:gd name="connsiteX829" fmla="*/ 817106 w 6386648"/>
              <a:gd name="connsiteY829" fmla="*/ 1020304 h 1849426"/>
              <a:gd name="connsiteX830" fmla="*/ 2817815 w 6386648"/>
              <a:gd name="connsiteY830" fmla="*/ 1014295 h 1849426"/>
              <a:gd name="connsiteX831" fmla="*/ 2835840 w 6386648"/>
              <a:gd name="connsiteY831" fmla="*/ 1032319 h 1849426"/>
              <a:gd name="connsiteX832" fmla="*/ 2817815 w 6386648"/>
              <a:gd name="connsiteY832" fmla="*/ 1050344 h 1849426"/>
              <a:gd name="connsiteX833" fmla="*/ 2799791 w 6386648"/>
              <a:gd name="connsiteY833" fmla="*/ 1032319 h 1849426"/>
              <a:gd name="connsiteX834" fmla="*/ 2817815 w 6386648"/>
              <a:gd name="connsiteY834" fmla="*/ 1014295 h 1849426"/>
              <a:gd name="connsiteX835" fmla="*/ 2445310 w 6386648"/>
              <a:gd name="connsiteY835" fmla="*/ 1014295 h 1849426"/>
              <a:gd name="connsiteX836" fmla="*/ 2463335 w 6386648"/>
              <a:gd name="connsiteY836" fmla="*/ 1032319 h 1849426"/>
              <a:gd name="connsiteX837" fmla="*/ 2445310 w 6386648"/>
              <a:gd name="connsiteY837" fmla="*/ 1050344 h 1849426"/>
              <a:gd name="connsiteX838" fmla="*/ 2427285 w 6386648"/>
              <a:gd name="connsiteY838" fmla="*/ 1032319 h 1849426"/>
              <a:gd name="connsiteX839" fmla="*/ 2445310 w 6386648"/>
              <a:gd name="connsiteY839" fmla="*/ 1014295 h 1849426"/>
              <a:gd name="connsiteX840" fmla="*/ 420569 w 6386648"/>
              <a:gd name="connsiteY840" fmla="*/ 1014295 h 1849426"/>
              <a:gd name="connsiteX841" fmla="*/ 438594 w 6386648"/>
              <a:gd name="connsiteY841" fmla="*/ 1032319 h 1849426"/>
              <a:gd name="connsiteX842" fmla="*/ 420569 w 6386648"/>
              <a:gd name="connsiteY842" fmla="*/ 1050344 h 1849426"/>
              <a:gd name="connsiteX843" fmla="*/ 402545 w 6386648"/>
              <a:gd name="connsiteY843" fmla="*/ 1032319 h 1849426"/>
              <a:gd name="connsiteX844" fmla="*/ 420569 w 6386648"/>
              <a:gd name="connsiteY844" fmla="*/ 1014295 h 1849426"/>
              <a:gd name="connsiteX845" fmla="*/ 1520057 w 6386648"/>
              <a:gd name="connsiteY845" fmla="*/ 1008287 h 1849426"/>
              <a:gd name="connsiteX846" fmla="*/ 1538082 w 6386648"/>
              <a:gd name="connsiteY846" fmla="*/ 1026312 h 1849426"/>
              <a:gd name="connsiteX847" fmla="*/ 1520057 w 6386648"/>
              <a:gd name="connsiteY847" fmla="*/ 1044336 h 1849426"/>
              <a:gd name="connsiteX848" fmla="*/ 1502033 w 6386648"/>
              <a:gd name="connsiteY848" fmla="*/ 1026312 h 1849426"/>
              <a:gd name="connsiteX849" fmla="*/ 1520057 w 6386648"/>
              <a:gd name="connsiteY849" fmla="*/ 1008287 h 1849426"/>
              <a:gd name="connsiteX850" fmla="*/ 1387878 w 6386648"/>
              <a:gd name="connsiteY850" fmla="*/ 1008287 h 1849426"/>
              <a:gd name="connsiteX851" fmla="*/ 1405903 w 6386648"/>
              <a:gd name="connsiteY851" fmla="*/ 1026312 h 1849426"/>
              <a:gd name="connsiteX852" fmla="*/ 1387878 w 6386648"/>
              <a:gd name="connsiteY852" fmla="*/ 1044336 h 1849426"/>
              <a:gd name="connsiteX853" fmla="*/ 1369854 w 6386648"/>
              <a:gd name="connsiteY853" fmla="*/ 1026312 h 1849426"/>
              <a:gd name="connsiteX854" fmla="*/ 1387878 w 6386648"/>
              <a:gd name="connsiteY854" fmla="*/ 1008287 h 1849426"/>
              <a:gd name="connsiteX855" fmla="*/ 534724 w 6386648"/>
              <a:gd name="connsiteY855" fmla="*/ 1008287 h 1849426"/>
              <a:gd name="connsiteX856" fmla="*/ 552748 w 6386648"/>
              <a:gd name="connsiteY856" fmla="*/ 1026312 h 1849426"/>
              <a:gd name="connsiteX857" fmla="*/ 534724 w 6386648"/>
              <a:gd name="connsiteY857" fmla="*/ 1044336 h 1849426"/>
              <a:gd name="connsiteX858" fmla="*/ 516699 w 6386648"/>
              <a:gd name="connsiteY858" fmla="*/ 1026312 h 1849426"/>
              <a:gd name="connsiteX859" fmla="*/ 534724 w 6386648"/>
              <a:gd name="connsiteY859" fmla="*/ 1008287 h 1849426"/>
              <a:gd name="connsiteX860" fmla="*/ 3016083 w 6386648"/>
              <a:gd name="connsiteY860" fmla="*/ 1002279 h 1849426"/>
              <a:gd name="connsiteX861" fmla="*/ 3034108 w 6386648"/>
              <a:gd name="connsiteY861" fmla="*/ 1020303 h 1849426"/>
              <a:gd name="connsiteX862" fmla="*/ 3016083 w 6386648"/>
              <a:gd name="connsiteY862" fmla="*/ 1038328 h 1849426"/>
              <a:gd name="connsiteX863" fmla="*/ 2998058 w 6386648"/>
              <a:gd name="connsiteY863" fmla="*/ 1020303 h 1849426"/>
              <a:gd name="connsiteX864" fmla="*/ 3016083 w 6386648"/>
              <a:gd name="connsiteY864" fmla="*/ 1002279 h 1849426"/>
              <a:gd name="connsiteX865" fmla="*/ 294398 w 6386648"/>
              <a:gd name="connsiteY865" fmla="*/ 996271 h 1849426"/>
              <a:gd name="connsiteX866" fmla="*/ 312423 w 6386648"/>
              <a:gd name="connsiteY866" fmla="*/ 1014295 h 1849426"/>
              <a:gd name="connsiteX867" fmla="*/ 294398 w 6386648"/>
              <a:gd name="connsiteY867" fmla="*/ 1032320 h 1849426"/>
              <a:gd name="connsiteX868" fmla="*/ 276374 w 6386648"/>
              <a:gd name="connsiteY868" fmla="*/ 1014295 h 1849426"/>
              <a:gd name="connsiteX869" fmla="*/ 294398 w 6386648"/>
              <a:gd name="connsiteY869" fmla="*/ 996271 h 1849426"/>
              <a:gd name="connsiteX870" fmla="*/ 3676978 w 6386648"/>
              <a:gd name="connsiteY870" fmla="*/ 990263 h 1849426"/>
              <a:gd name="connsiteX871" fmla="*/ 3695003 w 6386648"/>
              <a:gd name="connsiteY871" fmla="*/ 1008287 h 1849426"/>
              <a:gd name="connsiteX872" fmla="*/ 3676978 w 6386648"/>
              <a:gd name="connsiteY872" fmla="*/ 1026312 h 1849426"/>
              <a:gd name="connsiteX873" fmla="*/ 3658953 w 6386648"/>
              <a:gd name="connsiteY873" fmla="*/ 1008287 h 1849426"/>
              <a:gd name="connsiteX874" fmla="*/ 3676978 w 6386648"/>
              <a:gd name="connsiteY874" fmla="*/ 990263 h 1849426"/>
              <a:gd name="connsiteX875" fmla="*/ 3544799 w 6386648"/>
              <a:gd name="connsiteY875" fmla="*/ 984255 h 1849426"/>
              <a:gd name="connsiteX876" fmla="*/ 3562824 w 6386648"/>
              <a:gd name="connsiteY876" fmla="*/ 1002279 h 1849426"/>
              <a:gd name="connsiteX877" fmla="*/ 3544799 w 6386648"/>
              <a:gd name="connsiteY877" fmla="*/ 1020304 h 1849426"/>
              <a:gd name="connsiteX878" fmla="*/ 3526775 w 6386648"/>
              <a:gd name="connsiteY878" fmla="*/ 1002279 h 1849426"/>
              <a:gd name="connsiteX879" fmla="*/ 3544799 w 6386648"/>
              <a:gd name="connsiteY879" fmla="*/ 984255 h 1849426"/>
              <a:gd name="connsiteX880" fmla="*/ 708959 w 6386648"/>
              <a:gd name="connsiteY880" fmla="*/ 984255 h 1849426"/>
              <a:gd name="connsiteX881" fmla="*/ 726984 w 6386648"/>
              <a:gd name="connsiteY881" fmla="*/ 1002279 h 1849426"/>
              <a:gd name="connsiteX882" fmla="*/ 708959 w 6386648"/>
              <a:gd name="connsiteY882" fmla="*/ 1020304 h 1849426"/>
              <a:gd name="connsiteX883" fmla="*/ 690935 w 6386648"/>
              <a:gd name="connsiteY883" fmla="*/ 1002279 h 1849426"/>
              <a:gd name="connsiteX884" fmla="*/ 708959 w 6386648"/>
              <a:gd name="connsiteY884" fmla="*/ 984255 h 1849426"/>
              <a:gd name="connsiteX885" fmla="*/ 3803149 w 6386648"/>
              <a:gd name="connsiteY885" fmla="*/ 978247 h 1849426"/>
              <a:gd name="connsiteX886" fmla="*/ 3821174 w 6386648"/>
              <a:gd name="connsiteY886" fmla="*/ 996272 h 1849426"/>
              <a:gd name="connsiteX887" fmla="*/ 3803149 w 6386648"/>
              <a:gd name="connsiteY887" fmla="*/ 1014296 h 1849426"/>
              <a:gd name="connsiteX888" fmla="*/ 3785125 w 6386648"/>
              <a:gd name="connsiteY888" fmla="*/ 996272 h 1849426"/>
              <a:gd name="connsiteX889" fmla="*/ 3803149 w 6386648"/>
              <a:gd name="connsiteY889" fmla="*/ 978247 h 1849426"/>
              <a:gd name="connsiteX890" fmla="*/ 1003358 w 6386648"/>
              <a:gd name="connsiteY890" fmla="*/ 978247 h 1849426"/>
              <a:gd name="connsiteX891" fmla="*/ 1021383 w 6386648"/>
              <a:gd name="connsiteY891" fmla="*/ 996272 h 1849426"/>
              <a:gd name="connsiteX892" fmla="*/ 1003358 w 6386648"/>
              <a:gd name="connsiteY892" fmla="*/ 1014296 h 1849426"/>
              <a:gd name="connsiteX893" fmla="*/ 985334 w 6386648"/>
              <a:gd name="connsiteY893" fmla="*/ 996272 h 1849426"/>
              <a:gd name="connsiteX894" fmla="*/ 1003358 w 6386648"/>
              <a:gd name="connsiteY894" fmla="*/ 978247 h 1849426"/>
              <a:gd name="connsiteX895" fmla="*/ 3196327 w 6386648"/>
              <a:gd name="connsiteY895" fmla="*/ 972238 h 1849426"/>
              <a:gd name="connsiteX896" fmla="*/ 3214352 w 6386648"/>
              <a:gd name="connsiteY896" fmla="*/ 990262 h 1849426"/>
              <a:gd name="connsiteX897" fmla="*/ 3196327 w 6386648"/>
              <a:gd name="connsiteY897" fmla="*/ 1008287 h 1849426"/>
              <a:gd name="connsiteX898" fmla="*/ 3178302 w 6386648"/>
              <a:gd name="connsiteY898" fmla="*/ 990262 h 1849426"/>
              <a:gd name="connsiteX899" fmla="*/ 3196327 w 6386648"/>
              <a:gd name="connsiteY899" fmla="*/ 972238 h 1849426"/>
              <a:gd name="connsiteX900" fmla="*/ 1183602 w 6386648"/>
              <a:gd name="connsiteY900" fmla="*/ 972238 h 1849426"/>
              <a:gd name="connsiteX901" fmla="*/ 1201627 w 6386648"/>
              <a:gd name="connsiteY901" fmla="*/ 990262 h 1849426"/>
              <a:gd name="connsiteX902" fmla="*/ 1183602 w 6386648"/>
              <a:gd name="connsiteY902" fmla="*/ 1008287 h 1849426"/>
              <a:gd name="connsiteX903" fmla="*/ 1165578 w 6386648"/>
              <a:gd name="connsiteY903" fmla="*/ 990262 h 1849426"/>
              <a:gd name="connsiteX904" fmla="*/ 1183602 w 6386648"/>
              <a:gd name="connsiteY904" fmla="*/ 972238 h 1849426"/>
              <a:gd name="connsiteX905" fmla="*/ 2271074 w 6386648"/>
              <a:gd name="connsiteY905" fmla="*/ 960222 h 1849426"/>
              <a:gd name="connsiteX906" fmla="*/ 2289099 w 6386648"/>
              <a:gd name="connsiteY906" fmla="*/ 978246 h 1849426"/>
              <a:gd name="connsiteX907" fmla="*/ 2271074 w 6386648"/>
              <a:gd name="connsiteY907" fmla="*/ 996271 h 1849426"/>
              <a:gd name="connsiteX908" fmla="*/ 2253050 w 6386648"/>
              <a:gd name="connsiteY908" fmla="*/ 978246 h 1849426"/>
              <a:gd name="connsiteX909" fmla="*/ 2271074 w 6386648"/>
              <a:gd name="connsiteY909" fmla="*/ 960222 h 1849426"/>
              <a:gd name="connsiteX910" fmla="*/ 1658245 w 6386648"/>
              <a:gd name="connsiteY910" fmla="*/ 960222 h 1849426"/>
              <a:gd name="connsiteX911" fmla="*/ 1676270 w 6386648"/>
              <a:gd name="connsiteY911" fmla="*/ 978246 h 1849426"/>
              <a:gd name="connsiteX912" fmla="*/ 1658245 w 6386648"/>
              <a:gd name="connsiteY912" fmla="*/ 996271 h 1849426"/>
              <a:gd name="connsiteX913" fmla="*/ 1640221 w 6386648"/>
              <a:gd name="connsiteY913" fmla="*/ 978246 h 1849426"/>
              <a:gd name="connsiteX914" fmla="*/ 1658245 w 6386648"/>
              <a:gd name="connsiteY914" fmla="*/ 960222 h 1849426"/>
              <a:gd name="connsiteX915" fmla="*/ 1958651 w 6386648"/>
              <a:gd name="connsiteY915" fmla="*/ 954214 h 1849426"/>
              <a:gd name="connsiteX916" fmla="*/ 1976676 w 6386648"/>
              <a:gd name="connsiteY916" fmla="*/ 972238 h 1849426"/>
              <a:gd name="connsiteX917" fmla="*/ 1958651 w 6386648"/>
              <a:gd name="connsiteY917" fmla="*/ 990263 h 1849426"/>
              <a:gd name="connsiteX918" fmla="*/ 1940627 w 6386648"/>
              <a:gd name="connsiteY918" fmla="*/ 972238 h 1849426"/>
              <a:gd name="connsiteX919" fmla="*/ 1958651 w 6386648"/>
              <a:gd name="connsiteY919" fmla="*/ 954214 h 1849426"/>
              <a:gd name="connsiteX920" fmla="*/ 2631562 w 6386648"/>
              <a:gd name="connsiteY920" fmla="*/ 948206 h 1849426"/>
              <a:gd name="connsiteX921" fmla="*/ 2649587 w 6386648"/>
              <a:gd name="connsiteY921" fmla="*/ 966231 h 1849426"/>
              <a:gd name="connsiteX922" fmla="*/ 2631562 w 6386648"/>
              <a:gd name="connsiteY922" fmla="*/ 984255 h 1849426"/>
              <a:gd name="connsiteX923" fmla="*/ 2613538 w 6386648"/>
              <a:gd name="connsiteY923" fmla="*/ 966231 h 1849426"/>
              <a:gd name="connsiteX924" fmla="*/ 2631562 w 6386648"/>
              <a:gd name="connsiteY924" fmla="*/ 948206 h 1849426"/>
              <a:gd name="connsiteX925" fmla="*/ 1838489 w 6386648"/>
              <a:gd name="connsiteY925" fmla="*/ 948206 h 1849426"/>
              <a:gd name="connsiteX926" fmla="*/ 1856514 w 6386648"/>
              <a:gd name="connsiteY926" fmla="*/ 966231 h 1849426"/>
              <a:gd name="connsiteX927" fmla="*/ 1838489 w 6386648"/>
              <a:gd name="connsiteY927" fmla="*/ 984255 h 1849426"/>
              <a:gd name="connsiteX928" fmla="*/ 1820465 w 6386648"/>
              <a:gd name="connsiteY928" fmla="*/ 966231 h 1849426"/>
              <a:gd name="connsiteX929" fmla="*/ 1838489 w 6386648"/>
              <a:gd name="connsiteY929" fmla="*/ 948206 h 1849426"/>
              <a:gd name="connsiteX930" fmla="*/ 3430644 w 6386648"/>
              <a:gd name="connsiteY930" fmla="*/ 942198 h 1849426"/>
              <a:gd name="connsiteX931" fmla="*/ 3448669 w 6386648"/>
              <a:gd name="connsiteY931" fmla="*/ 960222 h 1849426"/>
              <a:gd name="connsiteX932" fmla="*/ 3430644 w 6386648"/>
              <a:gd name="connsiteY932" fmla="*/ 978247 h 1849426"/>
              <a:gd name="connsiteX933" fmla="*/ 3412620 w 6386648"/>
              <a:gd name="connsiteY933" fmla="*/ 960222 h 1849426"/>
              <a:gd name="connsiteX934" fmla="*/ 3430644 w 6386648"/>
              <a:gd name="connsiteY934" fmla="*/ 942198 h 1849426"/>
              <a:gd name="connsiteX935" fmla="*/ 2529424 w 6386648"/>
              <a:gd name="connsiteY935" fmla="*/ 942198 h 1849426"/>
              <a:gd name="connsiteX936" fmla="*/ 2547449 w 6386648"/>
              <a:gd name="connsiteY936" fmla="*/ 960222 h 1849426"/>
              <a:gd name="connsiteX937" fmla="*/ 2529424 w 6386648"/>
              <a:gd name="connsiteY937" fmla="*/ 978247 h 1849426"/>
              <a:gd name="connsiteX938" fmla="*/ 2511400 w 6386648"/>
              <a:gd name="connsiteY938" fmla="*/ 960222 h 1849426"/>
              <a:gd name="connsiteX939" fmla="*/ 2529424 w 6386648"/>
              <a:gd name="connsiteY939" fmla="*/ 942198 h 1849426"/>
              <a:gd name="connsiteX940" fmla="*/ 889203 w 6386648"/>
              <a:gd name="connsiteY940" fmla="*/ 942198 h 1849426"/>
              <a:gd name="connsiteX941" fmla="*/ 907228 w 6386648"/>
              <a:gd name="connsiteY941" fmla="*/ 960222 h 1849426"/>
              <a:gd name="connsiteX942" fmla="*/ 889203 w 6386648"/>
              <a:gd name="connsiteY942" fmla="*/ 978247 h 1849426"/>
              <a:gd name="connsiteX943" fmla="*/ 871179 w 6386648"/>
              <a:gd name="connsiteY943" fmla="*/ 960222 h 1849426"/>
              <a:gd name="connsiteX944" fmla="*/ 889203 w 6386648"/>
              <a:gd name="connsiteY944" fmla="*/ 942198 h 1849426"/>
              <a:gd name="connsiteX945" fmla="*/ 3935328 w 6386648"/>
              <a:gd name="connsiteY945" fmla="*/ 936190 h 1849426"/>
              <a:gd name="connsiteX946" fmla="*/ 3953353 w 6386648"/>
              <a:gd name="connsiteY946" fmla="*/ 954214 h 1849426"/>
              <a:gd name="connsiteX947" fmla="*/ 3935328 w 6386648"/>
              <a:gd name="connsiteY947" fmla="*/ 972239 h 1849426"/>
              <a:gd name="connsiteX948" fmla="*/ 3917304 w 6386648"/>
              <a:gd name="connsiteY948" fmla="*/ 954214 h 1849426"/>
              <a:gd name="connsiteX949" fmla="*/ 3935328 w 6386648"/>
              <a:gd name="connsiteY949" fmla="*/ 936190 h 1849426"/>
              <a:gd name="connsiteX950" fmla="*/ 1303765 w 6386648"/>
              <a:gd name="connsiteY950" fmla="*/ 936190 h 1849426"/>
              <a:gd name="connsiteX951" fmla="*/ 1321790 w 6386648"/>
              <a:gd name="connsiteY951" fmla="*/ 954214 h 1849426"/>
              <a:gd name="connsiteX952" fmla="*/ 1303765 w 6386648"/>
              <a:gd name="connsiteY952" fmla="*/ 972239 h 1849426"/>
              <a:gd name="connsiteX953" fmla="*/ 1285741 w 6386648"/>
              <a:gd name="connsiteY953" fmla="*/ 954214 h 1849426"/>
              <a:gd name="connsiteX954" fmla="*/ 1303765 w 6386648"/>
              <a:gd name="connsiteY954" fmla="*/ 936190 h 1849426"/>
              <a:gd name="connsiteX955" fmla="*/ 600813 w 6386648"/>
              <a:gd name="connsiteY955" fmla="*/ 924173 h 1849426"/>
              <a:gd name="connsiteX956" fmla="*/ 618838 w 6386648"/>
              <a:gd name="connsiteY956" fmla="*/ 942197 h 1849426"/>
              <a:gd name="connsiteX957" fmla="*/ 600813 w 6386648"/>
              <a:gd name="connsiteY957" fmla="*/ 960222 h 1849426"/>
              <a:gd name="connsiteX958" fmla="*/ 582789 w 6386648"/>
              <a:gd name="connsiteY958" fmla="*/ 942197 h 1849426"/>
              <a:gd name="connsiteX959" fmla="*/ 600813 w 6386648"/>
              <a:gd name="connsiteY959" fmla="*/ 924173 h 1849426"/>
              <a:gd name="connsiteX960" fmla="*/ 3088181 w 6386648"/>
              <a:gd name="connsiteY960" fmla="*/ 918165 h 1849426"/>
              <a:gd name="connsiteX961" fmla="*/ 3106206 w 6386648"/>
              <a:gd name="connsiteY961" fmla="*/ 936190 h 1849426"/>
              <a:gd name="connsiteX962" fmla="*/ 3088181 w 6386648"/>
              <a:gd name="connsiteY962" fmla="*/ 954214 h 1849426"/>
              <a:gd name="connsiteX963" fmla="*/ 3070157 w 6386648"/>
              <a:gd name="connsiteY963" fmla="*/ 936190 h 1849426"/>
              <a:gd name="connsiteX964" fmla="*/ 3088181 w 6386648"/>
              <a:gd name="connsiteY964" fmla="*/ 918165 h 1849426"/>
              <a:gd name="connsiteX965" fmla="*/ 2883904 w 6386648"/>
              <a:gd name="connsiteY965" fmla="*/ 918165 h 1849426"/>
              <a:gd name="connsiteX966" fmla="*/ 2901929 w 6386648"/>
              <a:gd name="connsiteY966" fmla="*/ 936190 h 1849426"/>
              <a:gd name="connsiteX967" fmla="*/ 2883904 w 6386648"/>
              <a:gd name="connsiteY967" fmla="*/ 954214 h 1849426"/>
              <a:gd name="connsiteX968" fmla="*/ 2865880 w 6386648"/>
              <a:gd name="connsiteY968" fmla="*/ 936190 h 1849426"/>
              <a:gd name="connsiteX969" fmla="*/ 2883904 w 6386648"/>
              <a:gd name="connsiteY969" fmla="*/ 918165 h 1849426"/>
              <a:gd name="connsiteX970" fmla="*/ 2379221 w 6386648"/>
              <a:gd name="connsiteY970" fmla="*/ 918165 h 1849426"/>
              <a:gd name="connsiteX971" fmla="*/ 2397246 w 6386648"/>
              <a:gd name="connsiteY971" fmla="*/ 936190 h 1849426"/>
              <a:gd name="connsiteX972" fmla="*/ 2379221 w 6386648"/>
              <a:gd name="connsiteY972" fmla="*/ 954214 h 1849426"/>
              <a:gd name="connsiteX973" fmla="*/ 2361197 w 6386648"/>
              <a:gd name="connsiteY973" fmla="*/ 936190 h 1849426"/>
              <a:gd name="connsiteX974" fmla="*/ 2379221 w 6386648"/>
              <a:gd name="connsiteY974" fmla="*/ 918165 h 1849426"/>
              <a:gd name="connsiteX975" fmla="*/ 2120871 w 6386648"/>
              <a:gd name="connsiteY975" fmla="*/ 918165 h 1849426"/>
              <a:gd name="connsiteX976" fmla="*/ 2138896 w 6386648"/>
              <a:gd name="connsiteY976" fmla="*/ 936190 h 1849426"/>
              <a:gd name="connsiteX977" fmla="*/ 2120871 w 6386648"/>
              <a:gd name="connsiteY977" fmla="*/ 954214 h 1849426"/>
              <a:gd name="connsiteX978" fmla="*/ 2102847 w 6386648"/>
              <a:gd name="connsiteY978" fmla="*/ 936190 h 1849426"/>
              <a:gd name="connsiteX979" fmla="*/ 2120871 w 6386648"/>
              <a:gd name="connsiteY979" fmla="*/ 918165 h 1849426"/>
              <a:gd name="connsiteX980" fmla="*/ 3328506 w 6386648"/>
              <a:gd name="connsiteY980" fmla="*/ 906149 h 1849426"/>
              <a:gd name="connsiteX981" fmla="*/ 3346531 w 6386648"/>
              <a:gd name="connsiteY981" fmla="*/ 924173 h 1849426"/>
              <a:gd name="connsiteX982" fmla="*/ 3328506 w 6386648"/>
              <a:gd name="connsiteY982" fmla="*/ 942198 h 1849426"/>
              <a:gd name="connsiteX983" fmla="*/ 3310482 w 6386648"/>
              <a:gd name="connsiteY983" fmla="*/ 924173 h 1849426"/>
              <a:gd name="connsiteX984" fmla="*/ 3328506 w 6386648"/>
              <a:gd name="connsiteY984" fmla="*/ 906149 h 1849426"/>
              <a:gd name="connsiteX985" fmla="*/ 1508041 w 6386648"/>
              <a:gd name="connsiteY985" fmla="*/ 900141 h 1849426"/>
              <a:gd name="connsiteX986" fmla="*/ 1526066 w 6386648"/>
              <a:gd name="connsiteY986" fmla="*/ 918165 h 1849426"/>
              <a:gd name="connsiteX987" fmla="*/ 1508041 w 6386648"/>
              <a:gd name="connsiteY987" fmla="*/ 936190 h 1849426"/>
              <a:gd name="connsiteX988" fmla="*/ 1490017 w 6386648"/>
              <a:gd name="connsiteY988" fmla="*/ 918165 h 1849426"/>
              <a:gd name="connsiteX989" fmla="*/ 1508041 w 6386648"/>
              <a:gd name="connsiteY989" fmla="*/ 900141 h 1849426"/>
              <a:gd name="connsiteX990" fmla="*/ 2739709 w 6386648"/>
              <a:gd name="connsiteY990" fmla="*/ 894133 h 1849426"/>
              <a:gd name="connsiteX991" fmla="*/ 2757734 w 6386648"/>
              <a:gd name="connsiteY991" fmla="*/ 912157 h 1849426"/>
              <a:gd name="connsiteX992" fmla="*/ 2739709 w 6386648"/>
              <a:gd name="connsiteY992" fmla="*/ 930182 h 1849426"/>
              <a:gd name="connsiteX993" fmla="*/ 2721685 w 6386648"/>
              <a:gd name="connsiteY993" fmla="*/ 912157 h 1849426"/>
              <a:gd name="connsiteX994" fmla="*/ 2739709 w 6386648"/>
              <a:gd name="connsiteY994" fmla="*/ 894133 h 1849426"/>
              <a:gd name="connsiteX995" fmla="*/ 360487 w 6386648"/>
              <a:gd name="connsiteY995" fmla="*/ 894133 h 1849426"/>
              <a:gd name="connsiteX996" fmla="*/ 378512 w 6386648"/>
              <a:gd name="connsiteY996" fmla="*/ 912157 h 1849426"/>
              <a:gd name="connsiteX997" fmla="*/ 360487 w 6386648"/>
              <a:gd name="connsiteY997" fmla="*/ 930182 h 1849426"/>
              <a:gd name="connsiteX998" fmla="*/ 342463 w 6386648"/>
              <a:gd name="connsiteY998" fmla="*/ 912157 h 1849426"/>
              <a:gd name="connsiteX999" fmla="*/ 360487 w 6386648"/>
              <a:gd name="connsiteY999" fmla="*/ 894133 h 1849426"/>
              <a:gd name="connsiteX1000" fmla="*/ 1093480 w 6386648"/>
              <a:gd name="connsiteY1000" fmla="*/ 888125 h 1849426"/>
              <a:gd name="connsiteX1001" fmla="*/ 1111505 w 6386648"/>
              <a:gd name="connsiteY1001" fmla="*/ 906150 h 1849426"/>
              <a:gd name="connsiteX1002" fmla="*/ 1093480 w 6386648"/>
              <a:gd name="connsiteY1002" fmla="*/ 924174 h 1849426"/>
              <a:gd name="connsiteX1003" fmla="*/ 1075456 w 6386648"/>
              <a:gd name="connsiteY1003" fmla="*/ 906150 h 1849426"/>
              <a:gd name="connsiteX1004" fmla="*/ 1093480 w 6386648"/>
              <a:gd name="connsiteY1004" fmla="*/ 888125 h 1849426"/>
              <a:gd name="connsiteX1005" fmla="*/ 3707019 w 6386648"/>
              <a:gd name="connsiteY1005" fmla="*/ 882116 h 1849426"/>
              <a:gd name="connsiteX1006" fmla="*/ 3725044 w 6386648"/>
              <a:gd name="connsiteY1006" fmla="*/ 900140 h 1849426"/>
              <a:gd name="connsiteX1007" fmla="*/ 3707019 w 6386648"/>
              <a:gd name="connsiteY1007" fmla="*/ 918165 h 1849426"/>
              <a:gd name="connsiteX1008" fmla="*/ 3688994 w 6386648"/>
              <a:gd name="connsiteY1008" fmla="*/ 900140 h 1849426"/>
              <a:gd name="connsiteX1009" fmla="*/ 3707019 w 6386648"/>
              <a:gd name="connsiteY1009" fmla="*/ 882116 h 1849426"/>
              <a:gd name="connsiteX1010" fmla="*/ 1742358 w 6386648"/>
              <a:gd name="connsiteY1010" fmla="*/ 882116 h 1849426"/>
              <a:gd name="connsiteX1011" fmla="*/ 1760383 w 6386648"/>
              <a:gd name="connsiteY1011" fmla="*/ 900140 h 1849426"/>
              <a:gd name="connsiteX1012" fmla="*/ 1742358 w 6386648"/>
              <a:gd name="connsiteY1012" fmla="*/ 918165 h 1849426"/>
              <a:gd name="connsiteX1013" fmla="*/ 1724334 w 6386648"/>
              <a:gd name="connsiteY1013" fmla="*/ 900140 h 1849426"/>
              <a:gd name="connsiteX1014" fmla="*/ 1742358 w 6386648"/>
              <a:gd name="connsiteY1014" fmla="*/ 882116 h 1849426"/>
              <a:gd name="connsiteX1015" fmla="*/ 757024 w 6386648"/>
              <a:gd name="connsiteY1015" fmla="*/ 876108 h 1849426"/>
              <a:gd name="connsiteX1016" fmla="*/ 775049 w 6386648"/>
              <a:gd name="connsiteY1016" fmla="*/ 894132 h 1849426"/>
              <a:gd name="connsiteX1017" fmla="*/ 757024 w 6386648"/>
              <a:gd name="connsiteY1017" fmla="*/ 912157 h 1849426"/>
              <a:gd name="connsiteX1018" fmla="*/ 739000 w 6386648"/>
              <a:gd name="connsiteY1018" fmla="*/ 894132 h 1849426"/>
              <a:gd name="connsiteX1019" fmla="*/ 757024 w 6386648"/>
              <a:gd name="connsiteY1019" fmla="*/ 876108 h 1849426"/>
              <a:gd name="connsiteX1020" fmla="*/ 6104265 w 6386648"/>
              <a:gd name="connsiteY1020" fmla="*/ 870100 h 1849426"/>
              <a:gd name="connsiteX1021" fmla="*/ 6122290 w 6386648"/>
              <a:gd name="connsiteY1021" fmla="*/ 888124 h 1849426"/>
              <a:gd name="connsiteX1022" fmla="*/ 6104265 w 6386648"/>
              <a:gd name="connsiteY1022" fmla="*/ 906149 h 1849426"/>
              <a:gd name="connsiteX1023" fmla="*/ 6086241 w 6386648"/>
              <a:gd name="connsiteY1023" fmla="*/ 888124 h 1849426"/>
              <a:gd name="connsiteX1024" fmla="*/ 6104265 w 6386648"/>
              <a:gd name="connsiteY1024" fmla="*/ 870100 h 1849426"/>
              <a:gd name="connsiteX1025" fmla="*/ 474642 w 6386648"/>
              <a:gd name="connsiteY1025" fmla="*/ 870100 h 1849426"/>
              <a:gd name="connsiteX1026" fmla="*/ 492667 w 6386648"/>
              <a:gd name="connsiteY1026" fmla="*/ 888124 h 1849426"/>
              <a:gd name="connsiteX1027" fmla="*/ 474642 w 6386648"/>
              <a:gd name="connsiteY1027" fmla="*/ 906149 h 1849426"/>
              <a:gd name="connsiteX1028" fmla="*/ 456618 w 6386648"/>
              <a:gd name="connsiteY1028" fmla="*/ 888124 h 1849426"/>
              <a:gd name="connsiteX1029" fmla="*/ 474642 w 6386648"/>
              <a:gd name="connsiteY1029" fmla="*/ 870100 h 1849426"/>
              <a:gd name="connsiteX1030" fmla="*/ 3568832 w 6386648"/>
              <a:gd name="connsiteY1030" fmla="*/ 864092 h 1849426"/>
              <a:gd name="connsiteX1031" fmla="*/ 3586857 w 6386648"/>
              <a:gd name="connsiteY1031" fmla="*/ 882116 h 1849426"/>
              <a:gd name="connsiteX1032" fmla="*/ 3568832 w 6386648"/>
              <a:gd name="connsiteY1032" fmla="*/ 900141 h 1849426"/>
              <a:gd name="connsiteX1033" fmla="*/ 3550808 w 6386648"/>
              <a:gd name="connsiteY1033" fmla="*/ 882116 h 1849426"/>
              <a:gd name="connsiteX1034" fmla="*/ 3568832 w 6386648"/>
              <a:gd name="connsiteY1034" fmla="*/ 864092 h 1849426"/>
              <a:gd name="connsiteX1035" fmla="*/ 2980034 w 6386648"/>
              <a:gd name="connsiteY1035" fmla="*/ 864092 h 1849426"/>
              <a:gd name="connsiteX1036" fmla="*/ 2998059 w 6386648"/>
              <a:gd name="connsiteY1036" fmla="*/ 882116 h 1849426"/>
              <a:gd name="connsiteX1037" fmla="*/ 2980034 w 6386648"/>
              <a:gd name="connsiteY1037" fmla="*/ 900141 h 1849426"/>
              <a:gd name="connsiteX1038" fmla="*/ 2962010 w 6386648"/>
              <a:gd name="connsiteY1038" fmla="*/ 882116 h 1849426"/>
              <a:gd name="connsiteX1039" fmla="*/ 2980034 w 6386648"/>
              <a:gd name="connsiteY1039" fmla="*/ 864092 h 1849426"/>
              <a:gd name="connsiteX1040" fmla="*/ 2012725 w 6386648"/>
              <a:gd name="connsiteY1040" fmla="*/ 864092 h 1849426"/>
              <a:gd name="connsiteX1041" fmla="*/ 2030750 w 6386648"/>
              <a:gd name="connsiteY1041" fmla="*/ 882116 h 1849426"/>
              <a:gd name="connsiteX1042" fmla="*/ 2012725 w 6386648"/>
              <a:gd name="connsiteY1042" fmla="*/ 900141 h 1849426"/>
              <a:gd name="connsiteX1043" fmla="*/ 1994701 w 6386648"/>
              <a:gd name="connsiteY1043" fmla="*/ 882116 h 1849426"/>
              <a:gd name="connsiteX1044" fmla="*/ 2012725 w 6386648"/>
              <a:gd name="connsiteY1044" fmla="*/ 864092 h 1849426"/>
              <a:gd name="connsiteX1045" fmla="*/ 3857222 w 6386648"/>
              <a:gd name="connsiteY1045" fmla="*/ 858084 h 1849426"/>
              <a:gd name="connsiteX1046" fmla="*/ 3875247 w 6386648"/>
              <a:gd name="connsiteY1046" fmla="*/ 876109 h 1849426"/>
              <a:gd name="connsiteX1047" fmla="*/ 3857222 w 6386648"/>
              <a:gd name="connsiteY1047" fmla="*/ 894133 h 1849426"/>
              <a:gd name="connsiteX1048" fmla="*/ 3839197 w 6386648"/>
              <a:gd name="connsiteY1048" fmla="*/ 876109 h 1849426"/>
              <a:gd name="connsiteX1049" fmla="*/ 3857222 w 6386648"/>
              <a:gd name="connsiteY1049" fmla="*/ 858084 h 1849426"/>
              <a:gd name="connsiteX1050" fmla="*/ 1387878 w 6386648"/>
              <a:gd name="connsiteY1050" fmla="*/ 858084 h 1849426"/>
              <a:gd name="connsiteX1051" fmla="*/ 1405903 w 6386648"/>
              <a:gd name="connsiteY1051" fmla="*/ 876109 h 1849426"/>
              <a:gd name="connsiteX1052" fmla="*/ 1387878 w 6386648"/>
              <a:gd name="connsiteY1052" fmla="*/ 894133 h 1849426"/>
              <a:gd name="connsiteX1053" fmla="*/ 1369854 w 6386648"/>
              <a:gd name="connsiteY1053" fmla="*/ 876109 h 1849426"/>
              <a:gd name="connsiteX1054" fmla="*/ 1387878 w 6386648"/>
              <a:gd name="connsiteY1054" fmla="*/ 858084 h 1849426"/>
              <a:gd name="connsiteX1055" fmla="*/ 973317 w 6386648"/>
              <a:gd name="connsiteY1055" fmla="*/ 852076 h 1849426"/>
              <a:gd name="connsiteX1056" fmla="*/ 991342 w 6386648"/>
              <a:gd name="connsiteY1056" fmla="*/ 870100 h 1849426"/>
              <a:gd name="connsiteX1057" fmla="*/ 973317 w 6386648"/>
              <a:gd name="connsiteY1057" fmla="*/ 888125 h 1849426"/>
              <a:gd name="connsiteX1058" fmla="*/ 955293 w 6386648"/>
              <a:gd name="connsiteY1058" fmla="*/ 870100 h 1849426"/>
              <a:gd name="connsiteX1059" fmla="*/ 973317 w 6386648"/>
              <a:gd name="connsiteY1059" fmla="*/ 852076 h 1849426"/>
              <a:gd name="connsiteX1060" fmla="*/ 228308 w 6386648"/>
              <a:gd name="connsiteY1060" fmla="*/ 852076 h 1849426"/>
              <a:gd name="connsiteX1061" fmla="*/ 246333 w 6386648"/>
              <a:gd name="connsiteY1061" fmla="*/ 870100 h 1849426"/>
              <a:gd name="connsiteX1062" fmla="*/ 228308 w 6386648"/>
              <a:gd name="connsiteY1062" fmla="*/ 888125 h 1849426"/>
              <a:gd name="connsiteX1063" fmla="*/ 210284 w 6386648"/>
              <a:gd name="connsiteY1063" fmla="*/ 870100 h 1849426"/>
              <a:gd name="connsiteX1064" fmla="*/ 228308 w 6386648"/>
              <a:gd name="connsiteY1064" fmla="*/ 852076 h 1849426"/>
              <a:gd name="connsiteX1065" fmla="*/ 3196327 w 6386648"/>
              <a:gd name="connsiteY1065" fmla="*/ 846068 h 1849426"/>
              <a:gd name="connsiteX1066" fmla="*/ 3214352 w 6386648"/>
              <a:gd name="connsiteY1066" fmla="*/ 864092 h 1849426"/>
              <a:gd name="connsiteX1067" fmla="*/ 3196327 w 6386648"/>
              <a:gd name="connsiteY1067" fmla="*/ 882117 h 1849426"/>
              <a:gd name="connsiteX1068" fmla="*/ 3178302 w 6386648"/>
              <a:gd name="connsiteY1068" fmla="*/ 864092 h 1849426"/>
              <a:gd name="connsiteX1069" fmla="*/ 3196327 w 6386648"/>
              <a:gd name="connsiteY1069" fmla="*/ 846068 h 1849426"/>
              <a:gd name="connsiteX1070" fmla="*/ 6218419 w 6386648"/>
              <a:gd name="connsiteY1070" fmla="*/ 840059 h 1849426"/>
              <a:gd name="connsiteX1071" fmla="*/ 6236444 w 6386648"/>
              <a:gd name="connsiteY1071" fmla="*/ 858083 h 1849426"/>
              <a:gd name="connsiteX1072" fmla="*/ 6218419 w 6386648"/>
              <a:gd name="connsiteY1072" fmla="*/ 876108 h 1849426"/>
              <a:gd name="connsiteX1073" fmla="*/ 6200395 w 6386648"/>
              <a:gd name="connsiteY1073" fmla="*/ 858083 h 1849426"/>
              <a:gd name="connsiteX1074" fmla="*/ 6218419 w 6386648"/>
              <a:gd name="connsiteY1074" fmla="*/ 840059 h 1849426"/>
              <a:gd name="connsiteX1075" fmla="*/ 5978094 w 6386648"/>
              <a:gd name="connsiteY1075" fmla="*/ 834051 h 1849426"/>
              <a:gd name="connsiteX1076" fmla="*/ 5996119 w 6386648"/>
              <a:gd name="connsiteY1076" fmla="*/ 852075 h 1849426"/>
              <a:gd name="connsiteX1077" fmla="*/ 5978094 w 6386648"/>
              <a:gd name="connsiteY1077" fmla="*/ 870100 h 1849426"/>
              <a:gd name="connsiteX1078" fmla="*/ 5960070 w 6386648"/>
              <a:gd name="connsiteY1078" fmla="*/ 852075 h 1849426"/>
              <a:gd name="connsiteX1079" fmla="*/ 5978094 w 6386648"/>
              <a:gd name="connsiteY1079" fmla="*/ 834051 h 1849426"/>
              <a:gd name="connsiteX1080" fmla="*/ 2198977 w 6386648"/>
              <a:gd name="connsiteY1080" fmla="*/ 834051 h 1849426"/>
              <a:gd name="connsiteX1081" fmla="*/ 2217002 w 6386648"/>
              <a:gd name="connsiteY1081" fmla="*/ 852075 h 1849426"/>
              <a:gd name="connsiteX1082" fmla="*/ 2198977 w 6386648"/>
              <a:gd name="connsiteY1082" fmla="*/ 870100 h 1849426"/>
              <a:gd name="connsiteX1083" fmla="*/ 2180953 w 6386648"/>
              <a:gd name="connsiteY1083" fmla="*/ 852075 h 1849426"/>
              <a:gd name="connsiteX1084" fmla="*/ 2198977 w 6386648"/>
              <a:gd name="connsiteY1084" fmla="*/ 834051 h 1849426"/>
              <a:gd name="connsiteX1085" fmla="*/ 1622196 w 6386648"/>
              <a:gd name="connsiteY1085" fmla="*/ 834051 h 1849426"/>
              <a:gd name="connsiteX1086" fmla="*/ 1640221 w 6386648"/>
              <a:gd name="connsiteY1086" fmla="*/ 852075 h 1849426"/>
              <a:gd name="connsiteX1087" fmla="*/ 1622196 w 6386648"/>
              <a:gd name="connsiteY1087" fmla="*/ 870100 h 1849426"/>
              <a:gd name="connsiteX1088" fmla="*/ 1604172 w 6386648"/>
              <a:gd name="connsiteY1088" fmla="*/ 852075 h 1849426"/>
              <a:gd name="connsiteX1089" fmla="*/ 1622196 w 6386648"/>
              <a:gd name="connsiteY1089" fmla="*/ 834051 h 1849426"/>
              <a:gd name="connsiteX1090" fmla="*/ 1201626 w 6386648"/>
              <a:gd name="connsiteY1090" fmla="*/ 834051 h 1849426"/>
              <a:gd name="connsiteX1091" fmla="*/ 1219651 w 6386648"/>
              <a:gd name="connsiteY1091" fmla="*/ 852075 h 1849426"/>
              <a:gd name="connsiteX1092" fmla="*/ 1201626 w 6386648"/>
              <a:gd name="connsiteY1092" fmla="*/ 870100 h 1849426"/>
              <a:gd name="connsiteX1093" fmla="*/ 1183602 w 6386648"/>
              <a:gd name="connsiteY1093" fmla="*/ 852075 h 1849426"/>
              <a:gd name="connsiteX1094" fmla="*/ 1201626 w 6386648"/>
              <a:gd name="connsiteY1094" fmla="*/ 834051 h 1849426"/>
              <a:gd name="connsiteX1095" fmla="*/ 2469343 w 6386648"/>
              <a:gd name="connsiteY1095" fmla="*/ 828043 h 1849426"/>
              <a:gd name="connsiteX1096" fmla="*/ 2487368 w 6386648"/>
              <a:gd name="connsiteY1096" fmla="*/ 846068 h 1849426"/>
              <a:gd name="connsiteX1097" fmla="*/ 2469343 w 6386648"/>
              <a:gd name="connsiteY1097" fmla="*/ 864092 h 1849426"/>
              <a:gd name="connsiteX1098" fmla="*/ 2451319 w 6386648"/>
              <a:gd name="connsiteY1098" fmla="*/ 846068 h 1849426"/>
              <a:gd name="connsiteX1099" fmla="*/ 2469343 w 6386648"/>
              <a:gd name="connsiteY1099" fmla="*/ 828043 h 1849426"/>
              <a:gd name="connsiteX1100" fmla="*/ 3448669 w 6386648"/>
              <a:gd name="connsiteY1100" fmla="*/ 822035 h 1849426"/>
              <a:gd name="connsiteX1101" fmla="*/ 3466694 w 6386648"/>
              <a:gd name="connsiteY1101" fmla="*/ 840059 h 1849426"/>
              <a:gd name="connsiteX1102" fmla="*/ 3448669 w 6386648"/>
              <a:gd name="connsiteY1102" fmla="*/ 858084 h 1849426"/>
              <a:gd name="connsiteX1103" fmla="*/ 3430645 w 6386648"/>
              <a:gd name="connsiteY1103" fmla="*/ 840059 h 1849426"/>
              <a:gd name="connsiteX1104" fmla="*/ 3448669 w 6386648"/>
              <a:gd name="connsiteY1104" fmla="*/ 822035 h 1849426"/>
              <a:gd name="connsiteX1105" fmla="*/ 1874537 w 6386648"/>
              <a:gd name="connsiteY1105" fmla="*/ 822035 h 1849426"/>
              <a:gd name="connsiteX1106" fmla="*/ 1892562 w 6386648"/>
              <a:gd name="connsiteY1106" fmla="*/ 840059 h 1849426"/>
              <a:gd name="connsiteX1107" fmla="*/ 1874537 w 6386648"/>
              <a:gd name="connsiteY1107" fmla="*/ 858084 h 1849426"/>
              <a:gd name="connsiteX1108" fmla="*/ 1856513 w 6386648"/>
              <a:gd name="connsiteY1108" fmla="*/ 840059 h 1849426"/>
              <a:gd name="connsiteX1109" fmla="*/ 1874537 w 6386648"/>
              <a:gd name="connsiteY1109" fmla="*/ 822035 h 1849426"/>
              <a:gd name="connsiteX1110" fmla="*/ 2823823 w 6386648"/>
              <a:gd name="connsiteY1110" fmla="*/ 816027 h 1849426"/>
              <a:gd name="connsiteX1111" fmla="*/ 2841848 w 6386648"/>
              <a:gd name="connsiteY1111" fmla="*/ 834051 h 1849426"/>
              <a:gd name="connsiteX1112" fmla="*/ 2823823 w 6386648"/>
              <a:gd name="connsiteY1112" fmla="*/ 852076 h 1849426"/>
              <a:gd name="connsiteX1113" fmla="*/ 2805799 w 6386648"/>
              <a:gd name="connsiteY1113" fmla="*/ 834051 h 1849426"/>
              <a:gd name="connsiteX1114" fmla="*/ 2823823 w 6386648"/>
              <a:gd name="connsiteY1114" fmla="*/ 816027 h 1849426"/>
              <a:gd name="connsiteX1115" fmla="*/ 2595514 w 6386648"/>
              <a:gd name="connsiteY1115" fmla="*/ 816027 h 1849426"/>
              <a:gd name="connsiteX1116" fmla="*/ 2613539 w 6386648"/>
              <a:gd name="connsiteY1116" fmla="*/ 834051 h 1849426"/>
              <a:gd name="connsiteX1117" fmla="*/ 2595514 w 6386648"/>
              <a:gd name="connsiteY1117" fmla="*/ 852076 h 1849426"/>
              <a:gd name="connsiteX1118" fmla="*/ 2577489 w 6386648"/>
              <a:gd name="connsiteY1118" fmla="*/ 834051 h 1849426"/>
              <a:gd name="connsiteX1119" fmla="*/ 2595514 w 6386648"/>
              <a:gd name="connsiteY1119" fmla="*/ 816027 h 1849426"/>
              <a:gd name="connsiteX1120" fmla="*/ 2307124 w 6386648"/>
              <a:gd name="connsiteY1120" fmla="*/ 816027 h 1849426"/>
              <a:gd name="connsiteX1121" fmla="*/ 2325148 w 6386648"/>
              <a:gd name="connsiteY1121" fmla="*/ 834051 h 1849426"/>
              <a:gd name="connsiteX1122" fmla="*/ 2307124 w 6386648"/>
              <a:gd name="connsiteY1122" fmla="*/ 852076 h 1849426"/>
              <a:gd name="connsiteX1123" fmla="*/ 2289099 w 6386648"/>
              <a:gd name="connsiteY1123" fmla="*/ 834051 h 1849426"/>
              <a:gd name="connsiteX1124" fmla="*/ 2307124 w 6386648"/>
              <a:gd name="connsiteY1124" fmla="*/ 816027 h 1849426"/>
              <a:gd name="connsiteX1125" fmla="*/ 606821 w 6386648"/>
              <a:gd name="connsiteY1125" fmla="*/ 816027 h 1849426"/>
              <a:gd name="connsiteX1126" fmla="*/ 624846 w 6386648"/>
              <a:gd name="connsiteY1126" fmla="*/ 834051 h 1849426"/>
              <a:gd name="connsiteX1127" fmla="*/ 606821 w 6386648"/>
              <a:gd name="connsiteY1127" fmla="*/ 852076 h 1849426"/>
              <a:gd name="connsiteX1128" fmla="*/ 588797 w 6386648"/>
              <a:gd name="connsiteY1128" fmla="*/ 834051 h 1849426"/>
              <a:gd name="connsiteX1129" fmla="*/ 606821 w 6386648"/>
              <a:gd name="connsiteY1129" fmla="*/ 816027 h 1849426"/>
              <a:gd name="connsiteX1130" fmla="*/ 3292457 w 6386648"/>
              <a:gd name="connsiteY1130" fmla="*/ 791994 h 1849426"/>
              <a:gd name="connsiteX1131" fmla="*/ 3310482 w 6386648"/>
              <a:gd name="connsiteY1131" fmla="*/ 810018 h 1849426"/>
              <a:gd name="connsiteX1132" fmla="*/ 3292457 w 6386648"/>
              <a:gd name="connsiteY1132" fmla="*/ 828043 h 1849426"/>
              <a:gd name="connsiteX1133" fmla="*/ 3274433 w 6386648"/>
              <a:gd name="connsiteY1133" fmla="*/ 810018 h 1849426"/>
              <a:gd name="connsiteX1134" fmla="*/ 3292457 w 6386648"/>
              <a:gd name="connsiteY1134" fmla="*/ 791994 h 1849426"/>
              <a:gd name="connsiteX1135" fmla="*/ 859163 w 6386648"/>
              <a:gd name="connsiteY1135" fmla="*/ 791994 h 1849426"/>
              <a:gd name="connsiteX1136" fmla="*/ 877188 w 6386648"/>
              <a:gd name="connsiteY1136" fmla="*/ 810018 h 1849426"/>
              <a:gd name="connsiteX1137" fmla="*/ 859163 w 6386648"/>
              <a:gd name="connsiteY1137" fmla="*/ 828043 h 1849426"/>
              <a:gd name="connsiteX1138" fmla="*/ 841139 w 6386648"/>
              <a:gd name="connsiteY1138" fmla="*/ 810018 h 1849426"/>
              <a:gd name="connsiteX1139" fmla="*/ 859163 w 6386648"/>
              <a:gd name="connsiteY1139" fmla="*/ 791994 h 1849426"/>
              <a:gd name="connsiteX1140" fmla="*/ 1297756 w 6386648"/>
              <a:gd name="connsiteY1140" fmla="*/ 785986 h 1849426"/>
              <a:gd name="connsiteX1141" fmla="*/ 1315781 w 6386648"/>
              <a:gd name="connsiteY1141" fmla="*/ 804010 h 1849426"/>
              <a:gd name="connsiteX1142" fmla="*/ 1297756 w 6386648"/>
              <a:gd name="connsiteY1142" fmla="*/ 822035 h 1849426"/>
              <a:gd name="connsiteX1143" fmla="*/ 1279732 w 6386648"/>
              <a:gd name="connsiteY1143" fmla="*/ 804010 h 1849426"/>
              <a:gd name="connsiteX1144" fmla="*/ 1297756 w 6386648"/>
              <a:gd name="connsiteY1144" fmla="*/ 785986 h 1849426"/>
              <a:gd name="connsiteX1145" fmla="*/ 324438 w 6386648"/>
              <a:gd name="connsiteY1145" fmla="*/ 785986 h 1849426"/>
              <a:gd name="connsiteX1146" fmla="*/ 342463 w 6386648"/>
              <a:gd name="connsiteY1146" fmla="*/ 804010 h 1849426"/>
              <a:gd name="connsiteX1147" fmla="*/ 324438 w 6386648"/>
              <a:gd name="connsiteY1147" fmla="*/ 822035 h 1849426"/>
              <a:gd name="connsiteX1148" fmla="*/ 306414 w 6386648"/>
              <a:gd name="connsiteY1148" fmla="*/ 804010 h 1849426"/>
              <a:gd name="connsiteX1149" fmla="*/ 324438 w 6386648"/>
              <a:gd name="connsiteY1149" fmla="*/ 785986 h 1849426"/>
              <a:gd name="connsiteX1150" fmla="*/ 3755084 w 6386648"/>
              <a:gd name="connsiteY1150" fmla="*/ 779978 h 1849426"/>
              <a:gd name="connsiteX1151" fmla="*/ 3773109 w 6386648"/>
              <a:gd name="connsiteY1151" fmla="*/ 798002 h 1849426"/>
              <a:gd name="connsiteX1152" fmla="*/ 3755084 w 6386648"/>
              <a:gd name="connsiteY1152" fmla="*/ 816027 h 1849426"/>
              <a:gd name="connsiteX1153" fmla="*/ 3737060 w 6386648"/>
              <a:gd name="connsiteY1153" fmla="*/ 798002 h 1849426"/>
              <a:gd name="connsiteX1154" fmla="*/ 3755084 w 6386648"/>
              <a:gd name="connsiteY1154" fmla="*/ 779978 h 1849426"/>
              <a:gd name="connsiteX1155" fmla="*/ 1496026 w 6386648"/>
              <a:gd name="connsiteY1155" fmla="*/ 779978 h 1849426"/>
              <a:gd name="connsiteX1156" fmla="*/ 1514050 w 6386648"/>
              <a:gd name="connsiteY1156" fmla="*/ 798002 h 1849426"/>
              <a:gd name="connsiteX1157" fmla="*/ 1496026 w 6386648"/>
              <a:gd name="connsiteY1157" fmla="*/ 816027 h 1849426"/>
              <a:gd name="connsiteX1158" fmla="*/ 1478001 w 6386648"/>
              <a:gd name="connsiteY1158" fmla="*/ 798002 h 1849426"/>
              <a:gd name="connsiteX1159" fmla="*/ 1496026 w 6386648"/>
              <a:gd name="connsiteY1159" fmla="*/ 779978 h 1849426"/>
              <a:gd name="connsiteX1160" fmla="*/ 3622905 w 6386648"/>
              <a:gd name="connsiteY1160" fmla="*/ 767962 h 1849426"/>
              <a:gd name="connsiteX1161" fmla="*/ 3640930 w 6386648"/>
              <a:gd name="connsiteY1161" fmla="*/ 785987 h 1849426"/>
              <a:gd name="connsiteX1162" fmla="*/ 3622905 w 6386648"/>
              <a:gd name="connsiteY1162" fmla="*/ 804011 h 1849426"/>
              <a:gd name="connsiteX1163" fmla="*/ 3604881 w 6386648"/>
              <a:gd name="connsiteY1163" fmla="*/ 785987 h 1849426"/>
              <a:gd name="connsiteX1164" fmla="*/ 3622905 w 6386648"/>
              <a:gd name="connsiteY1164" fmla="*/ 767962 h 1849426"/>
              <a:gd name="connsiteX1165" fmla="*/ 3112213 w 6386648"/>
              <a:gd name="connsiteY1165" fmla="*/ 767962 h 1849426"/>
              <a:gd name="connsiteX1166" fmla="*/ 3130238 w 6386648"/>
              <a:gd name="connsiteY1166" fmla="*/ 785987 h 1849426"/>
              <a:gd name="connsiteX1167" fmla="*/ 3112213 w 6386648"/>
              <a:gd name="connsiteY1167" fmla="*/ 804011 h 1849426"/>
              <a:gd name="connsiteX1168" fmla="*/ 3094189 w 6386648"/>
              <a:gd name="connsiteY1168" fmla="*/ 785987 h 1849426"/>
              <a:gd name="connsiteX1169" fmla="*/ 3112213 w 6386648"/>
              <a:gd name="connsiteY1169" fmla="*/ 767962 h 1849426"/>
              <a:gd name="connsiteX1170" fmla="*/ 714968 w 6386648"/>
              <a:gd name="connsiteY1170" fmla="*/ 767962 h 1849426"/>
              <a:gd name="connsiteX1171" fmla="*/ 732992 w 6386648"/>
              <a:gd name="connsiteY1171" fmla="*/ 785987 h 1849426"/>
              <a:gd name="connsiteX1172" fmla="*/ 714968 w 6386648"/>
              <a:gd name="connsiteY1172" fmla="*/ 804011 h 1849426"/>
              <a:gd name="connsiteX1173" fmla="*/ 696943 w 6386648"/>
              <a:gd name="connsiteY1173" fmla="*/ 785987 h 1849426"/>
              <a:gd name="connsiteX1174" fmla="*/ 714968 w 6386648"/>
              <a:gd name="connsiteY1174" fmla="*/ 767962 h 1849426"/>
              <a:gd name="connsiteX1175" fmla="*/ 2986042 w 6386648"/>
              <a:gd name="connsiteY1175" fmla="*/ 761954 h 1849426"/>
              <a:gd name="connsiteX1176" fmla="*/ 3004067 w 6386648"/>
              <a:gd name="connsiteY1176" fmla="*/ 779978 h 1849426"/>
              <a:gd name="connsiteX1177" fmla="*/ 2986042 w 6386648"/>
              <a:gd name="connsiteY1177" fmla="*/ 798003 h 1849426"/>
              <a:gd name="connsiteX1178" fmla="*/ 2968017 w 6386648"/>
              <a:gd name="connsiteY1178" fmla="*/ 779978 h 1849426"/>
              <a:gd name="connsiteX1179" fmla="*/ 2986042 w 6386648"/>
              <a:gd name="connsiteY1179" fmla="*/ 761954 h 1849426"/>
              <a:gd name="connsiteX1180" fmla="*/ 1736351 w 6386648"/>
              <a:gd name="connsiteY1180" fmla="*/ 761954 h 1849426"/>
              <a:gd name="connsiteX1181" fmla="*/ 1754375 w 6386648"/>
              <a:gd name="connsiteY1181" fmla="*/ 779978 h 1849426"/>
              <a:gd name="connsiteX1182" fmla="*/ 1736351 w 6386648"/>
              <a:gd name="connsiteY1182" fmla="*/ 798003 h 1849426"/>
              <a:gd name="connsiteX1183" fmla="*/ 1718326 w 6386648"/>
              <a:gd name="connsiteY1183" fmla="*/ 779978 h 1849426"/>
              <a:gd name="connsiteX1184" fmla="*/ 1736351 w 6386648"/>
              <a:gd name="connsiteY1184" fmla="*/ 761954 h 1849426"/>
              <a:gd name="connsiteX1185" fmla="*/ 5863939 w 6386648"/>
              <a:gd name="connsiteY1185" fmla="*/ 755946 h 1849426"/>
              <a:gd name="connsiteX1186" fmla="*/ 5881964 w 6386648"/>
              <a:gd name="connsiteY1186" fmla="*/ 773970 h 1849426"/>
              <a:gd name="connsiteX1187" fmla="*/ 5863939 w 6386648"/>
              <a:gd name="connsiteY1187" fmla="*/ 791995 h 1849426"/>
              <a:gd name="connsiteX1188" fmla="*/ 5845915 w 6386648"/>
              <a:gd name="connsiteY1188" fmla="*/ 773970 h 1849426"/>
              <a:gd name="connsiteX1189" fmla="*/ 5863939 w 6386648"/>
              <a:gd name="connsiteY1189" fmla="*/ 755946 h 1849426"/>
              <a:gd name="connsiteX1190" fmla="*/ 2685636 w 6386648"/>
              <a:gd name="connsiteY1190" fmla="*/ 755946 h 1849426"/>
              <a:gd name="connsiteX1191" fmla="*/ 2703661 w 6386648"/>
              <a:gd name="connsiteY1191" fmla="*/ 773970 h 1849426"/>
              <a:gd name="connsiteX1192" fmla="*/ 2685636 w 6386648"/>
              <a:gd name="connsiteY1192" fmla="*/ 791995 h 1849426"/>
              <a:gd name="connsiteX1193" fmla="*/ 2667611 w 6386648"/>
              <a:gd name="connsiteY1193" fmla="*/ 773970 h 1849426"/>
              <a:gd name="connsiteX1194" fmla="*/ 2685636 w 6386648"/>
              <a:gd name="connsiteY1194" fmla="*/ 755946 h 1849426"/>
              <a:gd name="connsiteX1195" fmla="*/ 1069447 w 6386648"/>
              <a:gd name="connsiteY1195" fmla="*/ 755946 h 1849426"/>
              <a:gd name="connsiteX1196" fmla="*/ 1087472 w 6386648"/>
              <a:gd name="connsiteY1196" fmla="*/ 773970 h 1849426"/>
              <a:gd name="connsiteX1197" fmla="*/ 1069447 w 6386648"/>
              <a:gd name="connsiteY1197" fmla="*/ 791995 h 1849426"/>
              <a:gd name="connsiteX1198" fmla="*/ 1051423 w 6386648"/>
              <a:gd name="connsiteY1198" fmla="*/ 773970 h 1849426"/>
              <a:gd name="connsiteX1199" fmla="*/ 1069447 w 6386648"/>
              <a:gd name="connsiteY1199" fmla="*/ 755946 h 1849426"/>
              <a:gd name="connsiteX1200" fmla="*/ 3935328 w 6386648"/>
              <a:gd name="connsiteY1200" fmla="*/ 749937 h 1849426"/>
              <a:gd name="connsiteX1201" fmla="*/ 3953353 w 6386648"/>
              <a:gd name="connsiteY1201" fmla="*/ 767961 h 1849426"/>
              <a:gd name="connsiteX1202" fmla="*/ 3935328 w 6386648"/>
              <a:gd name="connsiteY1202" fmla="*/ 785986 h 1849426"/>
              <a:gd name="connsiteX1203" fmla="*/ 3917304 w 6386648"/>
              <a:gd name="connsiteY1203" fmla="*/ 767961 h 1849426"/>
              <a:gd name="connsiteX1204" fmla="*/ 3935328 w 6386648"/>
              <a:gd name="connsiteY1204" fmla="*/ 749937 h 1849426"/>
              <a:gd name="connsiteX1205" fmla="*/ 2114863 w 6386648"/>
              <a:gd name="connsiteY1205" fmla="*/ 749937 h 1849426"/>
              <a:gd name="connsiteX1206" fmla="*/ 2132888 w 6386648"/>
              <a:gd name="connsiteY1206" fmla="*/ 767961 h 1849426"/>
              <a:gd name="connsiteX1207" fmla="*/ 2114863 w 6386648"/>
              <a:gd name="connsiteY1207" fmla="*/ 785986 h 1849426"/>
              <a:gd name="connsiteX1208" fmla="*/ 2096839 w 6386648"/>
              <a:gd name="connsiteY1208" fmla="*/ 767961 h 1849426"/>
              <a:gd name="connsiteX1209" fmla="*/ 2114863 w 6386648"/>
              <a:gd name="connsiteY1209" fmla="*/ 749937 h 1849426"/>
              <a:gd name="connsiteX1210" fmla="*/ 2006717 w 6386648"/>
              <a:gd name="connsiteY1210" fmla="*/ 749937 h 1849426"/>
              <a:gd name="connsiteX1211" fmla="*/ 2024741 w 6386648"/>
              <a:gd name="connsiteY1211" fmla="*/ 767961 h 1849426"/>
              <a:gd name="connsiteX1212" fmla="*/ 2006717 w 6386648"/>
              <a:gd name="connsiteY1212" fmla="*/ 785986 h 1849426"/>
              <a:gd name="connsiteX1213" fmla="*/ 1988692 w 6386648"/>
              <a:gd name="connsiteY1213" fmla="*/ 767961 h 1849426"/>
              <a:gd name="connsiteX1214" fmla="*/ 2006717 w 6386648"/>
              <a:gd name="connsiteY1214" fmla="*/ 749937 h 1849426"/>
              <a:gd name="connsiteX1215" fmla="*/ 6116281 w 6386648"/>
              <a:gd name="connsiteY1215" fmla="*/ 737921 h 1849426"/>
              <a:gd name="connsiteX1216" fmla="*/ 6134306 w 6386648"/>
              <a:gd name="connsiteY1216" fmla="*/ 755946 h 1849426"/>
              <a:gd name="connsiteX1217" fmla="*/ 6116281 w 6386648"/>
              <a:gd name="connsiteY1217" fmla="*/ 773970 h 1849426"/>
              <a:gd name="connsiteX1218" fmla="*/ 6098257 w 6386648"/>
              <a:gd name="connsiteY1218" fmla="*/ 755946 h 1849426"/>
              <a:gd name="connsiteX1219" fmla="*/ 6116281 w 6386648"/>
              <a:gd name="connsiteY1219" fmla="*/ 737921 h 1849426"/>
              <a:gd name="connsiteX1220" fmla="*/ 2397246 w 6386648"/>
              <a:gd name="connsiteY1220" fmla="*/ 737921 h 1849426"/>
              <a:gd name="connsiteX1221" fmla="*/ 2415270 w 6386648"/>
              <a:gd name="connsiteY1221" fmla="*/ 755946 h 1849426"/>
              <a:gd name="connsiteX1222" fmla="*/ 2397246 w 6386648"/>
              <a:gd name="connsiteY1222" fmla="*/ 773970 h 1849426"/>
              <a:gd name="connsiteX1223" fmla="*/ 2379221 w 6386648"/>
              <a:gd name="connsiteY1223" fmla="*/ 755946 h 1849426"/>
              <a:gd name="connsiteX1224" fmla="*/ 2397246 w 6386648"/>
              <a:gd name="connsiteY1224" fmla="*/ 737921 h 1849426"/>
              <a:gd name="connsiteX1225" fmla="*/ 522707 w 6386648"/>
              <a:gd name="connsiteY1225" fmla="*/ 731913 h 1849426"/>
              <a:gd name="connsiteX1226" fmla="*/ 540732 w 6386648"/>
              <a:gd name="connsiteY1226" fmla="*/ 749937 h 1849426"/>
              <a:gd name="connsiteX1227" fmla="*/ 522707 w 6386648"/>
              <a:gd name="connsiteY1227" fmla="*/ 767962 h 1849426"/>
              <a:gd name="connsiteX1228" fmla="*/ 504683 w 6386648"/>
              <a:gd name="connsiteY1228" fmla="*/ 749937 h 1849426"/>
              <a:gd name="connsiteX1229" fmla="*/ 522707 w 6386648"/>
              <a:gd name="connsiteY1229" fmla="*/ 731913 h 1849426"/>
              <a:gd name="connsiteX1230" fmla="*/ 414561 w 6386648"/>
              <a:gd name="connsiteY1230" fmla="*/ 731913 h 1849426"/>
              <a:gd name="connsiteX1231" fmla="*/ 432586 w 6386648"/>
              <a:gd name="connsiteY1231" fmla="*/ 749937 h 1849426"/>
              <a:gd name="connsiteX1232" fmla="*/ 414561 w 6386648"/>
              <a:gd name="connsiteY1232" fmla="*/ 767962 h 1849426"/>
              <a:gd name="connsiteX1233" fmla="*/ 396537 w 6386648"/>
              <a:gd name="connsiteY1233" fmla="*/ 749937 h 1849426"/>
              <a:gd name="connsiteX1234" fmla="*/ 414561 w 6386648"/>
              <a:gd name="connsiteY1234" fmla="*/ 731913 h 1849426"/>
              <a:gd name="connsiteX1235" fmla="*/ 6236444 w 6386648"/>
              <a:gd name="connsiteY1235" fmla="*/ 725905 h 1849426"/>
              <a:gd name="connsiteX1236" fmla="*/ 6254469 w 6386648"/>
              <a:gd name="connsiteY1236" fmla="*/ 743929 h 1849426"/>
              <a:gd name="connsiteX1237" fmla="*/ 6236444 w 6386648"/>
              <a:gd name="connsiteY1237" fmla="*/ 761954 h 1849426"/>
              <a:gd name="connsiteX1238" fmla="*/ 6218420 w 6386648"/>
              <a:gd name="connsiteY1238" fmla="*/ 743929 h 1849426"/>
              <a:gd name="connsiteX1239" fmla="*/ 6236444 w 6386648"/>
              <a:gd name="connsiteY1239" fmla="*/ 725905 h 1849426"/>
              <a:gd name="connsiteX1240" fmla="*/ 961301 w 6386648"/>
              <a:gd name="connsiteY1240" fmla="*/ 725905 h 1849426"/>
              <a:gd name="connsiteX1241" fmla="*/ 979326 w 6386648"/>
              <a:gd name="connsiteY1241" fmla="*/ 743929 h 1849426"/>
              <a:gd name="connsiteX1242" fmla="*/ 961301 w 6386648"/>
              <a:gd name="connsiteY1242" fmla="*/ 761954 h 1849426"/>
              <a:gd name="connsiteX1243" fmla="*/ 943277 w 6386648"/>
              <a:gd name="connsiteY1243" fmla="*/ 743929 h 1849426"/>
              <a:gd name="connsiteX1244" fmla="*/ 961301 w 6386648"/>
              <a:gd name="connsiteY1244" fmla="*/ 725905 h 1849426"/>
              <a:gd name="connsiteX1245" fmla="*/ 3400604 w 6386648"/>
              <a:gd name="connsiteY1245" fmla="*/ 719897 h 1849426"/>
              <a:gd name="connsiteX1246" fmla="*/ 3418629 w 6386648"/>
              <a:gd name="connsiteY1246" fmla="*/ 737921 h 1849426"/>
              <a:gd name="connsiteX1247" fmla="*/ 3400604 w 6386648"/>
              <a:gd name="connsiteY1247" fmla="*/ 755946 h 1849426"/>
              <a:gd name="connsiteX1248" fmla="*/ 3382580 w 6386648"/>
              <a:gd name="connsiteY1248" fmla="*/ 737921 h 1849426"/>
              <a:gd name="connsiteX1249" fmla="*/ 3400604 w 6386648"/>
              <a:gd name="connsiteY1249" fmla="*/ 719897 h 1849426"/>
              <a:gd name="connsiteX1250" fmla="*/ 6002126 w 6386648"/>
              <a:gd name="connsiteY1250" fmla="*/ 713889 h 1849426"/>
              <a:gd name="connsiteX1251" fmla="*/ 6020151 w 6386648"/>
              <a:gd name="connsiteY1251" fmla="*/ 731913 h 1849426"/>
              <a:gd name="connsiteX1252" fmla="*/ 6002126 w 6386648"/>
              <a:gd name="connsiteY1252" fmla="*/ 749938 h 1849426"/>
              <a:gd name="connsiteX1253" fmla="*/ 5984102 w 6386648"/>
              <a:gd name="connsiteY1253" fmla="*/ 731913 h 1849426"/>
              <a:gd name="connsiteX1254" fmla="*/ 6002126 w 6386648"/>
              <a:gd name="connsiteY1254" fmla="*/ 713889 h 1849426"/>
              <a:gd name="connsiteX1255" fmla="*/ 1610179 w 6386648"/>
              <a:gd name="connsiteY1255" fmla="*/ 713889 h 1849426"/>
              <a:gd name="connsiteX1256" fmla="*/ 1628204 w 6386648"/>
              <a:gd name="connsiteY1256" fmla="*/ 731913 h 1849426"/>
              <a:gd name="connsiteX1257" fmla="*/ 1610179 w 6386648"/>
              <a:gd name="connsiteY1257" fmla="*/ 749938 h 1849426"/>
              <a:gd name="connsiteX1258" fmla="*/ 1592155 w 6386648"/>
              <a:gd name="connsiteY1258" fmla="*/ 731913 h 1849426"/>
              <a:gd name="connsiteX1259" fmla="*/ 1610179 w 6386648"/>
              <a:gd name="connsiteY1259" fmla="*/ 713889 h 1849426"/>
              <a:gd name="connsiteX1260" fmla="*/ 3520767 w 6386648"/>
              <a:gd name="connsiteY1260" fmla="*/ 707881 h 1849426"/>
              <a:gd name="connsiteX1261" fmla="*/ 3538792 w 6386648"/>
              <a:gd name="connsiteY1261" fmla="*/ 725906 h 1849426"/>
              <a:gd name="connsiteX1262" fmla="*/ 3520767 w 6386648"/>
              <a:gd name="connsiteY1262" fmla="*/ 743930 h 1849426"/>
              <a:gd name="connsiteX1263" fmla="*/ 3502743 w 6386648"/>
              <a:gd name="connsiteY1263" fmla="*/ 725906 h 1849426"/>
              <a:gd name="connsiteX1264" fmla="*/ 3520767 w 6386648"/>
              <a:gd name="connsiteY1264" fmla="*/ 707881 h 1849426"/>
              <a:gd name="connsiteX1265" fmla="*/ 2895920 w 6386648"/>
              <a:gd name="connsiteY1265" fmla="*/ 701872 h 1849426"/>
              <a:gd name="connsiteX1266" fmla="*/ 2913945 w 6386648"/>
              <a:gd name="connsiteY1266" fmla="*/ 719896 h 1849426"/>
              <a:gd name="connsiteX1267" fmla="*/ 2895920 w 6386648"/>
              <a:gd name="connsiteY1267" fmla="*/ 737921 h 1849426"/>
              <a:gd name="connsiteX1268" fmla="*/ 2877895 w 6386648"/>
              <a:gd name="connsiteY1268" fmla="*/ 719896 h 1849426"/>
              <a:gd name="connsiteX1269" fmla="*/ 2895920 w 6386648"/>
              <a:gd name="connsiteY1269" fmla="*/ 701872 h 1849426"/>
              <a:gd name="connsiteX1270" fmla="*/ 2547449 w 6386648"/>
              <a:gd name="connsiteY1270" fmla="*/ 701872 h 1849426"/>
              <a:gd name="connsiteX1271" fmla="*/ 2565474 w 6386648"/>
              <a:gd name="connsiteY1271" fmla="*/ 719896 h 1849426"/>
              <a:gd name="connsiteX1272" fmla="*/ 2547449 w 6386648"/>
              <a:gd name="connsiteY1272" fmla="*/ 737921 h 1849426"/>
              <a:gd name="connsiteX1273" fmla="*/ 2529425 w 6386648"/>
              <a:gd name="connsiteY1273" fmla="*/ 719896 h 1849426"/>
              <a:gd name="connsiteX1274" fmla="*/ 2547449 w 6386648"/>
              <a:gd name="connsiteY1274" fmla="*/ 701872 h 1849426"/>
              <a:gd name="connsiteX1275" fmla="*/ 2241034 w 6386648"/>
              <a:gd name="connsiteY1275" fmla="*/ 701872 h 1849426"/>
              <a:gd name="connsiteX1276" fmla="*/ 2259059 w 6386648"/>
              <a:gd name="connsiteY1276" fmla="*/ 719896 h 1849426"/>
              <a:gd name="connsiteX1277" fmla="*/ 2241034 w 6386648"/>
              <a:gd name="connsiteY1277" fmla="*/ 737921 h 1849426"/>
              <a:gd name="connsiteX1278" fmla="*/ 2223010 w 6386648"/>
              <a:gd name="connsiteY1278" fmla="*/ 719896 h 1849426"/>
              <a:gd name="connsiteX1279" fmla="*/ 2241034 w 6386648"/>
              <a:gd name="connsiteY1279" fmla="*/ 701872 h 1849426"/>
              <a:gd name="connsiteX1280" fmla="*/ 1411911 w 6386648"/>
              <a:gd name="connsiteY1280" fmla="*/ 701872 h 1849426"/>
              <a:gd name="connsiteX1281" fmla="*/ 1429936 w 6386648"/>
              <a:gd name="connsiteY1281" fmla="*/ 719896 h 1849426"/>
              <a:gd name="connsiteX1282" fmla="*/ 1411911 w 6386648"/>
              <a:gd name="connsiteY1282" fmla="*/ 737921 h 1849426"/>
              <a:gd name="connsiteX1283" fmla="*/ 1393887 w 6386648"/>
              <a:gd name="connsiteY1283" fmla="*/ 719896 h 1849426"/>
              <a:gd name="connsiteX1284" fmla="*/ 1411911 w 6386648"/>
              <a:gd name="connsiteY1284" fmla="*/ 701872 h 1849426"/>
              <a:gd name="connsiteX1285" fmla="*/ 1165578 w 6386648"/>
              <a:gd name="connsiteY1285" fmla="*/ 701872 h 1849426"/>
              <a:gd name="connsiteX1286" fmla="*/ 1183602 w 6386648"/>
              <a:gd name="connsiteY1286" fmla="*/ 719896 h 1849426"/>
              <a:gd name="connsiteX1287" fmla="*/ 1165578 w 6386648"/>
              <a:gd name="connsiteY1287" fmla="*/ 737921 h 1849426"/>
              <a:gd name="connsiteX1288" fmla="*/ 1147553 w 6386648"/>
              <a:gd name="connsiteY1288" fmla="*/ 719896 h 1849426"/>
              <a:gd name="connsiteX1289" fmla="*/ 1165578 w 6386648"/>
              <a:gd name="connsiteY1289" fmla="*/ 701872 h 1849426"/>
              <a:gd name="connsiteX1290" fmla="*/ 168227 w 6386648"/>
              <a:gd name="connsiteY1290" fmla="*/ 701872 h 1849426"/>
              <a:gd name="connsiteX1291" fmla="*/ 186252 w 6386648"/>
              <a:gd name="connsiteY1291" fmla="*/ 719896 h 1849426"/>
              <a:gd name="connsiteX1292" fmla="*/ 168227 w 6386648"/>
              <a:gd name="connsiteY1292" fmla="*/ 737921 h 1849426"/>
              <a:gd name="connsiteX1293" fmla="*/ 150203 w 6386648"/>
              <a:gd name="connsiteY1293" fmla="*/ 719896 h 1849426"/>
              <a:gd name="connsiteX1294" fmla="*/ 168227 w 6386648"/>
              <a:gd name="connsiteY1294" fmla="*/ 701872 h 1849426"/>
              <a:gd name="connsiteX1295" fmla="*/ 1910586 w 6386648"/>
              <a:gd name="connsiteY1295" fmla="*/ 695864 h 1849426"/>
              <a:gd name="connsiteX1296" fmla="*/ 1928611 w 6386648"/>
              <a:gd name="connsiteY1296" fmla="*/ 713888 h 1849426"/>
              <a:gd name="connsiteX1297" fmla="*/ 1910586 w 6386648"/>
              <a:gd name="connsiteY1297" fmla="*/ 731913 h 1849426"/>
              <a:gd name="connsiteX1298" fmla="*/ 1892562 w 6386648"/>
              <a:gd name="connsiteY1298" fmla="*/ 713888 h 1849426"/>
              <a:gd name="connsiteX1299" fmla="*/ 1910586 w 6386648"/>
              <a:gd name="connsiteY1299" fmla="*/ 695864 h 1849426"/>
              <a:gd name="connsiteX1300" fmla="*/ 3833190 w 6386648"/>
              <a:gd name="connsiteY1300" fmla="*/ 689856 h 1849426"/>
              <a:gd name="connsiteX1301" fmla="*/ 3851215 w 6386648"/>
              <a:gd name="connsiteY1301" fmla="*/ 707880 h 1849426"/>
              <a:gd name="connsiteX1302" fmla="*/ 3833190 w 6386648"/>
              <a:gd name="connsiteY1302" fmla="*/ 725905 h 1849426"/>
              <a:gd name="connsiteX1303" fmla="*/ 3815166 w 6386648"/>
              <a:gd name="connsiteY1303" fmla="*/ 707880 h 1849426"/>
              <a:gd name="connsiteX1304" fmla="*/ 3833190 w 6386648"/>
              <a:gd name="connsiteY1304" fmla="*/ 689856 h 1849426"/>
              <a:gd name="connsiteX1305" fmla="*/ 2787774 w 6386648"/>
              <a:gd name="connsiteY1305" fmla="*/ 689856 h 1849426"/>
              <a:gd name="connsiteX1306" fmla="*/ 2805799 w 6386648"/>
              <a:gd name="connsiteY1306" fmla="*/ 707880 h 1849426"/>
              <a:gd name="connsiteX1307" fmla="*/ 2787774 w 6386648"/>
              <a:gd name="connsiteY1307" fmla="*/ 725905 h 1849426"/>
              <a:gd name="connsiteX1308" fmla="*/ 2769750 w 6386648"/>
              <a:gd name="connsiteY1308" fmla="*/ 707880 h 1849426"/>
              <a:gd name="connsiteX1309" fmla="*/ 2787774 w 6386648"/>
              <a:gd name="connsiteY1309" fmla="*/ 689856 h 1849426"/>
              <a:gd name="connsiteX1310" fmla="*/ 5737768 w 6386648"/>
              <a:gd name="connsiteY1310" fmla="*/ 677840 h 1849426"/>
              <a:gd name="connsiteX1311" fmla="*/ 5755793 w 6386648"/>
              <a:gd name="connsiteY1311" fmla="*/ 695865 h 1849426"/>
              <a:gd name="connsiteX1312" fmla="*/ 5737768 w 6386648"/>
              <a:gd name="connsiteY1312" fmla="*/ 713889 h 1849426"/>
              <a:gd name="connsiteX1313" fmla="*/ 5719744 w 6386648"/>
              <a:gd name="connsiteY1313" fmla="*/ 695865 h 1849426"/>
              <a:gd name="connsiteX1314" fmla="*/ 5737768 w 6386648"/>
              <a:gd name="connsiteY1314" fmla="*/ 677840 h 1849426"/>
              <a:gd name="connsiteX1315" fmla="*/ 781057 w 6386648"/>
              <a:gd name="connsiteY1315" fmla="*/ 677840 h 1849426"/>
              <a:gd name="connsiteX1316" fmla="*/ 799082 w 6386648"/>
              <a:gd name="connsiteY1316" fmla="*/ 695865 h 1849426"/>
              <a:gd name="connsiteX1317" fmla="*/ 781057 w 6386648"/>
              <a:gd name="connsiteY1317" fmla="*/ 713889 h 1849426"/>
              <a:gd name="connsiteX1318" fmla="*/ 763033 w 6386648"/>
              <a:gd name="connsiteY1318" fmla="*/ 695865 h 1849426"/>
              <a:gd name="connsiteX1319" fmla="*/ 781057 w 6386648"/>
              <a:gd name="connsiteY1319" fmla="*/ 677840 h 1849426"/>
              <a:gd name="connsiteX1320" fmla="*/ 276373 w 6386648"/>
              <a:gd name="connsiteY1320" fmla="*/ 677840 h 1849426"/>
              <a:gd name="connsiteX1321" fmla="*/ 294398 w 6386648"/>
              <a:gd name="connsiteY1321" fmla="*/ 695865 h 1849426"/>
              <a:gd name="connsiteX1322" fmla="*/ 276373 w 6386648"/>
              <a:gd name="connsiteY1322" fmla="*/ 713889 h 1849426"/>
              <a:gd name="connsiteX1323" fmla="*/ 258349 w 6386648"/>
              <a:gd name="connsiteY1323" fmla="*/ 695865 h 1849426"/>
              <a:gd name="connsiteX1324" fmla="*/ 276373 w 6386648"/>
              <a:gd name="connsiteY1324" fmla="*/ 677840 h 1849426"/>
              <a:gd name="connsiteX1325" fmla="*/ 1784415 w 6386648"/>
              <a:gd name="connsiteY1325" fmla="*/ 671832 h 1849426"/>
              <a:gd name="connsiteX1326" fmla="*/ 1802440 w 6386648"/>
              <a:gd name="connsiteY1326" fmla="*/ 689856 h 1849426"/>
              <a:gd name="connsiteX1327" fmla="*/ 1784415 w 6386648"/>
              <a:gd name="connsiteY1327" fmla="*/ 707881 h 1849426"/>
              <a:gd name="connsiteX1328" fmla="*/ 1766391 w 6386648"/>
              <a:gd name="connsiteY1328" fmla="*/ 689856 h 1849426"/>
              <a:gd name="connsiteX1329" fmla="*/ 1784415 w 6386648"/>
              <a:gd name="connsiteY1329" fmla="*/ 671832 h 1849426"/>
              <a:gd name="connsiteX1330" fmla="*/ 3713027 w 6386648"/>
              <a:gd name="connsiteY1330" fmla="*/ 665824 h 1849426"/>
              <a:gd name="connsiteX1331" fmla="*/ 3731052 w 6386648"/>
              <a:gd name="connsiteY1331" fmla="*/ 683848 h 1849426"/>
              <a:gd name="connsiteX1332" fmla="*/ 3713027 w 6386648"/>
              <a:gd name="connsiteY1332" fmla="*/ 701873 h 1849426"/>
              <a:gd name="connsiteX1333" fmla="*/ 3695003 w 6386648"/>
              <a:gd name="connsiteY1333" fmla="*/ 683848 h 1849426"/>
              <a:gd name="connsiteX1334" fmla="*/ 3713027 w 6386648"/>
              <a:gd name="connsiteY1334" fmla="*/ 665824 h 1849426"/>
              <a:gd name="connsiteX1335" fmla="*/ 3274433 w 6386648"/>
              <a:gd name="connsiteY1335" fmla="*/ 665824 h 1849426"/>
              <a:gd name="connsiteX1336" fmla="*/ 3292458 w 6386648"/>
              <a:gd name="connsiteY1336" fmla="*/ 683848 h 1849426"/>
              <a:gd name="connsiteX1337" fmla="*/ 3274433 w 6386648"/>
              <a:gd name="connsiteY1337" fmla="*/ 701873 h 1849426"/>
              <a:gd name="connsiteX1338" fmla="*/ 3256409 w 6386648"/>
              <a:gd name="connsiteY1338" fmla="*/ 683848 h 1849426"/>
              <a:gd name="connsiteX1339" fmla="*/ 3274433 w 6386648"/>
              <a:gd name="connsiteY1339" fmla="*/ 665824 h 1849426"/>
              <a:gd name="connsiteX1340" fmla="*/ 1291748 w 6386648"/>
              <a:gd name="connsiteY1340" fmla="*/ 665824 h 1849426"/>
              <a:gd name="connsiteX1341" fmla="*/ 1309773 w 6386648"/>
              <a:gd name="connsiteY1341" fmla="*/ 683848 h 1849426"/>
              <a:gd name="connsiteX1342" fmla="*/ 1291748 w 6386648"/>
              <a:gd name="connsiteY1342" fmla="*/ 701873 h 1849426"/>
              <a:gd name="connsiteX1343" fmla="*/ 1273724 w 6386648"/>
              <a:gd name="connsiteY1343" fmla="*/ 683848 h 1849426"/>
              <a:gd name="connsiteX1344" fmla="*/ 1291748 w 6386648"/>
              <a:gd name="connsiteY1344" fmla="*/ 665824 h 1849426"/>
              <a:gd name="connsiteX1345" fmla="*/ 636862 w 6386648"/>
              <a:gd name="connsiteY1345" fmla="*/ 665824 h 1849426"/>
              <a:gd name="connsiteX1346" fmla="*/ 654887 w 6386648"/>
              <a:gd name="connsiteY1346" fmla="*/ 683848 h 1849426"/>
              <a:gd name="connsiteX1347" fmla="*/ 636862 w 6386648"/>
              <a:gd name="connsiteY1347" fmla="*/ 701873 h 1849426"/>
              <a:gd name="connsiteX1348" fmla="*/ 618838 w 6386648"/>
              <a:gd name="connsiteY1348" fmla="*/ 683848 h 1849426"/>
              <a:gd name="connsiteX1349" fmla="*/ 636862 w 6386648"/>
              <a:gd name="connsiteY1349" fmla="*/ 665824 h 1849426"/>
              <a:gd name="connsiteX1350" fmla="*/ 3172295 w 6386648"/>
              <a:gd name="connsiteY1350" fmla="*/ 659815 h 1849426"/>
              <a:gd name="connsiteX1351" fmla="*/ 3190320 w 6386648"/>
              <a:gd name="connsiteY1351" fmla="*/ 677839 h 1849426"/>
              <a:gd name="connsiteX1352" fmla="*/ 3172295 w 6386648"/>
              <a:gd name="connsiteY1352" fmla="*/ 695864 h 1849426"/>
              <a:gd name="connsiteX1353" fmla="*/ 3154271 w 6386648"/>
              <a:gd name="connsiteY1353" fmla="*/ 677839 h 1849426"/>
              <a:gd name="connsiteX1354" fmla="*/ 3172295 w 6386648"/>
              <a:gd name="connsiteY1354" fmla="*/ 659815 h 1849426"/>
              <a:gd name="connsiteX1355" fmla="*/ 6314550 w 6386648"/>
              <a:gd name="connsiteY1355" fmla="*/ 647799 h 1849426"/>
              <a:gd name="connsiteX1356" fmla="*/ 6332574 w 6386648"/>
              <a:gd name="connsiteY1356" fmla="*/ 665824 h 1849426"/>
              <a:gd name="connsiteX1357" fmla="*/ 6314550 w 6386648"/>
              <a:gd name="connsiteY1357" fmla="*/ 683848 h 1849426"/>
              <a:gd name="connsiteX1358" fmla="*/ 6296525 w 6386648"/>
              <a:gd name="connsiteY1358" fmla="*/ 665824 h 1849426"/>
              <a:gd name="connsiteX1359" fmla="*/ 6314550 w 6386648"/>
              <a:gd name="connsiteY1359" fmla="*/ 647799 h 1849426"/>
              <a:gd name="connsiteX1360" fmla="*/ 3040116 w 6386648"/>
              <a:gd name="connsiteY1360" fmla="*/ 647799 h 1849426"/>
              <a:gd name="connsiteX1361" fmla="*/ 3058141 w 6386648"/>
              <a:gd name="connsiteY1361" fmla="*/ 665824 h 1849426"/>
              <a:gd name="connsiteX1362" fmla="*/ 3040116 w 6386648"/>
              <a:gd name="connsiteY1362" fmla="*/ 683848 h 1849426"/>
              <a:gd name="connsiteX1363" fmla="*/ 3022092 w 6386648"/>
              <a:gd name="connsiteY1363" fmla="*/ 665824 h 1849426"/>
              <a:gd name="connsiteX1364" fmla="*/ 3040116 w 6386648"/>
              <a:gd name="connsiteY1364" fmla="*/ 647799 h 1849426"/>
              <a:gd name="connsiteX1365" fmla="*/ 4025450 w 6386648"/>
              <a:gd name="connsiteY1365" fmla="*/ 641791 h 1849426"/>
              <a:gd name="connsiteX1366" fmla="*/ 4043475 w 6386648"/>
              <a:gd name="connsiteY1366" fmla="*/ 659815 h 1849426"/>
              <a:gd name="connsiteX1367" fmla="*/ 4025450 w 6386648"/>
              <a:gd name="connsiteY1367" fmla="*/ 677840 h 1849426"/>
              <a:gd name="connsiteX1368" fmla="*/ 4007426 w 6386648"/>
              <a:gd name="connsiteY1368" fmla="*/ 659815 h 1849426"/>
              <a:gd name="connsiteX1369" fmla="*/ 4025450 w 6386648"/>
              <a:gd name="connsiteY1369" fmla="*/ 641791 h 1849426"/>
              <a:gd name="connsiteX1370" fmla="*/ 5948053 w 6386648"/>
              <a:gd name="connsiteY1370" fmla="*/ 629775 h 1849426"/>
              <a:gd name="connsiteX1371" fmla="*/ 5966078 w 6386648"/>
              <a:gd name="connsiteY1371" fmla="*/ 647799 h 1849426"/>
              <a:gd name="connsiteX1372" fmla="*/ 5948053 w 6386648"/>
              <a:gd name="connsiteY1372" fmla="*/ 665824 h 1849426"/>
              <a:gd name="connsiteX1373" fmla="*/ 5930029 w 6386648"/>
              <a:gd name="connsiteY1373" fmla="*/ 647799 h 1849426"/>
              <a:gd name="connsiteX1374" fmla="*/ 5948053 w 6386648"/>
              <a:gd name="connsiteY1374" fmla="*/ 629775 h 1849426"/>
              <a:gd name="connsiteX1375" fmla="*/ 2673619 w 6386648"/>
              <a:gd name="connsiteY1375" fmla="*/ 629775 h 1849426"/>
              <a:gd name="connsiteX1376" fmla="*/ 2691644 w 6386648"/>
              <a:gd name="connsiteY1376" fmla="*/ 647799 h 1849426"/>
              <a:gd name="connsiteX1377" fmla="*/ 2673619 w 6386648"/>
              <a:gd name="connsiteY1377" fmla="*/ 665824 h 1849426"/>
              <a:gd name="connsiteX1378" fmla="*/ 2655595 w 6386648"/>
              <a:gd name="connsiteY1378" fmla="*/ 647799 h 1849426"/>
              <a:gd name="connsiteX1379" fmla="*/ 2673619 w 6386648"/>
              <a:gd name="connsiteY1379" fmla="*/ 629775 h 1849426"/>
              <a:gd name="connsiteX1380" fmla="*/ 2331156 w 6386648"/>
              <a:gd name="connsiteY1380" fmla="*/ 629775 h 1849426"/>
              <a:gd name="connsiteX1381" fmla="*/ 2349181 w 6386648"/>
              <a:gd name="connsiteY1381" fmla="*/ 647799 h 1849426"/>
              <a:gd name="connsiteX1382" fmla="*/ 2331156 w 6386648"/>
              <a:gd name="connsiteY1382" fmla="*/ 665824 h 1849426"/>
              <a:gd name="connsiteX1383" fmla="*/ 2313132 w 6386648"/>
              <a:gd name="connsiteY1383" fmla="*/ 647799 h 1849426"/>
              <a:gd name="connsiteX1384" fmla="*/ 2331156 w 6386648"/>
              <a:gd name="connsiteY1384" fmla="*/ 629775 h 1849426"/>
              <a:gd name="connsiteX1385" fmla="*/ 1514049 w 6386648"/>
              <a:gd name="connsiteY1385" fmla="*/ 629775 h 1849426"/>
              <a:gd name="connsiteX1386" fmla="*/ 1532074 w 6386648"/>
              <a:gd name="connsiteY1386" fmla="*/ 647799 h 1849426"/>
              <a:gd name="connsiteX1387" fmla="*/ 1514049 w 6386648"/>
              <a:gd name="connsiteY1387" fmla="*/ 665824 h 1849426"/>
              <a:gd name="connsiteX1388" fmla="*/ 1496025 w 6386648"/>
              <a:gd name="connsiteY1388" fmla="*/ 647799 h 1849426"/>
              <a:gd name="connsiteX1389" fmla="*/ 1514049 w 6386648"/>
              <a:gd name="connsiteY1389" fmla="*/ 629775 h 1849426"/>
              <a:gd name="connsiteX1390" fmla="*/ 901219 w 6386648"/>
              <a:gd name="connsiteY1390" fmla="*/ 629775 h 1849426"/>
              <a:gd name="connsiteX1391" fmla="*/ 919244 w 6386648"/>
              <a:gd name="connsiteY1391" fmla="*/ 647799 h 1849426"/>
              <a:gd name="connsiteX1392" fmla="*/ 901219 w 6386648"/>
              <a:gd name="connsiteY1392" fmla="*/ 665824 h 1849426"/>
              <a:gd name="connsiteX1393" fmla="*/ 883195 w 6386648"/>
              <a:gd name="connsiteY1393" fmla="*/ 647799 h 1849426"/>
              <a:gd name="connsiteX1394" fmla="*/ 901219 w 6386648"/>
              <a:gd name="connsiteY1394" fmla="*/ 629775 h 1849426"/>
              <a:gd name="connsiteX1395" fmla="*/ 5827891 w 6386648"/>
              <a:gd name="connsiteY1395" fmla="*/ 617758 h 1849426"/>
              <a:gd name="connsiteX1396" fmla="*/ 5845916 w 6386648"/>
              <a:gd name="connsiteY1396" fmla="*/ 635783 h 1849426"/>
              <a:gd name="connsiteX1397" fmla="*/ 5827891 w 6386648"/>
              <a:gd name="connsiteY1397" fmla="*/ 653807 h 1849426"/>
              <a:gd name="connsiteX1398" fmla="*/ 5809867 w 6386648"/>
              <a:gd name="connsiteY1398" fmla="*/ 635783 h 1849426"/>
              <a:gd name="connsiteX1399" fmla="*/ 5827891 w 6386648"/>
              <a:gd name="connsiteY1399" fmla="*/ 617758 h 1849426"/>
              <a:gd name="connsiteX1400" fmla="*/ 2469343 w 6386648"/>
              <a:gd name="connsiteY1400" fmla="*/ 617758 h 1849426"/>
              <a:gd name="connsiteX1401" fmla="*/ 2487368 w 6386648"/>
              <a:gd name="connsiteY1401" fmla="*/ 635783 h 1849426"/>
              <a:gd name="connsiteX1402" fmla="*/ 2469343 w 6386648"/>
              <a:gd name="connsiteY1402" fmla="*/ 653807 h 1849426"/>
              <a:gd name="connsiteX1403" fmla="*/ 2451319 w 6386648"/>
              <a:gd name="connsiteY1403" fmla="*/ 635783 h 1849426"/>
              <a:gd name="connsiteX1404" fmla="*/ 2469343 w 6386648"/>
              <a:gd name="connsiteY1404" fmla="*/ 617758 h 1849426"/>
              <a:gd name="connsiteX1405" fmla="*/ 6110273 w 6386648"/>
              <a:gd name="connsiteY1405" fmla="*/ 611750 h 1849426"/>
              <a:gd name="connsiteX1406" fmla="*/ 6128298 w 6386648"/>
              <a:gd name="connsiteY1406" fmla="*/ 629774 h 1849426"/>
              <a:gd name="connsiteX1407" fmla="*/ 6110273 w 6386648"/>
              <a:gd name="connsiteY1407" fmla="*/ 647799 h 1849426"/>
              <a:gd name="connsiteX1408" fmla="*/ 6092248 w 6386648"/>
              <a:gd name="connsiteY1408" fmla="*/ 629774 h 1849426"/>
              <a:gd name="connsiteX1409" fmla="*/ 6110273 w 6386648"/>
              <a:gd name="connsiteY1409" fmla="*/ 611750 h 1849426"/>
              <a:gd name="connsiteX1410" fmla="*/ 3598872 w 6386648"/>
              <a:gd name="connsiteY1410" fmla="*/ 611750 h 1849426"/>
              <a:gd name="connsiteX1411" fmla="*/ 3616897 w 6386648"/>
              <a:gd name="connsiteY1411" fmla="*/ 629774 h 1849426"/>
              <a:gd name="connsiteX1412" fmla="*/ 3598872 w 6386648"/>
              <a:gd name="connsiteY1412" fmla="*/ 647799 h 1849426"/>
              <a:gd name="connsiteX1413" fmla="*/ 3580848 w 6386648"/>
              <a:gd name="connsiteY1413" fmla="*/ 629774 h 1849426"/>
              <a:gd name="connsiteX1414" fmla="*/ 3598872 w 6386648"/>
              <a:gd name="connsiteY1414" fmla="*/ 611750 h 1849426"/>
              <a:gd name="connsiteX1415" fmla="*/ 2150912 w 6386648"/>
              <a:gd name="connsiteY1415" fmla="*/ 611750 h 1849426"/>
              <a:gd name="connsiteX1416" fmla="*/ 2168937 w 6386648"/>
              <a:gd name="connsiteY1416" fmla="*/ 629774 h 1849426"/>
              <a:gd name="connsiteX1417" fmla="*/ 2150912 w 6386648"/>
              <a:gd name="connsiteY1417" fmla="*/ 647799 h 1849426"/>
              <a:gd name="connsiteX1418" fmla="*/ 2132888 w 6386648"/>
              <a:gd name="connsiteY1418" fmla="*/ 629774 h 1849426"/>
              <a:gd name="connsiteX1419" fmla="*/ 2150912 w 6386648"/>
              <a:gd name="connsiteY1419" fmla="*/ 611750 h 1849426"/>
              <a:gd name="connsiteX1420" fmla="*/ 2036758 w 6386648"/>
              <a:gd name="connsiteY1420" fmla="*/ 605742 h 1849426"/>
              <a:gd name="connsiteX1421" fmla="*/ 2054782 w 6386648"/>
              <a:gd name="connsiteY1421" fmla="*/ 623766 h 1849426"/>
              <a:gd name="connsiteX1422" fmla="*/ 2036758 w 6386648"/>
              <a:gd name="connsiteY1422" fmla="*/ 641791 h 1849426"/>
              <a:gd name="connsiteX1423" fmla="*/ 2018733 w 6386648"/>
              <a:gd name="connsiteY1423" fmla="*/ 623766 h 1849426"/>
              <a:gd name="connsiteX1424" fmla="*/ 2036758 w 6386648"/>
              <a:gd name="connsiteY1424" fmla="*/ 605742 h 1849426"/>
              <a:gd name="connsiteX1425" fmla="*/ 1652236 w 6386648"/>
              <a:gd name="connsiteY1425" fmla="*/ 605742 h 1849426"/>
              <a:gd name="connsiteX1426" fmla="*/ 1670261 w 6386648"/>
              <a:gd name="connsiteY1426" fmla="*/ 623766 h 1849426"/>
              <a:gd name="connsiteX1427" fmla="*/ 1652236 w 6386648"/>
              <a:gd name="connsiteY1427" fmla="*/ 641791 h 1849426"/>
              <a:gd name="connsiteX1428" fmla="*/ 1634212 w 6386648"/>
              <a:gd name="connsiteY1428" fmla="*/ 623766 h 1849426"/>
              <a:gd name="connsiteX1429" fmla="*/ 1652236 w 6386648"/>
              <a:gd name="connsiteY1429" fmla="*/ 605742 h 1849426"/>
              <a:gd name="connsiteX1430" fmla="*/ 1027390 w 6386648"/>
              <a:gd name="connsiteY1430" fmla="*/ 605742 h 1849426"/>
              <a:gd name="connsiteX1431" fmla="*/ 1045415 w 6386648"/>
              <a:gd name="connsiteY1431" fmla="*/ 623766 h 1849426"/>
              <a:gd name="connsiteX1432" fmla="*/ 1027390 w 6386648"/>
              <a:gd name="connsiteY1432" fmla="*/ 641791 h 1849426"/>
              <a:gd name="connsiteX1433" fmla="*/ 1009366 w 6386648"/>
              <a:gd name="connsiteY1433" fmla="*/ 623766 h 1849426"/>
              <a:gd name="connsiteX1434" fmla="*/ 1027390 w 6386648"/>
              <a:gd name="connsiteY1434" fmla="*/ 605742 h 1849426"/>
              <a:gd name="connsiteX1435" fmla="*/ 504684 w 6386648"/>
              <a:gd name="connsiteY1435" fmla="*/ 605742 h 1849426"/>
              <a:gd name="connsiteX1436" fmla="*/ 522708 w 6386648"/>
              <a:gd name="connsiteY1436" fmla="*/ 623766 h 1849426"/>
              <a:gd name="connsiteX1437" fmla="*/ 504684 w 6386648"/>
              <a:gd name="connsiteY1437" fmla="*/ 641791 h 1849426"/>
              <a:gd name="connsiteX1438" fmla="*/ 486659 w 6386648"/>
              <a:gd name="connsiteY1438" fmla="*/ 623766 h 1849426"/>
              <a:gd name="connsiteX1439" fmla="*/ 504684 w 6386648"/>
              <a:gd name="connsiteY1439" fmla="*/ 605742 h 1849426"/>
              <a:gd name="connsiteX1440" fmla="*/ 378512 w 6386648"/>
              <a:gd name="connsiteY1440" fmla="*/ 605742 h 1849426"/>
              <a:gd name="connsiteX1441" fmla="*/ 396537 w 6386648"/>
              <a:gd name="connsiteY1441" fmla="*/ 623766 h 1849426"/>
              <a:gd name="connsiteX1442" fmla="*/ 378512 w 6386648"/>
              <a:gd name="connsiteY1442" fmla="*/ 641791 h 1849426"/>
              <a:gd name="connsiteX1443" fmla="*/ 360488 w 6386648"/>
              <a:gd name="connsiteY1443" fmla="*/ 623766 h 1849426"/>
              <a:gd name="connsiteX1444" fmla="*/ 378512 w 6386648"/>
              <a:gd name="connsiteY1444" fmla="*/ 605742 h 1849426"/>
              <a:gd name="connsiteX1445" fmla="*/ 3358547 w 6386648"/>
              <a:gd name="connsiteY1445" fmla="*/ 599734 h 1849426"/>
              <a:gd name="connsiteX1446" fmla="*/ 3376572 w 6386648"/>
              <a:gd name="connsiteY1446" fmla="*/ 617758 h 1849426"/>
              <a:gd name="connsiteX1447" fmla="*/ 3358547 w 6386648"/>
              <a:gd name="connsiteY1447" fmla="*/ 635783 h 1849426"/>
              <a:gd name="connsiteX1448" fmla="*/ 3340523 w 6386648"/>
              <a:gd name="connsiteY1448" fmla="*/ 617758 h 1849426"/>
              <a:gd name="connsiteX1449" fmla="*/ 3358547 w 6386648"/>
              <a:gd name="connsiteY1449" fmla="*/ 599734 h 1849426"/>
              <a:gd name="connsiteX1450" fmla="*/ 3887263 w 6386648"/>
              <a:gd name="connsiteY1450" fmla="*/ 593726 h 1849426"/>
              <a:gd name="connsiteX1451" fmla="*/ 3905288 w 6386648"/>
              <a:gd name="connsiteY1451" fmla="*/ 611750 h 1849426"/>
              <a:gd name="connsiteX1452" fmla="*/ 3887263 w 6386648"/>
              <a:gd name="connsiteY1452" fmla="*/ 629775 h 1849426"/>
              <a:gd name="connsiteX1453" fmla="*/ 3869238 w 6386648"/>
              <a:gd name="connsiteY1453" fmla="*/ 611750 h 1849426"/>
              <a:gd name="connsiteX1454" fmla="*/ 3887263 w 6386648"/>
              <a:gd name="connsiteY1454" fmla="*/ 593726 h 1849426"/>
              <a:gd name="connsiteX1455" fmla="*/ 5623614 w 6386648"/>
              <a:gd name="connsiteY1455" fmla="*/ 587718 h 1849426"/>
              <a:gd name="connsiteX1456" fmla="*/ 5641639 w 6386648"/>
              <a:gd name="connsiteY1456" fmla="*/ 605743 h 1849426"/>
              <a:gd name="connsiteX1457" fmla="*/ 5623614 w 6386648"/>
              <a:gd name="connsiteY1457" fmla="*/ 623767 h 1849426"/>
              <a:gd name="connsiteX1458" fmla="*/ 5605590 w 6386648"/>
              <a:gd name="connsiteY1458" fmla="*/ 605743 h 1849426"/>
              <a:gd name="connsiteX1459" fmla="*/ 5623614 w 6386648"/>
              <a:gd name="connsiteY1459" fmla="*/ 587718 h 1849426"/>
              <a:gd name="connsiteX1460" fmla="*/ 4157629 w 6386648"/>
              <a:gd name="connsiteY1460" fmla="*/ 587718 h 1849426"/>
              <a:gd name="connsiteX1461" fmla="*/ 4175654 w 6386648"/>
              <a:gd name="connsiteY1461" fmla="*/ 605743 h 1849426"/>
              <a:gd name="connsiteX1462" fmla="*/ 4157629 w 6386648"/>
              <a:gd name="connsiteY1462" fmla="*/ 623767 h 1849426"/>
              <a:gd name="connsiteX1463" fmla="*/ 4139604 w 6386648"/>
              <a:gd name="connsiteY1463" fmla="*/ 605743 h 1849426"/>
              <a:gd name="connsiteX1464" fmla="*/ 4157629 w 6386648"/>
              <a:gd name="connsiteY1464" fmla="*/ 587718 h 1849426"/>
              <a:gd name="connsiteX1465" fmla="*/ 1886555 w 6386648"/>
              <a:gd name="connsiteY1465" fmla="*/ 587718 h 1849426"/>
              <a:gd name="connsiteX1466" fmla="*/ 1904579 w 6386648"/>
              <a:gd name="connsiteY1466" fmla="*/ 605743 h 1849426"/>
              <a:gd name="connsiteX1467" fmla="*/ 1886555 w 6386648"/>
              <a:gd name="connsiteY1467" fmla="*/ 623767 h 1849426"/>
              <a:gd name="connsiteX1468" fmla="*/ 1868530 w 6386648"/>
              <a:gd name="connsiteY1468" fmla="*/ 605743 h 1849426"/>
              <a:gd name="connsiteX1469" fmla="*/ 1886555 w 6386648"/>
              <a:gd name="connsiteY1469" fmla="*/ 587718 h 1849426"/>
              <a:gd name="connsiteX1470" fmla="*/ 1147553 w 6386648"/>
              <a:gd name="connsiteY1470" fmla="*/ 587718 h 1849426"/>
              <a:gd name="connsiteX1471" fmla="*/ 1165578 w 6386648"/>
              <a:gd name="connsiteY1471" fmla="*/ 605743 h 1849426"/>
              <a:gd name="connsiteX1472" fmla="*/ 1147553 w 6386648"/>
              <a:gd name="connsiteY1472" fmla="*/ 623767 h 1849426"/>
              <a:gd name="connsiteX1473" fmla="*/ 1129529 w 6386648"/>
              <a:gd name="connsiteY1473" fmla="*/ 605743 h 1849426"/>
              <a:gd name="connsiteX1474" fmla="*/ 1147553 w 6386648"/>
              <a:gd name="connsiteY1474" fmla="*/ 587718 h 1849426"/>
              <a:gd name="connsiteX1475" fmla="*/ 6212411 w 6386648"/>
              <a:gd name="connsiteY1475" fmla="*/ 581710 h 1849426"/>
              <a:gd name="connsiteX1476" fmla="*/ 6230436 w 6386648"/>
              <a:gd name="connsiteY1476" fmla="*/ 599734 h 1849426"/>
              <a:gd name="connsiteX1477" fmla="*/ 6212411 w 6386648"/>
              <a:gd name="connsiteY1477" fmla="*/ 617759 h 1849426"/>
              <a:gd name="connsiteX1478" fmla="*/ 6194387 w 6386648"/>
              <a:gd name="connsiteY1478" fmla="*/ 599734 h 1849426"/>
              <a:gd name="connsiteX1479" fmla="*/ 6212411 w 6386648"/>
              <a:gd name="connsiteY1479" fmla="*/ 581710 h 1849426"/>
              <a:gd name="connsiteX1480" fmla="*/ 3478710 w 6386648"/>
              <a:gd name="connsiteY1480" fmla="*/ 581710 h 1849426"/>
              <a:gd name="connsiteX1481" fmla="*/ 3496735 w 6386648"/>
              <a:gd name="connsiteY1481" fmla="*/ 599734 h 1849426"/>
              <a:gd name="connsiteX1482" fmla="*/ 3478710 w 6386648"/>
              <a:gd name="connsiteY1482" fmla="*/ 617759 h 1849426"/>
              <a:gd name="connsiteX1483" fmla="*/ 3460686 w 6386648"/>
              <a:gd name="connsiteY1483" fmla="*/ 599734 h 1849426"/>
              <a:gd name="connsiteX1484" fmla="*/ 3478710 w 6386648"/>
              <a:gd name="connsiteY1484" fmla="*/ 581710 h 1849426"/>
              <a:gd name="connsiteX1485" fmla="*/ 2883904 w 6386648"/>
              <a:gd name="connsiteY1485" fmla="*/ 581710 h 1849426"/>
              <a:gd name="connsiteX1486" fmla="*/ 2901929 w 6386648"/>
              <a:gd name="connsiteY1486" fmla="*/ 599734 h 1849426"/>
              <a:gd name="connsiteX1487" fmla="*/ 2883904 w 6386648"/>
              <a:gd name="connsiteY1487" fmla="*/ 617759 h 1849426"/>
              <a:gd name="connsiteX1488" fmla="*/ 2865880 w 6386648"/>
              <a:gd name="connsiteY1488" fmla="*/ 599734 h 1849426"/>
              <a:gd name="connsiteX1489" fmla="*/ 2883904 w 6386648"/>
              <a:gd name="connsiteY1489" fmla="*/ 581710 h 1849426"/>
              <a:gd name="connsiteX1490" fmla="*/ 4488076 w 6386648"/>
              <a:gd name="connsiteY1490" fmla="*/ 575702 h 1849426"/>
              <a:gd name="connsiteX1491" fmla="*/ 4506101 w 6386648"/>
              <a:gd name="connsiteY1491" fmla="*/ 593726 h 1849426"/>
              <a:gd name="connsiteX1492" fmla="*/ 4488076 w 6386648"/>
              <a:gd name="connsiteY1492" fmla="*/ 611751 h 1849426"/>
              <a:gd name="connsiteX1493" fmla="*/ 4470051 w 6386648"/>
              <a:gd name="connsiteY1493" fmla="*/ 593726 h 1849426"/>
              <a:gd name="connsiteX1494" fmla="*/ 4488076 w 6386648"/>
              <a:gd name="connsiteY1494" fmla="*/ 575702 h 1849426"/>
              <a:gd name="connsiteX1495" fmla="*/ 4313840 w 6386648"/>
              <a:gd name="connsiteY1495" fmla="*/ 575702 h 1849426"/>
              <a:gd name="connsiteX1496" fmla="*/ 4331865 w 6386648"/>
              <a:gd name="connsiteY1496" fmla="*/ 593726 h 1849426"/>
              <a:gd name="connsiteX1497" fmla="*/ 4313840 w 6386648"/>
              <a:gd name="connsiteY1497" fmla="*/ 611751 h 1849426"/>
              <a:gd name="connsiteX1498" fmla="*/ 4295816 w 6386648"/>
              <a:gd name="connsiteY1498" fmla="*/ 593726 h 1849426"/>
              <a:gd name="connsiteX1499" fmla="*/ 4313840 w 6386648"/>
              <a:gd name="connsiteY1499" fmla="*/ 575702 h 1849426"/>
              <a:gd name="connsiteX1500" fmla="*/ 1381870 w 6386648"/>
              <a:gd name="connsiteY1500" fmla="*/ 569693 h 1849426"/>
              <a:gd name="connsiteX1501" fmla="*/ 1399895 w 6386648"/>
              <a:gd name="connsiteY1501" fmla="*/ 587717 h 1849426"/>
              <a:gd name="connsiteX1502" fmla="*/ 1381870 w 6386648"/>
              <a:gd name="connsiteY1502" fmla="*/ 605742 h 1849426"/>
              <a:gd name="connsiteX1503" fmla="*/ 1363846 w 6386648"/>
              <a:gd name="connsiteY1503" fmla="*/ 587717 h 1849426"/>
              <a:gd name="connsiteX1504" fmla="*/ 1381870 w 6386648"/>
              <a:gd name="connsiteY1504" fmla="*/ 569693 h 1849426"/>
              <a:gd name="connsiteX1505" fmla="*/ 126170 w 6386648"/>
              <a:gd name="connsiteY1505" fmla="*/ 563685 h 1849426"/>
              <a:gd name="connsiteX1506" fmla="*/ 144195 w 6386648"/>
              <a:gd name="connsiteY1506" fmla="*/ 581709 h 1849426"/>
              <a:gd name="connsiteX1507" fmla="*/ 126170 w 6386648"/>
              <a:gd name="connsiteY1507" fmla="*/ 599734 h 1849426"/>
              <a:gd name="connsiteX1508" fmla="*/ 108146 w 6386648"/>
              <a:gd name="connsiteY1508" fmla="*/ 581709 h 1849426"/>
              <a:gd name="connsiteX1509" fmla="*/ 126170 w 6386648"/>
              <a:gd name="connsiteY1509" fmla="*/ 563685 h 1849426"/>
              <a:gd name="connsiteX1510" fmla="*/ 2583497 w 6386648"/>
              <a:gd name="connsiteY1510" fmla="*/ 557677 h 1849426"/>
              <a:gd name="connsiteX1511" fmla="*/ 2601522 w 6386648"/>
              <a:gd name="connsiteY1511" fmla="*/ 575702 h 1849426"/>
              <a:gd name="connsiteX1512" fmla="*/ 2583497 w 6386648"/>
              <a:gd name="connsiteY1512" fmla="*/ 593726 h 1849426"/>
              <a:gd name="connsiteX1513" fmla="*/ 2565473 w 6386648"/>
              <a:gd name="connsiteY1513" fmla="*/ 575702 h 1849426"/>
              <a:gd name="connsiteX1514" fmla="*/ 2583497 w 6386648"/>
              <a:gd name="connsiteY1514" fmla="*/ 557677 h 1849426"/>
              <a:gd name="connsiteX1515" fmla="*/ 246333 w 6386648"/>
              <a:gd name="connsiteY1515" fmla="*/ 557677 h 1849426"/>
              <a:gd name="connsiteX1516" fmla="*/ 264358 w 6386648"/>
              <a:gd name="connsiteY1516" fmla="*/ 575702 h 1849426"/>
              <a:gd name="connsiteX1517" fmla="*/ 246333 w 6386648"/>
              <a:gd name="connsiteY1517" fmla="*/ 593726 h 1849426"/>
              <a:gd name="connsiteX1518" fmla="*/ 228309 w 6386648"/>
              <a:gd name="connsiteY1518" fmla="*/ 575702 h 1849426"/>
              <a:gd name="connsiteX1519" fmla="*/ 246333 w 6386648"/>
              <a:gd name="connsiteY1519" fmla="*/ 557677 h 1849426"/>
              <a:gd name="connsiteX1520" fmla="*/ 1736351 w 6386648"/>
              <a:gd name="connsiteY1520" fmla="*/ 551669 h 1849426"/>
              <a:gd name="connsiteX1521" fmla="*/ 1754375 w 6386648"/>
              <a:gd name="connsiteY1521" fmla="*/ 569693 h 1849426"/>
              <a:gd name="connsiteX1522" fmla="*/ 1736351 w 6386648"/>
              <a:gd name="connsiteY1522" fmla="*/ 587718 h 1849426"/>
              <a:gd name="connsiteX1523" fmla="*/ 1718326 w 6386648"/>
              <a:gd name="connsiteY1523" fmla="*/ 569693 h 1849426"/>
              <a:gd name="connsiteX1524" fmla="*/ 1736351 w 6386648"/>
              <a:gd name="connsiteY1524" fmla="*/ 551669 h 1849426"/>
              <a:gd name="connsiteX1525" fmla="*/ 3731051 w 6386648"/>
              <a:gd name="connsiteY1525" fmla="*/ 545661 h 1849426"/>
              <a:gd name="connsiteX1526" fmla="*/ 3749076 w 6386648"/>
              <a:gd name="connsiteY1526" fmla="*/ 563685 h 1849426"/>
              <a:gd name="connsiteX1527" fmla="*/ 3731051 w 6386648"/>
              <a:gd name="connsiteY1527" fmla="*/ 581710 h 1849426"/>
              <a:gd name="connsiteX1528" fmla="*/ 3713027 w 6386648"/>
              <a:gd name="connsiteY1528" fmla="*/ 563685 h 1849426"/>
              <a:gd name="connsiteX1529" fmla="*/ 3731051 w 6386648"/>
              <a:gd name="connsiteY1529" fmla="*/ 545661 h 1849426"/>
              <a:gd name="connsiteX1530" fmla="*/ 2763741 w 6386648"/>
              <a:gd name="connsiteY1530" fmla="*/ 545661 h 1849426"/>
              <a:gd name="connsiteX1531" fmla="*/ 2781766 w 6386648"/>
              <a:gd name="connsiteY1531" fmla="*/ 563685 h 1849426"/>
              <a:gd name="connsiteX1532" fmla="*/ 2763741 w 6386648"/>
              <a:gd name="connsiteY1532" fmla="*/ 581710 h 1849426"/>
              <a:gd name="connsiteX1533" fmla="*/ 2745717 w 6386648"/>
              <a:gd name="connsiteY1533" fmla="*/ 563685 h 1849426"/>
              <a:gd name="connsiteX1534" fmla="*/ 2763741 w 6386648"/>
              <a:gd name="connsiteY1534" fmla="*/ 545661 h 1849426"/>
              <a:gd name="connsiteX1535" fmla="*/ 726984 w 6386648"/>
              <a:gd name="connsiteY1535" fmla="*/ 545661 h 1849426"/>
              <a:gd name="connsiteX1536" fmla="*/ 745009 w 6386648"/>
              <a:gd name="connsiteY1536" fmla="*/ 563685 h 1849426"/>
              <a:gd name="connsiteX1537" fmla="*/ 726984 w 6386648"/>
              <a:gd name="connsiteY1537" fmla="*/ 581710 h 1849426"/>
              <a:gd name="connsiteX1538" fmla="*/ 708960 w 6386648"/>
              <a:gd name="connsiteY1538" fmla="*/ 563685 h 1849426"/>
              <a:gd name="connsiteX1539" fmla="*/ 726984 w 6386648"/>
              <a:gd name="connsiteY1539" fmla="*/ 545661 h 1849426"/>
              <a:gd name="connsiteX1540" fmla="*/ 3136246 w 6386648"/>
              <a:gd name="connsiteY1540" fmla="*/ 539653 h 1849426"/>
              <a:gd name="connsiteX1541" fmla="*/ 3154271 w 6386648"/>
              <a:gd name="connsiteY1541" fmla="*/ 557677 h 1849426"/>
              <a:gd name="connsiteX1542" fmla="*/ 3136246 w 6386648"/>
              <a:gd name="connsiteY1542" fmla="*/ 575702 h 1849426"/>
              <a:gd name="connsiteX1543" fmla="*/ 3118221 w 6386648"/>
              <a:gd name="connsiteY1543" fmla="*/ 557677 h 1849426"/>
              <a:gd name="connsiteX1544" fmla="*/ 3136246 w 6386648"/>
              <a:gd name="connsiteY1544" fmla="*/ 539653 h 1849426"/>
              <a:gd name="connsiteX1545" fmla="*/ 3004067 w 6386648"/>
              <a:gd name="connsiteY1545" fmla="*/ 539653 h 1849426"/>
              <a:gd name="connsiteX1546" fmla="*/ 3022092 w 6386648"/>
              <a:gd name="connsiteY1546" fmla="*/ 557677 h 1849426"/>
              <a:gd name="connsiteX1547" fmla="*/ 3004067 w 6386648"/>
              <a:gd name="connsiteY1547" fmla="*/ 575702 h 1849426"/>
              <a:gd name="connsiteX1548" fmla="*/ 2986043 w 6386648"/>
              <a:gd name="connsiteY1548" fmla="*/ 557677 h 1849426"/>
              <a:gd name="connsiteX1549" fmla="*/ 3004067 w 6386648"/>
              <a:gd name="connsiteY1549" fmla="*/ 539653 h 1849426"/>
              <a:gd name="connsiteX1550" fmla="*/ 835130 w 6386648"/>
              <a:gd name="connsiteY1550" fmla="*/ 539653 h 1849426"/>
              <a:gd name="connsiteX1551" fmla="*/ 847146 w 6386648"/>
              <a:gd name="connsiteY1551" fmla="*/ 551669 h 1849426"/>
              <a:gd name="connsiteX1552" fmla="*/ 835130 w 6386648"/>
              <a:gd name="connsiteY1552" fmla="*/ 563685 h 1849426"/>
              <a:gd name="connsiteX1553" fmla="*/ 823114 w 6386648"/>
              <a:gd name="connsiteY1553" fmla="*/ 551669 h 1849426"/>
              <a:gd name="connsiteX1554" fmla="*/ 835130 w 6386648"/>
              <a:gd name="connsiteY1554" fmla="*/ 539653 h 1849426"/>
              <a:gd name="connsiteX1555" fmla="*/ 612829 w 6386648"/>
              <a:gd name="connsiteY1555" fmla="*/ 539653 h 1849426"/>
              <a:gd name="connsiteX1556" fmla="*/ 630854 w 6386648"/>
              <a:gd name="connsiteY1556" fmla="*/ 557677 h 1849426"/>
              <a:gd name="connsiteX1557" fmla="*/ 612829 w 6386648"/>
              <a:gd name="connsiteY1557" fmla="*/ 575702 h 1849426"/>
              <a:gd name="connsiteX1558" fmla="*/ 594805 w 6386648"/>
              <a:gd name="connsiteY1558" fmla="*/ 557677 h 1849426"/>
              <a:gd name="connsiteX1559" fmla="*/ 612829 w 6386648"/>
              <a:gd name="connsiteY1559" fmla="*/ 539653 h 1849426"/>
              <a:gd name="connsiteX1560" fmla="*/ 6014143 w 6386648"/>
              <a:gd name="connsiteY1560" fmla="*/ 533645 h 1849426"/>
              <a:gd name="connsiteX1561" fmla="*/ 6032168 w 6386648"/>
              <a:gd name="connsiteY1561" fmla="*/ 551669 h 1849426"/>
              <a:gd name="connsiteX1562" fmla="*/ 6014143 w 6386648"/>
              <a:gd name="connsiteY1562" fmla="*/ 569694 h 1849426"/>
              <a:gd name="connsiteX1563" fmla="*/ 5996119 w 6386648"/>
              <a:gd name="connsiteY1563" fmla="*/ 551669 h 1849426"/>
              <a:gd name="connsiteX1564" fmla="*/ 6014143 w 6386648"/>
              <a:gd name="connsiteY1564" fmla="*/ 533645 h 1849426"/>
              <a:gd name="connsiteX1565" fmla="*/ 5725752 w 6386648"/>
              <a:gd name="connsiteY1565" fmla="*/ 533645 h 1849426"/>
              <a:gd name="connsiteX1566" fmla="*/ 5743777 w 6386648"/>
              <a:gd name="connsiteY1566" fmla="*/ 551669 h 1849426"/>
              <a:gd name="connsiteX1567" fmla="*/ 5725752 w 6386648"/>
              <a:gd name="connsiteY1567" fmla="*/ 569694 h 1849426"/>
              <a:gd name="connsiteX1568" fmla="*/ 5707728 w 6386648"/>
              <a:gd name="connsiteY1568" fmla="*/ 551669 h 1849426"/>
              <a:gd name="connsiteX1569" fmla="*/ 5725752 w 6386648"/>
              <a:gd name="connsiteY1569" fmla="*/ 533645 h 1849426"/>
              <a:gd name="connsiteX1570" fmla="*/ 4013434 w 6386648"/>
              <a:gd name="connsiteY1570" fmla="*/ 533645 h 1849426"/>
              <a:gd name="connsiteX1571" fmla="*/ 4031459 w 6386648"/>
              <a:gd name="connsiteY1571" fmla="*/ 551669 h 1849426"/>
              <a:gd name="connsiteX1572" fmla="*/ 4013434 w 6386648"/>
              <a:gd name="connsiteY1572" fmla="*/ 569694 h 1849426"/>
              <a:gd name="connsiteX1573" fmla="*/ 3995410 w 6386648"/>
              <a:gd name="connsiteY1573" fmla="*/ 551669 h 1849426"/>
              <a:gd name="connsiteX1574" fmla="*/ 4013434 w 6386648"/>
              <a:gd name="connsiteY1574" fmla="*/ 533645 h 1849426"/>
              <a:gd name="connsiteX1575" fmla="*/ 2223009 w 6386648"/>
              <a:gd name="connsiteY1575" fmla="*/ 533645 h 1849426"/>
              <a:gd name="connsiteX1576" fmla="*/ 2241034 w 6386648"/>
              <a:gd name="connsiteY1576" fmla="*/ 551669 h 1849426"/>
              <a:gd name="connsiteX1577" fmla="*/ 2223009 w 6386648"/>
              <a:gd name="connsiteY1577" fmla="*/ 569694 h 1849426"/>
              <a:gd name="connsiteX1578" fmla="*/ 2204985 w 6386648"/>
              <a:gd name="connsiteY1578" fmla="*/ 551669 h 1849426"/>
              <a:gd name="connsiteX1579" fmla="*/ 2223009 w 6386648"/>
              <a:gd name="connsiteY1579" fmla="*/ 533645 h 1849426"/>
              <a:gd name="connsiteX1580" fmla="*/ 1249691 w 6386648"/>
              <a:gd name="connsiteY1580" fmla="*/ 533645 h 1849426"/>
              <a:gd name="connsiteX1581" fmla="*/ 1267716 w 6386648"/>
              <a:gd name="connsiteY1581" fmla="*/ 551669 h 1849426"/>
              <a:gd name="connsiteX1582" fmla="*/ 1249691 w 6386648"/>
              <a:gd name="connsiteY1582" fmla="*/ 569694 h 1849426"/>
              <a:gd name="connsiteX1583" fmla="*/ 1231667 w 6386648"/>
              <a:gd name="connsiteY1583" fmla="*/ 551669 h 1849426"/>
              <a:gd name="connsiteX1584" fmla="*/ 1249691 w 6386648"/>
              <a:gd name="connsiteY1584" fmla="*/ 533645 h 1849426"/>
              <a:gd name="connsiteX1585" fmla="*/ 2409261 w 6386648"/>
              <a:gd name="connsiteY1585" fmla="*/ 527636 h 1849426"/>
              <a:gd name="connsiteX1586" fmla="*/ 2427286 w 6386648"/>
              <a:gd name="connsiteY1586" fmla="*/ 545661 h 1849426"/>
              <a:gd name="connsiteX1587" fmla="*/ 2409261 w 6386648"/>
              <a:gd name="connsiteY1587" fmla="*/ 563685 h 1849426"/>
              <a:gd name="connsiteX1588" fmla="*/ 2391237 w 6386648"/>
              <a:gd name="connsiteY1588" fmla="*/ 545661 h 1849426"/>
              <a:gd name="connsiteX1589" fmla="*/ 2409261 w 6386648"/>
              <a:gd name="connsiteY1589" fmla="*/ 527636 h 1849426"/>
              <a:gd name="connsiteX1590" fmla="*/ 5527484 w 6386648"/>
              <a:gd name="connsiteY1590" fmla="*/ 521628 h 1849426"/>
              <a:gd name="connsiteX1591" fmla="*/ 5545509 w 6386648"/>
              <a:gd name="connsiteY1591" fmla="*/ 539652 h 1849426"/>
              <a:gd name="connsiteX1592" fmla="*/ 5527484 w 6386648"/>
              <a:gd name="connsiteY1592" fmla="*/ 557677 h 1849426"/>
              <a:gd name="connsiteX1593" fmla="*/ 5509460 w 6386648"/>
              <a:gd name="connsiteY1593" fmla="*/ 539652 h 1849426"/>
              <a:gd name="connsiteX1594" fmla="*/ 5527484 w 6386648"/>
              <a:gd name="connsiteY1594" fmla="*/ 521628 h 1849426"/>
              <a:gd name="connsiteX1595" fmla="*/ 4830540 w 6386648"/>
              <a:gd name="connsiteY1595" fmla="*/ 521628 h 1849426"/>
              <a:gd name="connsiteX1596" fmla="*/ 4848565 w 6386648"/>
              <a:gd name="connsiteY1596" fmla="*/ 539652 h 1849426"/>
              <a:gd name="connsiteX1597" fmla="*/ 4830540 w 6386648"/>
              <a:gd name="connsiteY1597" fmla="*/ 557677 h 1849426"/>
              <a:gd name="connsiteX1598" fmla="*/ 4812516 w 6386648"/>
              <a:gd name="connsiteY1598" fmla="*/ 539652 h 1849426"/>
              <a:gd name="connsiteX1599" fmla="*/ 4830540 w 6386648"/>
              <a:gd name="connsiteY1599" fmla="*/ 521628 h 1849426"/>
              <a:gd name="connsiteX1600" fmla="*/ 1514049 w 6386648"/>
              <a:gd name="connsiteY1600" fmla="*/ 521628 h 1849426"/>
              <a:gd name="connsiteX1601" fmla="*/ 1532074 w 6386648"/>
              <a:gd name="connsiteY1601" fmla="*/ 539652 h 1849426"/>
              <a:gd name="connsiteX1602" fmla="*/ 1514049 w 6386648"/>
              <a:gd name="connsiteY1602" fmla="*/ 557677 h 1849426"/>
              <a:gd name="connsiteX1603" fmla="*/ 1496025 w 6386648"/>
              <a:gd name="connsiteY1603" fmla="*/ 539652 h 1849426"/>
              <a:gd name="connsiteX1604" fmla="*/ 1514049 w 6386648"/>
              <a:gd name="connsiteY1604" fmla="*/ 521628 h 1849426"/>
              <a:gd name="connsiteX1605" fmla="*/ 6332574 w 6386648"/>
              <a:gd name="connsiteY1605" fmla="*/ 515620 h 1849426"/>
              <a:gd name="connsiteX1606" fmla="*/ 6350598 w 6386648"/>
              <a:gd name="connsiteY1606" fmla="*/ 533644 h 1849426"/>
              <a:gd name="connsiteX1607" fmla="*/ 6332574 w 6386648"/>
              <a:gd name="connsiteY1607" fmla="*/ 551669 h 1849426"/>
              <a:gd name="connsiteX1608" fmla="*/ 6314549 w 6386648"/>
              <a:gd name="connsiteY1608" fmla="*/ 533644 h 1849426"/>
              <a:gd name="connsiteX1609" fmla="*/ 6332574 w 6386648"/>
              <a:gd name="connsiteY1609" fmla="*/ 515620 h 1849426"/>
              <a:gd name="connsiteX1610" fmla="*/ 5893980 w 6386648"/>
              <a:gd name="connsiteY1610" fmla="*/ 509612 h 1849426"/>
              <a:gd name="connsiteX1611" fmla="*/ 5912005 w 6386648"/>
              <a:gd name="connsiteY1611" fmla="*/ 527636 h 1849426"/>
              <a:gd name="connsiteX1612" fmla="*/ 5893980 w 6386648"/>
              <a:gd name="connsiteY1612" fmla="*/ 545661 h 1849426"/>
              <a:gd name="connsiteX1613" fmla="*/ 5875956 w 6386648"/>
              <a:gd name="connsiteY1613" fmla="*/ 527636 h 1849426"/>
              <a:gd name="connsiteX1614" fmla="*/ 5893980 w 6386648"/>
              <a:gd name="connsiteY1614" fmla="*/ 509612 h 1849426"/>
              <a:gd name="connsiteX1615" fmla="*/ 3244392 w 6386648"/>
              <a:gd name="connsiteY1615" fmla="*/ 509612 h 1849426"/>
              <a:gd name="connsiteX1616" fmla="*/ 3262417 w 6386648"/>
              <a:gd name="connsiteY1616" fmla="*/ 527636 h 1849426"/>
              <a:gd name="connsiteX1617" fmla="*/ 3244392 w 6386648"/>
              <a:gd name="connsiteY1617" fmla="*/ 545661 h 1849426"/>
              <a:gd name="connsiteX1618" fmla="*/ 3226368 w 6386648"/>
              <a:gd name="connsiteY1618" fmla="*/ 527636 h 1849426"/>
              <a:gd name="connsiteX1619" fmla="*/ 3244392 w 6386648"/>
              <a:gd name="connsiteY1619" fmla="*/ 509612 h 1849426"/>
              <a:gd name="connsiteX1620" fmla="*/ 1982684 w 6386648"/>
              <a:gd name="connsiteY1620" fmla="*/ 509612 h 1849426"/>
              <a:gd name="connsiteX1621" fmla="*/ 2000709 w 6386648"/>
              <a:gd name="connsiteY1621" fmla="*/ 527636 h 1849426"/>
              <a:gd name="connsiteX1622" fmla="*/ 1982684 w 6386648"/>
              <a:gd name="connsiteY1622" fmla="*/ 545661 h 1849426"/>
              <a:gd name="connsiteX1623" fmla="*/ 1964660 w 6386648"/>
              <a:gd name="connsiteY1623" fmla="*/ 527636 h 1849426"/>
              <a:gd name="connsiteX1624" fmla="*/ 1982684 w 6386648"/>
              <a:gd name="connsiteY1624" fmla="*/ 509612 h 1849426"/>
              <a:gd name="connsiteX1625" fmla="*/ 5040825 w 6386648"/>
              <a:gd name="connsiteY1625" fmla="*/ 503604 h 1849426"/>
              <a:gd name="connsiteX1626" fmla="*/ 5058850 w 6386648"/>
              <a:gd name="connsiteY1626" fmla="*/ 521628 h 1849426"/>
              <a:gd name="connsiteX1627" fmla="*/ 5040825 w 6386648"/>
              <a:gd name="connsiteY1627" fmla="*/ 539653 h 1849426"/>
              <a:gd name="connsiteX1628" fmla="*/ 5022801 w 6386648"/>
              <a:gd name="connsiteY1628" fmla="*/ 521628 h 1849426"/>
              <a:gd name="connsiteX1629" fmla="*/ 5040825 w 6386648"/>
              <a:gd name="connsiteY1629" fmla="*/ 503604 h 1849426"/>
              <a:gd name="connsiteX1630" fmla="*/ 4926670 w 6386648"/>
              <a:gd name="connsiteY1630" fmla="*/ 503604 h 1849426"/>
              <a:gd name="connsiteX1631" fmla="*/ 4944695 w 6386648"/>
              <a:gd name="connsiteY1631" fmla="*/ 521628 h 1849426"/>
              <a:gd name="connsiteX1632" fmla="*/ 4926670 w 6386648"/>
              <a:gd name="connsiteY1632" fmla="*/ 539653 h 1849426"/>
              <a:gd name="connsiteX1633" fmla="*/ 4908646 w 6386648"/>
              <a:gd name="connsiteY1633" fmla="*/ 521628 h 1849426"/>
              <a:gd name="connsiteX1634" fmla="*/ 4926670 w 6386648"/>
              <a:gd name="connsiteY1634" fmla="*/ 503604 h 1849426"/>
              <a:gd name="connsiteX1635" fmla="*/ 5419337 w 6386648"/>
              <a:gd name="connsiteY1635" fmla="*/ 497596 h 1849426"/>
              <a:gd name="connsiteX1636" fmla="*/ 5437362 w 6386648"/>
              <a:gd name="connsiteY1636" fmla="*/ 515621 h 1849426"/>
              <a:gd name="connsiteX1637" fmla="*/ 5419337 w 6386648"/>
              <a:gd name="connsiteY1637" fmla="*/ 533645 h 1849426"/>
              <a:gd name="connsiteX1638" fmla="*/ 5401312 w 6386648"/>
              <a:gd name="connsiteY1638" fmla="*/ 515621 h 1849426"/>
              <a:gd name="connsiteX1639" fmla="*/ 5419337 w 6386648"/>
              <a:gd name="connsiteY1639" fmla="*/ 497596 h 1849426"/>
              <a:gd name="connsiteX1640" fmla="*/ 3610889 w 6386648"/>
              <a:gd name="connsiteY1640" fmla="*/ 497596 h 1849426"/>
              <a:gd name="connsiteX1641" fmla="*/ 3628914 w 6386648"/>
              <a:gd name="connsiteY1641" fmla="*/ 515621 h 1849426"/>
              <a:gd name="connsiteX1642" fmla="*/ 3610889 w 6386648"/>
              <a:gd name="connsiteY1642" fmla="*/ 533645 h 1849426"/>
              <a:gd name="connsiteX1643" fmla="*/ 3592865 w 6386648"/>
              <a:gd name="connsiteY1643" fmla="*/ 515621 h 1849426"/>
              <a:gd name="connsiteX1644" fmla="*/ 3610889 w 6386648"/>
              <a:gd name="connsiteY1644" fmla="*/ 497596 h 1849426"/>
              <a:gd name="connsiteX1645" fmla="*/ 967309 w 6386648"/>
              <a:gd name="connsiteY1645" fmla="*/ 497596 h 1849426"/>
              <a:gd name="connsiteX1646" fmla="*/ 985334 w 6386648"/>
              <a:gd name="connsiteY1646" fmla="*/ 515621 h 1849426"/>
              <a:gd name="connsiteX1647" fmla="*/ 967309 w 6386648"/>
              <a:gd name="connsiteY1647" fmla="*/ 533645 h 1849426"/>
              <a:gd name="connsiteX1648" fmla="*/ 949285 w 6386648"/>
              <a:gd name="connsiteY1648" fmla="*/ 515621 h 1849426"/>
              <a:gd name="connsiteX1649" fmla="*/ 967309 w 6386648"/>
              <a:gd name="connsiteY1649" fmla="*/ 497596 h 1849426"/>
              <a:gd name="connsiteX1650" fmla="*/ 450609 w 6386648"/>
              <a:gd name="connsiteY1650" fmla="*/ 497596 h 1849426"/>
              <a:gd name="connsiteX1651" fmla="*/ 468634 w 6386648"/>
              <a:gd name="connsiteY1651" fmla="*/ 515621 h 1849426"/>
              <a:gd name="connsiteX1652" fmla="*/ 450609 w 6386648"/>
              <a:gd name="connsiteY1652" fmla="*/ 533645 h 1849426"/>
              <a:gd name="connsiteX1653" fmla="*/ 432585 w 6386648"/>
              <a:gd name="connsiteY1653" fmla="*/ 515621 h 1849426"/>
              <a:gd name="connsiteX1654" fmla="*/ 450609 w 6386648"/>
              <a:gd name="connsiteY1654" fmla="*/ 497596 h 1849426"/>
              <a:gd name="connsiteX1655" fmla="*/ 4632272 w 6386648"/>
              <a:gd name="connsiteY1655" fmla="*/ 485580 h 1849426"/>
              <a:gd name="connsiteX1656" fmla="*/ 4650297 w 6386648"/>
              <a:gd name="connsiteY1656" fmla="*/ 503604 h 1849426"/>
              <a:gd name="connsiteX1657" fmla="*/ 4632272 w 6386648"/>
              <a:gd name="connsiteY1657" fmla="*/ 521629 h 1849426"/>
              <a:gd name="connsiteX1658" fmla="*/ 4614248 w 6386648"/>
              <a:gd name="connsiteY1658" fmla="*/ 503604 h 1849426"/>
              <a:gd name="connsiteX1659" fmla="*/ 4632272 w 6386648"/>
              <a:gd name="connsiteY1659" fmla="*/ 485580 h 1849426"/>
              <a:gd name="connsiteX1660" fmla="*/ 4379930 w 6386648"/>
              <a:gd name="connsiteY1660" fmla="*/ 485580 h 1849426"/>
              <a:gd name="connsiteX1661" fmla="*/ 4397955 w 6386648"/>
              <a:gd name="connsiteY1661" fmla="*/ 503604 h 1849426"/>
              <a:gd name="connsiteX1662" fmla="*/ 4379930 w 6386648"/>
              <a:gd name="connsiteY1662" fmla="*/ 521629 h 1849426"/>
              <a:gd name="connsiteX1663" fmla="*/ 4361906 w 6386648"/>
              <a:gd name="connsiteY1663" fmla="*/ 503604 h 1849426"/>
              <a:gd name="connsiteX1664" fmla="*/ 4379930 w 6386648"/>
              <a:gd name="connsiteY1664" fmla="*/ 485580 h 1849426"/>
              <a:gd name="connsiteX1665" fmla="*/ 5160987 w 6386648"/>
              <a:gd name="connsiteY1665" fmla="*/ 479571 h 1849426"/>
              <a:gd name="connsiteX1666" fmla="*/ 5179012 w 6386648"/>
              <a:gd name="connsiteY1666" fmla="*/ 497595 h 1849426"/>
              <a:gd name="connsiteX1667" fmla="*/ 5160987 w 6386648"/>
              <a:gd name="connsiteY1667" fmla="*/ 515620 h 1849426"/>
              <a:gd name="connsiteX1668" fmla="*/ 5142963 w 6386648"/>
              <a:gd name="connsiteY1668" fmla="*/ 497595 h 1849426"/>
              <a:gd name="connsiteX1669" fmla="*/ 5160987 w 6386648"/>
              <a:gd name="connsiteY1669" fmla="*/ 479571 h 1849426"/>
              <a:gd name="connsiteX1670" fmla="*/ 4241743 w 6386648"/>
              <a:gd name="connsiteY1670" fmla="*/ 479571 h 1849426"/>
              <a:gd name="connsiteX1671" fmla="*/ 4259768 w 6386648"/>
              <a:gd name="connsiteY1671" fmla="*/ 497595 h 1849426"/>
              <a:gd name="connsiteX1672" fmla="*/ 4241743 w 6386648"/>
              <a:gd name="connsiteY1672" fmla="*/ 515620 h 1849426"/>
              <a:gd name="connsiteX1673" fmla="*/ 4223719 w 6386648"/>
              <a:gd name="connsiteY1673" fmla="*/ 497595 h 1849426"/>
              <a:gd name="connsiteX1674" fmla="*/ 4241743 w 6386648"/>
              <a:gd name="connsiteY1674" fmla="*/ 479571 h 1849426"/>
              <a:gd name="connsiteX1675" fmla="*/ 3821173 w 6386648"/>
              <a:gd name="connsiteY1675" fmla="*/ 479571 h 1849426"/>
              <a:gd name="connsiteX1676" fmla="*/ 3839198 w 6386648"/>
              <a:gd name="connsiteY1676" fmla="*/ 497595 h 1849426"/>
              <a:gd name="connsiteX1677" fmla="*/ 3821173 w 6386648"/>
              <a:gd name="connsiteY1677" fmla="*/ 515620 h 1849426"/>
              <a:gd name="connsiteX1678" fmla="*/ 3803149 w 6386648"/>
              <a:gd name="connsiteY1678" fmla="*/ 497595 h 1849426"/>
              <a:gd name="connsiteX1679" fmla="*/ 3821173 w 6386648"/>
              <a:gd name="connsiteY1679" fmla="*/ 479571 h 1849426"/>
              <a:gd name="connsiteX1680" fmla="*/ 3364555 w 6386648"/>
              <a:gd name="connsiteY1680" fmla="*/ 479571 h 1849426"/>
              <a:gd name="connsiteX1681" fmla="*/ 3382580 w 6386648"/>
              <a:gd name="connsiteY1681" fmla="*/ 497595 h 1849426"/>
              <a:gd name="connsiteX1682" fmla="*/ 3364555 w 6386648"/>
              <a:gd name="connsiteY1682" fmla="*/ 515620 h 1849426"/>
              <a:gd name="connsiteX1683" fmla="*/ 3346531 w 6386648"/>
              <a:gd name="connsiteY1683" fmla="*/ 497595 h 1849426"/>
              <a:gd name="connsiteX1684" fmla="*/ 3364555 w 6386648"/>
              <a:gd name="connsiteY1684" fmla="*/ 479571 h 1849426"/>
              <a:gd name="connsiteX1685" fmla="*/ 1093480 w 6386648"/>
              <a:gd name="connsiteY1685" fmla="*/ 479571 h 1849426"/>
              <a:gd name="connsiteX1686" fmla="*/ 1111505 w 6386648"/>
              <a:gd name="connsiteY1686" fmla="*/ 497595 h 1849426"/>
              <a:gd name="connsiteX1687" fmla="*/ 1093480 w 6386648"/>
              <a:gd name="connsiteY1687" fmla="*/ 515620 h 1849426"/>
              <a:gd name="connsiteX1688" fmla="*/ 1075456 w 6386648"/>
              <a:gd name="connsiteY1688" fmla="*/ 497595 h 1849426"/>
              <a:gd name="connsiteX1689" fmla="*/ 1093480 w 6386648"/>
              <a:gd name="connsiteY1689" fmla="*/ 479571 h 1849426"/>
              <a:gd name="connsiteX1690" fmla="*/ 5299175 w 6386648"/>
              <a:gd name="connsiteY1690" fmla="*/ 473563 h 1849426"/>
              <a:gd name="connsiteX1691" fmla="*/ 5317200 w 6386648"/>
              <a:gd name="connsiteY1691" fmla="*/ 491587 h 1849426"/>
              <a:gd name="connsiteX1692" fmla="*/ 5299175 w 6386648"/>
              <a:gd name="connsiteY1692" fmla="*/ 509612 h 1849426"/>
              <a:gd name="connsiteX1693" fmla="*/ 5281150 w 6386648"/>
              <a:gd name="connsiteY1693" fmla="*/ 491587 h 1849426"/>
              <a:gd name="connsiteX1694" fmla="*/ 5299175 w 6386648"/>
              <a:gd name="connsiteY1694" fmla="*/ 473563 h 1849426"/>
              <a:gd name="connsiteX1695" fmla="*/ 4506101 w 6386648"/>
              <a:gd name="connsiteY1695" fmla="*/ 473563 h 1849426"/>
              <a:gd name="connsiteX1696" fmla="*/ 4524126 w 6386648"/>
              <a:gd name="connsiteY1696" fmla="*/ 491587 h 1849426"/>
              <a:gd name="connsiteX1697" fmla="*/ 4506101 w 6386648"/>
              <a:gd name="connsiteY1697" fmla="*/ 509612 h 1849426"/>
              <a:gd name="connsiteX1698" fmla="*/ 4488077 w 6386648"/>
              <a:gd name="connsiteY1698" fmla="*/ 491587 h 1849426"/>
              <a:gd name="connsiteX1699" fmla="*/ 4506101 w 6386648"/>
              <a:gd name="connsiteY1699" fmla="*/ 473563 h 1849426"/>
              <a:gd name="connsiteX1700" fmla="*/ 4115572 w 6386648"/>
              <a:gd name="connsiteY1700" fmla="*/ 473563 h 1849426"/>
              <a:gd name="connsiteX1701" fmla="*/ 4133597 w 6386648"/>
              <a:gd name="connsiteY1701" fmla="*/ 491587 h 1849426"/>
              <a:gd name="connsiteX1702" fmla="*/ 4115572 w 6386648"/>
              <a:gd name="connsiteY1702" fmla="*/ 509612 h 1849426"/>
              <a:gd name="connsiteX1703" fmla="*/ 4097548 w 6386648"/>
              <a:gd name="connsiteY1703" fmla="*/ 491587 h 1849426"/>
              <a:gd name="connsiteX1704" fmla="*/ 4115572 w 6386648"/>
              <a:gd name="connsiteY1704" fmla="*/ 473563 h 1849426"/>
              <a:gd name="connsiteX1705" fmla="*/ 2295107 w 6386648"/>
              <a:gd name="connsiteY1705" fmla="*/ 473563 h 1849426"/>
              <a:gd name="connsiteX1706" fmla="*/ 2313132 w 6386648"/>
              <a:gd name="connsiteY1706" fmla="*/ 491587 h 1849426"/>
              <a:gd name="connsiteX1707" fmla="*/ 2295107 w 6386648"/>
              <a:gd name="connsiteY1707" fmla="*/ 509612 h 1849426"/>
              <a:gd name="connsiteX1708" fmla="*/ 2277083 w 6386648"/>
              <a:gd name="connsiteY1708" fmla="*/ 491587 h 1849426"/>
              <a:gd name="connsiteX1709" fmla="*/ 2295107 w 6386648"/>
              <a:gd name="connsiteY1709" fmla="*/ 473563 h 1849426"/>
              <a:gd name="connsiteX1710" fmla="*/ 1838489 w 6386648"/>
              <a:gd name="connsiteY1710" fmla="*/ 473563 h 1849426"/>
              <a:gd name="connsiteX1711" fmla="*/ 1856514 w 6386648"/>
              <a:gd name="connsiteY1711" fmla="*/ 491587 h 1849426"/>
              <a:gd name="connsiteX1712" fmla="*/ 1838489 w 6386648"/>
              <a:gd name="connsiteY1712" fmla="*/ 509612 h 1849426"/>
              <a:gd name="connsiteX1713" fmla="*/ 1820465 w 6386648"/>
              <a:gd name="connsiteY1713" fmla="*/ 491587 h 1849426"/>
              <a:gd name="connsiteX1714" fmla="*/ 1838489 w 6386648"/>
              <a:gd name="connsiteY1714" fmla="*/ 473563 h 1849426"/>
              <a:gd name="connsiteX1715" fmla="*/ 2889912 w 6386648"/>
              <a:gd name="connsiteY1715" fmla="*/ 467555 h 1849426"/>
              <a:gd name="connsiteX1716" fmla="*/ 2907937 w 6386648"/>
              <a:gd name="connsiteY1716" fmla="*/ 485580 h 1849426"/>
              <a:gd name="connsiteX1717" fmla="*/ 2889912 w 6386648"/>
              <a:gd name="connsiteY1717" fmla="*/ 503604 h 1849426"/>
              <a:gd name="connsiteX1718" fmla="*/ 2871888 w 6386648"/>
              <a:gd name="connsiteY1718" fmla="*/ 485580 h 1849426"/>
              <a:gd name="connsiteX1719" fmla="*/ 2889912 w 6386648"/>
              <a:gd name="connsiteY1719" fmla="*/ 467555 h 1849426"/>
              <a:gd name="connsiteX1720" fmla="*/ 2108855 w 6386648"/>
              <a:gd name="connsiteY1720" fmla="*/ 467555 h 1849426"/>
              <a:gd name="connsiteX1721" fmla="*/ 2126880 w 6386648"/>
              <a:gd name="connsiteY1721" fmla="*/ 485580 h 1849426"/>
              <a:gd name="connsiteX1722" fmla="*/ 2108855 w 6386648"/>
              <a:gd name="connsiteY1722" fmla="*/ 503604 h 1849426"/>
              <a:gd name="connsiteX1723" fmla="*/ 2090831 w 6386648"/>
              <a:gd name="connsiteY1723" fmla="*/ 485580 h 1849426"/>
              <a:gd name="connsiteX1724" fmla="*/ 2108855 w 6386648"/>
              <a:gd name="connsiteY1724" fmla="*/ 467555 h 1849426"/>
              <a:gd name="connsiteX1725" fmla="*/ 1616189 w 6386648"/>
              <a:gd name="connsiteY1725" fmla="*/ 467555 h 1849426"/>
              <a:gd name="connsiteX1726" fmla="*/ 1634213 w 6386648"/>
              <a:gd name="connsiteY1726" fmla="*/ 485580 h 1849426"/>
              <a:gd name="connsiteX1727" fmla="*/ 1616189 w 6386648"/>
              <a:gd name="connsiteY1727" fmla="*/ 503604 h 1849426"/>
              <a:gd name="connsiteX1728" fmla="*/ 1598164 w 6386648"/>
              <a:gd name="connsiteY1728" fmla="*/ 485580 h 1849426"/>
              <a:gd name="connsiteX1729" fmla="*/ 1616189 w 6386648"/>
              <a:gd name="connsiteY1729" fmla="*/ 467555 h 1849426"/>
              <a:gd name="connsiteX1730" fmla="*/ 330447 w 6386648"/>
              <a:gd name="connsiteY1730" fmla="*/ 467555 h 1849426"/>
              <a:gd name="connsiteX1731" fmla="*/ 348472 w 6386648"/>
              <a:gd name="connsiteY1731" fmla="*/ 485580 h 1849426"/>
              <a:gd name="connsiteX1732" fmla="*/ 330447 w 6386648"/>
              <a:gd name="connsiteY1732" fmla="*/ 503604 h 1849426"/>
              <a:gd name="connsiteX1733" fmla="*/ 312423 w 6386648"/>
              <a:gd name="connsiteY1733" fmla="*/ 485580 h 1849426"/>
              <a:gd name="connsiteX1734" fmla="*/ 330447 w 6386648"/>
              <a:gd name="connsiteY1734" fmla="*/ 467555 h 1849426"/>
              <a:gd name="connsiteX1735" fmla="*/ 3935328 w 6386648"/>
              <a:gd name="connsiteY1735" fmla="*/ 461547 h 1849426"/>
              <a:gd name="connsiteX1736" fmla="*/ 3953353 w 6386648"/>
              <a:gd name="connsiteY1736" fmla="*/ 479571 h 1849426"/>
              <a:gd name="connsiteX1737" fmla="*/ 3935328 w 6386648"/>
              <a:gd name="connsiteY1737" fmla="*/ 497596 h 1849426"/>
              <a:gd name="connsiteX1738" fmla="*/ 3917304 w 6386648"/>
              <a:gd name="connsiteY1738" fmla="*/ 479571 h 1849426"/>
              <a:gd name="connsiteX1739" fmla="*/ 3935328 w 6386648"/>
              <a:gd name="connsiteY1739" fmla="*/ 461547 h 1849426"/>
              <a:gd name="connsiteX1740" fmla="*/ 6224427 w 6386648"/>
              <a:gd name="connsiteY1740" fmla="*/ 455539 h 1849426"/>
              <a:gd name="connsiteX1741" fmla="*/ 6242452 w 6386648"/>
              <a:gd name="connsiteY1741" fmla="*/ 473563 h 1849426"/>
              <a:gd name="connsiteX1742" fmla="*/ 6224427 w 6386648"/>
              <a:gd name="connsiteY1742" fmla="*/ 491588 h 1849426"/>
              <a:gd name="connsiteX1743" fmla="*/ 6206403 w 6386648"/>
              <a:gd name="connsiteY1743" fmla="*/ 473563 h 1849426"/>
              <a:gd name="connsiteX1744" fmla="*/ 6224427 w 6386648"/>
              <a:gd name="connsiteY1744" fmla="*/ 455539 h 1849426"/>
              <a:gd name="connsiteX1745" fmla="*/ 6110273 w 6386648"/>
              <a:gd name="connsiteY1745" fmla="*/ 455539 h 1849426"/>
              <a:gd name="connsiteX1746" fmla="*/ 6128298 w 6386648"/>
              <a:gd name="connsiteY1746" fmla="*/ 473563 h 1849426"/>
              <a:gd name="connsiteX1747" fmla="*/ 6110273 w 6386648"/>
              <a:gd name="connsiteY1747" fmla="*/ 491588 h 1849426"/>
              <a:gd name="connsiteX1748" fmla="*/ 6092248 w 6386648"/>
              <a:gd name="connsiteY1748" fmla="*/ 473563 h 1849426"/>
              <a:gd name="connsiteX1749" fmla="*/ 6110273 w 6386648"/>
              <a:gd name="connsiteY1749" fmla="*/ 455539 h 1849426"/>
              <a:gd name="connsiteX1750" fmla="*/ 3496734 w 6386648"/>
              <a:gd name="connsiteY1750" fmla="*/ 455539 h 1849426"/>
              <a:gd name="connsiteX1751" fmla="*/ 3514759 w 6386648"/>
              <a:gd name="connsiteY1751" fmla="*/ 473563 h 1849426"/>
              <a:gd name="connsiteX1752" fmla="*/ 3496734 w 6386648"/>
              <a:gd name="connsiteY1752" fmla="*/ 491588 h 1849426"/>
              <a:gd name="connsiteX1753" fmla="*/ 3478709 w 6386648"/>
              <a:gd name="connsiteY1753" fmla="*/ 473563 h 1849426"/>
              <a:gd name="connsiteX1754" fmla="*/ 3496734 w 6386648"/>
              <a:gd name="connsiteY1754" fmla="*/ 455539 h 1849426"/>
              <a:gd name="connsiteX1755" fmla="*/ 1333805 w 6386648"/>
              <a:gd name="connsiteY1755" fmla="*/ 455539 h 1849426"/>
              <a:gd name="connsiteX1756" fmla="*/ 1351830 w 6386648"/>
              <a:gd name="connsiteY1756" fmla="*/ 473563 h 1849426"/>
              <a:gd name="connsiteX1757" fmla="*/ 1333805 w 6386648"/>
              <a:gd name="connsiteY1757" fmla="*/ 491588 h 1849426"/>
              <a:gd name="connsiteX1758" fmla="*/ 1315781 w 6386648"/>
              <a:gd name="connsiteY1758" fmla="*/ 473563 h 1849426"/>
              <a:gd name="connsiteX1759" fmla="*/ 1333805 w 6386648"/>
              <a:gd name="connsiteY1759" fmla="*/ 455539 h 1849426"/>
              <a:gd name="connsiteX1760" fmla="*/ 2727693 w 6386648"/>
              <a:gd name="connsiteY1760" fmla="*/ 449531 h 1849426"/>
              <a:gd name="connsiteX1761" fmla="*/ 2745718 w 6386648"/>
              <a:gd name="connsiteY1761" fmla="*/ 467555 h 1849426"/>
              <a:gd name="connsiteX1762" fmla="*/ 2727693 w 6386648"/>
              <a:gd name="connsiteY1762" fmla="*/ 485580 h 1849426"/>
              <a:gd name="connsiteX1763" fmla="*/ 2709669 w 6386648"/>
              <a:gd name="connsiteY1763" fmla="*/ 467555 h 1849426"/>
              <a:gd name="connsiteX1764" fmla="*/ 2727693 w 6386648"/>
              <a:gd name="connsiteY1764" fmla="*/ 449531 h 1849426"/>
              <a:gd name="connsiteX1765" fmla="*/ 2607530 w 6386648"/>
              <a:gd name="connsiteY1765" fmla="*/ 449531 h 1849426"/>
              <a:gd name="connsiteX1766" fmla="*/ 2625555 w 6386648"/>
              <a:gd name="connsiteY1766" fmla="*/ 467555 h 1849426"/>
              <a:gd name="connsiteX1767" fmla="*/ 2607530 w 6386648"/>
              <a:gd name="connsiteY1767" fmla="*/ 485580 h 1849426"/>
              <a:gd name="connsiteX1768" fmla="*/ 2589506 w 6386648"/>
              <a:gd name="connsiteY1768" fmla="*/ 467555 h 1849426"/>
              <a:gd name="connsiteX1769" fmla="*/ 2607530 w 6386648"/>
              <a:gd name="connsiteY1769" fmla="*/ 449531 h 1849426"/>
              <a:gd name="connsiteX1770" fmla="*/ 5797850 w 6386648"/>
              <a:gd name="connsiteY1770" fmla="*/ 443523 h 1849426"/>
              <a:gd name="connsiteX1771" fmla="*/ 5815875 w 6386648"/>
              <a:gd name="connsiteY1771" fmla="*/ 461547 h 1849426"/>
              <a:gd name="connsiteX1772" fmla="*/ 5797850 w 6386648"/>
              <a:gd name="connsiteY1772" fmla="*/ 479572 h 1849426"/>
              <a:gd name="connsiteX1773" fmla="*/ 5779826 w 6386648"/>
              <a:gd name="connsiteY1773" fmla="*/ 461547 h 1849426"/>
              <a:gd name="connsiteX1774" fmla="*/ 5797850 w 6386648"/>
              <a:gd name="connsiteY1774" fmla="*/ 443523 h 1849426"/>
              <a:gd name="connsiteX1775" fmla="*/ 5653655 w 6386648"/>
              <a:gd name="connsiteY1775" fmla="*/ 443523 h 1849426"/>
              <a:gd name="connsiteX1776" fmla="*/ 5671680 w 6386648"/>
              <a:gd name="connsiteY1776" fmla="*/ 461547 h 1849426"/>
              <a:gd name="connsiteX1777" fmla="*/ 5653655 w 6386648"/>
              <a:gd name="connsiteY1777" fmla="*/ 479572 h 1849426"/>
              <a:gd name="connsiteX1778" fmla="*/ 5635631 w 6386648"/>
              <a:gd name="connsiteY1778" fmla="*/ 461547 h 1849426"/>
              <a:gd name="connsiteX1779" fmla="*/ 5653655 w 6386648"/>
              <a:gd name="connsiteY1779" fmla="*/ 443523 h 1849426"/>
              <a:gd name="connsiteX1780" fmla="*/ 96129 w 6386648"/>
              <a:gd name="connsiteY1780" fmla="*/ 437514 h 1849426"/>
              <a:gd name="connsiteX1781" fmla="*/ 114154 w 6386648"/>
              <a:gd name="connsiteY1781" fmla="*/ 455539 h 1849426"/>
              <a:gd name="connsiteX1782" fmla="*/ 96129 w 6386648"/>
              <a:gd name="connsiteY1782" fmla="*/ 473563 h 1849426"/>
              <a:gd name="connsiteX1783" fmla="*/ 78105 w 6386648"/>
              <a:gd name="connsiteY1783" fmla="*/ 455539 h 1849426"/>
              <a:gd name="connsiteX1784" fmla="*/ 96129 w 6386648"/>
              <a:gd name="connsiteY1784" fmla="*/ 437514 h 1849426"/>
              <a:gd name="connsiteX1785" fmla="*/ 3058140 w 6386648"/>
              <a:gd name="connsiteY1785" fmla="*/ 431506 h 1849426"/>
              <a:gd name="connsiteX1786" fmla="*/ 3076165 w 6386648"/>
              <a:gd name="connsiteY1786" fmla="*/ 449530 h 1849426"/>
              <a:gd name="connsiteX1787" fmla="*/ 3058140 w 6386648"/>
              <a:gd name="connsiteY1787" fmla="*/ 467555 h 1849426"/>
              <a:gd name="connsiteX1788" fmla="*/ 3040116 w 6386648"/>
              <a:gd name="connsiteY1788" fmla="*/ 449530 h 1849426"/>
              <a:gd name="connsiteX1789" fmla="*/ 3058140 w 6386648"/>
              <a:gd name="connsiteY1789" fmla="*/ 431506 h 1849426"/>
              <a:gd name="connsiteX1790" fmla="*/ 2493375 w 6386648"/>
              <a:gd name="connsiteY1790" fmla="*/ 431506 h 1849426"/>
              <a:gd name="connsiteX1791" fmla="*/ 2511400 w 6386648"/>
              <a:gd name="connsiteY1791" fmla="*/ 449530 h 1849426"/>
              <a:gd name="connsiteX1792" fmla="*/ 2493375 w 6386648"/>
              <a:gd name="connsiteY1792" fmla="*/ 467555 h 1849426"/>
              <a:gd name="connsiteX1793" fmla="*/ 2475351 w 6386648"/>
              <a:gd name="connsiteY1793" fmla="*/ 449530 h 1849426"/>
              <a:gd name="connsiteX1794" fmla="*/ 2493375 w 6386648"/>
              <a:gd name="connsiteY1794" fmla="*/ 431506 h 1849426"/>
              <a:gd name="connsiteX1795" fmla="*/ 216292 w 6386648"/>
              <a:gd name="connsiteY1795" fmla="*/ 431506 h 1849426"/>
              <a:gd name="connsiteX1796" fmla="*/ 234317 w 6386648"/>
              <a:gd name="connsiteY1796" fmla="*/ 449530 h 1849426"/>
              <a:gd name="connsiteX1797" fmla="*/ 216292 w 6386648"/>
              <a:gd name="connsiteY1797" fmla="*/ 467555 h 1849426"/>
              <a:gd name="connsiteX1798" fmla="*/ 198268 w 6386648"/>
              <a:gd name="connsiteY1798" fmla="*/ 449530 h 1849426"/>
              <a:gd name="connsiteX1799" fmla="*/ 216292 w 6386648"/>
              <a:gd name="connsiteY1799" fmla="*/ 431506 h 1849426"/>
              <a:gd name="connsiteX1800" fmla="*/ 4758442 w 6386648"/>
              <a:gd name="connsiteY1800" fmla="*/ 425498 h 1849426"/>
              <a:gd name="connsiteX1801" fmla="*/ 4776467 w 6386648"/>
              <a:gd name="connsiteY1801" fmla="*/ 443522 h 1849426"/>
              <a:gd name="connsiteX1802" fmla="*/ 4758442 w 6386648"/>
              <a:gd name="connsiteY1802" fmla="*/ 461547 h 1849426"/>
              <a:gd name="connsiteX1803" fmla="*/ 4740417 w 6386648"/>
              <a:gd name="connsiteY1803" fmla="*/ 443522 h 1849426"/>
              <a:gd name="connsiteX1804" fmla="*/ 4758442 w 6386648"/>
              <a:gd name="connsiteY1804" fmla="*/ 425498 h 1849426"/>
              <a:gd name="connsiteX1805" fmla="*/ 1453968 w 6386648"/>
              <a:gd name="connsiteY1805" fmla="*/ 425498 h 1849426"/>
              <a:gd name="connsiteX1806" fmla="*/ 1471993 w 6386648"/>
              <a:gd name="connsiteY1806" fmla="*/ 443522 h 1849426"/>
              <a:gd name="connsiteX1807" fmla="*/ 1453968 w 6386648"/>
              <a:gd name="connsiteY1807" fmla="*/ 461547 h 1849426"/>
              <a:gd name="connsiteX1808" fmla="*/ 1435944 w 6386648"/>
              <a:gd name="connsiteY1808" fmla="*/ 443522 h 1849426"/>
              <a:gd name="connsiteX1809" fmla="*/ 1453968 w 6386648"/>
              <a:gd name="connsiteY1809" fmla="*/ 425498 h 1849426"/>
              <a:gd name="connsiteX1810" fmla="*/ 552748 w 6386648"/>
              <a:gd name="connsiteY1810" fmla="*/ 425498 h 1849426"/>
              <a:gd name="connsiteX1811" fmla="*/ 570773 w 6386648"/>
              <a:gd name="connsiteY1811" fmla="*/ 443522 h 1849426"/>
              <a:gd name="connsiteX1812" fmla="*/ 552748 w 6386648"/>
              <a:gd name="connsiteY1812" fmla="*/ 461547 h 1849426"/>
              <a:gd name="connsiteX1813" fmla="*/ 534724 w 6386648"/>
              <a:gd name="connsiteY1813" fmla="*/ 443522 h 1849426"/>
              <a:gd name="connsiteX1814" fmla="*/ 552748 w 6386648"/>
              <a:gd name="connsiteY1814" fmla="*/ 425498 h 1849426"/>
              <a:gd name="connsiteX1815" fmla="*/ 1742358 w 6386648"/>
              <a:gd name="connsiteY1815" fmla="*/ 419490 h 1849426"/>
              <a:gd name="connsiteX1816" fmla="*/ 1760383 w 6386648"/>
              <a:gd name="connsiteY1816" fmla="*/ 437514 h 1849426"/>
              <a:gd name="connsiteX1817" fmla="*/ 1742358 w 6386648"/>
              <a:gd name="connsiteY1817" fmla="*/ 455539 h 1849426"/>
              <a:gd name="connsiteX1818" fmla="*/ 1724334 w 6386648"/>
              <a:gd name="connsiteY1818" fmla="*/ 437514 h 1849426"/>
              <a:gd name="connsiteX1819" fmla="*/ 1742358 w 6386648"/>
              <a:gd name="connsiteY1819" fmla="*/ 419490 h 1849426"/>
              <a:gd name="connsiteX1820" fmla="*/ 1183602 w 6386648"/>
              <a:gd name="connsiteY1820" fmla="*/ 413482 h 1849426"/>
              <a:gd name="connsiteX1821" fmla="*/ 1201627 w 6386648"/>
              <a:gd name="connsiteY1821" fmla="*/ 431506 h 1849426"/>
              <a:gd name="connsiteX1822" fmla="*/ 1183602 w 6386648"/>
              <a:gd name="connsiteY1822" fmla="*/ 449531 h 1849426"/>
              <a:gd name="connsiteX1823" fmla="*/ 1165578 w 6386648"/>
              <a:gd name="connsiteY1823" fmla="*/ 431506 h 1849426"/>
              <a:gd name="connsiteX1824" fmla="*/ 1183602 w 6386648"/>
              <a:gd name="connsiteY1824" fmla="*/ 413482 h 1849426"/>
              <a:gd name="connsiteX1825" fmla="*/ 895212 w 6386648"/>
              <a:gd name="connsiteY1825" fmla="*/ 413482 h 1849426"/>
              <a:gd name="connsiteX1826" fmla="*/ 913236 w 6386648"/>
              <a:gd name="connsiteY1826" fmla="*/ 431506 h 1849426"/>
              <a:gd name="connsiteX1827" fmla="*/ 895212 w 6386648"/>
              <a:gd name="connsiteY1827" fmla="*/ 449531 h 1849426"/>
              <a:gd name="connsiteX1828" fmla="*/ 877187 w 6386648"/>
              <a:gd name="connsiteY1828" fmla="*/ 431506 h 1849426"/>
              <a:gd name="connsiteX1829" fmla="*/ 895212 w 6386648"/>
              <a:gd name="connsiteY1829" fmla="*/ 413482 h 1849426"/>
              <a:gd name="connsiteX1830" fmla="*/ 672910 w 6386648"/>
              <a:gd name="connsiteY1830" fmla="*/ 413482 h 1849426"/>
              <a:gd name="connsiteX1831" fmla="*/ 690935 w 6386648"/>
              <a:gd name="connsiteY1831" fmla="*/ 431506 h 1849426"/>
              <a:gd name="connsiteX1832" fmla="*/ 672910 w 6386648"/>
              <a:gd name="connsiteY1832" fmla="*/ 449531 h 1849426"/>
              <a:gd name="connsiteX1833" fmla="*/ 654886 w 6386648"/>
              <a:gd name="connsiteY1833" fmla="*/ 431506 h 1849426"/>
              <a:gd name="connsiteX1834" fmla="*/ 672910 w 6386648"/>
              <a:gd name="connsiteY1834" fmla="*/ 413482 h 1849426"/>
              <a:gd name="connsiteX1835" fmla="*/ 3719035 w 6386648"/>
              <a:gd name="connsiteY1835" fmla="*/ 407474 h 1849426"/>
              <a:gd name="connsiteX1836" fmla="*/ 3737060 w 6386648"/>
              <a:gd name="connsiteY1836" fmla="*/ 425499 h 1849426"/>
              <a:gd name="connsiteX1837" fmla="*/ 3719035 w 6386648"/>
              <a:gd name="connsiteY1837" fmla="*/ 443523 h 1849426"/>
              <a:gd name="connsiteX1838" fmla="*/ 3701011 w 6386648"/>
              <a:gd name="connsiteY1838" fmla="*/ 425499 h 1849426"/>
              <a:gd name="connsiteX1839" fmla="*/ 3719035 w 6386648"/>
              <a:gd name="connsiteY1839" fmla="*/ 407474 h 1849426"/>
              <a:gd name="connsiteX1840" fmla="*/ 6002126 w 6386648"/>
              <a:gd name="connsiteY1840" fmla="*/ 401466 h 1849426"/>
              <a:gd name="connsiteX1841" fmla="*/ 6020151 w 6386648"/>
              <a:gd name="connsiteY1841" fmla="*/ 419490 h 1849426"/>
              <a:gd name="connsiteX1842" fmla="*/ 6002126 w 6386648"/>
              <a:gd name="connsiteY1842" fmla="*/ 437515 h 1849426"/>
              <a:gd name="connsiteX1843" fmla="*/ 5984102 w 6386648"/>
              <a:gd name="connsiteY1843" fmla="*/ 419490 h 1849426"/>
              <a:gd name="connsiteX1844" fmla="*/ 6002126 w 6386648"/>
              <a:gd name="connsiteY1844" fmla="*/ 401466 h 1849426"/>
              <a:gd name="connsiteX1845" fmla="*/ 1970668 w 6386648"/>
              <a:gd name="connsiteY1845" fmla="*/ 401466 h 1849426"/>
              <a:gd name="connsiteX1846" fmla="*/ 1988693 w 6386648"/>
              <a:gd name="connsiteY1846" fmla="*/ 419490 h 1849426"/>
              <a:gd name="connsiteX1847" fmla="*/ 1970668 w 6386648"/>
              <a:gd name="connsiteY1847" fmla="*/ 437515 h 1849426"/>
              <a:gd name="connsiteX1848" fmla="*/ 1952644 w 6386648"/>
              <a:gd name="connsiteY1848" fmla="*/ 419490 h 1849426"/>
              <a:gd name="connsiteX1849" fmla="*/ 1970668 w 6386648"/>
              <a:gd name="connsiteY1849" fmla="*/ 401466 h 1849426"/>
              <a:gd name="connsiteX1850" fmla="*/ 5533492 w 6386648"/>
              <a:gd name="connsiteY1850" fmla="*/ 395457 h 1849426"/>
              <a:gd name="connsiteX1851" fmla="*/ 5551517 w 6386648"/>
              <a:gd name="connsiteY1851" fmla="*/ 413481 h 1849426"/>
              <a:gd name="connsiteX1852" fmla="*/ 5533492 w 6386648"/>
              <a:gd name="connsiteY1852" fmla="*/ 431506 h 1849426"/>
              <a:gd name="connsiteX1853" fmla="*/ 5515468 w 6386648"/>
              <a:gd name="connsiteY1853" fmla="*/ 413481 h 1849426"/>
              <a:gd name="connsiteX1854" fmla="*/ 5533492 w 6386648"/>
              <a:gd name="connsiteY1854" fmla="*/ 395457 h 1849426"/>
              <a:gd name="connsiteX1855" fmla="*/ 3166287 w 6386648"/>
              <a:gd name="connsiteY1855" fmla="*/ 395457 h 1849426"/>
              <a:gd name="connsiteX1856" fmla="*/ 3184312 w 6386648"/>
              <a:gd name="connsiteY1856" fmla="*/ 413481 h 1849426"/>
              <a:gd name="connsiteX1857" fmla="*/ 3166287 w 6386648"/>
              <a:gd name="connsiteY1857" fmla="*/ 431506 h 1849426"/>
              <a:gd name="connsiteX1858" fmla="*/ 3148262 w 6386648"/>
              <a:gd name="connsiteY1858" fmla="*/ 413481 h 1849426"/>
              <a:gd name="connsiteX1859" fmla="*/ 3166287 w 6386648"/>
              <a:gd name="connsiteY1859" fmla="*/ 395457 h 1849426"/>
              <a:gd name="connsiteX1860" fmla="*/ 2373213 w 6386648"/>
              <a:gd name="connsiteY1860" fmla="*/ 395457 h 1849426"/>
              <a:gd name="connsiteX1861" fmla="*/ 2391238 w 6386648"/>
              <a:gd name="connsiteY1861" fmla="*/ 413481 h 1849426"/>
              <a:gd name="connsiteX1862" fmla="*/ 2373213 w 6386648"/>
              <a:gd name="connsiteY1862" fmla="*/ 431506 h 1849426"/>
              <a:gd name="connsiteX1863" fmla="*/ 2355189 w 6386648"/>
              <a:gd name="connsiteY1863" fmla="*/ 413481 h 1849426"/>
              <a:gd name="connsiteX1864" fmla="*/ 2373213 w 6386648"/>
              <a:gd name="connsiteY1864" fmla="*/ 395457 h 1849426"/>
              <a:gd name="connsiteX1865" fmla="*/ 787065 w 6386648"/>
              <a:gd name="connsiteY1865" fmla="*/ 395457 h 1849426"/>
              <a:gd name="connsiteX1866" fmla="*/ 805090 w 6386648"/>
              <a:gd name="connsiteY1866" fmla="*/ 413481 h 1849426"/>
              <a:gd name="connsiteX1867" fmla="*/ 787065 w 6386648"/>
              <a:gd name="connsiteY1867" fmla="*/ 431506 h 1849426"/>
              <a:gd name="connsiteX1868" fmla="*/ 769041 w 6386648"/>
              <a:gd name="connsiteY1868" fmla="*/ 413481 h 1849426"/>
              <a:gd name="connsiteX1869" fmla="*/ 787065 w 6386648"/>
              <a:gd name="connsiteY1869" fmla="*/ 395457 h 1849426"/>
              <a:gd name="connsiteX1870" fmla="*/ 6344591 w 6386648"/>
              <a:gd name="connsiteY1870" fmla="*/ 389449 h 1849426"/>
              <a:gd name="connsiteX1871" fmla="*/ 6362615 w 6386648"/>
              <a:gd name="connsiteY1871" fmla="*/ 407473 h 1849426"/>
              <a:gd name="connsiteX1872" fmla="*/ 6344591 w 6386648"/>
              <a:gd name="connsiteY1872" fmla="*/ 425498 h 1849426"/>
              <a:gd name="connsiteX1873" fmla="*/ 6326566 w 6386648"/>
              <a:gd name="connsiteY1873" fmla="*/ 407473 h 1849426"/>
              <a:gd name="connsiteX1874" fmla="*/ 6344591 w 6386648"/>
              <a:gd name="connsiteY1874" fmla="*/ 389449 h 1849426"/>
              <a:gd name="connsiteX1875" fmla="*/ 5407321 w 6386648"/>
              <a:gd name="connsiteY1875" fmla="*/ 383441 h 1849426"/>
              <a:gd name="connsiteX1876" fmla="*/ 5425346 w 6386648"/>
              <a:gd name="connsiteY1876" fmla="*/ 401465 h 1849426"/>
              <a:gd name="connsiteX1877" fmla="*/ 5407321 w 6386648"/>
              <a:gd name="connsiteY1877" fmla="*/ 419490 h 1849426"/>
              <a:gd name="connsiteX1878" fmla="*/ 5389297 w 6386648"/>
              <a:gd name="connsiteY1878" fmla="*/ 401465 h 1849426"/>
              <a:gd name="connsiteX1879" fmla="*/ 5407321 w 6386648"/>
              <a:gd name="connsiteY1879" fmla="*/ 383441 h 1849426"/>
              <a:gd name="connsiteX1880" fmla="*/ 5233085 w 6386648"/>
              <a:gd name="connsiteY1880" fmla="*/ 383441 h 1849426"/>
              <a:gd name="connsiteX1881" fmla="*/ 5251110 w 6386648"/>
              <a:gd name="connsiteY1881" fmla="*/ 401465 h 1849426"/>
              <a:gd name="connsiteX1882" fmla="*/ 5233085 w 6386648"/>
              <a:gd name="connsiteY1882" fmla="*/ 419490 h 1849426"/>
              <a:gd name="connsiteX1883" fmla="*/ 5215061 w 6386648"/>
              <a:gd name="connsiteY1883" fmla="*/ 401465 h 1849426"/>
              <a:gd name="connsiteX1884" fmla="*/ 5233085 w 6386648"/>
              <a:gd name="connsiteY1884" fmla="*/ 383441 h 1849426"/>
              <a:gd name="connsiteX1885" fmla="*/ 4956711 w 6386648"/>
              <a:gd name="connsiteY1885" fmla="*/ 383441 h 1849426"/>
              <a:gd name="connsiteX1886" fmla="*/ 4974736 w 6386648"/>
              <a:gd name="connsiteY1886" fmla="*/ 401465 h 1849426"/>
              <a:gd name="connsiteX1887" fmla="*/ 4956711 w 6386648"/>
              <a:gd name="connsiteY1887" fmla="*/ 419490 h 1849426"/>
              <a:gd name="connsiteX1888" fmla="*/ 4938687 w 6386648"/>
              <a:gd name="connsiteY1888" fmla="*/ 401465 h 1849426"/>
              <a:gd name="connsiteX1889" fmla="*/ 4956711 w 6386648"/>
              <a:gd name="connsiteY1889" fmla="*/ 383441 h 1849426"/>
              <a:gd name="connsiteX1890" fmla="*/ 3604880 w 6386648"/>
              <a:gd name="connsiteY1890" fmla="*/ 377433 h 1849426"/>
              <a:gd name="connsiteX1891" fmla="*/ 3622905 w 6386648"/>
              <a:gd name="connsiteY1891" fmla="*/ 395458 h 1849426"/>
              <a:gd name="connsiteX1892" fmla="*/ 3604880 w 6386648"/>
              <a:gd name="connsiteY1892" fmla="*/ 413482 h 1849426"/>
              <a:gd name="connsiteX1893" fmla="*/ 3586856 w 6386648"/>
              <a:gd name="connsiteY1893" fmla="*/ 395458 h 1849426"/>
              <a:gd name="connsiteX1894" fmla="*/ 3604880 w 6386648"/>
              <a:gd name="connsiteY1894" fmla="*/ 377433 h 1849426"/>
              <a:gd name="connsiteX1895" fmla="*/ 5082882 w 6386648"/>
              <a:gd name="connsiteY1895" fmla="*/ 371425 h 1849426"/>
              <a:gd name="connsiteX1896" fmla="*/ 5100907 w 6386648"/>
              <a:gd name="connsiteY1896" fmla="*/ 389449 h 1849426"/>
              <a:gd name="connsiteX1897" fmla="*/ 5082882 w 6386648"/>
              <a:gd name="connsiteY1897" fmla="*/ 407474 h 1849426"/>
              <a:gd name="connsiteX1898" fmla="*/ 5064858 w 6386648"/>
              <a:gd name="connsiteY1898" fmla="*/ 389449 h 1849426"/>
              <a:gd name="connsiteX1899" fmla="*/ 5082882 w 6386648"/>
              <a:gd name="connsiteY1899" fmla="*/ 371425 h 1849426"/>
              <a:gd name="connsiteX1900" fmla="*/ 4638280 w 6386648"/>
              <a:gd name="connsiteY1900" fmla="*/ 371425 h 1849426"/>
              <a:gd name="connsiteX1901" fmla="*/ 4656305 w 6386648"/>
              <a:gd name="connsiteY1901" fmla="*/ 389449 h 1849426"/>
              <a:gd name="connsiteX1902" fmla="*/ 4638280 w 6386648"/>
              <a:gd name="connsiteY1902" fmla="*/ 407474 h 1849426"/>
              <a:gd name="connsiteX1903" fmla="*/ 4620255 w 6386648"/>
              <a:gd name="connsiteY1903" fmla="*/ 389449 h 1849426"/>
              <a:gd name="connsiteX1904" fmla="*/ 4638280 w 6386648"/>
              <a:gd name="connsiteY1904" fmla="*/ 371425 h 1849426"/>
              <a:gd name="connsiteX1905" fmla="*/ 4289808 w 6386648"/>
              <a:gd name="connsiteY1905" fmla="*/ 371425 h 1849426"/>
              <a:gd name="connsiteX1906" fmla="*/ 4307833 w 6386648"/>
              <a:gd name="connsiteY1906" fmla="*/ 389449 h 1849426"/>
              <a:gd name="connsiteX1907" fmla="*/ 4289808 w 6386648"/>
              <a:gd name="connsiteY1907" fmla="*/ 407474 h 1849426"/>
              <a:gd name="connsiteX1908" fmla="*/ 4271784 w 6386648"/>
              <a:gd name="connsiteY1908" fmla="*/ 389449 h 1849426"/>
              <a:gd name="connsiteX1909" fmla="*/ 4289808 w 6386648"/>
              <a:gd name="connsiteY1909" fmla="*/ 371425 h 1849426"/>
              <a:gd name="connsiteX1910" fmla="*/ 3412620 w 6386648"/>
              <a:gd name="connsiteY1910" fmla="*/ 371425 h 1849426"/>
              <a:gd name="connsiteX1911" fmla="*/ 3430645 w 6386648"/>
              <a:gd name="connsiteY1911" fmla="*/ 389449 h 1849426"/>
              <a:gd name="connsiteX1912" fmla="*/ 3412620 w 6386648"/>
              <a:gd name="connsiteY1912" fmla="*/ 407474 h 1849426"/>
              <a:gd name="connsiteX1913" fmla="*/ 3394596 w 6386648"/>
              <a:gd name="connsiteY1913" fmla="*/ 389449 h 1849426"/>
              <a:gd name="connsiteX1914" fmla="*/ 3412620 w 6386648"/>
              <a:gd name="connsiteY1914" fmla="*/ 371425 h 1849426"/>
              <a:gd name="connsiteX1915" fmla="*/ 3286449 w 6386648"/>
              <a:gd name="connsiteY1915" fmla="*/ 371425 h 1849426"/>
              <a:gd name="connsiteX1916" fmla="*/ 3304474 w 6386648"/>
              <a:gd name="connsiteY1916" fmla="*/ 389449 h 1849426"/>
              <a:gd name="connsiteX1917" fmla="*/ 3286449 w 6386648"/>
              <a:gd name="connsiteY1917" fmla="*/ 407474 h 1849426"/>
              <a:gd name="connsiteX1918" fmla="*/ 3268424 w 6386648"/>
              <a:gd name="connsiteY1918" fmla="*/ 389449 h 1849426"/>
              <a:gd name="connsiteX1919" fmla="*/ 3286449 w 6386648"/>
              <a:gd name="connsiteY1919" fmla="*/ 371425 h 1849426"/>
              <a:gd name="connsiteX1920" fmla="*/ 2204985 w 6386648"/>
              <a:gd name="connsiteY1920" fmla="*/ 371425 h 1849426"/>
              <a:gd name="connsiteX1921" fmla="*/ 2223010 w 6386648"/>
              <a:gd name="connsiteY1921" fmla="*/ 389449 h 1849426"/>
              <a:gd name="connsiteX1922" fmla="*/ 2204985 w 6386648"/>
              <a:gd name="connsiteY1922" fmla="*/ 407474 h 1849426"/>
              <a:gd name="connsiteX1923" fmla="*/ 2186961 w 6386648"/>
              <a:gd name="connsiteY1923" fmla="*/ 389449 h 1849426"/>
              <a:gd name="connsiteX1924" fmla="*/ 2204985 w 6386648"/>
              <a:gd name="connsiteY1924" fmla="*/ 371425 h 1849426"/>
              <a:gd name="connsiteX1925" fmla="*/ 1033398 w 6386648"/>
              <a:gd name="connsiteY1925" fmla="*/ 371425 h 1849426"/>
              <a:gd name="connsiteX1926" fmla="*/ 1051423 w 6386648"/>
              <a:gd name="connsiteY1926" fmla="*/ 389449 h 1849426"/>
              <a:gd name="connsiteX1927" fmla="*/ 1033398 w 6386648"/>
              <a:gd name="connsiteY1927" fmla="*/ 407474 h 1849426"/>
              <a:gd name="connsiteX1928" fmla="*/ 1015374 w 6386648"/>
              <a:gd name="connsiteY1928" fmla="*/ 389449 h 1849426"/>
              <a:gd name="connsiteX1929" fmla="*/ 1033398 w 6386648"/>
              <a:gd name="connsiteY1929" fmla="*/ 371425 h 1849426"/>
              <a:gd name="connsiteX1930" fmla="*/ 432585 w 6386648"/>
              <a:gd name="connsiteY1930" fmla="*/ 371425 h 1849426"/>
              <a:gd name="connsiteX1931" fmla="*/ 450610 w 6386648"/>
              <a:gd name="connsiteY1931" fmla="*/ 389449 h 1849426"/>
              <a:gd name="connsiteX1932" fmla="*/ 432585 w 6386648"/>
              <a:gd name="connsiteY1932" fmla="*/ 407474 h 1849426"/>
              <a:gd name="connsiteX1933" fmla="*/ 414561 w 6386648"/>
              <a:gd name="connsiteY1933" fmla="*/ 389449 h 1849426"/>
              <a:gd name="connsiteX1934" fmla="*/ 432585 w 6386648"/>
              <a:gd name="connsiteY1934" fmla="*/ 371425 h 1849426"/>
              <a:gd name="connsiteX1935" fmla="*/ 4037466 w 6386648"/>
              <a:gd name="connsiteY1935" fmla="*/ 365417 h 1849426"/>
              <a:gd name="connsiteX1936" fmla="*/ 4055491 w 6386648"/>
              <a:gd name="connsiteY1936" fmla="*/ 383441 h 1849426"/>
              <a:gd name="connsiteX1937" fmla="*/ 4037466 w 6386648"/>
              <a:gd name="connsiteY1937" fmla="*/ 401466 h 1849426"/>
              <a:gd name="connsiteX1938" fmla="*/ 4019441 w 6386648"/>
              <a:gd name="connsiteY1938" fmla="*/ 383441 h 1849426"/>
              <a:gd name="connsiteX1939" fmla="*/ 4037466 w 6386648"/>
              <a:gd name="connsiteY1939" fmla="*/ 365417 h 1849426"/>
              <a:gd name="connsiteX1940" fmla="*/ 2943986 w 6386648"/>
              <a:gd name="connsiteY1940" fmla="*/ 365417 h 1849426"/>
              <a:gd name="connsiteX1941" fmla="*/ 2962011 w 6386648"/>
              <a:gd name="connsiteY1941" fmla="*/ 383441 h 1849426"/>
              <a:gd name="connsiteX1942" fmla="*/ 2943986 w 6386648"/>
              <a:gd name="connsiteY1942" fmla="*/ 401466 h 1849426"/>
              <a:gd name="connsiteX1943" fmla="*/ 2925962 w 6386648"/>
              <a:gd name="connsiteY1943" fmla="*/ 383441 h 1849426"/>
              <a:gd name="connsiteX1944" fmla="*/ 2943986 w 6386648"/>
              <a:gd name="connsiteY1944" fmla="*/ 365417 h 1849426"/>
              <a:gd name="connsiteX1945" fmla="*/ 2811807 w 6386648"/>
              <a:gd name="connsiteY1945" fmla="*/ 365417 h 1849426"/>
              <a:gd name="connsiteX1946" fmla="*/ 2829832 w 6386648"/>
              <a:gd name="connsiteY1946" fmla="*/ 383441 h 1849426"/>
              <a:gd name="connsiteX1947" fmla="*/ 2811807 w 6386648"/>
              <a:gd name="connsiteY1947" fmla="*/ 401466 h 1849426"/>
              <a:gd name="connsiteX1948" fmla="*/ 2793783 w 6386648"/>
              <a:gd name="connsiteY1948" fmla="*/ 383441 h 1849426"/>
              <a:gd name="connsiteX1949" fmla="*/ 2811807 w 6386648"/>
              <a:gd name="connsiteY1949" fmla="*/ 365417 h 1849426"/>
              <a:gd name="connsiteX1950" fmla="*/ 5899988 w 6386648"/>
              <a:gd name="connsiteY1950" fmla="*/ 353401 h 1849426"/>
              <a:gd name="connsiteX1951" fmla="*/ 5918013 w 6386648"/>
              <a:gd name="connsiteY1951" fmla="*/ 371425 h 1849426"/>
              <a:gd name="connsiteX1952" fmla="*/ 5899988 w 6386648"/>
              <a:gd name="connsiteY1952" fmla="*/ 389450 h 1849426"/>
              <a:gd name="connsiteX1953" fmla="*/ 5881963 w 6386648"/>
              <a:gd name="connsiteY1953" fmla="*/ 371425 h 1849426"/>
              <a:gd name="connsiteX1954" fmla="*/ 5899988 w 6386648"/>
              <a:gd name="connsiteY1954" fmla="*/ 353401 h 1849426"/>
              <a:gd name="connsiteX1955" fmla="*/ 4842556 w 6386648"/>
              <a:gd name="connsiteY1955" fmla="*/ 353401 h 1849426"/>
              <a:gd name="connsiteX1956" fmla="*/ 4860581 w 6386648"/>
              <a:gd name="connsiteY1956" fmla="*/ 371425 h 1849426"/>
              <a:gd name="connsiteX1957" fmla="*/ 4842556 w 6386648"/>
              <a:gd name="connsiteY1957" fmla="*/ 389450 h 1849426"/>
              <a:gd name="connsiteX1958" fmla="*/ 4824532 w 6386648"/>
              <a:gd name="connsiteY1958" fmla="*/ 371425 h 1849426"/>
              <a:gd name="connsiteX1959" fmla="*/ 4842556 w 6386648"/>
              <a:gd name="connsiteY1959" fmla="*/ 353401 h 1849426"/>
              <a:gd name="connsiteX1960" fmla="*/ 4518117 w 6386648"/>
              <a:gd name="connsiteY1960" fmla="*/ 353401 h 1849426"/>
              <a:gd name="connsiteX1961" fmla="*/ 4536142 w 6386648"/>
              <a:gd name="connsiteY1961" fmla="*/ 371425 h 1849426"/>
              <a:gd name="connsiteX1962" fmla="*/ 4518117 w 6386648"/>
              <a:gd name="connsiteY1962" fmla="*/ 389450 h 1849426"/>
              <a:gd name="connsiteX1963" fmla="*/ 4500092 w 6386648"/>
              <a:gd name="connsiteY1963" fmla="*/ 371425 h 1849426"/>
              <a:gd name="connsiteX1964" fmla="*/ 4518117 w 6386648"/>
              <a:gd name="connsiteY1964" fmla="*/ 353401 h 1849426"/>
              <a:gd name="connsiteX1965" fmla="*/ 4403962 w 6386648"/>
              <a:gd name="connsiteY1965" fmla="*/ 353401 h 1849426"/>
              <a:gd name="connsiteX1966" fmla="*/ 4421987 w 6386648"/>
              <a:gd name="connsiteY1966" fmla="*/ 371425 h 1849426"/>
              <a:gd name="connsiteX1967" fmla="*/ 4403962 w 6386648"/>
              <a:gd name="connsiteY1967" fmla="*/ 389450 h 1849426"/>
              <a:gd name="connsiteX1968" fmla="*/ 4385938 w 6386648"/>
              <a:gd name="connsiteY1968" fmla="*/ 371425 h 1849426"/>
              <a:gd name="connsiteX1969" fmla="*/ 4403962 w 6386648"/>
              <a:gd name="connsiteY1969" fmla="*/ 353401 h 1849426"/>
              <a:gd name="connsiteX1970" fmla="*/ 4151621 w 6386648"/>
              <a:gd name="connsiteY1970" fmla="*/ 353401 h 1849426"/>
              <a:gd name="connsiteX1971" fmla="*/ 4169646 w 6386648"/>
              <a:gd name="connsiteY1971" fmla="*/ 371425 h 1849426"/>
              <a:gd name="connsiteX1972" fmla="*/ 4151621 w 6386648"/>
              <a:gd name="connsiteY1972" fmla="*/ 389450 h 1849426"/>
              <a:gd name="connsiteX1973" fmla="*/ 4133597 w 6386648"/>
              <a:gd name="connsiteY1973" fmla="*/ 371425 h 1849426"/>
              <a:gd name="connsiteX1974" fmla="*/ 4151621 w 6386648"/>
              <a:gd name="connsiteY1974" fmla="*/ 353401 h 1849426"/>
              <a:gd name="connsiteX1975" fmla="*/ 3911295 w 6386648"/>
              <a:gd name="connsiteY1975" fmla="*/ 347392 h 1849426"/>
              <a:gd name="connsiteX1976" fmla="*/ 3929320 w 6386648"/>
              <a:gd name="connsiteY1976" fmla="*/ 365417 h 1849426"/>
              <a:gd name="connsiteX1977" fmla="*/ 3911295 w 6386648"/>
              <a:gd name="connsiteY1977" fmla="*/ 383441 h 1849426"/>
              <a:gd name="connsiteX1978" fmla="*/ 3893271 w 6386648"/>
              <a:gd name="connsiteY1978" fmla="*/ 365417 h 1849426"/>
              <a:gd name="connsiteX1979" fmla="*/ 3911295 w 6386648"/>
              <a:gd name="connsiteY1979" fmla="*/ 347392 h 1849426"/>
              <a:gd name="connsiteX1980" fmla="*/ 2078814 w 6386648"/>
              <a:gd name="connsiteY1980" fmla="*/ 347392 h 1849426"/>
              <a:gd name="connsiteX1981" fmla="*/ 2096839 w 6386648"/>
              <a:gd name="connsiteY1981" fmla="*/ 365417 h 1849426"/>
              <a:gd name="connsiteX1982" fmla="*/ 2078814 w 6386648"/>
              <a:gd name="connsiteY1982" fmla="*/ 383441 h 1849426"/>
              <a:gd name="connsiteX1983" fmla="*/ 2060790 w 6386648"/>
              <a:gd name="connsiteY1983" fmla="*/ 365417 h 1849426"/>
              <a:gd name="connsiteX1984" fmla="*/ 2078814 w 6386648"/>
              <a:gd name="connsiteY1984" fmla="*/ 347392 h 1849426"/>
              <a:gd name="connsiteX1985" fmla="*/ 1345823 w 6386648"/>
              <a:gd name="connsiteY1985" fmla="*/ 347392 h 1849426"/>
              <a:gd name="connsiteX1986" fmla="*/ 1363847 w 6386648"/>
              <a:gd name="connsiteY1986" fmla="*/ 365417 h 1849426"/>
              <a:gd name="connsiteX1987" fmla="*/ 1345823 w 6386648"/>
              <a:gd name="connsiteY1987" fmla="*/ 383441 h 1849426"/>
              <a:gd name="connsiteX1988" fmla="*/ 1327798 w 6386648"/>
              <a:gd name="connsiteY1988" fmla="*/ 365417 h 1849426"/>
              <a:gd name="connsiteX1989" fmla="*/ 1345823 w 6386648"/>
              <a:gd name="connsiteY1989" fmla="*/ 347392 h 1849426"/>
              <a:gd name="connsiteX1990" fmla="*/ 1556107 w 6386648"/>
              <a:gd name="connsiteY1990" fmla="*/ 341384 h 1849426"/>
              <a:gd name="connsiteX1991" fmla="*/ 1574131 w 6386648"/>
              <a:gd name="connsiteY1991" fmla="*/ 359408 h 1849426"/>
              <a:gd name="connsiteX1992" fmla="*/ 1556107 w 6386648"/>
              <a:gd name="connsiteY1992" fmla="*/ 377433 h 1849426"/>
              <a:gd name="connsiteX1993" fmla="*/ 1538082 w 6386648"/>
              <a:gd name="connsiteY1993" fmla="*/ 359408 h 1849426"/>
              <a:gd name="connsiteX1994" fmla="*/ 1556107 w 6386648"/>
              <a:gd name="connsiteY1994" fmla="*/ 341384 h 1849426"/>
              <a:gd name="connsiteX1995" fmla="*/ 306414 w 6386648"/>
              <a:gd name="connsiteY1995" fmla="*/ 341384 h 1849426"/>
              <a:gd name="connsiteX1996" fmla="*/ 324439 w 6386648"/>
              <a:gd name="connsiteY1996" fmla="*/ 359408 h 1849426"/>
              <a:gd name="connsiteX1997" fmla="*/ 306414 w 6386648"/>
              <a:gd name="connsiteY1997" fmla="*/ 377433 h 1849426"/>
              <a:gd name="connsiteX1998" fmla="*/ 288390 w 6386648"/>
              <a:gd name="connsiteY1998" fmla="*/ 359408 h 1849426"/>
              <a:gd name="connsiteX1999" fmla="*/ 306414 w 6386648"/>
              <a:gd name="connsiteY1999" fmla="*/ 341384 h 1849426"/>
              <a:gd name="connsiteX2000" fmla="*/ 6206403 w 6386648"/>
              <a:gd name="connsiteY2000" fmla="*/ 335376 h 1849426"/>
              <a:gd name="connsiteX2001" fmla="*/ 6224428 w 6386648"/>
              <a:gd name="connsiteY2001" fmla="*/ 353400 h 1849426"/>
              <a:gd name="connsiteX2002" fmla="*/ 6206403 w 6386648"/>
              <a:gd name="connsiteY2002" fmla="*/ 371425 h 1849426"/>
              <a:gd name="connsiteX2003" fmla="*/ 6188379 w 6386648"/>
              <a:gd name="connsiteY2003" fmla="*/ 353400 h 1849426"/>
              <a:gd name="connsiteX2004" fmla="*/ 6206403 w 6386648"/>
              <a:gd name="connsiteY2004" fmla="*/ 335376 h 1849426"/>
              <a:gd name="connsiteX2005" fmla="*/ 1670261 w 6386648"/>
              <a:gd name="connsiteY2005" fmla="*/ 335376 h 1849426"/>
              <a:gd name="connsiteX2006" fmla="*/ 1688286 w 6386648"/>
              <a:gd name="connsiteY2006" fmla="*/ 353400 h 1849426"/>
              <a:gd name="connsiteX2007" fmla="*/ 1670261 w 6386648"/>
              <a:gd name="connsiteY2007" fmla="*/ 371425 h 1849426"/>
              <a:gd name="connsiteX2008" fmla="*/ 1652237 w 6386648"/>
              <a:gd name="connsiteY2008" fmla="*/ 353400 h 1849426"/>
              <a:gd name="connsiteX2009" fmla="*/ 1670261 w 6386648"/>
              <a:gd name="connsiteY2009" fmla="*/ 335376 h 1849426"/>
              <a:gd name="connsiteX2010" fmla="*/ 5767809 w 6386648"/>
              <a:gd name="connsiteY2010" fmla="*/ 329368 h 1849426"/>
              <a:gd name="connsiteX2011" fmla="*/ 5785834 w 6386648"/>
              <a:gd name="connsiteY2011" fmla="*/ 347392 h 1849426"/>
              <a:gd name="connsiteX2012" fmla="*/ 5767809 w 6386648"/>
              <a:gd name="connsiteY2012" fmla="*/ 365417 h 1849426"/>
              <a:gd name="connsiteX2013" fmla="*/ 5749785 w 6386648"/>
              <a:gd name="connsiteY2013" fmla="*/ 347392 h 1849426"/>
              <a:gd name="connsiteX2014" fmla="*/ 5767809 w 6386648"/>
              <a:gd name="connsiteY2014" fmla="*/ 329368 h 1849426"/>
              <a:gd name="connsiteX2015" fmla="*/ 3797141 w 6386648"/>
              <a:gd name="connsiteY2015" fmla="*/ 329368 h 1849426"/>
              <a:gd name="connsiteX2016" fmla="*/ 3815166 w 6386648"/>
              <a:gd name="connsiteY2016" fmla="*/ 347392 h 1849426"/>
              <a:gd name="connsiteX2017" fmla="*/ 3797141 w 6386648"/>
              <a:gd name="connsiteY2017" fmla="*/ 365417 h 1849426"/>
              <a:gd name="connsiteX2018" fmla="*/ 3779116 w 6386648"/>
              <a:gd name="connsiteY2018" fmla="*/ 347392 h 1849426"/>
              <a:gd name="connsiteX2019" fmla="*/ 3797141 w 6386648"/>
              <a:gd name="connsiteY2019" fmla="*/ 329368 h 1849426"/>
              <a:gd name="connsiteX2020" fmla="*/ 2673619 w 6386648"/>
              <a:gd name="connsiteY2020" fmla="*/ 329368 h 1849426"/>
              <a:gd name="connsiteX2021" fmla="*/ 2691644 w 6386648"/>
              <a:gd name="connsiteY2021" fmla="*/ 347392 h 1849426"/>
              <a:gd name="connsiteX2022" fmla="*/ 2673619 w 6386648"/>
              <a:gd name="connsiteY2022" fmla="*/ 365417 h 1849426"/>
              <a:gd name="connsiteX2023" fmla="*/ 2655595 w 6386648"/>
              <a:gd name="connsiteY2023" fmla="*/ 347392 h 1849426"/>
              <a:gd name="connsiteX2024" fmla="*/ 2673619 w 6386648"/>
              <a:gd name="connsiteY2024" fmla="*/ 329368 h 1849426"/>
              <a:gd name="connsiteX2025" fmla="*/ 1898570 w 6386648"/>
              <a:gd name="connsiteY2025" fmla="*/ 329368 h 1849426"/>
              <a:gd name="connsiteX2026" fmla="*/ 1916595 w 6386648"/>
              <a:gd name="connsiteY2026" fmla="*/ 347392 h 1849426"/>
              <a:gd name="connsiteX2027" fmla="*/ 1898570 w 6386648"/>
              <a:gd name="connsiteY2027" fmla="*/ 365417 h 1849426"/>
              <a:gd name="connsiteX2028" fmla="*/ 1880546 w 6386648"/>
              <a:gd name="connsiteY2028" fmla="*/ 347392 h 1849426"/>
              <a:gd name="connsiteX2029" fmla="*/ 1898570 w 6386648"/>
              <a:gd name="connsiteY2029" fmla="*/ 329368 h 1849426"/>
              <a:gd name="connsiteX2030" fmla="*/ 66089 w 6386648"/>
              <a:gd name="connsiteY2030" fmla="*/ 323360 h 1849426"/>
              <a:gd name="connsiteX2031" fmla="*/ 84114 w 6386648"/>
              <a:gd name="connsiteY2031" fmla="*/ 341384 h 1849426"/>
              <a:gd name="connsiteX2032" fmla="*/ 66089 w 6386648"/>
              <a:gd name="connsiteY2032" fmla="*/ 359409 h 1849426"/>
              <a:gd name="connsiteX2033" fmla="*/ 48065 w 6386648"/>
              <a:gd name="connsiteY2033" fmla="*/ 341384 h 1849426"/>
              <a:gd name="connsiteX2034" fmla="*/ 66089 w 6386648"/>
              <a:gd name="connsiteY2034" fmla="*/ 323360 h 1849426"/>
              <a:gd name="connsiteX2035" fmla="*/ 5647646 w 6386648"/>
              <a:gd name="connsiteY2035" fmla="*/ 317352 h 1849426"/>
              <a:gd name="connsiteX2036" fmla="*/ 5665671 w 6386648"/>
              <a:gd name="connsiteY2036" fmla="*/ 335377 h 1849426"/>
              <a:gd name="connsiteX2037" fmla="*/ 5647646 w 6386648"/>
              <a:gd name="connsiteY2037" fmla="*/ 353401 h 1849426"/>
              <a:gd name="connsiteX2038" fmla="*/ 5629622 w 6386648"/>
              <a:gd name="connsiteY2038" fmla="*/ 335377 h 1849426"/>
              <a:gd name="connsiteX2039" fmla="*/ 5647646 w 6386648"/>
              <a:gd name="connsiteY2039" fmla="*/ 317352 h 1849426"/>
              <a:gd name="connsiteX2040" fmla="*/ 3064148 w 6386648"/>
              <a:gd name="connsiteY2040" fmla="*/ 311344 h 1849426"/>
              <a:gd name="connsiteX2041" fmla="*/ 3082173 w 6386648"/>
              <a:gd name="connsiteY2041" fmla="*/ 329368 h 1849426"/>
              <a:gd name="connsiteX2042" fmla="*/ 3064148 w 6386648"/>
              <a:gd name="connsiteY2042" fmla="*/ 347393 h 1849426"/>
              <a:gd name="connsiteX2043" fmla="*/ 3046124 w 6386648"/>
              <a:gd name="connsiteY2043" fmla="*/ 329368 h 1849426"/>
              <a:gd name="connsiteX2044" fmla="*/ 3064148 w 6386648"/>
              <a:gd name="connsiteY2044" fmla="*/ 311344 h 1849426"/>
              <a:gd name="connsiteX2045" fmla="*/ 2553457 w 6386648"/>
              <a:gd name="connsiteY2045" fmla="*/ 311344 h 1849426"/>
              <a:gd name="connsiteX2046" fmla="*/ 2571482 w 6386648"/>
              <a:gd name="connsiteY2046" fmla="*/ 329368 h 1849426"/>
              <a:gd name="connsiteX2047" fmla="*/ 2553457 w 6386648"/>
              <a:gd name="connsiteY2047" fmla="*/ 347393 h 1849426"/>
              <a:gd name="connsiteX2048" fmla="*/ 2535433 w 6386648"/>
              <a:gd name="connsiteY2048" fmla="*/ 329368 h 1849426"/>
              <a:gd name="connsiteX2049" fmla="*/ 2553457 w 6386648"/>
              <a:gd name="connsiteY2049" fmla="*/ 311344 h 1849426"/>
              <a:gd name="connsiteX2050" fmla="*/ 6098257 w 6386648"/>
              <a:gd name="connsiteY2050" fmla="*/ 305335 h 1849426"/>
              <a:gd name="connsiteX2051" fmla="*/ 6116282 w 6386648"/>
              <a:gd name="connsiteY2051" fmla="*/ 323359 h 1849426"/>
              <a:gd name="connsiteX2052" fmla="*/ 6098257 w 6386648"/>
              <a:gd name="connsiteY2052" fmla="*/ 341384 h 1849426"/>
              <a:gd name="connsiteX2053" fmla="*/ 6080233 w 6386648"/>
              <a:gd name="connsiteY2053" fmla="*/ 323359 h 1849426"/>
              <a:gd name="connsiteX2054" fmla="*/ 6098257 w 6386648"/>
              <a:gd name="connsiteY2054" fmla="*/ 305335 h 1849426"/>
              <a:gd name="connsiteX2055" fmla="*/ 1231667 w 6386648"/>
              <a:gd name="connsiteY2055" fmla="*/ 305335 h 1849426"/>
              <a:gd name="connsiteX2056" fmla="*/ 1249692 w 6386648"/>
              <a:gd name="connsiteY2056" fmla="*/ 323359 h 1849426"/>
              <a:gd name="connsiteX2057" fmla="*/ 1231667 w 6386648"/>
              <a:gd name="connsiteY2057" fmla="*/ 341384 h 1849426"/>
              <a:gd name="connsiteX2058" fmla="*/ 1213643 w 6386648"/>
              <a:gd name="connsiteY2058" fmla="*/ 323359 h 1849426"/>
              <a:gd name="connsiteX2059" fmla="*/ 1231667 w 6386648"/>
              <a:gd name="connsiteY2059" fmla="*/ 305335 h 1849426"/>
              <a:gd name="connsiteX2060" fmla="*/ 174235 w 6386648"/>
              <a:gd name="connsiteY2060" fmla="*/ 305335 h 1849426"/>
              <a:gd name="connsiteX2061" fmla="*/ 192260 w 6386648"/>
              <a:gd name="connsiteY2061" fmla="*/ 323359 h 1849426"/>
              <a:gd name="connsiteX2062" fmla="*/ 174235 w 6386648"/>
              <a:gd name="connsiteY2062" fmla="*/ 341384 h 1849426"/>
              <a:gd name="connsiteX2063" fmla="*/ 156211 w 6386648"/>
              <a:gd name="connsiteY2063" fmla="*/ 323359 h 1849426"/>
              <a:gd name="connsiteX2064" fmla="*/ 174235 w 6386648"/>
              <a:gd name="connsiteY2064" fmla="*/ 305335 h 1849426"/>
              <a:gd name="connsiteX2065" fmla="*/ 3520767 w 6386648"/>
              <a:gd name="connsiteY2065" fmla="*/ 299327 h 1849426"/>
              <a:gd name="connsiteX2066" fmla="*/ 3538792 w 6386648"/>
              <a:gd name="connsiteY2066" fmla="*/ 317351 h 1849426"/>
              <a:gd name="connsiteX2067" fmla="*/ 3520767 w 6386648"/>
              <a:gd name="connsiteY2067" fmla="*/ 335376 h 1849426"/>
              <a:gd name="connsiteX2068" fmla="*/ 3502743 w 6386648"/>
              <a:gd name="connsiteY2068" fmla="*/ 317351 h 1849426"/>
              <a:gd name="connsiteX2069" fmla="*/ 3520767 w 6386648"/>
              <a:gd name="connsiteY2069" fmla="*/ 299327 h 1849426"/>
              <a:gd name="connsiteX2070" fmla="*/ 5347240 w 6386648"/>
              <a:gd name="connsiteY2070" fmla="*/ 293319 h 1849426"/>
              <a:gd name="connsiteX2071" fmla="*/ 5365265 w 6386648"/>
              <a:gd name="connsiteY2071" fmla="*/ 311343 h 1849426"/>
              <a:gd name="connsiteX2072" fmla="*/ 5347240 w 6386648"/>
              <a:gd name="connsiteY2072" fmla="*/ 329368 h 1849426"/>
              <a:gd name="connsiteX2073" fmla="*/ 5329216 w 6386648"/>
              <a:gd name="connsiteY2073" fmla="*/ 311343 h 1849426"/>
              <a:gd name="connsiteX2074" fmla="*/ 5347240 w 6386648"/>
              <a:gd name="connsiteY2074" fmla="*/ 293319 h 1849426"/>
              <a:gd name="connsiteX2075" fmla="*/ 2439302 w 6386648"/>
              <a:gd name="connsiteY2075" fmla="*/ 293319 h 1849426"/>
              <a:gd name="connsiteX2076" fmla="*/ 2457327 w 6386648"/>
              <a:gd name="connsiteY2076" fmla="*/ 311343 h 1849426"/>
              <a:gd name="connsiteX2077" fmla="*/ 2439302 w 6386648"/>
              <a:gd name="connsiteY2077" fmla="*/ 329368 h 1849426"/>
              <a:gd name="connsiteX2078" fmla="*/ 2421278 w 6386648"/>
              <a:gd name="connsiteY2078" fmla="*/ 311343 h 1849426"/>
              <a:gd name="connsiteX2079" fmla="*/ 2439302 w 6386648"/>
              <a:gd name="connsiteY2079" fmla="*/ 293319 h 1849426"/>
              <a:gd name="connsiteX2080" fmla="*/ 2301115 w 6386648"/>
              <a:gd name="connsiteY2080" fmla="*/ 293319 h 1849426"/>
              <a:gd name="connsiteX2081" fmla="*/ 2319140 w 6386648"/>
              <a:gd name="connsiteY2081" fmla="*/ 311343 h 1849426"/>
              <a:gd name="connsiteX2082" fmla="*/ 2301115 w 6386648"/>
              <a:gd name="connsiteY2082" fmla="*/ 329368 h 1849426"/>
              <a:gd name="connsiteX2083" fmla="*/ 2283091 w 6386648"/>
              <a:gd name="connsiteY2083" fmla="*/ 311343 h 1849426"/>
              <a:gd name="connsiteX2084" fmla="*/ 2301115 w 6386648"/>
              <a:gd name="connsiteY2084" fmla="*/ 293319 h 1849426"/>
              <a:gd name="connsiteX2085" fmla="*/ 1447960 w 6386648"/>
              <a:gd name="connsiteY2085" fmla="*/ 293319 h 1849426"/>
              <a:gd name="connsiteX2086" fmla="*/ 1465985 w 6386648"/>
              <a:gd name="connsiteY2086" fmla="*/ 311343 h 1849426"/>
              <a:gd name="connsiteX2087" fmla="*/ 1447960 w 6386648"/>
              <a:gd name="connsiteY2087" fmla="*/ 329368 h 1849426"/>
              <a:gd name="connsiteX2088" fmla="*/ 1429936 w 6386648"/>
              <a:gd name="connsiteY2088" fmla="*/ 311343 h 1849426"/>
              <a:gd name="connsiteX2089" fmla="*/ 1447960 w 6386648"/>
              <a:gd name="connsiteY2089" fmla="*/ 293319 h 1849426"/>
              <a:gd name="connsiteX2090" fmla="*/ 901219 w 6386648"/>
              <a:gd name="connsiteY2090" fmla="*/ 293319 h 1849426"/>
              <a:gd name="connsiteX2091" fmla="*/ 919244 w 6386648"/>
              <a:gd name="connsiteY2091" fmla="*/ 311343 h 1849426"/>
              <a:gd name="connsiteX2092" fmla="*/ 901219 w 6386648"/>
              <a:gd name="connsiteY2092" fmla="*/ 329368 h 1849426"/>
              <a:gd name="connsiteX2093" fmla="*/ 883195 w 6386648"/>
              <a:gd name="connsiteY2093" fmla="*/ 311343 h 1849426"/>
              <a:gd name="connsiteX2094" fmla="*/ 901219 w 6386648"/>
              <a:gd name="connsiteY2094" fmla="*/ 293319 h 1849426"/>
              <a:gd name="connsiteX2095" fmla="*/ 552748 w 6386648"/>
              <a:gd name="connsiteY2095" fmla="*/ 293319 h 1849426"/>
              <a:gd name="connsiteX2096" fmla="*/ 570773 w 6386648"/>
              <a:gd name="connsiteY2096" fmla="*/ 311343 h 1849426"/>
              <a:gd name="connsiteX2097" fmla="*/ 552748 w 6386648"/>
              <a:gd name="connsiteY2097" fmla="*/ 329368 h 1849426"/>
              <a:gd name="connsiteX2098" fmla="*/ 534724 w 6386648"/>
              <a:gd name="connsiteY2098" fmla="*/ 311343 h 1849426"/>
              <a:gd name="connsiteX2099" fmla="*/ 552748 w 6386648"/>
              <a:gd name="connsiteY2099" fmla="*/ 293319 h 1849426"/>
              <a:gd name="connsiteX2100" fmla="*/ 6326566 w 6386648"/>
              <a:gd name="connsiteY2100" fmla="*/ 287311 h 1849426"/>
              <a:gd name="connsiteX2101" fmla="*/ 6344591 w 6386648"/>
              <a:gd name="connsiteY2101" fmla="*/ 305336 h 1849426"/>
              <a:gd name="connsiteX2102" fmla="*/ 6326566 w 6386648"/>
              <a:gd name="connsiteY2102" fmla="*/ 323360 h 1849426"/>
              <a:gd name="connsiteX2103" fmla="*/ 6308542 w 6386648"/>
              <a:gd name="connsiteY2103" fmla="*/ 305336 h 1849426"/>
              <a:gd name="connsiteX2104" fmla="*/ 6326566 w 6386648"/>
              <a:gd name="connsiteY2104" fmla="*/ 287311 h 1849426"/>
              <a:gd name="connsiteX2105" fmla="*/ 5503451 w 6386648"/>
              <a:gd name="connsiteY2105" fmla="*/ 287311 h 1849426"/>
              <a:gd name="connsiteX2106" fmla="*/ 5521476 w 6386648"/>
              <a:gd name="connsiteY2106" fmla="*/ 305336 h 1849426"/>
              <a:gd name="connsiteX2107" fmla="*/ 5503451 w 6386648"/>
              <a:gd name="connsiteY2107" fmla="*/ 323360 h 1849426"/>
              <a:gd name="connsiteX2108" fmla="*/ 5485427 w 6386648"/>
              <a:gd name="connsiteY2108" fmla="*/ 305336 h 1849426"/>
              <a:gd name="connsiteX2109" fmla="*/ 5503451 w 6386648"/>
              <a:gd name="connsiteY2109" fmla="*/ 287311 h 1849426"/>
              <a:gd name="connsiteX2110" fmla="*/ 1808448 w 6386648"/>
              <a:gd name="connsiteY2110" fmla="*/ 287311 h 1849426"/>
              <a:gd name="connsiteX2111" fmla="*/ 1826473 w 6386648"/>
              <a:gd name="connsiteY2111" fmla="*/ 305336 h 1849426"/>
              <a:gd name="connsiteX2112" fmla="*/ 1808448 w 6386648"/>
              <a:gd name="connsiteY2112" fmla="*/ 323360 h 1849426"/>
              <a:gd name="connsiteX2113" fmla="*/ 1790424 w 6386648"/>
              <a:gd name="connsiteY2113" fmla="*/ 305336 h 1849426"/>
              <a:gd name="connsiteX2114" fmla="*/ 1808448 w 6386648"/>
              <a:gd name="connsiteY2114" fmla="*/ 287311 h 1849426"/>
              <a:gd name="connsiteX2115" fmla="*/ 672910 w 6386648"/>
              <a:gd name="connsiteY2115" fmla="*/ 287311 h 1849426"/>
              <a:gd name="connsiteX2116" fmla="*/ 690935 w 6386648"/>
              <a:gd name="connsiteY2116" fmla="*/ 305336 h 1849426"/>
              <a:gd name="connsiteX2117" fmla="*/ 672910 w 6386648"/>
              <a:gd name="connsiteY2117" fmla="*/ 323360 h 1849426"/>
              <a:gd name="connsiteX2118" fmla="*/ 654886 w 6386648"/>
              <a:gd name="connsiteY2118" fmla="*/ 305336 h 1849426"/>
              <a:gd name="connsiteX2119" fmla="*/ 672910 w 6386648"/>
              <a:gd name="connsiteY2119" fmla="*/ 287311 h 1849426"/>
              <a:gd name="connsiteX2120" fmla="*/ 4710377 w 6386648"/>
              <a:gd name="connsiteY2120" fmla="*/ 275295 h 1849426"/>
              <a:gd name="connsiteX2121" fmla="*/ 4728402 w 6386648"/>
              <a:gd name="connsiteY2121" fmla="*/ 293319 h 1849426"/>
              <a:gd name="connsiteX2122" fmla="*/ 4710377 w 6386648"/>
              <a:gd name="connsiteY2122" fmla="*/ 311344 h 1849426"/>
              <a:gd name="connsiteX2123" fmla="*/ 4692353 w 6386648"/>
              <a:gd name="connsiteY2123" fmla="*/ 293319 h 1849426"/>
              <a:gd name="connsiteX2124" fmla="*/ 4710377 w 6386648"/>
              <a:gd name="connsiteY2124" fmla="*/ 275295 h 1849426"/>
              <a:gd name="connsiteX2125" fmla="*/ 4962719 w 6386648"/>
              <a:gd name="connsiteY2125" fmla="*/ 269287 h 1849426"/>
              <a:gd name="connsiteX2126" fmla="*/ 4980744 w 6386648"/>
              <a:gd name="connsiteY2126" fmla="*/ 287311 h 1849426"/>
              <a:gd name="connsiteX2127" fmla="*/ 4962719 w 6386648"/>
              <a:gd name="connsiteY2127" fmla="*/ 305336 h 1849426"/>
              <a:gd name="connsiteX2128" fmla="*/ 4944695 w 6386648"/>
              <a:gd name="connsiteY2128" fmla="*/ 287311 h 1849426"/>
              <a:gd name="connsiteX2129" fmla="*/ 4962719 w 6386648"/>
              <a:gd name="connsiteY2129" fmla="*/ 269287 h 1849426"/>
              <a:gd name="connsiteX2130" fmla="*/ 3652945 w 6386648"/>
              <a:gd name="connsiteY2130" fmla="*/ 269287 h 1849426"/>
              <a:gd name="connsiteX2131" fmla="*/ 3670970 w 6386648"/>
              <a:gd name="connsiteY2131" fmla="*/ 287311 h 1849426"/>
              <a:gd name="connsiteX2132" fmla="*/ 3652945 w 6386648"/>
              <a:gd name="connsiteY2132" fmla="*/ 305336 h 1849426"/>
              <a:gd name="connsiteX2133" fmla="*/ 3634921 w 6386648"/>
              <a:gd name="connsiteY2133" fmla="*/ 287311 h 1849426"/>
              <a:gd name="connsiteX2134" fmla="*/ 3652945 w 6386648"/>
              <a:gd name="connsiteY2134" fmla="*/ 269287 h 1849426"/>
              <a:gd name="connsiteX2135" fmla="*/ 1123520 w 6386648"/>
              <a:gd name="connsiteY2135" fmla="*/ 269287 h 1849426"/>
              <a:gd name="connsiteX2136" fmla="*/ 1141545 w 6386648"/>
              <a:gd name="connsiteY2136" fmla="*/ 287311 h 1849426"/>
              <a:gd name="connsiteX2137" fmla="*/ 1123520 w 6386648"/>
              <a:gd name="connsiteY2137" fmla="*/ 305336 h 1849426"/>
              <a:gd name="connsiteX2138" fmla="*/ 1105496 w 6386648"/>
              <a:gd name="connsiteY2138" fmla="*/ 287311 h 1849426"/>
              <a:gd name="connsiteX2139" fmla="*/ 1123520 w 6386648"/>
              <a:gd name="connsiteY2139" fmla="*/ 269287 h 1849426"/>
              <a:gd name="connsiteX2140" fmla="*/ 5112922 w 6386648"/>
              <a:gd name="connsiteY2140" fmla="*/ 263279 h 1849426"/>
              <a:gd name="connsiteX2141" fmla="*/ 5130947 w 6386648"/>
              <a:gd name="connsiteY2141" fmla="*/ 281303 h 1849426"/>
              <a:gd name="connsiteX2142" fmla="*/ 5112922 w 6386648"/>
              <a:gd name="connsiteY2142" fmla="*/ 299328 h 1849426"/>
              <a:gd name="connsiteX2143" fmla="*/ 5094898 w 6386648"/>
              <a:gd name="connsiteY2143" fmla="*/ 281303 h 1849426"/>
              <a:gd name="connsiteX2144" fmla="*/ 5112922 w 6386648"/>
              <a:gd name="connsiteY2144" fmla="*/ 263279 h 1849426"/>
              <a:gd name="connsiteX2145" fmla="*/ 4217710 w 6386648"/>
              <a:gd name="connsiteY2145" fmla="*/ 263279 h 1849426"/>
              <a:gd name="connsiteX2146" fmla="*/ 4235735 w 6386648"/>
              <a:gd name="connsiteY2146" fmla="*/ 281303 h 1849426"/>
              <a:gd name="connsiteX2147" fmla="*/ 4217710 w 6386648"/>
              <a:gd name="connsiteY2147" fmla="*/ 299328 h 1849426"/>
              <a:gd name="connsiteX2148" fmla="*/ 4199685 w 6386648"/>
              <a:gd name="connsiteY2148" fmla="*/ 281303 h 1849426"/>
              <a:gd name="connsiteX2149" fmla="*/ 4217710 w 6386648"/>
              <a:gd name="connsiteY2149" fmla="*/ 263279 h 1849426"/>
              <a:gd name="connsiteX2150" fmla="*/ 3190319 w 6386648"/>
              <a:gd name="connsiteY2150" fmla="*/ 263279 h 1849426"/>
              <a:gd name="connsiteX2151" fmla="*/ 3208344 w 6386648"/>
              <a:gd name="connsiteY2151" fmla="*/ 281303 h 1849426"/>
              <a:gd name="connsiteX2152" fmla="*/ 3190319 w 6386648"/>
              <a:gd name="connsiteY2152" fmla="*/ 299328 h 1849426"/>
              <a:gd name="connsiteX2153" fmla="*/ 3172295 w 6386648"/>
              <a:gd name="connsiteY2153" fmla="*/ 281303 h 1849426"/>
              <a:gd name="connsiteX2154" fmla="*/ 3190319 w 6386648"/>
              <a:gd name="connsiteY2154" fmla="*/ 263279 h 1849426"/>
              <a:gd name="connsiteX2155" fmla="*/ 5996118 w 6386648"/>
              <a:gd name="connsiteY2155" fmla="*/ 257270 h 1849426"/>
              <a:gd name="connsiteX2156" fmla="*/ 6014143 w 6386648"/>
              <a:gd name="connsiteY2156" fmla="*/ 275295 h 1849426"/>
              <a:gd name="connsiteX2157" fmla="*/ 5996118 w 6386648"/>
              <a:gd name="connsiteY2157" fmla="*/ 293319 h 1849426"/>
              <a:gd name="connsiteX2158" fmla="*/ 5978094 w 6386648"/>
              <a:gd name="connsiteY2158" fmla="*/ 275295 h 1849426"/>
              <a:gd name="connsiteX2159" fmla="*/ 5996118 w 6386648"/>
              <a:gd name="connsiteY2159" fmla="*/ 257270 h 1849426"/>
              <a:gd name="connsiteX2160" fmla="*/ 5233085 w 6386648"/>
              <a:gd name="connsiteY2160" fmla="*/ 257270 h 1849426"/>
              <a:gd name="connsiteX2161" fmla="*/ 5251110 w 6386648"/>
              <a:gd name="connsiteY2161" fmla="*/ 275295 h 1849426"/>
              <a:gd name="connsiteX2162" fmla="*/ 5233085 w 6386648"/>
              <a:gd name="connsiteY2162" fmla="*/ 293319 h 1849426"/>
              <a:gd name="connsiteX2163" fmla="*/ 5215061 w 6386648"/>
              <a:gd name="connsiteY2163" fmla="*/ 275295 h 1849426"/>
              <a:gd name="connsiteX2164" fmla="*/ 5233085 w 6386648"/>
              <a:gd name="connsiteY2164" fmla="*/ 257270 h 1849426"/>
              <a:gd name="connsiteX2165" fmla="*/ 4584206 w 6386648"/>
              <a:gd name="connsiteY2165" fmla="*/ 257270 h 1849426"/>
              <a:gd name="connsiteX2166" fmla="*/ 4602231 w 6386648"/>
              <a:gd name="connsiteY2166" fmla="*/ 275295 h 1849426"/>
              <a:gd name="connsiteX2167" fmla="*/ 4584206 w 6386648"/>
              <a:gd name="connsiteY2167" fmla="*/ 293319 h 1849426"/>
              <a:gd name="connsiteX2168" fmla="*/ 4566182 w 6386648"/>
              <a:gd name="connsiteY2168" fmla="*/ 275295 h 1849426"/>
              <a:gd name="connsiteX2169" fmla="*/ 4584206 w 6386648"/>
              <a:gd name="connsiteY2169" fmla="*/ 257270 h 1849426"/>
              <a:gd name="connsiteX2170" fmla="*/ 2156921 w 6386648"/>
              <a:gd name="connsiteY2170" fmla="*/ 257270 h 1849426"/>
              <a:gd name="connsiteX2171" fmla="*/ 2174945 w 6386648"/>
              <a:gd name="connsiteY2171" fmla="*/ 275295 h 1849426"/>
              <a:gd name="connsiteX2172" fmla="*/ 2156921 w 6386648"/>
              <a:gd name="connsiteY2172" fmla="*/ 293319 h 1849426"/>
              <a:gd name="connsiteX2173" fmla="*/ 2138896 w 6386648"/>
              <a:gd name="connsiteY2173" fmla="*/ 275295 h 1849426"/>
              <a:gd name="connsiteX2174" fmla="*/ 2156921 w 6386648"/>
              <a:gd name="connsiteY2174" fmla="*/ 257270 h 1849426"/>
              <a:gd name="connsiteX2175" fmla="*/ 781057 w 6386648"/>
              <a:gd name="connsiteY2175" fmla="*/ 257270 h 1849426"/>
              <a:gd name="connsiteX2176" fmla="*/ 799082 w 6386648"/>
              <a:gd name="connsiteY2176" fmla="*/ 275295 h 1849426"/>
              <a:gd name="connsiteX2177" fmla="*/ 781057 w 6386648"/>
              <a:gd name="connsiteY2177" fmla="*/ 293319 h 1849426"/>
              <a:gd name="connsiteX2178" fmla="*/ 763033 w 6386648"/>
              <a:gd name="connsiteY2178" fmla="*/ 275295 h 1849426"/>
              <a:gd name="connsiteX2179" fmla="*/ 781057 w 6386648"/>
              <a:gd name="connsiteY2179" fmla="*/ 257270 h 1849426"/>
              <a:gd name="connsiteX2180" fmla="*/ 420569 w 6386648"/>
              <a:gd name="connsiteY2180" fmla="*/ 257270 h 1849426"/>
              <a:gd name="connsiteX2181" fmla="*/ 438594 w 6386648"/>
              <a:gd name="connsiteY2181" fmla="*/ 275295 h 1849426"/>
              <a:gd name="connsiteX2182" fmla="*/ 420569 w 6386648"/>
              <a:gd name="connsiteY2182" fmla="*/ 293319 h 1849426"/>
              <a:gd name="connsiteX2183" fmla="*/ 402545 w 6386648"/>
              <a:gd name="connsiteY2183" fmla="*/ 275295 h 1849426"/>
              <a:gd name="connsiteX2184" fmla="*/ 420569 w 6386648"/>
              <a:gd name="connsiteY2184" fmla="*/ 257270 h 1849426"/>
              <a:gd name="connsiteX2185" fmla="*/ 5845915 w 6386648"/>
              <a:gd name="connsiteY2185" fmla="*/ 245254 h 1849426"/>
              <a:gd name="connsiteX2186" fmla="*/ 5863940 w 6386648"/>
              <a:gd name="connsiteY2186" fmla="*/ 263278 h 1849426"/>
              <a:gd name="connsiteX2187" fmla="*/ 5845915 w 6386648"/>
              <a:gd name="connsiteY2187" fmla="*/ 281303 h 1849426"/>
              <a:gd name="connsiteX2188" fmla="*/ 5827891 w 6386648"/>
              <a:gd name="connsiteY2188" fmla="*/ 263278 h 1849426"/>
              <a:gd name="connsiteX2189" fmla="*/ 5845915 w 6386648"/>
              <a:gd name="connsiteY2189" fmla="*/ 245254 h 1849426"/>
              <a:gd name="connsiteX2190" fmla="*/ 4013434 w 6386648"/>
              <a:gd name="connsiteY2190" fmla="*/ 245254 h 1849426"/>
              <a:gd name="connsiteX2191" fmla="*/ 4031459 w 6386648"/>
              <a:gd name="connsiteY2191" fmla="*/ 263278 h 1849426"/>
              <a:gd name="connsiteX2192" fmla="*/ 4013434 w 6386648"/>
              <a:gd name="connsiteY2192" fmla="*/ 281303 h 1849426"/>
              <a:gd name="connsiteX2193" fmla="*/ 3995410 w 6386648"/>
              <a:gd name="connsiteY2193" fmla="*/ 263278 h 1849426"/>
              <a:gd name="connsiteX2194" fmla="*/ 4013434 w 6386648"/>
              <a:gd name="connsiteY2194" fmla="*/ 245254 h 1849426"/>
              <a:gd name="connsiteX2195" fmla="*/ 2841847 w 6386648"/>
              <a:gd name="connsiteY2195" fmla="*/ 245254 h 1849426"/>
              <a:gd name="connsiteX2196" fmla="*/ 2859872 w 6386648"/>
              <a:gd name="connsiteY2196" fmla="*/ 263278 h 1849426"/>
              <a:gd name="connsiteX2197" fmla="*/ 2841847 w 6386648"/>
              <a:gd name="connsiteY2197" fmla="*/ 281303 h 1849426"/>
              <a:gd name="connsiteX2198" fmla="*/ 2823823 w 6386648"/>
              <a:gd name="connsiteY2198" fmla="*/ 263278 h 1849426"/>
              <a:gd name="connsiteX2199" fmla="*/ 2841847 w 6386648"/>
              <a:gd name="connsiteY2199" fmla="*/ 245254 h 1849426"/>
              <a:gd name="connsiteX2200" fmla="*/ 2006717 w 6386648"/>
              <a:gd name="connsiteY2200" fmla="*/ 245254 h 1849426"/>
              <a:gd name="connsiteX2201" fmla="*/ 2024741 w 6386648"/>
              <a:gd name="connsiteY2201" fmla="*/ 263278 h 1849426"/>
              <a:gd name="connsiteX2202" fmla="*/ 2006717 w 6386648"/>
              <a:gd name="connsiteY2202" fmla="*/ 281303 h 1849426"/>
              <a:gd name="connsiteX2203" fmla="*/ 1988692 w 6386648"/>
              <a:gd name="connsiteY2203" fmla="*/ 263278 h 1849426"/>
              <a:gd name="connsiteX2204" fmla="*/ 2006717 w 6386648"/>
              <a:gd name="connsiteY2204" fmla="*/ 245254 h 1849426"/>
              <a:gd name="connsiteX2205" fmla="*/ 1009366 w 6386648"/>
              <a:gd name="connsiteY2205" fmla="*/ 245254 h 1849426"/>
              <a:gd name="connsiteX2206" fmla="*/ 1027391 w 6386648"/>
              <a:gd name="connsiteY2206" fmla="*/ 263278 h 1849426"/>
              <a:gd name="connsiteX2207" fmla="*/ 1009366 w 6386648"/>
              <a:gd name="connsiteY2207" fmla="*/ 281303 h 1849426"/>
              <a:gd name="connsiteX2208" fmla="*/ 991342 w 6386648"/>
              <a:gd name="connsiteY2208" fmla="*/ 263278 h 1849426"/>
              <a:gd name="connsiteX2209" fmla="*/ 1009366 w 6386648"/>
              <a:gd name="connsiteY2209" fmla="*/ 245254 h 1849426"/>
              <a:gd name="connsiteX2210" fmla="*/ 4337873 w 6386648"/>
              <a:gd name="connsiteY2210" fmla="*/ 239246 h 1849426"/>
              <a:gd name="connsiteX2211" fmla="*/ 4355898 w 6386648"/>
              <a:gd name="connsiteY2211" fmla="*/ 257270 h 1849426"/>
              <a:gd name="connsiteX2212" fmla="*/ 4337873 w 6386648"/>
              <a:gd name="connsiteY2212" fmla="*/ 275295 h 1849426"/>
              <a:gd name="connsiteX2213" fmla="*/ 4319848 w 6386648"/>
              <a:gd name="connsiteY2213" fmla="*/ 257270 h 1849426"/>
              <a:gd name="connsiteX2214" fmla="*/ 4337873 w 6386648"/>
              <a:gd name="connsiteY2214" fmla="*/ 239246 h 1849426"/>
              <a:gd name="connsiteX2215" fmla="*/ 3310482 w 6386648"/>
              <a:gd name="connsiteY2215" fmla="*/ 239246 h 1849426"/>
              <a:gd name="connsiteX2216" fmla="*/ 3328507 w 6386648"/>
              <a:gd name="connsiteY2216" fmla="*/ 257270 h 1849426"/>
              <a:gd name="connsiteX2217" fmla="*/ 3310482 w 6386648"/>
              <a:gd name="connsiteY2217" fmla="*/ 275295 h 1849426"/>
              <a:gd name="connsiteX2218" fmla="*/ 3292458 w 6386648"/>
              <a:gd name="connsiteY2218" fmla="*/ 257270 h 1849426"/>
              <a:gd name="connsiteX2219" fmla="*/ 3310482 w 6386648"/>
              <a:gd name="connsiteY2219" fmla="*/ 239246 h 1849426"/>
              <a:gd name="connsiteX2220" fmla="*/ 3418628 w 6386648"/>
              <a:gd name="connsiteY2220" fmla="*/ 233238 h 1849426"/>
              <a:gd name="connsiteX2221" fmla="*/ 3436653 w 6386648"/>
              <a:gd name="connsiteY2221" fmla="*/ 251262 h 1849426"/>
              <a:gd name="connsiteX2222" fmla="*/ 3418628 w 6386648"/>
              <a:gd name="connsiteY2222" fmla="*/ 269287 h 1849426"/>
              <a:gd name="connsiteX2223" fmla="*/ 3400604 w 6386648"/>
              <a:gd name="connsiteY2223" fmla="*/ 251262 h 1849426"/>
              <a:gd name="connsiteX2224" fmla="*/ 3418628 w 6386648"/>
              <a:gd name="connsiteY2224" fmla="*/ 233238 h 1849426"/>
              <a:gd name="connsiteX2225" fmla="*/ 4836548 w 6386648"/>
              <a:gd name="connsiteY2225" fmla="*/ 227230 h 1849426"/>
              <a:gd name="connsiteX2226" fmla="*/ 4854573 w 6386648"/>
              <a:gd name="connsiteY2226" fmla="*/ 245255 h 1849426"/>
              <a:gd name="connsiteX2227" fmla="*/ 4836548 w 6386648"/>
              <a:gd name="connsiteY2227" fmla="*/ 263279 h 1849426"/>
              <a:gd name="connsiteX2228" fmla="*/ 4818524 w 6386648"/>
              <a:gd name="connsiteY2228" fmla="*/ 245255 h 1849426"/>
              <a:gd name="connsiteX2229" fmla="*/ 4836548 w 6386648"/>
              <a:gd name="connsiteY2229" fmla="*/ 227230 h 1849426"/>
              <a:gd name="connsiteX2230" fmla="*/ 2949994 w 6386648"/>
              <a:gd name="connsiteY2230" fmla="*/ 227230 h 1849426"/>
              <a:gd name="connsiteX2231" fmla="*/ 2968019 w 6386648"/>
              <a:gd name="connsiteY2231" fmla="*/ 245255 h 1849426"/>
              <a:gd name="connsiteX2232" fmla="*/ 2949994 w 6386648"/>
              <a:gd name="connsiteY2232" fmla="*/ 263279 h 1849426"/>
              <a:gd name="connsiteX2233" fmla="*/ 2931970 w 6386648"/>
              <a:gd name="connsiteY2233" fmla="*/ 245255 h 1849426"/>
              <a:gd name="connsiteX2234" fmla="*/ 2949994 w 6386648"/>
              <a:gd name="connsiteY2234" fmla="*/ 227230 h 1849426"/>
              <a:gd name="connsiteX2235" fmla="*/ 2727693 w 6386648"/>
              <a:gd name="connsiteY2235" fmla="*/ 227230 h 1849426"/>
              <a:gd name="connsiteX2236" fmla="*/ 2745718 w 6386648"/>
              <a:gd name="connsiteY2236" fmla="*/ 245255 h 1849426"/>
              <a:gd name="connsiteX2237" fmla="*/ 2727693 w 6386648"/>
              <a:gd name="connsiteY2237" fmla="*/ 263279 h 1849426"/>
              <a:gd name="connsiteX2238" fmla="*/ 2709669 w 6386648"/>
              <a:gd name="connsiteY2238" fmla="*/ 245255 h 1849426"/>
              <a:gd name="connsiteX2239" fmla="*/ 2727693 w 6386648"/>
              <a:gd name="connsiteY2239" fmla="*/ 227230 h 1849426"/>
              <a:gd name="connsiteX2240" fmla="*/ 270365 w 6386648"/>
              <a:gd name="connsiteY2240" fmla="*/ 227230 h 1849426"/>
              <a:gd name="connsiteX2241" fmla="*/ 288390 w 6386648"/>
              <a:gd name="connsiteY2241" fmla="*/ 245255 h 1849426"/>
              <a:gd name="connsiteX2242" fmla="*/ 270365 w 6386648"/>
              <a:gd name="connsiteY2242" fmla="*/ 263279 h 1849426"/>
              <a:gd name="connsiteX2243" fmla="*/ 252341 w 6386648"/>
              <a:gd name="connsiteY2243" fmla="*/ 245255 h 1849426"/>
              <a:gd name="connsiteX2244" fmla="*/ 270365 w 6386648"/>
              <a:gd name="connsiteY2244" fmla="*/ 227230 h 1849426"/>
              <a:gd name="connsiteX2245" fmla="*/ 3893271 w 6386648"/>
              <a:gd name="connsiteY2245" fmla="*/ 221222 h 1849426"/>
              <a:gd name="connsiteX2246" fmla="*/ 3911296 w 6386648"/>
              <a:gd name="connsiteY2246" fmla="*/ 239246 h 1849426"/>
              <a:gd name="connsiteX2247" fmla="*/ 3893271 w 6386648"/>
              <a:gd name="connsiteY2247" fmla="*/ 257271 h 1849426"/>
              <a:gd name="connsiteX2248" fmla="*/ 3875247 w 6386648"/>
              <a:gd name="connsiteY2248" fmla="*/ 239246 h 1849426"/>
              <a:gd name="connsiteX2249" fmla="*/ 3893271 w 6386648"/>
              <a:gd name="connsiteY2249" fmla="*/ 221222 h 1849426"/>
              <a:gd name="connsiteX2250" fmla="*/ 1682277 w 6386648"/>
              <a:gd name="connsiteY2250" fmla="*/ 221222 h 1849426"/>
              <a:gd name="connsiteX2251" fmla="*/ 1700302 w 6386648"/>
              <a:gd name="connsiteY2251" fmla="*/ 239246 h 1849426"/>
              <a:gd name="connsiteX2252" fmla="*/ 1682277 w 6386648"/>
              <a:gd name="connsiteY2252" fmla="*/ 257271 h 1849426"/>
              <a:gd name="connsiteX2253" fmla="*/ 1664253 w 6386648"/>
              <a:gd name="connsiteY2253" fmla="*/ 239246 h 1849426"/>
              <a:gd name="connsiteX2254" fmla="*/ 1682277 w 6386648"/>
              <a:gd name="connsiteY2254" fmla="*/ 221222 h 1849426"/>
              <a:gd name="connsiteX2255" fmla="*/ 4458036 w 6386648"/>
              <a:gd name="connsiteY2255" fmla="*/ 215213 h 1849426"/>
              <a:gd name="connsiteX2256" fmla="*/ 4476061 w 6386648"/>
              <a:gd name="connsiteY2256" fmla="*/ 233237 h 1849426"/>
              <a:gd name="connsiteX2257" fmla="*/ 4458036 w 6386648"/>
              <a:gd name="connsiteY2257" fmla="*/ 251262 h 1849426"/>
              <a:gd name="connsiteX2258" fmla="*/ 4440011 w 6386648"/>
              <a:gd name="connsiteY2258" fmla="*/ 233237 h 1849426"/>
              <a:gd name="connsiteX2259" fmla="*/ 4458036 w 6386648"/>
              <a:gd name="connsiteY2259" fmla="*/ 215213 h 1849426"/>
              <a:gd name="connsiteX2260" fmla="*/ 3767100 w 6386648"/>
              <a:gd name="connsiteY2260" fmla="*/ 215213 h 1849426"/>
              <a:gd name="connsiteX2261" fmla="*/ 3785125 w 6386648"/>
              <a:gd name="connsiteY2261" fmla="*/ 233237 h 1849426"/>
              <a:gd name="connsiteX2262" fmla="*/ 3767100 w 6386648"/>
              <a:gd name="connsiteY2262" fmla="*/ 251262 h 1849426"/>
              <a:gd name="connsiteX2263" fmla="*/ 3749075 w 6386648"/>
              <a:gd name="connsiteY2263" fmla="*/ 233237 h 1849426"/>
              <a:gd name="connsiteX2264" fmla="*/ 3767100 w 6386648"/>
              <a:gd name="connsiteY2264" fmla="*/ 215213 h 1849426"/>
              <a:gd name="connsiteX2265" fmla="*/ 6224427 w 6386648"/>
              <a:gd name="connsiteY2265" fmla="*/ 209205 h 1849426"/>
              <a:gd name="connsiteX2266" fmla="*/ 6242452 w 6386648"/>
              <a:gd name="connsiteY2266" fmla="*/ 227229 h 1849426"/>
              <a:gd name="connsiteX2267" fmla="*/ 6224427 w 6386648"/>
              <a:gd name="connsiteY2267" fmla="*/ 245254 h 1849426"/>
              <a:gd name="connsiteX2268" fmla="*/ 6206403 w 6386648"/>
              <a:gd name="connsiteY2268" fmla="*/ 227229 h 1849426"/>
              <a:gd name="connsiteX2269" fmla="*/ 6224427 w 6386648"/>
              <a:gd name="connsiteY2269" fmla="*/ 209205 h 1849426"/>
              <a:gd name="connsiteX2270" fmla="*/ 1315782 w 6386648"/>
              <a:gd name="connsiteY2270" fmla="*/ 209205 h 1849426"/>
              <a:gd name="connsiteX2271" fmla="*/ 1333806 w 6386648"/>
              <a:gd name="connsiteY2271" fmla="*/ 227229 h 1849426"/>
              <a:gd name="connsiteX2272" fmla="*/ 1315782 w 6386648"/>
              <a:gd name="connsiteY2272" fmla="*/ 245254 h 1849426"/>
              <a:gd name="connsiteX2273" fmla="*/ 1297757 w 6386648"/>
              <a:gd name="connsiteY2273" fmla="*/ 227229 h 1849426"/>
              <a:gd name="connsiteX2274" fmla="*/ 1315782 w 6386648"/>
              <a:gd name="connsiteY2274" fmla="*/ 209205 h 1849426"/>
              <a:gd name="connsiteX2275" fmla="*/ 5713736 w 6386648"/>
              <a:gd name="connsiteY2275" fmla="*/ 203197 h 1849426"/>
              <a:gd name="connsiteX2276" fmla="*/ 5731761 w 6386648"/>
              <a:gd name="connsiteY2276" fmla="*/ 221221 h 1849426"/>
              <a:gd name="connsiteX2277" fmla="*/ 5713736 w 6386648"/>
              <a:gd name="connsiteY2277" fmla="*/ 239246 h 1849426"/>
              <a:gd name="connsiteX2278" fmla="*/ 5695712 w 6386648"/>
              <a:gd name="connsiteY2278" fmla="*/ 221221 h 1849426"/>
              <a:gd name="connsiteX2279" fmla="*/ 5713736 w 6386648"/>
              <a:gd name="connsiteY2279" fmla="*/ 203197 h 1849426"/>
              <a:gd name="connsiteX2280" fmla="*/ 1550098 w 6386648"/>
              <a:gd name="connsiteY2280" fmla="*/ 203197 h 1849426"/>
              <a:gd name="connsiteX2281" fmla="*/ 1568123 w 6386648"/>
              <a:gd name="connsiteY2281" fmla="*/ 221221 h 1849426"/>
              <a:gd name="connsiteX2282" fmla="*/ 1550098 w 6386648"/>
              <a:gd name="connsiteY2282" fmla="*/ 239246 h 1849426"/>
              <a:gd name="connsiteX2283" fmla="*/ 1532074 w 6386648"/>
              <a:gd name="connsiteY2283" fmla="*/ 221221 h 1849426"/>
              <a:gd name="connsiteX2284" fmla="*/ 1550098 w 6386648"/>
              <a:gd name="connsiteY2284" fmla="*/ 203197 h 1849426"/>
              <a:gd name="connsiteX2285" fmla="*/ 5587565 w 6386648"/>
              <a:gd name="connsiteY2285" fmla="*/ 197189 h 1849426"/>
              <a:gd name="connsiteX2286" fmla="*/ 5605590 w 6386648"/>
              <a:gd name="connsiteY2286" fmla="*/ 215214 h 1849426"/>
              <a:gd name="connsiteX2287" fmla="*/ 5587565 w 6386648"/>
              <a:gd name="connsiteY2287" fmla="*/ 233238 h 1849426"/>
              <a:gd name="connsiteX2288" fmla="*/ 5569541 w 6386648"/>
              <a:gd name="connsiteY2288" fmla="*/ 215214 h 1849426"/>
              <a:gd name="connsiteX2289" fmla="*/ 5587565 w 6386648"/>
              <a:gd name="connsiteY2289" fmla="*/ 197189 h 1849426"/>
              <a:gd name="connsiteX2290" fmla="*/ 4121580 w 6386648"/>
              <a:gd name="connsiteY2290" fmla="*/ 197189 h 1849426"/>
              <a:gd name="connsiteX2291" fmla="*/ 4139605 w 6386648"/>
              <a:gd name="connsiteY2291" fmla="*/ 215214 h 1849426"/>
              <a:gd name="connsiteX2292" fmla="*/ 4121580 w 6386648"/>
              <a:gd name="connsiteY2292" fmla="*/ 233238 h 1849426"/>
              <a:gd name="connsiteX2293" fmla="*/ 4103556 w 6386648"/>
              <a:gd name="connsiteY2293" fmla="*/ 215214 h 1849426"/>
              <a:gd name="connsiteX2294" fmla="*/ 4121580 w 6386648"/>
              <a:gd name="connsiteY2294" fmla="*/ 197189 h 1849426"/>
              <a:gd name="connsiteX2295" fmla="*/ 3076164 w 6386648"/>
              <a:gd name="connsiteY2295" fmla="*/ 197189 h 1849426"/>
              <a:gd name="connsiteX2296" fmla="*/ 3094189 w 6386648"/>
              <a:gd name="connsiteY2296" fmla="*/ 215214 h 1849426"/>
              <a:gd name="connsiteX2297" fmla="*/ 3076164 w 6386648"/>
              <a:gd name="connsiteY2297" fmla="*/ 233238 h 1849426"/>
              <a:gd name="connsiteX2298" fmla="*/ 3058139 w 6386648"/>
              <a:gd name="connsiteY2298" fmla="*/ 215214 h 1849426"/>
              <a:gd name="connsiteX2299" fmla="*/ 3076164 w 6386648"/>
              <a:gd name="connsiteY2299" fmla="*/ 197189 h 1849426"/>
              <a:gd name="connsiteX2300" fmla="*/ 5449378 w 6386648"/>
              <a:gd name="connsiteY2300" fmla="*/ 191181 h 1849426"/>
              <a:gd name="connsiteX2301" fmla="*/ 5467403 w 6386648"/>
              <a:gd name="connsiteY2301" fmla="*/ 209205 h 1849426"/>
              <a:gd name="connsiteX2302" fmla="*/ 5449378 w 6386648"/>
              <a:gd name="connsiteY2302" fmla="*/ 227230 h 1849426"/>
              <a:gd name="connsiteX2303" fmla="*/ 5431353 w 6386648"/>
              <a:gd name="connsiteY2303" fmla="*/ 209205 h 1849426"/>
              <a:gd name="connsiteX2304" fmla="*/ 5449378 w 6386648"/>
              <a:gd name="connsiteY2304" fmla="*/ 191181 h 1849426"/>
              <a:gd name="connsiteX2305" fmla="*/ 2607530 w 6386648"/>
              <a:gd name="connsiteY2305" fmla="*/ 191181 h 1849426"/>
              <a:gd name="connsiteX2306" fmla="*/ 2625555 w 6386648"/>
              <a:gd name="connsiteY2306" fmla="*/ 209205 h 1849426"/>
              <a:gd name="connsiteX2307" fmla="*/ 2607530 w 6386648"/>
              <a:gd name="connsiteY2307" fmla="*/ 227230 h 1849426"/>
              <a:gd name="connsiteX2308" fmla="*/ 2589506 w 6386648"/>
              <a:gd name="connsiteY2308" fmla="*/ 209205 h 1849426"/>
              <a:gd name="connsiteX2309" fmla="*/ 2607530 w 6386648"/>
              <a:gd name="connsiteY2309" fmla="*/ 191181 h 1849426"/>
              <a:gd name="connsiteX2310" fmla="*/ 30040 w 6386648"/>
              <a:gd name="connsiteY2310" fmla="*/ 191181 h 1849426"/>
              <a:gd name="connsiteX2311" fmla="*/ 48065 w 6386648"/>
              <a:gd name="connsiteY2311" fmla="*/ 209205 h 1849426"/>
              <a:gd name="connsiteX2312" fmla="*/ 30040 w 6386648"/>
              <a:gd name="connsiteY2312" fmla="*/ 227230 h 1849426"/>
              <a:gd name="connsiteX2313" fmla="*/ 12016 w 6386648"/>
              <a:gd name="connsiteY2313" fmla="*/ 209205 h 1849426"/>
              <a:gd name="connsiteX2314" fmla="*/ 30040 w 6386648"/>
              <a:gd name="connsiteY2314" fmla="*/ 191181 h 1849426"/>
              <a:gd name="connsiteX2315" fmla="*/ 6368623 w 6386648"/>
              <a:gd name="connsiteY2315" fmla="*/ 185173 h 1849426"/>
              <a:gd name="connsiteX2316" fmla="*/ 6386648 w 6386648"/>
              <a:gd name="connsiteY2316" fmla="*/ 203197 h 1849426"/>
              <a:gd name="connsiteX2317" fmla="*/ 6368623 w 6386648"/>
              <a:gd name="connsiteY2317" fmla="*/ 221222 h 1849426"/>
              <a:gd name="connsiteX2318" fmla="*/ 6350599 w 6386648"/>
              <a:gd name="connsiteY2318" fmla="*/ 203197 h 1849426"/>
              <a:gd name="connsiteX2319" fmla="*/ 6368623 w 6386648"/>
              <a:gd name="connsiteY2319" fmla="*/ 185173 h 1849426"/>
              <a:gd name="connsiteX2320" fmla="*/ 2379221 w 6386648"/>
              <a:gd name="connsiteY2320" fmla="*/ 179165 h 1849426"/>
              <a:gd name="connsiteX2321" fmla="*/ 2397246 w 6386648"/>
              <a:gd name="connsiteY2321" fmla="*/ 197189 h 1849426"/>
              <a:gd name="connsiteX2322" fmla="*/ 2379221 w 6386648"/>
              <a:gd name="connsiteY2322" fmla="*/ 215214 h 1849426"/>
              <a:gd name="connsiteX2323" fmla="*/ 2361197 w 6386648"/>
              <a:gd name="connsiteY2323" fmla="*/ 197189 h 1849426"/>
              <a:gd name="connsiteX2324" fmla="*/ 2379221 w 6386648"/>
              <a:gd name="connsiteY2324" fmla="*/ 179165 h 1849426"/>
              <a:gd name="connsiteX2325" fmla="*/ 2253050 w 6386648"/>
              <a:gd name="connsiteY2325" fmla="*/ 179165 h 1849426"/>
              <a:gd name="connsiteX2326" fmla="*/ 2271075 w 6386648"/>
              <a:gd name="connsiteY2326" fmla="*/ 197189 h 1849426"/>
              <a:gd name="connsiteX2327" fmla="*/ 2253050 w 6386648"/>
              <a:gd name="connsiteY2327" fmla="*/ 215214 h 1849426"/>
              <a:gd name="connsiteX2328" fmla="*/ 2235026 w 6386648"/>
              <a:gd name="connsiteY2328" fmla="*/ 197189 h 1849426"/>
              <a:gd name="connsiteX2329" fmla="*/ 2253050 w 6386648"/>
              <a:gd name="connsiteY2329" fmla="*/ 179165 h 1849426"/>
              <a:gd name="connsiteX2330" fmla="*/ 624846 w 6386648"/>
              <a:gd name="connsiteY2330" fmla="*/ 179165 h 1849426"/>
              <a:gd name="connsiteX2331" fmla="*/ 642870 w 6386648"/>
              <a:gd name="connsiteY2331" fmla="*/ 197189 h 1849426"/>
              <a:gd name="connsiteX2332" fmla="*/ 624846 w 6386648"/>
              <a:gd name="connsiteY2332" fmla="*/ 215214 h 1849426"/>
              <a:gd name="connsiteX2333" fmla="*/ 606821 w 6386648"/>
              <a:gd name="connsiteY2333" fmla="*/ 197189 h 1849426"/>
              <a:gd name="connsiteX2334" fmla="*/ 624846 w 6386648"/>
              <a:gd name="connsiteY2334" fmla="*/ 179165 h 1849426"/>
              <a:gd name="connsiteX2335" fmla="*/ 6116281 w 6386648"/>
              <a:gd name="connsiteY2335" fmla="*/ 167148 h 1849426"/>
              <a:gd name="connsiteX2336" fmla="*/ 6134306 w 6386648"/>
              <a:gd name="connsiteY2336" fmla="*/ 185173 h 1849426"/>
              <a:gd name="connsiteX2337" fmla="*/ 6116281 w 6386648"/>
              <a:gd name="connsiteY2337" fmla="*/ 203197 h 1849426"/>
              <a:gd name="connsiteX2338" fmla="*/ 6098257 w 6386648"/>
              <a:gd name="connsiteY2338" fmla="*/ 185173 h 1849426"/>
              <a:gd name="connsiteX2339" fmla="*/ 6116281 w 6386648"/>
              <a:gd name="connsiteY2339" fmla="*/ 167148 h 1849426"/>
              <a:gd name="connsiteX2340" fmla="*/ 5311191 w 6386648"/>
              <a:gd name="connsiteY2340" fmla="*/ 167148 h 1849426"/>
              <a:gd name="connsiteX2341" fmla="*/ 5329216 w 6386648"/>
              <a:gd name="connsiteY2341" fmla="*/ 185173 h 1849426"/>
              <a:gd name="connsiteX2342" fmla="*/ 5311191 w 6386648"/>
              <a:gd name="connsiteY2342" fmla="*/ 203197 h 1849426"/>
              <a:gd name="connsiteX2343" fmla="*/ 5293167 w 6386648"/>
              <a:gd name="connsiteY2343" fmla="*/ 185173 h 1849426"/>
              <a:gd name="connsiteX2344" fmla="*/ 5311191 w 6386648"/>
              <a:gd name="connsiteY2344" fmla="*/ 167148 h 1849426"/>
              <a:gd name="connsiteX2345" fmla="*/ 3508750 w 6386648"/>
              <a:gd name="connsiteY2345" fmla="*/ 167148 h 1849426"/>
              <a:gd name="connsiteX2346" fmla="*/ 3526775 w 6386648"/>
              <a:gd name="connsiteY2346" fmla="*/ 185173 h 1849426"/>
              <a:gd name="connsiteX2347" fmla="*/ 3508750 w 6386648"/>
              <a:gd name="connsiteY2347" fmla="*/ 203197 h 1849426"/>
              <a:gd name="connsiteX2348" fmla="*/ 3490726 w 6386648"/>
              <a:gd name="connsiteY2348" fmla="*/ 185173 h 1849426"/>
              <a:gd name="connsiteX2349" fmla="*/ 3508750 w 6386648"/>
              <a:gd name="connsiteY2349" fmla="*/ 167148 h 1849426"/>
              <a:gd name="connsiteX2350" fmla="*/ 1820464 w 6386648"/>
              <a:gd name="connsiteY2350" fmla="*/ 167148 h 1849426"/>
              <a:gd name="connsiteX2351" fmla="*/ 1838489 w 6386648"/>
              <a:gd name="connsiteY2351" fmla="*/ 185173 h 1849426"/>
              <a:gd name="connsiteX2352" fmla="*/ 1820464 w 6386648"/>
              <a:gd name="connsiteY2352" fmla="*/ 203197 h 1849426"/>
              <a:gd name="connsiteX2353" fmla="*/ 1802440 w 6386648"/>
              <a:gd name="connsiteY2353" fmla="*/ 185173 h 1849426"/>
              <a:gd name="connsiteX2354" fmla="*/ 1820464 w 6386648"/>
              <a:gd name="connsiteY2354" fmla="*/ 167148 h 1849426"/>
              <a:gd name="connsiteX2355" fmla="*/ 1423927 w 6386648"/>
              <a:gd name="connsiteY2355" fmla="*/ 167148 h 1849426"/>
              <a:gd name="connsiteX2356" fmla="*/ 1441952 w 6386648"/>
              <a:gd name="connsiteY2356" fmla="*/ 185173 h 1849426"/>
              <a:gd name="connsiteX2357" fmla="*/ 1423927 w 6386648"/>
              <a:gd name="connsiteY2357" fmla="*/ 203197 h 1849426"/>
              <a:gd name="connsiteX2358" fmla="*/ 1405903 w 6386648"/>
              <a:gd name="connsiteY2358" fmla="*/ 185173 h 1849426"/>
              <a:gd name="connsiteX2359" fmla="*/ 1423927 w 6386648"/>
              <a:gd name="connsiteY2359" fmla="*/ 167148 h 1849426"/>
              <a:gd name="connsiteX2360" fmla="*/ 5100906 w 6386648"/>
              <a:gd name="connsiteY2360" fmla="*/ 161140 h 1849426"/>
              <a:gd name="connsiteX2361" fmla="*/ 5118931 w 6386648"/>
              <a:gd name="connsiteY2361" fmla="*/ 179164 h 1849426"/>
              <a:gd name="connsiteX2362" fmla="*/ 5100906 w 6386648"/>
              <a:gd name="connsiteY2362" fmla="*/ 197189 h 1849426"/>
              <a:gd name="connsiteX2363" fmla="*/ 5082882 w 6386648"/>
              <a:gd name="connsiteY2363" fmla="*/ 179164 h 1849426"/>
              <a:gd name="connsiteX2364" fmla="*/ 5100906 w 6386648"/>
              <a:gd name="connsiteY2364" fmla="*/ 161140 h 1849426"/>
              <a:gd name="connsiteX2365" fmla="*/ 1189610 w 6386648"/>
              <a:gd name="connsiteY2365" fmla="*/ 161140 h 1849426"/>
              <a:gd name="connsiteX2366" fmla="*/ 1207635 w 6386648"/>
              <a:gd name="connsiteY2366" fmla="*/ 179164 h 1849426"/>
              <a:gd name="connsiteX2367" fmla="*/ 1189610 w 6386648"/>
              <a:gd name="connsiteY2367" fmla="*/ 197189 h 1849426"/>
              <a:gd name="connsiteX2368" fmla="*/ 1171586 w 6386648"/>
              <a:gd name="connsiteY2368" fmla="*/ 179164 h 1849426"/>
              <a:gd name="connsiteX2369" fmla="*/ 1189610 w 6386648"/>
              <a:gd name="connsiteY2369" fmla="*/ 161140 h 1849426"/>
              <a:gd name="connsiteX2370" fmla="*/ 492666 w 6386648"/>
              <a:gd name="connsiteY2370" fmla="*/ 161140 h 1849426"/>
              <a:gd name="connsiteX2371" fmla="*/ 510691 w 6386648"/>
              <a:gd name="connsiteY2371" fmla="*/ 179164 h 1849426"/>
              <a:gd name="connsiteX2372" fmla="*/ 492666 w 6386648"/>
              <a:gd name="connsiteY2372" fmla="*/ 197189 h 1849426"/>
              <a:gd name="connsiteX2373" fmla="*/ 474642 w 6386648"/>
              <a:gd name="connsiteY2373" fmla="*/ 179164 h 1849426"/>
              <a:gd name="connsiteX2374" fmla="*/ 492666 w 6386648"/>
              <a:gd name="connsiteY2374" fmla="*/ 161140 h 1849426"/>
              <a:gd name="connsiteX2375" fmla="*/ 132178 w 6386648"/>
              <a:gd name="connsiteY2375" fmla="*/ 161140 h 1849426"/>
              <a:gd name="connsiteX2376" fmla="*/ 150203 w 6386648"/>
              <a:gd name="connsiteY2376" fmla="*/ 179164 h 1849426"/>
              <a:gd name="connsiteX2377" fmla="*/ 132178 w 6386648"/>
              <a:gd name="connsiteY2377" fmla="*/ 197189 h 1849426"/>
              <a:gd name="connsiteX2378" fmla="*/ 114154 w 6386648"/>
              <a:gd name="connsiteY2378" fmla="*/ 179164 h 1849426"/>
              <a:gd name="connsiteX2379" fmla="*/ 132178 w 6386648"/>
              <a:gd name="connsiteY2379" fmla="*/ 161140 h 1849426"/>
              <a:gd name="connsiteX2380" fmla="*/ 4968727 w 6386648"/>
              <a:gd name="connsiteY2380" fmla="*/ 155132 h 1849426"/>
              <a:gd name="connsiteX2381" fmla="*/ 4986752 w 6386648"/>
              <a:gd name="connsiteY2381" fmla="*/ 173156 h 1849426"/>
              <a:gd name="connsiteX2382" fmla="*/ 4968727 w 6386648"/>
              <a:gd name="connsiteY2382" fmla="*/ 191181 h 1849426"/>
              <a:gd name="connsiteX2383" fmla="*/ 4950702 w 6386648"/>
              <a:gd name="connsiteY2383" fmla="*/ 173156 h 1849426"/>
              <a:gd name="connsiteX2384" fmla="*/ 4968727 w 6386648"/>
              <a:gd name="connsiteY2384" fmla="*/ 155132 h 1849426"/>
              <a:gd name="connsiteX2385" fmla="*/ 3634921 w 6386648"/>
              <a:gd name="connsiteY2385" fmla="*/ 155132 h 1849426"/>
              <a:gd name="connsiteX2386" fmla="*/ 3652946 w 6386648"/>
              <a:gd name="connsiteY2386" fmla="*/ 173156 h 1849426"/>
              <a:gd name="connsiteX2387" fmla="*/ 3634921 w 6386648"/>
              <a:gd name="connsiteY2387" fmla="*/ 191181 h 1849426"/>
              <a:gd name="connsiteX2388" fmla="*/ 3616897 w 6386648"/>
              <a:gd name="connsiteY2388" fmla="*/ 173156 h 1849426"/>
              <a:gd name="connsiteX2389" fmla="*/ 3634921 w 6386648"/>
              <a:gd name="connsiteY2389" fmla="*/ 155132 h 1849426"/>
              <a:gd name="connsiteX2390" fmla="*/ 2493375 w 6386648"/>
              <a:gd name="connsiteY2390" fmla="*/ 155132 h 1849426"/>
              <a:gd name="connsiteX2391" fmla="*/ 2511400 w 6386648"/>
              <a:gd name="connsiteY2391" fmla="*/ 173156 h 1849426"/>
              <a:gd name="connsiteX2392" fmla="*/ 2493375 w 6386648"/>
              <a:gd name="connsiteY2392" fmla="*/ 191181 h 1849426"/>
              <a:gd name="connsiteX2393" fmla="*/ 2475351 w 6386648"/>
              <a:gd name="connsiteY2393" fmla="*/ 173156 h 1849426"/>
              <a:gd name="connsiteX2394" fmla="*/ 2493375 w 6386648"/>
              <a:gd name="connsiteY2394" fmla="*/ 155132 h 1849426"/>
              <a:gd name="connsiteX2395" fmla="*/ 1922603 w 6386648"/>
              <a:gd name="connsiteY2395" fmla="*/ 155132 h 1849426"/>
              <a:gd name="connsiteX2396" fmla="*/ 1940628 w 6386648"/>
              <a:gd name="connsiteY2396" fmla="*/ 173156 h 1849426"/>
              <a:gd name="connsiteX2397" fmla="*/ 1922603 w 6386648"/>
              <a:gd name="connsiteY2397" fmla="*/ 191181 h 1849426"/>
              <a:gd name="connsiteX2398" fmla="*/ 1904579 w 6386648"/>
              <a:gd name="connsiteY2398" fmla="*/ 173156 h 1849426"/>
              <a:gd name="connsiteX2399" fmla="*/ 1922603 w 6386648"/>
              <a:gd name="connsiteY2399" fmla="*/ 155132 h 1849426"/>
              <a:gd name="connsiteX2400" fmla="*/ 919244 w 6386648"/>
              <a:gd name="connsiteY2400" fmla="*/ 155132 h 1849426"/>
              <a:gd name="connsiteX2401" fmla="*/ 937269 w 6386648"/>
              <a:gd name="connsiteY2401" fmla="*/ 173156 h 1849426"/>
              <a:gd name="connsiteX2402" fmla="*/ 919244 w 6386648"/>
              <a:gd name="connsiteY2402" fmla="*/ 191181 h 1849426"/>
              <a:gd name="connsiteX2403" fmla="*/ 901220 w 6386648"/>
              <a:gd name="connsiteY2403" fmla="*/ 173156 h 1849426"/>
              <a:gd name="connsiteX2404" fmla="*/ 919244 w 6386648"/>
              <a:gd name="connsiteY2404" fmla="*/ 155132 h 1849426"/>
              <a:gd name="connsiteX2405" fmla="*/ 5905996 w 6386648"/>
              <a:gd name="connsiteY2405" fmla="*/ 149124 h 1849426"/>
              <a:gd name="connsiteX2406" fmla="*/ 5924021 w 6386648"/>
              <a:gd name="connsiteY2406" fmla="*/ 167148 h 1849426"/>
              <a:gd name="connsiteX2407" fmla="*/ 5905996 w 6386648"/>
              <a:gd name="connsiteY2407" fmla="*/ 185173 h 1849426"/>
              <a:gd name="connsiteX2408" fmla="*/ 5887972 w 6386648"/>
              <a:gd name="connsiteY2408" fmla="*/ 167148 h 1849426"/>
              <a:gd name="connsiteX2409" fmla="*/ 5905996 w 6386648"/>
              <a:gd name="connsiteY2409" fmla="*/ 149124 h 1849426"/>
              <a:gd name="connsiteX2410" fmla="*/ 4644288 w 6386648"/>
              <a:gd name="connsiteY2410" fmla="*/ 149124 h 1849426"/>
              <a:gd name="connsiteX2411" fmla="*/ 4662313 w 6386648"/>
              <a:gd name="connsiteY2411" fmla="*/ 167148 h 1849426"/>
              <a:gd name="connsiteX2412" fmla="*/ 4644288 w 6386648"/>
              <a:gd name="connsiteY2412" fmla="*/ 185173 h 1849426"/>
              <a:gd name="connsiteX2413" fmla="*/ 4626264 w 6386648"/>
              <a:gd name="connsiteY2413" fmla="*/ 167148 h 1849426"/>
              <a:gd name="connsiteX2414" fmla="*/ 4644288 w 6386648"/>
              <a:gd name="connsiteY2414" fmla="*/ 149124 h 1849426"/>
              <a:gd name="connsiteX2415" fmla="*/ 2126880 w 6386648"/>
              <a:gd name="connsiteY2415" fmla="*/ 149124 h 1849426"/>
              <a:gd name="connsiteX2416" fmla="*/ 2144904 w 6386648"/>
              <a:gd name="connsiteY2416" fmla="*/ 167148 h 1849426"/>
              <a:gd name="connsiteX2417" fmla="*/ 2126880 w 6386648"/>
              <a:gd name="connsiteY2417" fmla="*/ 185173 h 1849426"/>
              <a:gd name="connsiteX2418" fmla="*/ 2108855 w 6386648"/>
              <a:gd name="connsiteY2418" fmla="*/ 167148 h 1849426"/>
              <a:gd name="connsiteX2419" fmla="*/ 2126880 w 6386648"/>
              <a:gd name="connsiteY2419" fmla="*/ 149124 h 1849426"/>
              <a:gd name="connsiteX2420" fmla="*/ 799081 w 6386648"/>
              <a:gd name="connsiteY2420" fmla="*/ 149124 h 1849426"/>
              <a:gd name="connsiteX2421" fmla="*/ 817106 w 6386648"/>
              <a:gd name="connsiteY2421" fmla="*/ 167148 h 1849426"/>
              <a:gd name="connsiteX2422" fmla="*/ 799081 w 6386648"/>
              <a:gd name="connsiteY2422" fmla="*/ 185173 h 1849426"/>
              <a:gd name="connsiteX2423" fmla="*/ 781057 w 6386648"/>
              <a:gd name="connsiteY2423" fmla="*/ 167148 h 1849426"/>
              <a:gd name="connsiteX2424" fmla="*/ 799081 w 6386648"/>
              <a:gd name="connsiteY2424" fmla="*/ 149124 h 1849426"/>
              <a:gd name="connsiteX2425" fmla="*/ 366495 w 6386648"/>
              <a:gd name="connsiteY2425" fmla="*/ 149124 h 1849426"/>
              <a:gd name="connsiteX2426" fmla="*/ 384520 w 6386648"/>
              <a:gd name="connsiteY2426" fmla="*/ 167148 h 1849426"/>
              <a:gd name="connsiteX2427" fmla="*/ 366495 w 6386648"/>
              <a:gd name="connsiteY2427" fmla="*/ 185173 h 1849426"/>
              <a:gd name="connsiteX2428" fmla="*/ 348471 w 6386648"/>
              <a:gd name="connsiteY2428" fmla="*/ 167148 h 1849426"/>
              <a:gd name="connsiteX2429" fmla="*/ 366495 w 6386648"/>
              <a:gd name="connsiteY2429" fmla="*/ 149124 h 1849426"/>
              <a:gd name="connsiteX2430" fmla="*/ 4758442 w 6386648"/>
              <a:gd name="connsiteY2430" fmla="*/ 143116 h 1849426"/>
              <a:gd name="connsiteX2431" fmla="*/ 4776467 w 6386648"/>
              <a:gd name="connsiteY2431" fmla="*/ 161140 h 1849426"/>
              <a:gd name="connsiteX2432" fmla="*/ 4758442 w 6386648"/>
              <a:gd name="connsiteY2432" fmla="*/ 179165 h 1849426"/>
              <a:gd name="connsiteX2433" fmla="*/ 4740417 w 6386648"/>
              <a:gd name="connsiteY2433" fmla="*/ 161140 h 1849426"/>
              <a:gd name="connsiteX2434" fmla="*/ 4758442 w 6386648"/>
              <a:gd name="connsiteY2434" fmla="*/ 143116 h 1849426"/>
              <a:gd name="connsiteX2435" fmla="*/ 3226368 w 6386648"/>
              <a:gd name="connsiteY2435" fmla="*/ 143116 h 1849426"/>
              <a:gd name="connsiteX2436" fmla="*/ 3244393 w 6386648"/>
              <a:gd name="connsiteY2436" fmla="*/ 161140 h 1849426"/>
              <a:gd name="connsiteX2437" fmla="*/ 3226368 w 6386648"/>
              <a:gd name="connsiteY2437" fmla="*/ 179165 h 1849426"/>
              <a:gd name="connsiteX2438" fmla="*/ 3208343 w 6386648"/>
              <a:gd name="connsiteY2438" fmla="*/ 161140 h 1849426"/>
              <a:gd name="connsiteX2439" fmla="*/ 3226368 w 6386648"/>
              <a:gd name="connsiteY2439" fmla="*/ 143116 h 1849426"/>
              <a:gd name="connsiteX2440" fmla="*/ 4235735 w 6386648"/>
              <a:gd name="connsiteY2440" fmla="*/ 131100 h 1849426"/>
              <a:gd name="connsiteX2441" fmla="*/ 4253760 w 6386648"/>
              <a:gd name="connsiteY2441" fmla="*/ 149124 h 1849426"/>
              <a:gd name="connsiteX2442" fmla="*/ 4235735 w 6386648"/>
              <a:gd name="connsiteY2442" fmla="*/ 167149 h 1849426"/>
              <a:gd name="connsiteX2443" fmla="*/ 4217711 w 6386648"/>
              <a:gd name="connsiteY2443" fmla="*/ 149124 h 1849426"/>
              <a:gd name="connsiteX2444" fmla="*/ 4235735 w 6386648"/>
              <a:gd name="connsiteY2444" fmla="*/ 131100 h 1849426"/>
              <a:gd name="connsiteX2445" fmla="*/ 1057431 w 6386648"/>
              <a:gd name="connsiteY2445" fmla="*/ 131100 h 1849426"/>
              <a:gd name="connsiteX2446" fmla="*/ 1075456 w 6386648"/>
              <a:gd name="connsiteY2446" fmla="*/ 149124 h 1849426"/>
              <a:gd name="connsiteX2447" fmla="*/ 1057431 w 6386648"/>
              <a:gd name="connsiteY2447" fmla="*/ 167149 h 1849426"/>
              <a:gd name="connsiteX2448" fmla="*/ 1039407 w 6386648"/>
              <a:gd name="connsiteY2448" fmla="*/ 149124 h 1849426"/>
              <a:gd name="connsiteX2449" fmla="*/ 1057431 w 6386648"/>
              <a:gd name="connsiteY2449" fmla="*/ 131100 h 1849426"/>
              <a:gd name="connsiteX2450" fmla="*/ 4536141 w 6386648"/>
              <a:gd name="connsiteY2450" fmla="*/ 119083 h 1849426"/>
              <a:gd name="connsiteX2451" fmla="*/ 4554166 w 6386648"/>
              <a:gd name="connsiteY2451" fmla="*/ 137107 h 1849426"/>
              <a:gd name="connsiteX2452" fmla="*/ 4536141 w 6386648"/>
              <a:gd name="connsiteY2452" fmla="*/ 155132 h 1849426"/>
              <a:gd name="connsiteX2453" fmla="*/ 4518117 w 6386648"/>
              <a:gd name="connsiteY2453" fmla="*/ 137107 h 1849426"/>
              <a:gd name="connsiteX2454" fmla="*/ 4536141 w 6386648"/>
              <a:gd name="connsiteY2454" fmla="*/ 119083 h 1849426"/>
              <a:gd name="connsiteX2455" fmla="*/ 4361905 w 6386648"/>
              <a:gd name="connsiteY2455" fmla="*/ 119083 h 1849426"/>
              <a:gd name="connsiteX2456" fmla="*/ 4379930 w 6386648"/>
              <a:gd name="connsiteY2456" fmla="*/ 137107 h 1849426"/>
              <a:gd name="connsiteX2457" fmla="*/ 4361905 w 6386648"/>
              <a:gd name="connsiteY2457" fmla="*/ 155132 h 1849426"/>
              <a:gd name="connsiteX2458" fmla="*/ 4343881 w 6386648"/>
              <a:gd name="connsiteY2458" fmla="*/ 137107 h 1849426"/>
              <a:gd name="connsiteX2459" fmla="*/ 4361905 w 6386648"/>
              <a:gd name="connsiteY2459" fmla="*/ 119083 h 1849426"/>
              <a:gd name="connsiteX2460" fmla="*/ 6020151 w 6386648"/>
              <a:gd name="connsiteY2460" fmla="*/ 113075 h 1849426"/>
              <a:gd name="connsiteX2461" fmla="*/ 6038176 w 6386648"/>
              <a:gd name="connsiteY2461" fmla="*/ 131099 h 1849426"/>
              <a:gd name="connsiteX2462" fmla="*/ 6020151 w 6386648"/>
              <a:gd name="connsiteY2462" fmla="*/ 149124 h 1849426"/>
              <a:gd name="connsiteX2463" fmla="*/ 6002126 w 6386648"/>
              <a:gd name="connsiteY2463" fmla="*/ 131099 h 1849426"/>
              <a:gd name="connsiteX2464" fmla="*/ 6020151 w 6386648"/>
              <a:gd name="connsiteY2464" fmla="*/ 113075 h 1849426"/>
              <a:gd name="connsiteX2465" fmla="*/ 5209053 w 6386648"/>
              <a:gd name="connsiteY2465" fmla="*/ 113075 h 1849426"/>
              <a:gd name="connsiteX2466" fmla="*/ 5227078 w 6386648"/>
              <a:gd name="connsiteY2466" fmla="*/ 131099 h 1849426"/>
              <a:gd name="connsiteX2467" fmla="*/ 5209053 w 6386648"/>
              <a:gd name="connsiteY2467" fmla="*/ 149124 h 1849426"/>
              <a:gd name="connsiteX2468" fmla="*/ 5191028 w 6386648"/>
              <a:gd name="connsiteY2468" fmla="*/ 131099 h 1849426"/>
              <a:gd name="connsiteX2469" fmla="*/ 5209053 w 6386648"/>
              <a:gd name="connsiteY2469" fmla="*/ 113075 h 1849426"/>
              <a:gd name="connsiteX2470" fmla="*/ 2865880 w 6386648"/>
              <a:gd name="connsiteY2470" fmla="*/ 113075 h 1849426"/>
              <a:gd name="connsiteX2471" fmla="*/ 2883905 w 6386648"/>
              <a:gd name="connsiteY2471" fmla="*/ 131099 h 1849426"/>
              <a:gd name="connsiteX2472" fmla="*/ 2865880 w 6386648"/>
              <a:gd name="connsiteY2472" fmla="*/ 149124 h 1849426"/>
              <a:gd name="connsiteX2473" fmla="*/ 2847855 w 6386648"/>
              <a:gd name="connsiteY2473" fmla="*/ 131099 h 1849426"/>
              <a:gd name="connsiteX2474" fmla="*/ 2865880 w 6386648"/>
              <a:gd name="connsiteY2474" fmla="*/ 113075 h 1849426"/>
              <a:gd name="connsiteX2475" fmla="*/ 2751725 w 6386648"/>
              <a:gd name="connsiteY2475" fmla="*/ 113075 h 1849426"/>
              <a:gd name="connsiteX2476" fmla="*/ 2769750 w 6386648"/>
              <a:gd name="connsiteY2476" fmla="*/ 131099 h 1849426"/>
              <a:gd name="connsiteX2477" fmla="*/ 2751725 w 6386648"/>
              <a:gd name="connsiteY2477" fmla="*/ 149124 h 1849426"/>
              <a:gd name="connsiteX2478" fmla="*/ 2733701 w 6386648"/>
              <a:gd name="connsiteY2478" fmla="*/ 131099 h 1849426"/>
              <a:gd name="connsiteX2479" fmla="*/ 2751725 w 6386648"/>
              <a:gd name="connsiteY2479" fmla="*/ 113075 h 1849426"/>
              <a:gd name="connsiteX2480" fmla="*/ 5797850 w 6386648"/>
              <a:gd name="connsiteY2480" fmla="*/ 107067 h 1849426"/>
              <a:gd name="connsiteX2481" fmla="*/ 5815875 w 6386648"/>
              <a:gd name="connsiteY2481" fmla="*/ 125092 h 1849426"/>
              <a:gd name="connsiteX2482" fmla="*/ 5797850 w 6386648"/>
              <a:gd name="connsiteY2482" fmla="*/ 143116 h 1849426"/>
              <a:gd name="connsiteX2483" fmla="*/ 5779826 w 6386648"/>
              <a:gd name="connsiteY2483" fmla="*/ 125092 h 1849426"/>
              <a:gd name="connsiteX2484" fmla="*/ 5797850 w 6386648"/>
              <a:gd name="connsiteY2484" fmla="*/ 107067 h 1849426"/>
              <a:gd name="connsiteX2485" fmla="*/ 4055491 w 6386648"/>
              <a:gd name="connsiteY2485" fmla="*/ 107067 h 1849426"/>
              <a:gd name="connsiteX2486" fmla="*/ 4073516 w 6386648"/>
              <a:gd name="connsiteY2486" fmla="*/ 125092 h 1849426"/>
              <a:gd name="connsiteX2487" fmla="*/ 4055491 w 6386648"/>
              <a:gd name="connsiteY2487" fmla="*/ 143116 h 1849426"/>
              <a:gd name="connsiteX2488" fmla="*/ 4037467 w 6386648"/>
              <a:gd name="connsiteY2488" fmla="*/ 125092 h 1849426"/>
              <a:gd name="connsiteX2489" fmla="*/ 4055491 w 6386648"/>
              <a:gd name="connsiteY2489" fmla="*/ 107067 h 1849426"/>
              <a:gd name="connsiteX2490" fmla="*/ 3917303 w 6386648"/>
              <a:gd name="connsiteY2490" fmla="*/ 107067 h 1849426"/>
              <a:gd name="connsiteX2491" fmla="*/ 3935328 w 6386648"/>
              <a:gd name="connsiteY2491" fmla="*/ 125092 h 1849426"/>
              <a:gd name="connsiteX2492" fmla="*/ 3917303 w 6386648"/>
              <a:gd name="connsiteY2492" fmla="*/ 143116 h 1849426"/>
              <a:gd name="connsiteX2493" fmla="*/ 3899278 w 6386648"/>
              <a:gd name="connsiteY2493" fmla="*/ 125092 h 1849426"/>
              <a:gd name="connsiteX2494" fmla="*/ 3917303 w 6386648"/>
              <a:gd name="connsiteY2494" fmla="*/ 107067 h 1849426"/>
              <a:gd name="connsiteX2495" fmla="*/ 3346531 w 6386648"/>
              <a:gd name="connsiteY2495" fmla="*/ 107067 h 1849426"/>
              <a:gd name="connsiteX2496" fmla="*/ 3364556 w 6386648"/>
              <a:gd name="connsiteY2496" fmla="*/ 125092 h 1849426"/>
              <a:gd name="connsiteX2497" fmla="*/ 3346531 w 6386648"/>
              <a:gd name="connsiteY2497" fmla="*/ 143116 h 1849426"/>
              <a:gd name="connsiteX2498" fmla="*/ 3328506 w 6386648"/>
              <a:gd name="connsiteY2498" fmla="*/ 125092 h 1849426"/>
              <a:gd name="connsiteX2499" fmla="*/ 3346531 w 6386648"/>
              <a:gd name="connsiteY2499" fmla="*/ 107067 h 1849426"/>
              <a:gd name="connsiteX2500" fmla="*/ 2024741 w 6386648"/>
              <a:gd name="connsiteY2500" fmla="*/ 107067 h 1849426"/>
              <a:gd name="connsiteX2501" fmla="*/ 2042766 w 6386648"/>
              <a:gd name="connsiteY2501" fmla="*/ 125092 h 1849426"/>
              <a:gd name="connsiteX2502" fmla="*/ 2024741 w 6386648"/>
              <a:gd name="connsiteY2502" fmla="*/ 143116 h 1849426"/>
              <a:gd name="connsiteX2503" fmla="*/ 2006717 w 6386648"/>
              <a:gd name="connsiteY2503" fmla="*/ 125092 h 1849426"/>
              <a:gd name="connsiteX2504" fmla="*/ 2024741 w 6386648"/>
              <a:gd name="connsiteY2504" fmla="*/ 107067 h 1849426"/>
              <a:gd name="connsiteX2505" fmla="*/ 240325 w 6386648"/>
              <a:gd name="connsiteY2505" fmla="*/ 107067 h 1849426"/>
              <a:gd name="connsiteX2506" fmla="*/ 258350 w 6386648"/>
              <a:gd name="connsiteY2506" fmla="*/ 125092 h 1849426"/>
              <a:gd name="connsiteX2507" fmla="*/ 240325 w 6386648"/>
              <a:gd name="connsiteY2507" fmla="*/ 143116 h 1849426"/>
              <a:gd name="connsiteX2508" fmla="*/ 222301 w 6386648"/>
              <a:gd name="connsiteY2508" fmla="*/ 125092 h 1849426"/>
              <a:gd name="connsiteX2509" fmla="*/ 240325 w 6386648"/>
              <a:gd name="connsiteY2509" fmla="*/ 107067 h 1849426"/>
              <a:gd name="connsiteX2510" fmla="*/ 3761092 w 6386648"/>
              <a:gd name="connsiteY2510" fmla="*/ 101059 h 1849426"/>
              <a:gd name="connsiteX2511" fmla="*/ 3779117 w 6386648"/>
              <a:gd name="connsiteY2511" fmla="*/ 119083 h 1849426"/>
              <a:gd name="connsiteX2512" fmla="*/ 3761092 w 6386648"/>
              <a:gd name="connsiteY2512" fmla="*/ 137108 h 1849426"/>
              <a:gd name="connsiteX2513" fmla="*/ 3743068 w 6386648"/>
              <a:gd name="connsiteY2513" fmla="*/ 119083 h 1849426"/>
              <a:gd name="connsiteX2514" fmla="*/ 3761092 w 6386648"/>
              <a:gd name="connsiteY2514" fmla="*/ 101059 h 1849426"/>
              <a:gd name="connsiteX2515" fmla="*/ 1706311 w 6386648"/>
              <a:gd name="connsiteY2515" fmla="*/ 101059 h 1849426"/>
              <a:gd name="connsiteX2516" fmla="*/ 1724335 w 6386648"/>
              <a:gd name="connsiteY2516" fmla="*/ 119083 h 1849426"/>
              <a:gd name="connsiteX2517" fmla="*/ 1706311 w 6386648"/>
              <a:gd name="connsiteY2517" fmla="*/ 137108 h 1849426"/>
              <a:gd name="connsiteX2518" fmla="*/ 1688286 w 6386648"/>
              <a:gd name="connsiteY2518" fmla="*/ 119083 h 1849426"/>
              <a:gd name="connsiteX2519" fmla="*/ 1706311 w 6386648"/>
              <a:gd name="connsiteY2519" fmla="*/ 101059 h 1849426"/>
              <a:gd name="connsiteX2520" fmla="*/ 1574131 w 6386648"/>
              <a:gd name="connsiteY2520" fmla="*/ 101059 h 1849426"/>
              <a:gd name="connsiteX2521" fmla="*/ 1592156 w 6386648"/>
              <a:gd name="connsiteY2521" fmla="*/ 119083 h 1849426"/>
              <a:gd name="connsiteX2522" fmla="*/ 1574131 w 6386648"/>
              <a:gd name="connsiteY2522" fmla="*/ 137108 h 1849426"/>
              <a:gd name="connsiteX2523" fmla="*/ 1556107 w 6386648"/>
              <a:gd name="connsiteY2523" fmla="*/ 119083 h 1849426"/>
              <a:gd name="connsiteX2524" fmla="*/ 1574131 w 6386648"/>
              <a:gd name="connsiteY2524" fmla="*/ 101059 h 1849426"/>
              <a:gd name="connsiteX2525" fmla="*/ 5611598 w 6386648"/>
              <a:gd name="connsiteY2525" fmla="*/ 89043 h 1849426"/>
              <a:gd name="connsiteX2526" fmla="*/ 5629623 w 6386648"/>
              <a:gd name="connsiteY2526" fmla="*/ 107067 h 1849426"/>
              <a:gd name="connsiteX2527" fmla="*/ 5611598 w 6386648"/>
              <a:gd name="connsiteY2527" fmla="*/ 125092 h 1849426"/>
              <a:gd name="connsiteX2528" fmla="*/ 5593574 w 6386648"/>
              <a:gd name="connsiteY2528" fmla="*/ 107067 h 1849426"/>
              <a:gd name="connsiteX2529" fmla="*/ 5611598 w 6386648"/>
              <a:gd name="connsiteY2529" fmla="*/ 89043 h 1849426"/>
              <a:gd name="connsiteX2530" fmla="*/ 5419337 w 6386648"/>
              <a:gd name="connsiteY2530" fmla="*/ 89043 h 1849426"/>
              <a:gd name="connsiteX2531" fmla="*/ 5437362 w 6386648"/>
              <a:gd name="connsiteY2531" fmla="*/ 107067 h 1849426"/>
              <a:gd name="connsiteX2532" fmla="*/ 5419337 w 6386648"/>
              <a:gd name="connsiteY2532" fmla="*/ 125092 h 1849426"/>
              <a:gd name="connsiteX2533" fmla="*/ 5401312 w 6386648"/>
              <a:gd name="connsiteY2533" fmla="*/ 107067 h 1849426"/>
              <a:gd name="connsiteX2534" fmla="*/ 5419337 w 6386648"/>
              <a:gd name="connsiteY2534" fmla="*/ 89043 h 1849426"/>
              <a:gd name="connsiteX2535" fmla="*/ 2992051 w 6386648"/>
              <a:gd name="connsiteY2535" fmla="*/ 89043 h 1849426"/>
              <a:gd name="connsiteX2536" fmla="*/ 3010076 w 6386648"/>
              <a:gd name="connsiteY2536" fmla="*/ 107067 h 1849426"/>
              <a:gd name="connsiteX2537" fmla="*/ 2992051 w 6386648"/>
              <a:gd name="connsiteY2537" fmla="*/ 125092 h 1849426"/>
              <a:gd name="connsiteX2538" fmla="*/ 2974027 w 6386648"/>
              <a:gd name="connsiteY2538" fmla="*/ 107067 h 1849426"/>
              <a:gd name="connsiteX2539" fmla="*/ 2992051 w 6386648"/>
              <a:gd name="connsiteY2539" fmla="*/ 89043 h 1849426"/>
              <a:gd name="connsiteX2540" fmla="*/ 6368623 w 6386648"/>
              <a:gd name="connsiteY2540" fmla="*/ 83034 h 1849426"/>
              <a:gd name="connsiteX2541" fmla="*/ 6386648 w 6386648"/>
              <a:gd name="connsiteY2541" fmla="*/ 101058 h 1849426"/>
              <a:gd name="connsiteX2542" fmla="*/ 6368623 w 6386648"/>
              <a:gd name="connsiteY2542" fmla="*/ 119083 h 1849426"/>
              <a:gd name="connsiteX2543" fmla="*/ 6350599 w 6386648"/>
              <a:gd name="connsiteY2543" fmla="*/ 101058 h 1849426"/>
              <a:gd name="connsiteX2544" fmla="*/ 6368623 w 6386648"/>
              <a:gd name="connsiteY2544" fmla="*/ 83034 h 1849426"/>
              <a:gd name="connsiteX2545" fmla="*/ 6242452 w 6386648"/>
              <a:gd name="connsiteY2545" fmla="*/ 83034 h 1849426"/>
              <a:gd name="connsiteX2546" fmla="*/ 6260477 w 6386648"/>
              <a:gd name="connsiteY2546" fmla="*/ 101058 h 1849426"/>
              <a:gd name="connsiteX2547" fmla="*/ 6242452 w 6386648"/>
              <a:gd name="connsiteY2547" fmla="*/ 119083 h 1849426"/>
              <a:gd name="connsiteX2548" fmla="*/ 6224428 w 6386648"/>
              <a:gd name="connsiteY2548" fmla="*/ 101058 h 1849426"/>
              <a:gd name="connsiteX2549" fmla="*/ 6242452 w 6386648"/>
              <a:gd name="connsiteY2549" fmla="*/ 83034 h 1849426"/>
              <a:gd name="connsiteX2550" fmla="*/ 4884613 w 6386648"/>
              <a:gd name="connsiteY2550" fmla="*/ 83034 h 1849426"/>
              <a:gd name="connsiteX2551" fmla="*/ 4902638 w 6386648"/>
              <a:gd name="connsiteY2551" fmla="*/ 101058 h 1849426"/>
              <a:gd name="connsiteX2552" fmla="*/ 4884613 w 6386648"/>
              <a:gd name="connsiteY2552" fmla="*/ 119083 h 1849426"/>
              <a:gd name="connsiteX2553" fmla="*/ 4866589 w 6386648"/>
              <a:gd name="connsiteY2553" fmla="*/ 101058 h 1849426"/>
              <a:gd name="connsiteX2554" fmla="*/ 4884613 w 6386648"/>
              <a:gd name="connsiteY2554" fmla="*/ 83034 h 1849426"/>
              <a:gd name="connsiteX2555" fmla="*/ 3118221 w 6386648"/>
              <a:gd name="connsiteY2555" fmla="*/ 83034 h 1849426"/>
              <a:gd name="connsiteX2556" fmla="*/ 3136246 w 6386648"/>
              <a:gd name="connsiteY2556" fmla="*/ 101058 h 1849426"/>
              <a:gd name="connsiteX2557" fmla="*/ 3118221 w 6386648"/>
              <a:gd name="connsiteY2557" fmla="*/ 119083 h 1849426"/>
              <a:gd name="connsiteX2558" fmla="*/ 3100197 w 6386648"/>
              <a:gd name="connsiteY2558" fmla="*/ 101058 h 1849426"/>
              <a:gd name="connsiteX2559" fmla="*/ 3118221 w 6386648"/>
              <a:gd name="connsiteY2559" fmla="*/ 83034 h 1849426"/>
              <a:gd name="connsiteX2560" fmla="*/ 2619546 w 6386648"/>
              <a:gd name="connsiteY2560" fmla="*/ 83034 h 1849426"/>
              <a:gd name="connsiteX2561" fmla="*/ 2637571 w 6386648"/>
              <a:gd name="connsiteY2561" fmla="*/ 101058 h 1849426"/>
              <a:gd name="connsiteX2562" fmla="*/ 2619546 w 6386648"/>
              <a:gd name="connsiteY2562" fmla="*/ 119083 h 1849426"/>
              <a:gd name="connsiteX2563" fmla="*/ 2601522 w 6386648"/>
              <a:gd name="connsiteY2563" fmla="*/ 101058 h 1849426"/>
              <a:gd name="connsiteX2564" fmla="*/ 2619546 w 6386648"/>
              <a:gd name="connsiteY2564" fmla="*/ 83034 h 1849426"/>
              <a:gd name="connsiteX2565" fmla="*/ 1291748 w 6386648"/>
              <a:gd name="connsiteY2565" fmla="*/ 83034 h 1849426"/>
              <a:gd name="connsiteX2566" fmla="*/ 1309773 w 6386648"/>
              <a:gd name="connsiteY2566" fmla="*/ 101058 h 1849426"/>
              <a:gd name="connsiteX2567" fmla="*/ 1291748 w 6386648"/>
              <a:gd name="connsiteY2567" fmla="*/ 119083 h 1849426"/>
              <a:gd name="connsiteX2568" fmla="*/ 1273724 w 6386648"/>
              <a:gd name="connsiteY2568" fmla="*/ 101058 h 1849426"/>
              <a:gd name="connsiteX2569" fmla="*/ 1291748 w 6386648"/>
              <a:gd name="connsiteY2569" fmla="*/ 83034 h 1849426"/>
              <a:gd name="connsiteX2570" fmla="*/ 702951 w 6386648"/>
              <a:gd name="connsiteY2570" fmla="*/ 83034 h 1849426"/>
              <a:gd name="connsiteX2571" fmla="*/ 720976 w 6386648"/>
              <a:gd name="connsiteY2571" fmla="*/ 101058 h 1849426"/>
              <a:gd name="connsiteX2572" fmla="*/ 702951 w 6386648"/>
              <a:gd name="connsiteY2572" fmla="*/ 119083 h 1849426"/>
              <a:gd name="connsiteX2573" fmla="*/ 684927 w 6386648"/>
              <a:gd name="connsiteY2573" fmla="*/ 101058 h 1849426"/>
              <a:gd name="connsiteX2574" fmla="*/ 702951 w 6386648"/>
              <a:gd name="connsiteY2574" fmla="*/ 83034 h 1849426"/>
              <a:gd name="connsiteX2575" fmla="*/ 2319139 w 6386648"/>
              <a:gd name="connsiteY2575" fmla="*/ 65010 h 1849426"/>
              <a:gd name="connsiteX2576" fmla="*/ 2337164 w 6386648"/>
              <a:gd name="connsiteY2576" fmla="*/ 83034 h 1849426"/>
              <a:gd name="connsiteX2577" fmla="*/ 2319139 w 6386648"/>
              <a:gd name="connsiteY2577" fmla="*/ 101059 h 1849426"/>
              <a:gd name="connsiteX2578" fmla="*/ 2301115 w 6386648"/>
              <a:gd name="connsiteY2578" fmla="*/ 83034 h 1849426"/>
              <a:gd name="connsiteX2579" fmla="*/ 2319139 w 6386648"/>
              <a:gd name="connsiteY2579" fmla="*/ 65010 h 1849426"/>
              <a:gd name="connsiteX2580" fmla="*/ 564765 w 6386648"/>
              <a:gd name="connsiteY2580" fmla="*/ 65010 h 1849426"/>
              <a:gd name="connsiteX2581" fmla="*/ 582789 w 6386648"/>
              <a:gd name="connsiteY2581" fmla="*/ 83034 h 1849426"/>
              <a:gd name="connsiteX2582" fmla="*/ 564765 w 6386648"/>
              <a:gd name="connsiteY2582" fmla="*/ 101059 h 1849426"/>
              <a:gd name="connsiteX2583" fmla="*/ 546740 w 6386648"/>
              <a:gd name="connsiteY2583" fmla="*/ 83034 h 1849426"/>
              <a:gd name="connsiteX2584" fmla="*/ 564765 w 6386648"/>
              <a:gd name="connsiteY2584" fmla="*/ 65010 h 1849426"/>
              <a:gd name="connsiteX2585" fmla="*/ 18024 w 6386648"/>
              <a:gd name="connsiteY2585" fmla="*/ 65010 h 1849426"/>
              <a:gd name="connsiteX2586" fmla="*/ 36049 w 6386648"/>
              <a:gd name="connsiteY2586" fmla="*/ 83034 h 1849426"/>
              <a:gd name="connsiteX2587" fmla="*/ 18024 w 6386648"/>
              <a:gd name="connsiteY2587" fmla="*/ 101059 h 1849426"/>
              <a:gd name="connsiteX2588" fmla="*/ 0 w 6386648"/>
              <a:gd name="connsiteY2588" fmla="*/ 83034 h 1849426"/>
              <a:gd name="connsiteX2589" fmla="*/ 18024 w 6386648"/>
              <a:gd name="connsiteY2589" fmla="*/ 65010 h 1849426"/>
              <a:gd name="connsiteX2590" fmla="*/ 5052841 w 6386648"/>
              <a:gd name="connsiteY2590" fmla="*/ 59002 h 1849426"/>
              <a:gd name="connsiteX2591" fmla="*/ 5070866 w 6386648"/>
              <a:gd name="connsiteY2591" fmla="*/ 77026 h 1849426"/>
              <a:gd name="connsiteX2592" fmla="*/ 5052841 w 6386648"/>
              <a:gd name="connsiteY2592" fmla="*/ 95051 h 1849426"/>
              <a:gd name="connsiteX2593" fmla="*/ 5034817 w 6386648"/>
              <a:gd name="connsiteY2593" fmla="*/ 77026 h 1849426"/>
              <a:gd name="connsiteX2594" fmla="*/ 5052841 w 6386648"/>
              <a:gd name="connsiteY2594" fmla="*/ 59002 h 1849426"/>
              <a:gd name="connsiteX2595" fmla="*/ 3490726 w 6386648"/>
              <a:gd name="connsiteY2595" fmla="*/ 59002 h 1849426"/>
              <a:gd name="connsiteX2596" fmla="*/ 3508751 w 6386648"/>
              <a:gd name="connsiteY2596" fmla="*/ 77026 h 1849426"/>
              <a:gd name="connsiteX2597" fmla="*/ 3490726 w 6386648"/>
              <a:gd name="connsiteY2597" fmla="*/ 95051 h 1849426"/>
              <a:gd name="connsiteX2598" fmla="*/ 3472702 w 6386648"/>
              <a:gd name="connsiteY2598" fmla="*/ 77026 h 1849426"/>
              <a:gd name="connsiteX2599" fmla="*/ 3490726 w 6386648"/>
              <a:gd name="connsiteY2599" fmla="*/ 59002 h 1849426"/>
              <a:gd name="connsiteX2600" fmla="*/ 1447960 w 6386648"/>
              <a:gd name="connsiteY2600" fmla="*/ 59002 h 1849426"/>
              <a:gd name="connsiteX2601" fmla="*/ 1465985 w 6386648"/>
              <a:gd name="connsiteY2601" fmla="*/ 77026 h 1849426"/>
              <a:gd name="connsiteX2602" fmla="*/ 1447960 w 6386648"/>
              <a:gd name="connsiteY2602" fmla="*/ 95051 h 1849426"/>
              <a:gd name="connsiteX2603" fmla="*/ 1429936 w 6386648"/>
              <a:gd name="connsiteY2603" fmla="*/ 77026 h 1849426"/>
              <a:gd name="connsiteX2604" fmla="*/ 1447960 w 6386648"/>
              <a:gd name="connsiteY2604" fmla="*/ 59002 h 1849426"/>
              <a:gd name="connsiteX2605" fmla="*/ 2192969 w 6386648"/>
              <a:gd name="connsiteY2605" fmla="*/ 46987 h 1849426"/>
              <a:gd name="connsiteX2606" fmla="*/ 2210994 w 6386648"/>
              <a:gd name="connsiteY2606" fmla="*/ 65012 h 1849426"/>
              <a:gd name="connsiteX2607" fmla="*/ 2192969 w 6386648"/>
              <a:gd name="connsiteY2607" fmla="*/ 83036 h 1849426"/>
              <a:gd name="connsiteX2608" fmla="*/ 2174945 w 6386648"/>
              <a:gd name="connsiteY2608" fmla="*/ 65012 h 1849426"/>
              <a:gd name="connsiteX2609" fmla="*/ 2192969 w 6386648"/>
              <a:gd name="connsiteY2609" fmla="*/ 46987 h 1849426"/>
              <a:gd name="connsiteX2610" fmla="*/ 4434003 w 6386648"/>
              <a:gd name="connsiteY2610" fmla="*/ 40979 h 1849426"/>
              <a:gd name="connsiteX2611" fmla="*/ 4452028 w 6386648"/>
              <a:gd name="connsiteY2611" fmla="*/ 59003 h 1849426"/>
              <a:gd name="connsiteX2612" fmla="*/ 4434003 w 6386648"/>
              <a:gd name="connsiteY2612" fmla="*/ 77028 h 1849426"/>
              <a:gd name="connsiteX2613" fmla="*/ 4415979 w 6386648"/>
              <a:gd name="connsiteY2613" fmla="*/ 59003 h 1849426"/>
              <a:gd name="connsiteX2614" fmla="*/ 4434003 w 6386648"/>
              <a:gd name="connsiteY2614" fmla="*/ 40979 h 1849426"/>
              <a:gd name="connsiteX2615" fmla="*/ 3616897 w 6386648"/>
              <a:gd name="connsiteY2615" fmla="*/ 40979 h 1849426"/>
              <a:gd name="connsiteX2616" fmla="*/ 3634922 w 6386648"/>
              <a:gd name="connsiteY2616" fmla="*/ 59003 h 1849426"/>
              <a:gd name="connsiteX2617" fmla="*/ 3616897 w 6386648"/>
              <a:gd name="connsiteY2617" fmla="*/ 77028 h 1849426"/>
              <a:gd name="connsiteX2618" fmla="*/ 3598872 w 6386648"/>
              <a:gd name="connsiteY2618" fmla="*/ 59003 h 1849426"/>
              <a:gd name="connsiteX2619" fmla="*/ 3616897 w 6386648"/>
              <a:gd name="connsiteY2619" fmla="*/ 40979 h 1849426"/>
              <a:gd name="connsiteX2620" fmla="*/ 1826473 w 6386648"/>
              <a:gd name="connsiteY2620" fmla="*/ 40979 h 1849426"/>
              <a:gd name="connsiteX2621" fmla="*/ 1844497 w 6386648"/>
              <a:gd name="connsiteY2621" fmla="*/ 59003 h 1849426"/>
              <a:gd name="connsiteX2622" fmla="*/ 1826473 w 6386648"/>
              <a:gd name="connsiteY2622" fmla="*/ 77028 h 1849426"/>
              <a:gd name="connsiteX2623" fmla="*/ 1808448 w 6386648"/>
              <a:gd name="connsiteY2623" fmla="*/ 59003 h 1849426"/>
              <a:gd name="connsiteX2624" fmla="*/ 1826473 w 6386648"/>
              <a:gd name="connsiteY2624" fmla="*/ 40979 h 1849426"/>
              <a:gd name="connsiteX2625" fmla="*/ 5942045 w 6386648"/>
              <a:gd name="connsiteY2625" fmla="*/ 34970 h 1849426"/>
              <a:gd name="connsiteX2626" fmla="*/ 5960070 w 6386648"/>
              <a:gd name="connsiteY2626" fmla="*/ 52994 h 1849426"/>
              <a:gd name="connsiteX2627" fmla="*/ 5942045 w 6386648"/>
              <a:gd name="connsiteY2627" fmla="*/ 71019 h 1849426"/>
              <a:gd name="connsiteX2628" fmla="*/ 5924021 w 6386648"/>
              <a:gd name="connsiteY2628" fmla="*/ 52994 h 1849426"/>
              <a:gd name="connsiteX2629" fmla="*/ 5942045 w 6386648"/>
              <a:gd name="connsiteY2629" fmla="*/ 34970 h 1849426"/>
              <a:gd name="connsiteX2630" fmla="*/ 5719744 w 6386648"/>
              <a:gd name="connsiteY2630" fmla="*/ 34970 h 1849426"/>
              <a:gd name="connsiteX2631" fmla="*/ 5737769 w 6386648"/>
              <a:gd name="connsiteY2631" fmla="*/ 52994 h 1849426"/>
              <a:gd name="connsiteX2632" fmla="*/ 5719744 w 6386648"/>
              <a:gd name="connsiteY2632" fmla="*/ 71019 h 1849426"/>
              <a:gd name="connsiteX2633" fmla="*/ 5701719 w 6386648"/>
              <a:gd name="connsiteY2633" fmla="*/ 52994 h 1849426"/>
              <a:gd name="connsiteX2634" fmla="*/ 5719744 w 6386648"/>
              <a:gd name="connsiteY2634" fmla="*/ 34970 h 1849426"/>
              <a:gd name="connsiteX2635" fmla="*/ 1171586 w 6386648"/>
              <a:gd name="connsiteY2635" fmla="*/ 34970 h 1849426"/>
              <a:gd name="connsiteX2636" fmla="*/ 1189611 w 6386648"/>
              <a:gd name="connsiteY2636" fmla="*/ 52994 h 1849426"/>
              <a:gd name="connsiteX2637" fmla="*/ 1171586 w 6386648"/>
              <a:gd name="connsiteY2637" fmla="*/ 71019 h 1849426"/>
              <a:gd name="connsiteX2638" fmla="*/ 1153562 w 6386648"/>
              <a:gd name="connsiteY2638" fmla="*/ 52994 h 1849426"/>
              <a:gd name="connsiteX2639" fmla="*/ 1171586 w 6386648"/>
              <a:gd name="connsiteY2639" fmla="*/ 34970 h 1849426"/>
              <a:gd name="connsiteX2640" fmla="*/ 937268 w 6386648"/>
              <a:gd name="connsiteY2640" fmla="*/ 34970 h 1849426"/>
              <a:gd name="connsiteX2641" fmla="*/ 955293 w 6386648"/>
              <a:gd name="connsiteY2641" fmla="*/ 52994 h 1849426"/>
              <a:gd name="connsiteX2642" fmla="*/ 937268 w 6386648"/>
              <a:gd name="connsiteY2642" fmla="*/ 71019 h 1849426"/>
              <a:gd name="connsiteX2643" fmla="*/ 919244 w 6386648"/>
              <a:gd name="connsiteY2643" fmla="*/ 52994 h 1849426"/>
              <a:gd name="connsiteX2644" fmla="*/ 937268 w 6386648"/>
              <a:gd name="connsiteY2644" fmla="*/ 34970 h 1849426"/>
              <a:gd name="connsiteX2645" fmla="*/ 426577 w 6386648"/>
              <a:gd name="connsiteY2645" fmla="*/ 34970 h 1849426"/>
              <a:gd name="connsiteX2646" fmla="*/ 444602 w 6386648"/>
              <a:gd name="connsiteY2646" fmla="*/ 52994 h 1849426"/>
              <a:gd name="connsiteX2647" fmla="*/ 426577 w 6386648"/>
              <a:gd name="connsiteY2647" fmla="*/ 71019 h 1849426"/>
              <a:gd name="connsiteX2648" fmla="*/ 408553 w 6386648"/>
              <a:gd name="connsiteY2648" fmla="*/ 52994 h 1849426"/>
              <a:gd name="connsiteX2649" fmla="*/ 426577 w 6386648"/>
              <a:gd name="connsiteY2649" fmla="*/ 34970 h 1849426"/>
              <a:gd name="connsiteX2650" fmla="*/ 6146322 w 6386648"/>
              <a:gd name="connsiteY2650" fmla="*/ 28962 h 1849426"/>
              <a:gd name="connsiteX2651" fmla="*/ 6164347 w 6386648"/>
              <a:gd name="connsiteY2651" fmla="*/ 46986 h 1849426"/>
              <a:gd name="connsiteX2652" fmla="*/ 6146322 w 6386648"/>
              <a:gd name="connsiteY2652" fmla="*/ 65011 h 1849426"/>
              <a:gd name="connsiteX2653" fmla="*/ 6128298 w 6386648"/>
              <a:gd name="connsiteY2653" fmla="*/ 46986 h 1849426"/>
              <a:gd name="connsiteX2654" fmla="*/ 6146322 w 6386648"/>
              <a:gd name="connsiteY2654" fmla="*/ 28962 h 1849426"/>
              <a:gd name="connsiteX2655" fmla="*/ 4776467 w 6386648"/>
              <a:gd name="connsiteY2655" fmla="*/ 28962 h 1849426"/>
              <a:gd name="connsiteX2656" fmla="*/ 4794492 w 6386648"/>
              <a:gd name="connsiteY2656" fmla="*/ 46986 h 1849426"/>
              <a:gd name="connsiteX2657" fmla="*/ 4776467 w 6386648"/>
              <a:gd name="connsiteY2657" fmla="*/ 65011 h 1849426"/>
              <a:gd name="connsiteX2658" fmla="*/ 4758443 w 6386648"/>
              <a:gd name="connsiteY2658" fmla="*/ 46986 h 1849426"/>
              <a:gd name="connsiteX2659" fmla="*/ 4776467 w 6386648"/>
              <a:gd name="connsiteY2659" fmla="*/ 28962 h 1849426"/>
              <a:gd name="connsiteX2660" fmla="*/ 2451318 w 6386648"/>
              <a:gd name="connsiteY2660" fmla="*/ 28962 h 1849426"/>
              <a:gd name="connsiteX2661" fmla="*/ 2469343 w 6386648"/>
              <a:gd name="connsiteY2661" fmla="*/ 46986 h 1849426"/>
              <a:gd name="connsiteX2662" fmla="*/ 2451318 w 6386648"/>
              <a:gd name="connsiteY2662" fmla="*/ 65011 h 1849426"/>
              <a:gd name="connsiteX2663" fmla="*/ 2433294 w 6386648"/>
              <a:gd name="connsiteY2663" fmla="*/ 46986 h 1849426"/>
              <a:gd name="connsiteX2664" fmla="*/ 2451318 w 6386648"/>
              <a:gd name="connsiteY2664" fmla="*/ 28962 h 1849426"/>
              <a:gd name="connsiteX2665" fmla="*/ 150203 w 6386648"/>
              <a:gd name="connsiteY2665" fmla="*/ 28962 h 1849426"/>
              <a:gd name="connsiteX2666" fmla="*/ 168228 w 6386648"/>
              <a:gd name="connsiteY2666" fmla="*/ 46986 h 1849426"/>
              <a:gd name="connsiteX2667" fmla="*/ 150203 w 6386648"/>
              <a:gd name="connsiteY2667" fmla="*/ 65011 h 1849426"/>
              <a:gd name="connsiteX2668" fmla="*/ 132179 w 6386648"/>
              <a:gd name="connsiteY2668" fmla="*/ 46986 h 1849426"/>
              <a:gd name="connsiteX2669" fmla="*/ 150203 w 6386648"/>
              <a:gd name="connsiteY2669" fmla="*/ 28962 h 1849426"/>
              <a:gd name="connsiteX2670" fmla="*/ 4277792 w 6386648"/>
              <a:gd name="connsiteY2670" fmla="*/ 22954 h 1849426"/>
              <a:gd name="connsiteX2671" fmla="*/ 4295817 w 6386648"/>
              <a:gd name="connsiteY2671" fmla="*/ 40978 h 1849426"/>
              <a:gd name="connsiteX2672" fmla="*/ 4277792 w 6386648"/>
              <a:gd name="connsiteY2672" fmla="*/ 59003 h 1849426"/>
              <a:gd name="connsiteX2673" fmla="*/ 4259767 w 6386648"/>
              <a:gd name="connsiteY2673" fmla="*/ 40978 h 1849426"/>
              <a:gd name="connsiteX2674" fmla="*/ 4277792 w 6386648"/>
              <a:gd name="connsiteY2674" fmla="*/ 22954 h 1849426"/>
              <a:gd name="connsiteX2675" fmla="*/ 4145613 w 6386648"/>
              <a:gd name="connsiteY2675" fmla="*/ 22954 h 1849426"/>
              <a:gd name="connsiteX2676" fmla="*/ 4163638 w 6386648"/>
              <a:gd name="connsiteY2676" fmla="*/ 40978 h 1849426"/>
              <a:gd name="connsiteX2677" fmla="*/ 4145613 w 6386648"/>
              <a:gd name="connsiteY2677" fmla="*/ 59003 h 1849426"/>
              <a:gd name="connsiteX2678" fmla="*/ 4127589 w 6386648"/>
              <a:gd name="connsiteY2678" fmla="*/ 40978 h 1849426"/>
              <a:gd name="connsiteX2679" fmla="*/ 4145613 w 6386648"/>
              <a:gd name="connsiteY2679" fmla="*/ 22954 h 1849426"/>
              <a:gd name="connsiteX2680" fmla="*/ 817106 w 6386648"/>
              <a:gd name="connsiteY2680" fmla="*/ 22954 h 1849426"/>
              <a:gd name="connsiteX2681" fmla="*/ 829123 w 6386648"/>
              <a:gd name="connsiteY2681" fmla="*/ 34970 h 1849426"/>
              <a:gd name="connsiteX2682" fmla="*/ 817106 w 6386648"/>
              <a:gd name="connsiteY2682" fmla="*/ 46987 h 1849426"/>
              <a:gd name="connsiteX2683" fmla="*/ 805090 w 6386648"/>
              <a:gd name="connsiteY2683" fmla="*/ 34970 h 1849426"/>
              <a:gd name="connsiteX2684" fmla="*/ 817106 w 6386648"/>
              <a:gd name="connsiteY2684" fmla="*/ 22954 h 1849426"/>
              <a:gd name="connsiteX2685" fmla="*/ 5491435 w 6386648"/>
              <a:gd name="connsiteY2685" fmla="*/ 16946 h 1849426"/>
              <a:gd name="connsiteX2686" fmla="*/ 5509460 w 6386648"/>
              <a:gd name="connsiteY2686" fmla="*/ 34971 h 1849426"/>
              <a:gd name="connsiteX2687" fmla="*/ 5491435 w 6386648"/>
              <a:gd name="connsiteY2687" fmla="*/ 52995 h 1849426"/>
              <a:gd name="connsiteX2688" fmla="*/ 5473411 w 6386648"/>
              <a:gd name="connsiteY2688" fmla="*/ 34971 h 1849426"/>
              <a:gd name="connsiteX2689" fmla="*/ 5491435 w 6386648"/>
              <a:gd name="connsiteY2689" fmla="*/ 16946 h 1849426"/>
              <a:gd name="connsiteX2690" fmla="*/ 5323207 w 6386648"/>
              <a:gd name="connsiteY2690" fmla="*/ 16946 h 1849426"/>
              <a:gd name="connsiteX2691" fmla="*/ 5341232 w 6386648"/>
              <a:gd name="connsiteY2691" fmla="*/ 34971 h 1849426"/>
              <a:gd name="connsiteX2692" fmla="*/ 5323207 w 6386648"/>
              <a:gd name="connsiteY2692" fmla="*/ 52995 h 1849426"/>
              <a:gd name="connsiteX2693" fmla="*/ 5305183 w 6386648"/>
              <a:gd name="connsiteY2693" fmla="*/ 34971 h 1849426"/>
              <a:gd name="connsiteX2694" fmla="*/ 5323207 w 6386648"/>
              <a:gd name="connsiteY2694" fmla="*/ 16946 h 1849426"/>
              <a:gd name="connsiteX2695" fmla="*/ 4632272 w 6386648"/>
              <a:gd name="connsiteY2695" fmla="*/ 16946 h 1849426"/>
              <a:gd name="connsiteX2696" fmla="*/ 4650297 w 6386648"/>
              <a:gd name="connsiteY2696" fmla="*/ 34971 h 1849426"/>
              <a:gd name="connsiteX2697" fmla="*/ 4632272 w 6386648"/>
              <a:gd name="connsiteY2697" fmla="*/ 52995 h 1849426"/>
              <a:gd name="connsiteX2698" fmla="*/ 4614248 w 6386648"/>
              <a:gd name="connsiteY2698" fmla="*/ 34971 h 1849426"/>
              <a:gd name="connsiteX2699" fmla="*/ 4632272 w 6386648"/>
              <a:gd name="connsiteY2699" fmla="*/ 16946 h 1849426"/>
              <a:gd name="connsiteX2700" fmla="*/ 3226368 w 6386648"/>
              <a:gd name="connsiteY2700" fmla="*/ 16946 h 1849426"/>
              <a:gd name="connsiteX2701" fmla="*/ 3244393 w 6386648"/>
              <a:gd name="connsiteY2701" fmla="*/ 34971 h 1849426"/>
              <a:gd name="connsiteX2702" fmla="*/ 3226368 w 6386648"/>
              <a:gd name="connsiteY2702" fmla="*/ 52995 h 1849426"/>
              <a:gd name="connsiteX2703" fmla="*/ 3208343 w 6386648"/>
              <a:gd name="connsiteY2703" fmla="*/ 34971 h 1849426"/>
              <a:gd name="connsiteX2704" fmla="*/ 3226368 w 6386648"/>
              <a:gd name="connsiteY2704" fmla="*/ 16946 h 1849426"/>
              <a:gd name="connsiteX2705" fmla="*/ 3983393 w 6386648"/>
              <a:gd name="connsiteY2705" fmla="*/ 10938 h 1849426"/>
              <a:gd name="connsiteX2706" fmla="*/ 4001418 w 6386648"/>
              <a:gd name="connsiteY2706" fmla="*/ 28962 h 1849426"/>
              <a:gd name="connsiteX2707" fmla="*/ 3983393 w 6386648"/>
              <a:gd name="connsiteY2707" fmla="*/ 46987 h 1849426"/>
              <a:gd name="connsiteX2708" fmla="*/ 3965369 w 6386648"/>
              <a:gd name="connsiteY2708" fmla="*/ 28962 h 1849426"/>
              <a:gd name="connsiteX2709" fmla="*/ 3983393 w 6386648"/>
              <a:gd name="connsiteY2709" fmla="*/ 10938 h 1849426"/>
              <a:gd name="connsiteX2710" fmla="*/ 1039407 w 6386648"/>
              <a:gd name="connsiteY2710" fmla="*/ 10938 h 1849426"/>
              <a:gd name="connsiteX2711" fmla="*/ 1057432 w 6386648"/>
              <a:gd name="connsiteY2711" fmla="*/ 28962 h 1849426"/>
              <a:gd name="connsiteX2712" fmla="*/ 1039407 w 6386648"/>
              <a:gd name="connsiteY2712" fmla="*/ 46987 h 1849426"/>
              <a:gd name="connsiteX2713" fmla="*/ 1021383 w 6386648"/>
              <a:gd name="connsiteY2713" fmla="*/ 28962 h 1849426"/>
              <a:gd name="connsiteX2714" fmla="*/ 1039407 w 6386648"/>
              <a:gd name="connsiteY2714" fmla="*/ 10938 h 1849426"/>
              <a:gd name="connsiteX2715" fmla="*/ 312422 w 6386648"/>
              <a:gd name="connsiteY2715" fmla="*/ 10938 h 1849426"/>
              <a:gd name="connsiteX2716" fmla="*/ 330447 w 6386648"/>
              <a:gd name="connsiteY2716" fmla="*/ 28962 h 1849426"/>
              <a:gd name="connsiteX2717" fmla="*/ 312422 w 6386648"/>
              <a:gd name="connsiteY2717" fmla="*/ 46987 h 1849426"/>
              <a:gd name="connsiteX2718" fmla="*/ 294398 w 6386648"/>
              <a:gd name="connsiteY2718" fmla="*/ 28962 h 1849426"/>
              <a:gd name="connsiteX2719" fmla="*/ 312422 w 6386648"/>
              <a:gd name="connsiteY2719" fmla="*/ 10938 h 1849426"/>
              <a:gd name="connsiteX2720" fmla="*/ 3839198 w 6386648"/>
              <a:gd name="connsiteY2720" fmla="*/ 4930 h 1849426"/>
              <a:gd name="connsiteX2721" fmla="*/ 3857223 w 6386648"/>
              <a:gd name="connsiteY2721" fmla="*/ 22954 h 1849426"/>
              <a:gd name="connsiteX2722" fmla="*/ 3839198 w 6386648"/>
              <a:gd name="connsiteY2722" fmla="*/ 40979 h 1849426"/>
              <a:gd name="connsiteX2723" fmla="*/ 3821174 w 6386648"/>
              <a:gd name="connsiteY2723" fmla="*/ 22954 h 1849426"/>
              <a:gd name="connsiteX2724" fmla="*/ 3839198 w 6386648"/>
              <a:gd name="connsiteY2724" fmla="*/ 4930 h 1849426"/>
              <a:gd name="connsiteX2725" fmla="*/ 3388588 w 6386648"/>
              <a:gd name="connsiteY2725" fmla="*/ 4930 h 1849426"/>
              <a:gd name="connsiteX2726" fmla="*/ 3406613 w 6386648"/>
              <a:gd name="connsiteY2726" fmla="*/ 22954 h 1849426"/>
              <a:gd name="connsiteX2727" fmla="*/ 3388588 w 6386648"/>
              <a:gd name="connsiteY2727" fmla="*/ 40979 h 1849426"/>
              <a:gd name="connsiteX2728" fmla="*/ 3370564 w 6386648"/>
              <a:gd name="connsiteY2728" fmla="*/ 22954 h 1849426"/>
              <a:gd name="connsiteX2729" fmla="*/ 3388588 w 6386648"/>
              <a:gd name="connsiteY2729" fmla="*/ 4930 h 1849426"/>
              <a:gd name="connsiteX2730" fmla="*/ 5171526 w 6386648"/>
              <a:gd name="connsiteY2730" fmla="*/ 0 h 1849426"/>
              <a:gd name="connsiteX2731" fmla="*/ 5198514 w 6386648"/>
              <a:gd name="connsiteY2731" fmla="*/ 0 h 1849426"/>
              <a:gd name="connsiteX2732" fmla="*/ 5203045 w 6386648"/>
              <a:gd name="connsiteY2732" fmla="*/ 10937 h 1849426"/>
              <a:gd name="connsiteX2733" fmla="*/ 5185020 w 6386648"/>
              <a:gd name="connsiteY2733" fmla="*/ 28962 h 1849426"/>
              <a:gd name="connsiteX2734" fmla="*/ 5166996 w 6386648"/>
              <a:gd name="connsiteY2734" fmla="*/ 10937 h 1849426"/>
              <a:gd name="connsiteX2735" fmla="*/ 4908761 w 6386648"/>
              <a:gd name="connsiteY2735" fmla="*/ 0 h 1849426"/>
              <a:gd name="connsiteX2736" fmla="*/ 4932564 w 6386648"/>
              <a:gd name="connsiteY2736" fmla="*/ 0 h 1849426"/>
              <a:gd name="connsiteX2737" fmla="*/ 4920662 w 6386648"/>
              <a:gd name="connsiteY2737" fmla="*/ 4930 h 1849426"/>
              <a:gd name="connsiteX2738" fmla="*/ 3701458 w 6386648"/>
              <a:gd name="connsiteY2738" fmla="*/ 0 h 1849426"/>
              <a:gd name="connsiteX2739" fmla="*/ 3736613 w 6386648"/>
              <a:gd name="connsiteY2739" fmla="*/ 0 h 1849426"/>
              <a:gd name="connsiteX2740" fmla="*/ 3731781 w 6386648"/>
              <a:gd name="connsiteY2740" fmla="*/ 11667 h 1849426"/>
              <a:gd name="connsiteX2741" fmla="*/ 3719035 w 6386648"/>
              <a:gd name="connsiteY2741" fmla="*/ 16946 h 1849426"/>
              <a:gd name="connsiteX2742" fmla="*/ 3706290 w 6386648"/>
              <a:gd name="connsiteY2742" fmla="*/ 11667 h 1849426"/>
              <a:gd name="connsiteX2743" fmla="*/ 3058255 w 6386648"/>
              <a:gd name="connsiteY2743" fmla="*/ 0 h 1849426"/>
              <a:gd name="connsiteX2744" fmla="*/ 3082058 w 6386648"/>
              <a:gd name="connsiteY2744" fmla="*/ 0 h 1849426"/>
              <a:gd name="connsiteX2745" fmla="*/ 3070156 w 6386648"/>
              <a:gd name="connsiteY2745" fmla="*/ 4930 h 1849426"/>
              <a:gd name="connsiteX2746" fmla="*/ 2908383 w 6386648"/>
              <a:gd name="connsiteY2746" fmla="*/ 0 h 1849426"/>
              <a:gd name="connsiteX2747" fmla="*/ 2943539 w 6386648"/>
              <a:gd name="connsiteY2747" fmla="*/ 0 h 1849426"/>
              <a:gd name="connsiteX2748" fmla="*/ 2938707 w 6386648"/>
              <a:gd name="connsiteY2748" fmla="*/ 11667 h 1849426"/>
              <a:gd name="connsiteX2749" fmla="*/ 2925961 w 6386648"/>
              <a:gd name="connsiteY2749" fmla="*/ 16946 h 1849426"/>
              <a:gd name="connsiteX2750" fmla="*/ 2913216 w 6386648"/>
              <a:gd name="connsiteY2750" fmla="*/ 11667 h 1849426"/>
              <a:gd name="connsiteX2751" fmla="*/ 2794230 w 6386648"/>
              <a:gd name="connsiteY2751" fmla="*/ 0 h 1849426"/>
              <a:gd name="connsiteX2752" fmla="*/ 2829385 w 6386648"/>
              <a:gd name="connsiteY2752" fmla="*/ 0 h 1849426"/>
              <a:gd name="connsiteX2753" fmla="*/ 2824553 w 6386648"/>
              <a:gd name="connsiteY2753" fmla="*/ 11667 h 1849426"/>
              <a:gd name="connsiteX2754" fmla="*/ 2811807 w 6386648"/>
              <a:gd name="connsiteY2754" fmla="*/ 16946 h 1849426"/>
              <a:gd name="connsiteX2755" fmla="*/ 2799062 w 6386648"/>
              <a:gd name="connsiteY2755" fmla="*/ 11667 h 1849426"/>
              <a:gd name="connsiteX2756" fmla="*/ 2675662 w 6386648"/>
              <a:gd name="connsiteY2756" fmla="*/ 0 h 1849426"/>
              <a:gd name="connsiteX2757" fmla="*/ 2707627 w 6386648"/>
              <a:gd name="connsiteY2757" fmla="*/ 0 h 1849426"/>
              <a:gd name="connsiteX2758" fmla="*/ 2709669 w 6386648"/>
              <a:gd name="connsiteY2758" fmla="*/ 4930 h 1849426"/>
              <a:gd name="connsiteX2759" fmla="*/ 2691644 w 6386648"/>
              <a:gd name="connsiteY2759" fmla="*/ 22954 h 1849426"/>
              <a:gd name="connsiteX2760" fmla="*/ 2673620 w 6386648"/>
              <a:gd name="connsiteY2760" fmla="*/ 4930 h 1849426"/>
              <a:gd name="connsiteX2761" fmla="*/ 2543483 w 6386648"/>
              <a:gd name="connsiteY2761" fmla="*/ 0 h 1849426"/>
              <a:gd name="connsiteX2762" fmla="*/ 2575448 w 6386648"/>
              <a:gd name="connsiteY2762" fmla="*/ 0 h 1849426"/>
              <a:gd name="connsiteX2763" fmla="*/ 2577490 w 6386648"/>
              <a:gd name="connsiteY2763" fmla="*/ 4930 h 1849426"/>
              <a:gd name="connsiteX2764" fmla="*/ 2559465 w 6386648"/>
              <a:gd name="connsiteY2764" fmla="*/ 22954 h 1849426"/>
              <a:gd name="connsiteX2765" fmla="*/ 2541441 w 6386648"/>
              <a:gd name="connsiteY2765" fmla="*/ 4930 h 1849426"/>
              <a:gd name="connsiteX2766" fmla="*/ 2047297 w 6386648"/>
              <a:gd name="connsiteY2766" fmla="*/ 0 h 1849426"/>
              <a:gd name="connsiteX2767" fmla="*/ 2074285 w 6386648"/>
              <a:gd name="connsiteY2767" fmla="*/ 0 h 1849426"/>
              <a:gd name="connsiteX2768" fmla="*/ 2078815 w 6386648"/>
              <a:gd name="connsiteY2768" fmla="*/ 10937 h 1849426"/>
              <a:gd name="connsiteX2769" fmla="*/ 2060790 w 6386648"/>
              <a:gd name="connsiteY2769" fmla="*/ 28962 h 1849426"/>
              <a:gd name="connsiteX2770" fmla="*/ 2042766 w 6386648"/>
              <a:gd name="connsiteY2770" fmla="*/ 10937 h 1849426"/>
              <a:gd name="connsiteX2771" fmla="*/ 1932017 w 6386648"/>
              <a:gd name="connsiteY2771" fmla="*/ 0 h 1849426"/>
              <a:gd name="connsiteX2772" fmla="*/ 1937222 w 6386648"/>
              <a:gd name="connsiteY2772" fmla="*/ 0 h 1849426"/>
              <a:gd name="connsiteX2773" fmla="*/ 1947365 w 6386648"/>
              <a:gd name="connsiteY2773" fmla="*/ 4201 h 1849426"/>
              <a:gd name="connsiteX2774" fmla="*/ 1952644 w 6386648"/>
              <a:gd name="connsiteY2774" fmla="*/ 16946 h 1849426"/>
              <a:gd name="connsiteX2775" fmla="*/ 1934619 w 6386648"/>
              <a:gd name="connsiteY2775" fmla="*/ 34971 h 1849426"/>
              <a:gd name="connsiteX2776" fmla="*/ 1916595 w 6386648"/>
              <a:gd name="connsiteY2776" fmla="*/ 16946 h 1849426"/>
              <a:gd name="connsiteX2777" fmla="*/ 1921875 w 6386648"/>
              <a:gd name="connsiteY2777" fmla="*/ 4201 h 1849426"/>
              <a:gd name="connsiteX2778" fmla="*/ 1694741 w 6386648"/>
              <a:gd name="connsiteY2778" fmla="*/ 0 h 1849426"/>
              <a:gd name="connsiteX2779" fmla="*/ 1729896 w 6386648"/>
              <a:gd name="connsiteY2779" fmla="*/ 0 h 1849426"/>
              <a:gd name="connsiteX2780" fmla="*/ 1725064 w 6386648"/>
              <a:gd name="connsiteY2780" fmla="*/ 11667 h 1849426"/>
              <a:gd name="connsiteX2781" fmla="*/ 1712318 w 6386648"/>
              <a:gd name="connsiteY2781" fmla="*/ 16946 h 1849426"/>
              <a:gd name="connsiteX2782" fmla="*/ 1699574 w 6386648"/>
              <a:gd name="connsiteY2782" fmla="*/ 11667 h 1849426"/>
              <a:gd name="connsiteX2783" fmla="*/ 1586594 w 6386648"/>
              <a:gd name="connsiteY2783" fmla="*/ 0 h 1849426"/>
              <a:gd name="connsiteX2784" fmla="*/ 1621749 w 6386648"/>
              <a:gd name="connsiteY2784" fmla="*/ 0 h 1849426"/>
              <a:gd name="connsiteX2785" fmla="*/ 1616917 w 6386648"/>
              <a:gd name="connsiteY2785" fmla="*/ 11667 h 1849426"/>
              <a:gd name="connsiteX2786" fmla="*/ 1604171 w 6386648"/>
              <a:gd name="connsiteY2786" fmla="*/ 16946 h 1849426"/>
              <a:gd name="connsiteX2787" fmla="*/ 1591427 w 6386648"/>
              <a:gd name="connsiteY2787" fmla="*/ 11667 h 1849426"/>
              <a:gd name="connsiteX2788" fmla="*/ 1328245 w 6386648"/>
              <a:gd name="connsiteY2788" fmla="*/ 0 h 1849426"/>
              <a:gd name="connsiteX2789" fmla="*/ 1363400 w 6386648"/>
              <a:gd name="connsiteY2789" fmla="*/ 0 h 1849426"/>
              <a:gd name="connsiteX2790" fmla="*/ 1358568 w 6386648"/>
              <a:gd name="connsiteY2790" fmla="*/ 11667 h 1849426"/>
              <a:gd name="connsiteX2791" fmla="*/ 1345823 w 6386648"/>
              <a:gd name="connsiteY2791" fmla="*/ 16946 h 1849426"/>
              <a:gd name="connsiteX2792" fmla="*/ 1333078 w 6386648"/>
              <a:gd name="connsiteY2792" fmla="*/ 11667 h 1849426"/>
              <a:gd name="connsiteX2793" fmla="*/ 636977 w 6386648"/>
              <a:gd name="connsiteY2793" fmla="*/ 0 h 1849426"/>
              <a:gd name="connsiteX2794" fmla="*/ 660780 w 6386648"/>
              <a:gd name="connsiteY2794" fmla="*/ 0 h 1849426"/>
              <a:gd name="connsiteX2795" fmla="*/ 648878 w 6386648"/>
              <a:gd name="connsiteY2795" fmla="*/ 4930 h 184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Lst>
            <a:rect l="l" t="t" r="r" b="b"/>
            <a:pathLst>
              <a:path w="6386648" h="1849426">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dirty="0"/>
          </a:p>
        </p:txBody>
      </p:sp>
      <p:sp>
        <p:nvSpPr>
          <p:cNvPr id="23" name="Freeform: Shape 22">
            <a:extLst>
              <a:ext uri="{FF2B5EF4-FFF2-40B4-BE49-F238E27FC236}">
                <a16:creationId xmlns:a16="http://schemas.microsoft.com/office/drawing/2014/main" id="{09A2C16E-2745-4E3D-BECC-D66755221E3B}"/>
              </a:ext>
              <a:ext uri="{C183D7F6-B498-43B3-948B-1728B52AA6E4}">
                <adec:decorative xmlns:adec="http://schemas.microsoft.com/office/drawing/2017/decorative" val="1"/>
              </a:ext>
            </a:extLst>
          </p:cNvPr>
          <p:cNvSpPr/>
          <p:nvPr/>
        </p:nvSpPr>
        <p:spPr>
          <a:xfrm>
            <a:off x="3794296" y="0"/>
            <a:ext cx="2423863" cy="1343767"/>
          </a:xfrm>
          <a:custGeom>
            <a:avLst/>
            <a:gdLst>
              <a:gd name="connsiteX0" fmla="*/ 37089 w 3015964"/>
              <a:gd name="connsiteY0" fmla="*/ 0 h 1681468"/>
              <a:gd name="connsiteX1" fmla="*/ 3014022 w 3015964"/>
              <a:gd name="connsiteY1" fmla="*/ 0 h 1681468"/>
              <a:gd name="connsiteX2" fmla="*/ 3015964 w 3015964"/>
              <a:gd name="connsiteY2" fmla="*/ 52718 h 1681468"/>
              <a:gd name="connsiteX3" fmla="*/ 2982682 w 3015964"/>
              <a:gd name="connsiteY3" fmla="*/ 249186 h 1681468"/>
              <a:gd name="connsiteX4" fmla="*/ 1789950 w 3015964"/>
              <a:gd name="connsiteY4" fmla="*/ 1181800 h 1681468"/>
              <a:gd name="connsiteX5" fmla="*/ 1536391 w 3015964"/>
              <a:gd name="connsiteY5" fmla="*/ 1275909 h 1681468"/>
              <a:gd name="connsiteX6" fmla="*/ 1257206 w 3015964"/>
              <a:gd name="connsiteY6" fmla="*/ 1431287 h 1681468"/>
              <a:gd name="connsiteX7" fmla="*/ 990871 w 3015964"/>
              <a:gd name="connsiteY7" fmla="*/ 1669291 h 1681468"/>
              <a:gd name="connsiteX8" fmla="*/ 584900 w 3015964"/>
              <a:gd name="connsiteY8" fmla="*/ 1589975 h 1681468"/>
              <a:gd name="connsiteX9" fmla="*/ 32440 w 3015964"/>
              <a:gd name="connsiteY9" fmla="*/ 985257 h 1681468"/>
              <a:gd name="connsiteX10" fmla="*/ 98094 w 3015964"/>
              <a:gd name="connsiteY10" fmla="*/ 314136 h 1681468"/>
              <a:gd name="connsiteX11" fmla="*/ 37491 w 3015964"/>
              <a:gd name="connsiteY11" fmla="*/ 8555 h 168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15964" h="1681468">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dirty="0"/>
          </a:p>
        </p:txBody>
      </p:sp>
      <p:sp>
        <p:nvSpPr>
          <p:cNvPr id="27" name="Freeform: Shape 26">
            <a:extLst>
              <a:ext uri="{FF2B5EF4-FFF2-40B4-BE49-F238E27FC236}">
                <a16:creationId xmlns:a16="http://schemas.microsoft.com/office/drawing/2014/main" id="{366019AD-E33B-4DBF-BAD3-AE3611603168}"/>
              </a:ext>
              <a:ext uri="{C183D7F6-B498-43B3-948B-1728B52AA6E4}">
                <adec:decorative xmlns:adec="http://schemas.microsoft.com/office/drawing/2017/decorative" val="1"/>
              </a:ext>
            </a:extLst>
          </p:cNvPr>
          <p:cNvSpPr/>
          <p:nvPr/>
        </p:nvSpPr>
        <p:spPr>
          <a:xfrm>
            <a:off x="1524" y="0"/>
            <a:ext cx="1577788" cy="980141"/>
          </a:xfrm>
          <a:custGeom>
            <a:avLst/>
            <a:gdLst>
              <a:gd name="connsiteX0" fmla="*/ 117137 w 1471018"/>
              <a:gd name="connsiteY0" fmla="*/ 759920 h 795676"/>
              <a:gd name="connsiteX1" fmla="*/ 130429 w 1471018"/>
              <a:gd name="connsiteY1" fmla="*/ 768654 h 795676"/>
              <a:gd name="connsiteX2" fmla="*/ 124353 w 1471018"/>
              <a:gd name="connsiteY2" fmla="*/ 792959 h 795676"/>
              <a:gd name="connsiteX3" fmla="*/ 100048 w 1471018"/>
              <a:gd name="connsiteY3" fmla="*/ 786883 h 795676"/>
              <a:gd name="connsiteX4" fmla="*/ 106124 w 1471018"/>
              <a:gd name="connsiteY4" fmla="*/ 762578 h 795676"/>
              <a:gd name="connsiteX5" fmla="*/ 117137 w 1471018"/>
              <a:gd name="connsiteY5" fmla="*/ 759920 h 795676"/>
              <a:gd name="connsiteX6" fmla="*/ 220419 w 1471018"/>
              <a:gd name="connsiteY6" fmla="*/ 753844 h 795676"/>
              <a:gd name="connsiteX7" fmla="*/ 233710 w 1471018"/>
              <a:gd name="connsiteY7" fmla="*/ 762578 h 795676"/>
              <a:gd name="connsiteX8" fmla="*/ 227634 w 1471018"/>
              <a:gd name="connsiteY8" fmla="*/ 786883 h 795676"/>
              <a:gd name="connsiteX9" fmla="*/ 203329 w 1471018"/>
              <a:gd name="connsiteY9" fmla="*/ 780807 h 795676"/>
              <a:gd name="connsiteX10" fmla="*/ 209405 w 1471018"/>
              <a:gd name="connsiteY10" fmla="*/ 756502 h 795676"/>
              <a:gd name="connsiteX11" fmla="*/ 220419 w 1471018"/>
              <a:gd name="connsiteY11" fmla="*/ 753844 h 795676"/>
              <a:gd name="connsiteX12" fmla="*/ 25999 w 1471018"/>
              <a:gd name="connsiteY12" fmla="*/ 741691 h 795676"/>
              <a:gd name="connsiteX13" fmla="*/ 39290 w 1471018"/>
              <a:gd name="connsiteY13" fmla="*/ 750425 h 795676"/>
              <a:gd name="connsiteX14" fmla="*/ 33214 w 1471018"/>
              <a:gd name="connsiteY14" fmla="*/ 774730 h 795676"/>
              <a:gd name="connsiteX15" fmla="*/ 8909 w 1471018"/>
              <a:gd name="connsiteY15" fmla="*/ 768654 h 795676"/>
              <a:gd name="connsiteX16" fmla="*/ 14985 w 1471018"/>
              <a:gd name="connsiteY16" fmla="*/ 744349 h 795676"/>
              <a:gd name="connsiteX17" fmla="*/ 25999 w 1471018"/>
              <a:gd name="connsiteY17" fmla="*/ 741691 h 795676"/>
              <a:gd name="connsiteX18" fmla="*/ 329796 w 1471018"/>
              <a:gd name="connsiteY18" fmla="*/ 735615 h 795676"/>
              <a:gd name="connsiteX19" fmla="*/ 343088 w 1471018"/>
              <a:gd name="connsiteY19" fmla="*/ 744349 h 795676"/>
              <a:gd name="connsiteX20" fmla="*/ 337012 w 1471018"/>
              <a:gd name="connsiteY20" fmla="*/ 768654 h 795676"/>
              <a:gd name="connsiteX21" fmla="*/ 312707 w 1471018"/>
              <a:gd name="connsiteY21" fmla="*/ 762578 h 795676"/>
              <a:gd name="connsiteX22" fmla="*/ 318783 w 1471018"/>
              <a:gd name="connsiteY22" fmla="*/ 738273 h 795676"/>
              <a:gd name="connsiteX23" fmla="*/ 329796 w 1471018"/>
              <a:gd name="connsiteY23" fmla="*/ 735615 h 795676"/>
              <a:gd name="connsiteX24" fmla="*/ 442198 w 1471018"/>
              <a:gd name="connsiteY24" fmla="*/ 702197 h 795676"/>
              <a:gd name="connsiteX25" fmla="*/ 455488 w 1471018"/>
              <a:gd name="connsiteY25" fmla="*/ 710931 h 795676"/>
              <a:gd name="connsiteX26" fmla="*/ 449413 w 1471018"/>
              <a:gd name="connsiteY26" fmla="*/ 735236 h 795676"/>
              <a:gd name="connsiteX27" fmla="*/ 425110 w 1471018"/>
              <a:gd name="connsiteY27" fmla="*/ 729160 h 795676"/>
              <a:gd name="connsiteX28" fmla="*/ 431186 w 1471018"/>
              <a:gd name="connsiteY28" fmla="*/ 704855 h 795676"/>
              <a:gd name="connsiteX29" fmla="*/ 442198 w 1471018"/>
              <a:gd name="connsiteY29" fmla="*/ 702197 h 795676"/>
              <a:gd name="connsiteX30" fmla="*/ 542453 w 1471018"/>
              <a:gd name="connsiteY30" fmla="*/ 668778 h 795676"/>
              <a:gd name="connsiteX31" fmla="*/ 555745 w 1471018"/>
              <a:gd name="connsiteY31" fmla="*/ 677512 h 795676"/>
              <a:gd name="connsiteX32" fmla="*/ 549669 w 1471018"/>
              <a:gd name="connsiteY32" fmla="*/ 701817 h 795676"/>
              <a:gd name="connsiteX33" fmla="*/ 525364 w 1471018"/>
              <a:gd name="connsiteY33" fmla="*/ 695741 h 795676"/>
              <a:gd name="connsiteX34" fmla="*/ 531440 w 1471018"/>
              <a:gd name="connsiteY34" fmla="*/ 671436 h 795676"/>
              <a:gd name="connsiteX35" fmla="*/ 542453 w 1471018"/>
              <a:gd name="connsiteY35" fmla="*/ 668778 h 795676"/>
              <a:gd name="connsiteX36" fmla="*/ 132328 w 1471018"/>
              <a:gd name="connsiteY36" fmla="*/ 650549 h 795676"/>
              <a:gd name="connsiteX37" fmla="*/ 145620 w 1471018"/>
              <a:gd name="connsiteY37" fmla="*/ 659283 h 795676"/>
              <a:gd name="connsiteX38" fmla="*/ 139544 w 1471018"/>
              <a:gd name="connsiteY38" fmla="*/ 683588 h 795676"/>
              <a:gd name="connsiteX39" fmla="*/ 115239 w 1471018"/>
              <a:gd name="connsiteY39" fmla="*/ 677512 h 795676"/>
              <a:gd name="connsiteX40" fmla="*/ 121315 w 1471018"/>
              <a:gd name="connsiteY40" fmla="*/ 653207 h 795676"/>
              <a:gd name="connsiteX41" fmla="*/ 132328 w 1471018"/>
              <a:gd name="connsiteY41" fmla="*/ 650549 h 795676"/>
              <a:gd name="connsiteX42" fmla="*/ 642709 w 1471018"/>
              <a:gd name="connsiteY42" fmla="*/ 641435 h 795676"/>
              <a:gd name="connsiteX43" fmla="*/ 656001 w 1471018"/>
              <a:gd name="connsiteY43" fmla="*/ 650169 h 795676"/>
              <a:gd name="connsiteX44" fmla="*/ 649925 w 1471018"/>
              <a:gd name="connsiteY44" fmla="*/ 674474 h 795676"/>
              <a:gd name="connsiteX45" fmla="*/ 625620 w 1471018"/>
              <a:gd name="connsiteY45" fmla="*/ 668398 h 795676"/>
              <a:gd name="connsiteX46" fmla="*/ 631696 w 1471018"/>
              <a:gd name="connsiteY46" fmla="*/ 644093 h 795676"/>
              <a:gd name="connsiteX47" fmla="*/ 642709 w 1471018"/>
              <a:gd name="connsiteY47" fmla="*/ 641435 h 795676"/>
              <a:gd name="connsiteX48" fmla="*/ 235618 w 1471018"/>
              <a:gd name="connsiteY48" fmla="*/ 641435 h 795676"/>
              <a:gd name="connsiteX49" fmla="*/ 248910 w 1471018"/>
              <a:gd name="connsiteY49" fmla="*/ 650169 h 795676"/>
              <a:gd name="connsiteX50" fmla="*/ 242833 w 1471018"/>
              <a:gd name="connsiteY50" fmla="*/ 674474 h 795676"/>
              <a:gd name="connsiteX51" fmla="*/ 218529 w 1471018"/>
              <a:gd name="connsiteY51" fmla="*/ 668398 h 795676"/>
              <a:gd name="connsiteX52" fmla="*/ 224605 w 1471018"/>
              <a:gd name="connsiteY52" fmla="*/ 644093 h 795676"/>
              <a:gd name="connsiteX53" fmla="*/ 235618 w 1471018"/>
              <a:gd name="connsiteY53" fmla="*/ 641435 h 795676"/>
              <a:gd name="connsiteX54" fmla="*/ 338904 w 1471018"/>
              <a:gd name="connsiteY54" fmla="*/ 629283 h 795676"/>
              <a:gd name="connsiteX55" fmla="*/ 352196 w 1471018"/>
              <a:gd name="connsiteY55" fmla="*/ 638017 h 795676"/>
              <a:gd name="connsiteX56" fmla="*/ 346120 w 1471018"/>
              <a:gd name="connsiteY56" fmla="*/ 662322 h 795676"/>
              <a:gd name="connsiteX57" fmla="*/ 321815 w 1471018"/>
              <a:gd name="connsiteY57" fmla="*/ 656246 h 795676"/>
              <a:gd name="connsiteX58" fmla="*/ 327891 w 1471018"/>
              <a:gd name="connsiteY58" fmla="*/ 631941 h 795676"/>
              <a:gd name="connsiteX59" fmla="*/ 338904 w 1471018"/>
              <a:gd name="connsiteY59" fmla="*/ 629283 h 795676"/>
              <a:gd name="connsiteX60" fmla="*/ 32070 w 1471018"/>
              <a:gd name="connsiteY60" fmla="*/ 601940 h 795676"/>
              <a:gd name="connsiteX61" fmla="*/ 45361 w 1471018"/>
              <a:gd name="connsiteY61" fmla="*/ 610674 h 795676"/>
              <a:gd name="connsiteX62" fmla="*/ 39285 w 1471018"/>
              <a:gd name="connsiteY62" fmla="*/ 634979 h 795676"/>
              <a:gd name="connsiteX63" fmla="*/ 14981 w 1471018"/>
              <a:gd name="connsiteY63" fmla="*/ 628903 h 795676"/>
              <a:gd name="connsiteX64" fmla="*/ 21056 w 1471018"/>
              <a:gd name="connsiteY64" fmla="*/ 604598 h 795676"/>
              <a:gd name="connsiteX65" fmla="*/ 32070 w 1471018"/>
              <a:gd name="connsiteY65" fmla="*/ 601940 h 795676"/>
              <a:gd name="connsiteX66" fmla="*/ 752079 w 1471018"/>
              <a:gd name="connsiteY66" fmla="*/ 586750 h 795676"/>
              <a:gd name="connsiteX67" fmla="*/ 765371 w 1471018"/>
              <a:gd name="connsiteY67" fmla="*/ 595484 h 795676"/>
              <a:gd name="connsiteX68" fmla="*/ 759295 w 1471018"/>
              <a:gd name="connsiteY68" fmla="*/ 619789 h 795676"/>
              <a:gd name="connsiteX69" fmla="*/ 734990 w 1471018"/>
              <a:gd name="connsiteY69" fmla="*/ 613713 h 795676"/>
              <a:gd name="connsiteX70" fmla="*/ 741066 w 1471018"/>
              <a:gd name="connsiteY70" fmla="*/ 589408 h 795676"/>
              <a:gd name="connsiteX71" fmla="*/ 752079 w 1471018"/>
              <a:gd name="connsiteY71" fmla="*/ 586750 h 795676"/>
              <a:gd name="connsiteX72" fmla="*/ 436123 w 1471018"/>
              <a:gd name="connsiteY72" fmla="*/ 583712 h 795676"/>
              <a:gd name="connsiteX73" fmla="*/ 449413 w 1471018"/>
              <a:gd name="connsiteY73" fmla="*/ 592446 h 795676"/>
              <a:gd name="connsiteX74" fmla="*/ 443339 w 1471018"/>
              <a:gd name="connsiteY74" fmla="*/ 616751 h 795676"/>
              <a:gd name="connsiteX75" fmla="*/ 419039 w 1471018"/>
              <a:gd name="connsiteY75" fmla="*/ 610675 h 795676"/>
              <a:gd name="connsiteX76" fmla="*/ 425114 w 1471018"/>
              <a:gd name="connsiteY76" fmla="*/ 586370 h 795676"/>
              <a:gd name="connsiteX77" fmla="*/ 436123 w 1471018"/>
              <a:gd name="connsiteY77" fmla="*/ 583712 h 795676"/>
              <a:gd name="connsiteX78" fmla="*/ 548529 w 1471018"/>
              <a:gd name="connsiteY78" fmla="*/ 556370 h 795676"/>
              <a:gd name="connsiteX79" fmla="*/ 561821 w 1471018"/>
              <a:gd name="connsiteY79" fmla="*/ 565104 h 795676"/>
              <a:gd name="connsiteX80" fmla="*/ 555745 w 1471018"/>
              <a:gd name="connsiteY80" fmla="*/ 589409 h 795676"/>
              <a:gd name="connsiteX81" fmla="*/ 531440 w 1471018"/>
              <a:gd name="connsiteY81" fmla="*/ 583333 h 795676"/>
              <a:gd name="connsiteX82" fmla="*/ 537516 w 1471018"/>
              <a:gd name="connsiteY82" fmla="*/ 559028 h 795676"/>
              <a:gd name="connsiteX83" fmla="*/ 548529 w 1471018"/>
              <a:gd name="connsiteY83" fmla="*/ 556370 h 795676"/>
              <a:gd name="connsiteX84" fmla="*/ 852335 w 1471018"/>
              <a:gd name="connsiteY84" fmla="*/ 550293 h 795676"/>
              <a:gd name="connsiteX85" fmla="*/ 865627 w 1471018"/>
              <a:gd name="connsiteY85" fmla="*/ 559027 h 795676"/>
              <a:gd name="connsiteX86" fmla="*/ 859551 w 1471018"/>
              <a:gd name="connsiteY86" fmla="*/ 583332 h 795676"/>
              <a:gd name="connsiteX87" fmla="*/ 835246 w 1471018"/>
              <a:gd name="connsiteY87" fmla="*/ 577256 h 795676"/>
              <a:gd name="connsiteX88" fmla="*/ 841322 w 1471018"/>
              <a:gd name="connsiteY88" fmla="*/ 552951 h 795676"/>
              <a:gd name="connsiteX89" fmla="*/ 852335 w 1471018"/>
              <a:gd name="connsiteY89" fmla="*/ 550293 h 795676"/>
              <a:gd name="connsiteX90" fmla="*/ 667013 w 1471018"/>
              <a:gd name="connsiteY90" fmla="*/ 532065 h 795676"/>
              <a:gd name="connsiteX91" fmla="*/ 680305 w 1471018"/>
              <a:gd name="connsiteY91" fmla="*/ 540799 h 795676"/>
              <a:gd name="connsiteX92" fmla="*/ 674229 w 1471018"/>
              <a:gd name="connsiteY92" fmla="*/ 565104 h 795676"/>
              <a:gd name="connsiteX93" fmla="*/ 649924 w 1471018"/>
              <a:gd name="connsiteY93" fmla="*/ 559028 h 795676"/>
              <a:gd name="connsiteX94" fmla="*/ 656000 w 1471018"/>
              <a:gd name="connsiteY94" fmla="*/ 534723 h 795676"/>
              <a:gd name="connsiteX95" fmla="*/ 667013 w 1471018"/>
              <a:gd name="connsiteY95" fmla="*/ 532065 h 795676"/>
              <a:gd name="connsiteX96" fmla="*/ 126251 w 1471018"/>
              <a:gd name="connsiteY96" fmla="*/ 532065 h 795676"/>
              <a:gd name="connsiteX97" fmla="*/ 139543 w 1471018"/>
              <a:gd name="connsiteY97" fmla="*/ 540799 h 795676"/>
              <a:gd name="connsiteX98" fmla="*/ 133467 w 1471018"/>
              <a:gd name="connsiteY98" fmla="*/ 565104 h 795676"/>
              <a:gd name="connsiteX99" fmla="*/ 109162 w 1471018"/>
              <a:gd name="connsiteY99" fmla="*/ 559028 h 795676"/>
              <a:gd name="connsiteX100" fmla="*/ 115238 w 1471018"/>
              <a:gd name="connsiteY100" fmla="*/ 534723 h 795676"/>
              <a:gd name="connsiteX101" fmla="*/ 126251 w 1471018"/>
              <a:gd name="connsiteY101" fmla="*/ 532065 h 795676"/>
              <a:gd name="connsiteX102" fmla="*/ 226503 w 1471018"/>
              <a:gd name="connsiteY102" fmla="*/ 529027 h 795676"/>
              <a:gd name="connsiteX103" fmla="*/ 239794 w 1471018"/>
              <a:gd name="connsiteY103" fmla="*/ 537761 h 795676"/>
              <a:gd name="connsiteX104" fmla="*/ 233718 w 1471018"/>
              <a:gd name="connsiteY104" fmla="*/ 562066 h 795676"/>
              <a:gd name="connsiteX105" fmla="*/ 209414 w 1471018"/>
              <a:gd name="connsiteY105" fmla="*/ 555990 h 795676"/>
              <a:gd name="connsiteX106" fmla="*/ 215490 w 1471018"/>
              <a:gd name="connsiteY106" fmla="*/ 531685 h 795676"/>
              <a:gd name="connsiteX107" fmla="*/ 226503 w 1471018"/>
              <a:gd name="connsiteY107" fmla="*/ 529027 h 795676"/>
              <a:gd name="connsiteX108" fmla="*/ 332836 w 1471018"/>
              <a:gd name="connsiteY108" fmla="*/ 519913 h 795676"/>
              <a:gd name="connsiteX109" fmla="*/ 346128 w 1471018"/>
              <a:gd name="connsiteY109" fmla="*/ 528647 h 795676"/>
              <a:gd name="connsiteX110" fmla="*/ 340052 w 1471018"/>
              <a:gd name="connsiteY110" fmla="*/ 552952 h 795676"/>
              <a:gd name="connsiteX111" fmla="*/ 315748 w 1471018"/>
              <a:gd name="connsiteY111" fmla="*/ 546876 h 795676"/>
              <a:gd name="connsiteX112" fmla="*/ 321823 w 1471018"/>
              <a:gd name="connsiteY112" fmla="*/ 522571 h 795676"/>
              <a:gd name="connsiteX113" fmla="*/ 332836 w 1471018"/>
              <a:gd name="connsiteY113" fmla="*/ 519913 h 795676"/>
              <a:gd name="connsiteX114" fmla="*/ 7768 w 1471018"/>
              <a:gd name="connsiteY114" fmla="*/ 507761 h 795676"/>
              <a:gd name="connsiteX115" fmla="*/ 21060 w 1471018"/>
              <a:gd name="connsiteY115" fmla="*/ 516495 h 795676"/>
              <a:gd name="connsiteX116" fmla="*/ 14984 w 1471018"/>
              <a:gd name="connsiteY116" fmla="*/ 540800 h 795676"/>
              <a:gd name="connsiteX117" fmla="*/ 2831 w 1471018"/>
              <a:gd name="connsiteY117" fmla="*/ 543458 h 795676"/>
              <a:gd name="connsiteX118" fmla="*/ 0 w 1471018"/>
              <a:gd name="connsiteY118" fmla="*/ 541423 h 795676"/>
              <a:gd name="connsiteX119" fmla="*/ 0 w 1471018"/>
              <a:gd name="connsiteY119" fmla="*/ 509636 h 795676"/>
              <a:gd name="connsiteX120" fmla="*/ 946515 w 1471018"/>
              <a:gd name="connsiteY120" fmla="*/ 486494 h 795676"/>
              <a:gd name="connsiteX121" fmla="*/ 959807 w 1471018"/>
              <a:gd name="connsiteY121" fmla="*/ 495228 h 795676"/>
              <a:gd name="connsiteX122" fmla="*/ 953731 w 1471018"/>
              <a:gd name="connsiteY122" fmla="*/ 519533 h 795676"/>
              <a:gd name="connsiteX123" fmla="*/ 929426 w 1471018"/>
              <a:gd name="connsiteY123" fmla="*/ 513457 h 795676"/>
              <a:gd name="connsiteX124" fmla="*/ 935502 w 1471018"/>
              <a:gd name="connsiteY124" fmla="*/ 489152 h 795676"/>
              <a:gd name="connsiteX125" fmla="*/ 946515 w 1471018"/>
              <a:gd name="connsiteY125" fmla="*/ 486494 h 795676"/>
              <a:gd name="connsiteX126" fmla="*/ 457386 w 1471018"/>
              <a:gd name="connsiteY126" fmla="*/ 483456 h 795676"/>
              <a:gd name="connsiteX127" fmla="*/ 470679 w 1471018"/>
              <a:gd name="connsiteY127" fmla="*/ 492190 h 795676"/>
              <a:gd name="connsiteX128" fmla="*/ 464601 w 1471018"/>
              <a:gd name="connsiteY128" fmla="*/ 516495 h 795676"/>
              <a:gd name="connsiteX129" fmla="*/ 440300 w 1471018"/>
              <a:gd name="connsiteY129" fmla="*/ 510419 h 795676"/>
              <a:gd name="connsiteX130" fmla="*/ 446374 w 1471018"/>
              <a:gd name="connsiteY130" fmla="*/ 486114 h 795676"/>
              <a:gd name="connsiteX131" fmla="*/ 457386 w 1471018"/>
              <a:gd name="connsiteY131" fmla="*/ 483456 h 795676"/>
              <a:gd name="connsiteX132" fmla="*/ 821954 w 1471018"/>
              <a:gd name="connsiteY132" fmla="*/ 456114 h 795676"/>
              <a:gd name="connsiteX133" fmla="*/ 835246 w 1471018"/>
              <a:gd name="connsiteY133" fmla="*/ 464848 h 795676"/>
              <a:gd name="connsiteX134" fmla="*/ 829170 w 1471018"/>
              <a:gd name="connsiteY134" fmla="*/ 489153 h 795676"/>
              <a:gd name="connsiteX135" fmla="*/ 804865 w 1471018"/>
              <a:gd name="connsiteY135" fmla="*/ 483077 h 795676"/>
              <a:gd name="connsiteX136" fmla="*/ 810941 w 1471018"/>
              <a:gd name="connsiteY136" fmla="*/ 458772 h 795676"/>
              <a:gd name="connsiteX137" fmla="*/ 821954 w 1471018"/>
              <a:gd name="connsiteY137" fmla="*/ 456114 h 795676"/>
              <a:gd name="connsiteX138" fmla="*/ 584986 w 1471018"/>
              <a:gd name="connsiteY138" fmla="*/ 456114 h 795676"/>
              <a:gd name="connsiteX139" fmla="*/ 598278 w 1471018"/>
              <a:gd name="connsiteY139" fmla="*/ 464848 h 795676"/>
              <a:gd name="connsiteX140" fmla="*/ 592202 w 1471018"/>
              <a:gd name="connsiteY140" fmla="*/ 489153 h 795676"/>
              <a:gd name="connsiteX141" fmla="*/ 567897 w 1471018"/>
              <a:gd name="connsiteY141" fmla="*/ 483077 h 795676"/>
              <a:gd name="connsiteX142" fmla="*/ 573973 w 1471018"/>
              <a:gd name="connsiteY142" fmla="*/ 458772 h 795676"/>
              <a:gd name="connsiteX143" fmla="*/ 584986 w 1471018"/>
              <a:gd name="connsiteY143" fmla="*/ 456114 h 795676"/>
              <a:gd name="connsiteX144" fmla="*/ 718660 w 1471018"/>
              <a:gd name="connsiteY144" fmla="*/ 443961 h 795676"/>
              <a:gd name="connsiteX145" fmla="*/ 731952 w 1471018"/>
              <a:gd name="connsiteY145" fmla="*/ 452695 h 795676"/>
              <a:gd name="connsiteX146" fmla="*/ 725876 w 1471018"/>
              <a:gd name="connsiteY146" fmla="*/ 477000 h 795676"/>
              <a:gd name="connsiteX147" fmla="*/ 701571 w 1471018"/>
              <a:gd name="connsiteY147" fmla="*/ 470924 h 795676"/>
              <a:gd name="connsiteX148" fmla="*/ 707647 w 1471018"/>
              <a:gd name="connsiteY148" fmla="*/ 446619 h 795676"/>
              <a:gd name="connsiteX149" fmla="*/ 718660 w 1471018"/>
              <a:gd name="connsiteY149" fmla="*/ 443961 h 795676"/>
              <a:gd name="connsiteX150" fmla="*/ 1016390 w 1471018"/>
              <a:gd name="connsiteY150" fmla="*/ 425733 h 795676"/>
              <a:gd name="connsiteX151" fmla="*/ 1029681 w 1471018"/>
              <a:gd name="connsiteY151" fmla="*/ 434467 h 795676"/>
              <a:gd name="connsiteX152" fmla="*/ 1023605 w 1471018"/>
              <a:gd name="connsiteY152" fmla="*/ 458772 h 795676"/>
              <a:gd name="connsiteX153" fmla="*/ 999301 w 1471018"/>
              <a:gd name="connsiteY153" fmla="*/ 452696 h 795676"/>
              <a:gd name="connsiteX154" fmla="*/ 1005377 w 1471018"/>
              <a:gd name="connsiteY154" fmla="*/ 428391 h 795676"/>
              <a:gd name="connsiteX155" fmla="*/ 1016390 w 1471018"/>
              <a:gd name="connsiteY155" fmla="*/ 425733 h 795676"/>
              <a:gd name="connsiteX156" fmla="*/ 250806 w 1471018"/>
              <a:gd name="connsiteY156" fmla="*/ 416619 h 795676"/>
              <a:gd name="connsiteX157" fmla="*/ 264098 w 1471018"/>
              <a:gd name="connsiteY157" fmla="*/ 425353 h 795676"/>
              <a:gd name="connsiteX158" fmla="*/ 258022 w 1471018"/>
              <a:gd name="connsiteY158" fmla="*/ 449658 h 795676"/>
              <a:gd name="connsiteX159" fmla="*/ 233717 w 1471018"/>
              <a:gd name="connsiteY159" fmla="*/ 443582 h 795676"/>
              <a:gd name="connsiteX160" fmla="*/ 239793 w 1471018"/>
              <a:gd name="connsiteY160" fmla="*/ 419277 h 795676"/>
              <a:gd name="connsiteX161" fmla="*/ 250806 w 1471018"/>
              <a:gd name="connsiteY161" fmla="*/ 416619 h 795676"/>
              <a:gd name="connsiteX162" fmla="*/ 144467 w 1471018"/>
              <a:gd name="connsiteY162" fmla="*/ 416619 h 795676"/>
              <a:gd name="connsiteX163" fmla="*/ 157759 w 1471018"/>
              <a:gd name="connsiteY163" fmla="*/ 425353 h 795676"/>
              <a:gd name="connsiteX164" fmla="*/ 151683 w 1471018"/>
              <a:gd name="connsiteY164" fmla="*/ 449658 h 795676"/>
              <a:gd name="connsiteX165" fmla="*/ 127378 w 1471018"/>
              <a:gd name="connsiteY165" fmla="*/ 443582 h 795676"/>
              <a:gd name="connsiteX166" fmla="*/ 133454 w 1471018"/>
              <a:gd name="connsiteY166" fmla="*/ 419277 h 795676"/>
              <a:gd name="connsiteX167" fmla="*/ 144467 w 1471018"/>
              <a:gd name="connsiteY167" fmla="*/ 416619 h 795676"/>
              <a:gd name="connsiteX168" fmla="*/ 29033 w 1471018"/>
              <a:gd name="connsiteY168" fmla="*/ 416619 h 795676"/>
              <a:gd name="connsiteX169" fmla="*/ 42324 w 1471018"/>
              <a:gd name="connsiteY169" fmla="*/ 425353 h 795676"/>
              <a:gd name="connsiteX170" fmla="*/ 36248 w 1471018"/>
              <a:gd name="connsiteY170" fmla="*/ 449658 h 795676"/>
              <a:gd name="connsiteX171" fmla="*/ 11944 w 1471018"/>
              <a:gd name="connsiteY171" fmla="*/ 443582 h 795676"/>
              <a:gd name="connsiteX172" fmla="*/ 18020 w 1471018"/>
              <a:gd name="connsiteY172" fmla="*/ 419277 h 795676"/>
              <a:gd name="connsiteX173" fmla="*/ 29033 w 1471018"/>
              <a:gd name="connsiteY173" fmla="*/ 416619 h 795676"/>
              <a:gd name="connsiteX174" fmla="*/ 360172 w 1471018"/>
              <a:gd name="connsiteY174" fmla="*/ 410543 h 795676"/>
              <a:gd name="connsiteX175" fmla="*/ 373464 w 1471018"/>
              <a:gd name="connsiteY175" fmla="*/ 419277 h 795676"/>
              <a:gd name="connsiteX176" fmla="*/ 367388 w 1471018"/>
              <a:gd name="connsiteY176" fmla="*/ 443582 h 795676"/>
              <a:gd name="connsiteX177" fmla="*/ 343083 w 1471018"/>
              <a:gd name="connsiteY177" fmla="*/ 437506 h 795676"/>
              <a:gd name="connsiteX178" fmla="*/ 349159 w 1471018"/>
              <a:gd name="connsiteY178" fmla="*/ 413201 h 795676"/>
              <a:gd name="connsiteX179" fmla="*/ 360172 w 1471018"/>
              <a:gd name="connsiteY179" fmla="*/ 410543 h 795676"/>
              <a:gd name="connsiteX180" fmla="*/ 1110570 w 1471018"/>
              <a:gd name="connsiteY180" fmla="*/ 389276 h 795676"/>
              <a:gd name="connsiteX181" fmla="*/ 1123862 w 1471018"/>
              <a:gd name="connsiteY181" fmla="*/ 398010 h 795676"/>
              <a:gd name="connsiteX182" fmla="*/ 1117786 w 1471018"/>
              <a:gd name="connsiteY182" fmla="*/ 422315 h 795676"/>
              <a:gd name="connsiteX183" fmla="*/ 1093481 w 1471018"/>
              <a:gd name="connsiteY183" fmla="*/ 416239 h 795676"/>
              <a:gd name="connsiteX184" fmla="*/ 1099557 w 1471018"/>
              <a:gd name="connsiteY184" fmla="*/ 391934 h 795676"/>
              <a:gd name="connsiteX185" fmla="*/ 1110570 w 1471018"/>
              <a:gd name="connsiteY185" fmla="*/ 389276 h 795676"/>
              <a:gd name="connsiteX186" fmla="*/ 490806 w 1471018"/>
              <a:gd name="connsiteY186" fmla="*/ 383200 h 795676"/>
              <a:gd name="connsiteX187" fmla="*/ 504098 w 1471018"/>
              <a:gd name="connsiteY187" fmla="*/ 391934 h 795676"/>
              <a:gd name="connsiteX188" fmla="*/ 498022 w 1471018"/>
              <a:gd name="connsiteY188" fmla="*/ 416239 h 795676"/>
              <a:gd name="connsiteX189" fmla="*/ 473717 w 1471018"/>
              <a:gd name="connsiteY189" fmla="*/ 410163 h 795676"/>
              <a:gd name="connsiteX190" fmla="*/ 479793 w 1471018"/>
              <a:gd name="connsiteY190" fmla="*/ 385858 h 795676"/>
              <a:gd name="connsiteX191" fmla="*/ 490806 w 1471018"/>
              <a:gd name="connsiteY191" fmla="*/ 383200 h 795676"/>
              <a:gd name="connsiteX192" fmla="*/ 900944 w 1471018"/>
              <a:gd name="connsiteY192" fmla="*/ 380162 h 795676"/>
              <a:gd name="connsiteX193" fmla="*/ 914236 w 1471018"/>
              <a:gd name="connsiteY193" fmla="*/ 388896 h 795676"/>
              <a:gd name="connsiteX194" fmla="*/ 908160 w 1471018"/>
              <a:gd name="connsiteY194" fmla="*/ 413201 h 795676"/>
              <a:gd name="connsiteX195" fmla="*/ 883855 w 1471018"/>
              <a:gd name="connsiteY195" fmla="*/ 407125 h 795676"/>
              <a:gd name="connsiteX196" fmla="*/ 889931 w 1471018"/>
              <a:gd name="connsiteY196" fmla="*/ 382820 h 795676"/>
              <a:gd name="connsiteX197" fmla="*/ 900944 w 1471018"/>
              <a:gd name="connsiteY197" fmla="*/ 380162 h 795676"/>
              <a:gd name="connsiteX198" fmla="*/ 618404 w 1471018"/>
              <a:gd name="connsiteY198" fmla="*/ 361934 h 795676"/>
              <a:gd name="connsiteX199" fmla="*/ 631696 w 1471018"/>
              <a:gd name="connsiteY199" fmla="*/ 370668 h 795676"/>
              <a:gd name="connsiteX200" fmla="*/ 625620 w 1471018"/>
              <a:gd name="connsiteY200" fmla="*/ 394973 h 795676"/>
              <a:gd name="connsiteX201" fmla="*/ 601315 w 1471018"/>
              <a:gd name="connsiteY201" fmla="*/ 388897 h 795676"/>
              <a:gd name="connsiteX202" fmla="*/ 607391 w 1471018"/>
              <a:gd name="connsiteY202" fmla="*/ 364592 h 795676"/>
              <a:gd name="connsiteX203" fmla="*/ 618404 w 1471018"/>
              <a:gd name="connsiteY203" fmla="*/ 361934 h 795676"/>
              <a:gd name="connsiteX204" fmla="*/ 749041 w 1471018"/>
              <a:gd name="connsiteY204" fmla="*/ 355858 h 795676"/>
              <a:gd name="connsiteX205" fmla="*/ 762333 w 1471018"/>
              <a:gd name="connsiteY205" fmla="*/ 364592 h 795676"/>
              <a:gd name="connsiteX206" fmla="*/ 756257 w 1471018"/>
              <a:gd name="connsiteY206" fmla="*/ 388897 h 795676"/>
              <a:gd name="connsiteX207" fmla="*/ 731952 w 1471018"/>
              <a:gd name="connsiteY207" fmla="*/ 382821 h 795676"/>
              <a:gd name="connsiteX208" fmla="*/ 738028 w 1471018"/>
              <a:gd name="connsiteY208" fmla="*/ 358516 h 795676"/>
              <a:gd name="connsiteX209" fmla="*/ 749041 w 1471018"/>
              <a:gd name="connsiteY209" fmla="*/ 355858 h 795676"/>
              <a:gd name="connsiteX210" fmla="*/ 10801 w 1471018"/>
              <a:gd name="connsiteY210" fmla="*/ 334591 h 795676"/>
              <a:gd name="connsiteX211" fmla="*/ 24093 w 1471018"/>
              <a:gd name="connsiteY211" fmla="*/ 343325 h 795676"/>
              <a:gd name="connsiteX212" fmla="*/ 18017 w 1471018"/>
              <a:gd name="connsiteY212" fmla="*/ 367630 h 795676"/>
              <a:gd name="connsiteX213" fmla="*/ 5865 w 1471018"/>
              <a:gd name="connsiteY213" fmla="*/ 370288 h 795676"/>
              <a:gd name="connsiteX214" fmla="*/ 0 w 1471018"/>
              <a:gd name="connsiteY214" fmla="*/ 366073 h 795676"/>
              <a:gd name="connsiteX215" fmla="*/ 0 w 1471018"/>
              <a:gd name="connsiteY215" fmla="*/ 337198 h 795676"/>
              <a:gd name="connsiteX216" fmla="*/ 1213864 w 1471018"/>
              <a:gd name="connsiteY216" fmla="*/ 313325 h 795676"/>
              <a:gd name="connsiteX217" fmla="*/ 1227156 w 1471018"/>
              <a:gd name="connsiteY217" fmla="*/ 322059 h 795676"/>
              <a:gd name="connsiteX218" fmla="*/ 1221080 w 1471018"/>
              <a:gd name="connsiteY218" fmla="*/ 346364 h 795676"/>
              <a:gd name="connsiteX219" fmla="*/ 1196775 w 1471018"/>
              <a:gd name="connsiteY219" fmla="*/ 340288 h 795676"/>
              <a:gd name="connsiteX220" fmla="*/ 1202851 w 1471018"/>
              <a:gd name="connsiteY220" fmla="*/ 315983 h 795676"/>
              <a:gd name="connsiteX221" fmla="*/ 1213864 w 1471018"/>
              <a:gd name="connsiteY221" fmla="*/ 313325 h 795676"/>
              <a:gd name="connsiteX222" fmla="*/ 211313 w 1471018"/>
              <a:gd name="connsiteY222" fmla="*/ 313325 h 795676"/>
              <a:gd name="connsiteX223" fmla="*/ 224605 w 1471018"/>
              <a:gd name="connsiteY223" fmla="*/ 322059 h 795676"/>
              <a:gd name="connsiteX224" fmla="*/ 218529 w 1471018"/>
              <a:gd name="connsiteY224" fmla="*/ 346364 h 795676"/>
              <a:gd name="connsiteX225" fmla="*/ 194224 w 1471018"/>
              <a:gd name="connsiteY225" fmla="*/ 340288 h 795676"/>
              <a:gd name="connsiteX226" fmla="*/ 200300 w 1471018"/>
              <a:gd name="connsiteY226" fmla="*/ 315983 h 795676"/>
              <a:gd name="connsiteX227" fmla="*/ 211313 w 1471018"/>
              <a:gd name="connsiteY227" fmla="*/ 313325 h 795676"/>
              <a:gd name="connsiteX228" fmla="*/ 314600 w 1471018"/>
              <a:gd name="connsiteY228" fmla="*/ 301172 h 795676"/>
              <a:gd name="connsiteX229" fmla="*/ 327892 w 1471018"/>
              <a:gd name="connsiteY229" fmla="*/ 309906 h 795676"/>
              <a:gd name="connsiteX230" fmla="*/ 321816 w 1471018"/>
              <a:gd name="connsiteY230" fmla="*/ 334211 h 795676"/>
              <a:gd name="connsiteX231" fmla="*/ 297511 w 1471018"/>
              <a:gd name="connsiteY231" fmla="*/ 328135 h 795676"/>
              <a:gd name="connsiteX232" fmla="*/ 303587 w 1471018"/>
              <a:gd name="connsiteY232" fmla="*/ 303830 h 795676"/>
              <a:gd name="connsiteX233" fmla="*/ 314600 w 1471018"/>
              <a:gd name="connsiteY233" fmla="*/ 301172 h 795676"/>
              <a:gd name="connsiteX234" fmla="*/ 982972 w 1471018"/>
              <a:gd name="connsiteY234" fmla="*/ 298134 h 795676"/>
              <a:gd name="connsiteX235" fmla="*/ 996264 w 1471018"/>
              <a:gd name="connsiteY235" fmla="*/ 306868 h 795676"/>
              <a:gd name="connsiteX236" fmla="*/ 990188 w 1471018"/>
              <a:gd name="connsiteY236" fmla="*/ 331173 h 795676"/>
              <a:gd name="connsiteX237" fmla="*/ 965883 w 1471018"/>
              <a:gd name="connsiteY237" fmla="*/ 325097 h 795676"/>
              <a:gd name="connsiteX238" fmla="*/ 971959 w 1471018"/>
              <a:gd name="connsiteY238" fmla="*/ 300792 h 795676"/>
              <a:gd name="connsiteX239" fmla="*/ 982972 w 1471018"/>
              <a:gd name="connsiteY239" fmla="*/ 298134 h 795676"/>
              <a:gd name="connsiteX240" fmla="*/ 417898 w 1471018"/>
              <a:gd name="connsiteY240" fmla="*/ 298134 h 795676"/>
              <a:gd name="connsiteX241" fmla="*/ 431187 w 1471018"/>
              <a:gd name="connsiteY241" fmla="*/ 306868 h 795676"/>
              <a:gd name="connsiteX242" fmla="*/ 425112 w 1471018"/>
              <a:gd name="connsiteY242" fmla="*/ 331173 h 795676"/>
              <a:gd name="connsiteX243" fmla="*/ 400806 w 1471018"/>
              <a:gd name="connsiteY243" fmla="*/ 325097 h 795676"/>
              <a:gd name="connsiteX244" fmla="*/ 406884 w 1471018"/>
              <a:gd name="connsiteY244" fmla="*/ 300792 h 795676"/>
              <a:gd name="connsiteX245" fmla="*/ 417898 w 1471018"/>
              <a:gd name="connsiteY245" fmla="*/ 298134 h 795676"/>
              <a:gd name="connsiteX246" fmla="*/ 858411 w 1471018"/>
              <a:gd name="connsiteY246" fmla="*/ 295096 h 795676"/>
              <a:gd name="connsiteX247" fmla="*/ 871703 w 1471018"/>
              <a:gd name="connsiteY247" fmla="*/ 303830 h 795676"/>
              <a:gd name="connsiteX248" fmla="*/ 865627 w 1471018"/>
              <a:gd name="connsiteY248" fmla="*/ 328135 h 795676"/>
              <a:gd name="connsiteX249" fmla="*/ 841322 w 1471018"/>
              <a:gd name="connsiteY249" fmla="*/ 322059 h 795676"/>
              <a:gd name="connsiteX250" fmla="*/ 847398 w 1471018"/>
              <a:gd name="connsiteY250" fmla="*/ 297754 h 795676"/>
              <a:gd name="connsiteX251" fmla="*/ 858411 w 1471018"/>
              <a:gd name="connsiteY251" fmla="*/ 295096 h 795676"/>
              <a:gd name="connsiteX252" fmla="*/ 1095380 w 1471018"/>
              <a:gd name="connsiteY252" fmla="*/ 292058 h 795676"/>
              <a:gd name="connsiteX253" fmla="*/ 1108672 w 1471018"/>
              <a:gd name="connsiteY253" fmla="*/ 300792 h 795676"/>
              <a:gd name="connsiteX254" fmla="*/ 1102596 w 1471018"/>
              <a:gd name="connsiteY254" fmla="*/ 325097 h 795676"/>
              <a:gd name="connsiteX255" fmla="*/ 1078291 w 1471018"/>
              <a:gd name="connsiteY255" fmla="*/ 319021 h 795676"/>
              <a:gd name="connsiteX256" fmla="*/ 1084367 w 1471018"/>
              <a:gd name="connsiteY256" fmla="*/ 294716 h 795676"/>
              <a:gd name="connsiteX257" fmla="*/ 1095380 w 1471018"/>
              <a:gd name="connsiteY257" fmla="*/ 292058 h 795676"/>
              <a:gd name="connsiteX258" fmla="*/ 108024 w 1471018"/>
              <a:gd name="connsiteY258" fmla="*/ 289020 h 795676"/>
              <a:gd name="connsiteX259" fmla="*/ 121316 w 1471018"/>
              <a:gd name="connsiteY259" fmla="*/ 297754 h 795676"/>
              <a:gd name="connsiteX260" fmla="*/ 115240 w 1471018"/>
              <a:gd name="connsiteY260" fmla="*/ 322059 h 795676"/>
              <a:gd name="connsiteX261" fmla="*/ 90935 w 1471018"/>
              <a:gd name="connsiteY261" fmla="*/ 315983 h 795676"/>
              <a:gd name="connsiteX262" fmla="*/ 97011 w 1471018"/>
              <a:gd name="connsiteY262" fmla="*/ 291678 h 795676"/>
              <a:gd name="connsiteX263" fmla="*/ 108024 w 1471018"/>
              <a:gd name="connsiteY263" fmla="*/ 289020 h 795676"/>
              <a:gd name="connsiteX264" fmla="*/ 533338 w 1471018"/>
              <a:gd name="connsiteY264" fmla="*/ 270792 h 795676"/>
              <a:gd name="connsiteX265" fmla="*/ 546630 w 1471018"/>
              <a:gd name="connsiteY265" fmla="*/ 279526 h 795676"/>
              <a:gd name="connsiteX266" fmla="*/ 540554 w 1471018"/>
              <a:gd name="connsiteY266" fmla="*/ 303831 h 795676"/>
              <a:gd name="connsiteX267" fmla="*/ 516251 w 1471018"/>
              <a:gd name="connsiteY267" fmla="*/ 297755 h 795676"/>
              <a:gd name="connsiteX268" fmla="*/ 522328 w 1471018"/>
              <a:gd name="connsiteY268" fmla="*/ 273450 h 795676"/>
              <a:gd name="connsiteX269" fmla="*/ 533338 w 1471018"/>
              <a:gd name="connsiteY269" fmla="*/ 270792 h 795676"/>
              <a:gd name="connsiteX270" fmla="*/ 633594 w 1471018"/>
              <a:gd name="connsiteY270" fmla="*/ 261678 h 795676"/>
              <a:gd name="connsiteX271" fmla="*/ 646886 w 1471018"/>
              <a:gd name="connsiteY271" fmla="*/ 270412 h 795676"/>
              <a:gd name="connsiteX272" fmla="*/ 640810 w 1471018"/>
              <a:gd name="connsiteY272" fmla="*/ 294717 h 795676"/>
              <a:gd name="connsiteX273" fmla="*/ 616505 w 1471018"/>
              <a:gd name="connsiteY273" fmla="*/ 288641 h 795676"/>
              <a:gd name="connsiteX274" fmla="*/ 622581 w 1471018"/>
              <a:gd name="connsiteY274" fmla="*/ 264336 h 795676"/>
              <a:gd name="connsiteX275" fmla="*/ 633594 w 1471018"/>
              <a:gd name="connsiteY275" fmla="*/ 261678 h 795676"/>
              <a:gd name="connsiteX276" fmla="*/ 746003 w 1471018"/>
              <a:gd name="connsiteY276" fmla="*/ 258640 h 795676"/>
              <a:gd name="connsiteX277" fmla="*/ 759295 w 1471018"/>
              <a:gd name="connsiteY277" fmla="*/ 267374 h 795676"/>
              <a:gd name="connsiteX278" fmla="*/ 753219 w 1471018"/>
              <a:gd name="connsiteY278" fmla="*/ 291679 h 795676"/>
              <a:gd name="connsiteX279" fmla="*/ 728914 w 1471018"/>
              <a:gd name="connsiteY279" fmla="*/ 285603 h 795676"/>
              <a:gd name="connsiteX280" fmla="*/ 734990 w 1471018"/>
              <a:gd name="connsiteY280" fmla="*/ 261298 h 795676"/>
              <a:gd name="connsiteX281" fmla="*/ 746003 w 1471018"/>
              <a:gd name="connsiteY281" fmla="*/ 258640 h 795676"/>
              <a:gd name="connsiteX282" fmla="*/ 1301968 w 1471018"/>
              <a:gd name="connsiteY282" fmla="*/ 225221 h 795676"/>
              <a:gd name="connsiteX283" fmla="*/ 1315260 w 1471018"/>
              <a:gd name="connsiteY283" fmla="*/ 233955 h 795676"/>
              <a:gd name="connsiteX284" fmla="*/ 1309184 w 1471018"/>
              <a:gd name="connsiteY284" fmla="*/ 258260 h 795676"/>
              <a:gd name="connsiteX285" fmla="*/ 1284879 w 1471018"/>
              <a:gd name="connsiteY285" fmla="*/ 252184 h 795676"/>
              <a:gd name="connsiteX286" fmla="*/ 1290955 w 1471018"/>
              <a:gd name="connsiteY286" fmla="*/ 227879 h 795676"/>
              <a:gd name="connsiteX287" fmla="*/ 1301968 w 1471018"/>
              <a:gd name="connsiteY287" fmla="*/ 225221 h 795676"/>
              <a:gd name="connsiteX288" fmla="*/ 7756 w 1471018"/>
              <a:gd name="connsiteY288" fmla="*/ 225221 h 795676"/>
              <a:gd name="connsiteX289" fmla="*/ 21048 w 1471018"/>
              <a:gd name="connsiteY289" fmla="*/ 233955 h 795676"/>
              <a:gd name="connsiteX290" fmla="*/ 14972 w 1471018"/>
              <a:gd name="connsiteY290" fmla="*/ 258260 h 795676"/>
              <a:gd name="connsiteX291" fmla="*/ 2819 w 1471018"/>
              <a:gd name="connsiteY291" fmla="*/ 260918 h 795676"/>
              <a:gd name="connsiteX292" fmla="*/ 0 w 1471018"/>
              <a:gd name="connsiteY292" fmla="*/ 258892 h 795676"/>
              <a:gd name="connsiteX293" fmla="*/ 0 w 1471018"/>
              <a:gd name="connsiteY293" fmla="*/ 227093 h 795676"/>
              <a:gd name="connsiteX294" fmla="*/ 180938 w 1471018"/>
              <a:gd name="connsiteY294" fmla="*/ 210031 h 795676"/>
              <a:gd name="connsiteX295" fmla="*/ 194229 w 1471018"/>
              <a:gd name="connsiteY295" fmla="*/ 218765 h 795676"/>
              <a:gd name="connsiteX296" fmla="*/ 188153 w 1471018"/>
              <a:gd name="connsiteY296" fmla="*/ 243070 h 795676"/>
              <a:gd name="connsiteX297" fmla="*/ 163849 w 1471018"/>
              <a:gd name="connsiteY297" fmla="*/ 236994 h 795676"/>
              <a:gd name="connsiteX298" fmla="*/ 169925 w 1471018"/>
              <a:gd name="connsiteY298" fmla="*/ 212689 h 795676"/>
              <a:gd name="connsiteX299" fmla="*/ 180938 w 1471018"/>
              <a:gd name="connsiteY299" fmla="*/ 210031 h 795676"/>
              <a:gd name="connsiteX300" fmla="*/ 1183484 w 1471018"/>
              <a:gd name="connsiteY300" fmla="*/ 203954 h 795676"/>
              <a:gd name="connsiteX301" fmla="*/ 1196776 w 1471018"/>
              <a:gd name="connsiteY301" fmla="*/ 212688 h 795676"/>
              <a:gd name="connsiteX302" fmla="*/ 1190700 w 1471018"/>
              <a:gd name="connsiteY302" fmla="*/ 236993 h 795676"/>
              <a:gd name="connsiteX303" fmla="*/ 1166395 w 1471018"/>
              <a:gd name="connsiteY303" fmla="*/ 230917 h 795676"/>
              <a:gd name="connsiteX304" fmla="*/ 1172471 w 1471018"/>
              <a:gd name="connsiteY304" fmla="*/ 206612 h 795676"/>
              <a:gd name="connsiteX305" fmla="*/ 1183484 w 1471018"/>
              <a:gd name="connsiteY305" fmla="*/ 203954 h 795676"/>
              <a:gd name="connsiteX306" fmla="*/ 946515 w 1471018"/>
              <a:gd name="connsiteY306" fmla="*/ 197878 h 795676"/>
              <a:gd name="connsiteX307" fmla="*/ 959807 w 1471018"/>
              <a:gd name="connsiteY307" fmla="*/ 206612 h 795676"/>
              <a:gd name="connsiteX308" fmla="*/ 953731 w 1471018"/>
              <a:gd name="connsiteY308" fmla="*/ 230917 h 795676"/>
              <a:gd name="connsiteX309" fmla="*/ 929426 w 1471018"/>
              <a:gd name="connsiteY309" fmla="*/ 224841 h 795676"/>
              <a:gd name="connsiteX310" fmla="*/ 935502 w 1471018"/>
              <a:gd name="connsiteY310" fmla="*/ 200536 h 795676"/>
              <a:gd name="connsiteX311" fmla="*/ 946515 w 1471018"/>
              <a:gd name="connsiteY311" fmla="*/ 197878 h 795676"/>
              <a:gd name="connsiteX312" fmla="*/ 466501 w 1471018"/>
              <a:gd name="connsiteY312" fmla="*/ 197878 h 795676"/>
              <a:gd name="connsiteX313" fmla="*/ 479793 w 1471018"/>
              <a:gd name="connsiteY313" fmla="*/ 206612 h 795676"/>
              <a:gd name="connsiteX314" fmla="*/ 473717 w 1471018"/>
              <a:gd name="connsiteY314" fmla="*/ 230917 h 795676"/>
              <a:gd name="connsiteX315" fmla="*/ 449412 w 1471018"/>
              <a:gd name="connsiteY315" fmla="*/ 224841 h 795676"/>
              <a:gd name="connsiteX316" fmla="*/ 455486 w 1471018"/>
              <a:gd name="connsiteY316" fmla="*/ 200536 h 795676"/>
              <a:gd name="connsiteX317" fmla="*/ 466501 w 1471018"/>
              <a:gd name="connsiteY317" fmla="*/ 197878 h 795676"/>
              <a:gd name="connsiteX318" fmla="*/ 323717 w 1471018"/>
              <a:gd name="connsiteY318" fmla="*/ 197878 h 795676"/>
              <a:gd name="connsiteX319" fmla="*/ 337009 w 1471018"/>
              <a:gd name="connsiteY319" fmla="*/ 206612 h 795676"/>
              <a:gd name="connsiteX320" fmla="*/ 330933 w 1471018"/>
              <a:gd name="connsiteY320" fmla="*/ 230917 h 795676"/>
              <a:gd name="connsiteX321" fmla="*/ 306628 w 1471018"/>
              <a:gd name="connsiteY321" fmla="*/ 224841 h 795676"/>
              <a:gd name="connsiteX322" fmla="*/ 312704 w 1471018"/>
              <a:gd name="connsiteY322" fmla="*/ 200536 h 795676"/>
              <a:gd name="connsiteX323" fmla="*/ 323717 w 1471018"/>
              <a:gd name="connsiteY323" fmla="*/ 197878 h 795676"/>
              <a:gd name="connsiteX324" fmla="*/ 1074113 w 1471018"/>
              <a:gd name="connsiteY324" fmla="*/ 188764 h 795676"/>
              <a:gd name="connsiteX325" fmla="*/ 1087405 w 1471018"/>
              <a:gd name="connsiteY325" fmla="*/ 197498 h 795676"/>
              <a:gd name="connsiteX326" fmla="*/ 1081329 w 1471018"/>
              <a:gd name="connsiteY326" fmla="*/ 221803 h 795676"/>
              <a:gd name="connsiteX327" fmla="*/ 1057024 w 1471018"/>
              <a:gd name="connsiteY327" fmla="*/ 215727 h 795676"/>
              <a:gd name="connsiteX328" fmla="*/ 1063100 w 1471018"/>
              <a:gd name="connsiteY328" fmla="*/ 191422 h 795676"/>
              <a:gd name="connsiteX329" fmla="*/ 1074113 w 1471018"/>
              <a:gd name="connsiteY329" fmla="*/ 188764 h 795676"/>
              <a:gd name="connsiteX330" fmla="*/ 846259 w 1471018"/>
              <a:gd name="connsiteY330" fmla="*/ 188764 h 795676"/>
              <a:gd name="connsiteX331" fmla="*/ 859551 w 1471018"/>
              <a:gd name="connsiteY331" fmla="*/ 197498 h 795676"/>
              <a:gd name="connsiteX332" fmla="*/ 853475 w 1471018"/>
              <a:gd name="connsiteY332" fmla="*/ 221803 h 795676"/>
              <a:gd name="connsiteX333" fmla="*/ 829170 w 1471018"/>
              <a:gd name="connsiteY333" fmla="*/ 215727 h 795676"/>
              <a:gd name="connsiteX334" fmla="*/ 835246 w 1471018"/>
              <a:gd name="connsiteY334" fmla="*/ 191422 h 795676"/>
              <a:gd name="connsiteX335" fmla="*/ 846259 w 1471018"/>
              <a:gd name="connsiteY335" fmla="*/ 188764 h 795676"/>
              <a:gd name="connsiteX336" fmla="*/ 694356 w 1471018"/>
              <a:gd name="connsiteY336" fmla="*/ 164460 h 795676"/>
              <a:gd name="connsiteX337" fmla="*/ 707648 w 1471018"/>
              <a:gd name="connsiteY337" fmla="*/ 173194 h 795676"/>
              <a:gd name="connsiteX338" fmla="*/ 701572 w 1471018"/>
              <a:gd name="connsiteY338" fmla="*/ 197499 h 795676"/>
              <a:gd name="connsiteX339" fmla="*/ 677267 w 1471018"/>
              <a:gd name="connsiteY339" fmla="*/ 191423 h 795676"/>
              <a:gd name="connsiteX340" fmla="*/ 683343 w 1471018"/>
              <a:gd name="connsiteY340" fmla="*/ 167118 h 795676"/>
              <a:gd name="connsiteX341" fmla="*/ 694356 w 1471018"/>
              <a:gd name="connsiteY341" fmla="*/ 164460 h 795676"/>
              <a:gd name="connsiteX342" fmla="*/ 77635 w 1471018"/>
              <a:gd name="connsiteY342" fmla="*/ 152307 h 795676"/>
              <a:gd name="connsiteX343" fmla="*/ 90926 w 1471018"/>
              <a:gd name="connsiteY343" fmla="*/ 161041 h 795676"/>
              <a:gd name="connsiteX344" fmla="*/ 84851 w 1471018"/>
              <a:gd name="connsiteY344" fmla="*/ 185346 h 795676"/>
              <a:gd name="connsiteX345" fmla="*/ 60546 w 1471018"/>
              <a:gd name="connsiteY345" fmla="*/ 179270 h 795676"/>
              <a:gd name="connsiteX346" fmla="*/ 66622 w 1471018"/>
              <a:gd name="connsiteY346" fmla="*/ 154965 h 795676"/>
              <a:gd name="connsiteX347" fmla="*/ 77635 w 1471018"/>
              <a:gd name="connsiteY347" fmla="*/ 152307 h 795676"/>
              <a:gd name="connsiteX348" fmla="*/ 1377919 w 1471018"/>
              <a:gd name="connsiteY348" fmla="*/ 146231 h 795676"/>
              <a:gd name="connsiteX349" fmla="*/ 1391211 w 1471018"/>
              <a:gd name="connsiteY349" fmla="*/ 154965 h 795676"/>
              <a:gd name="connsiteX350" fmla="*/ 1385135 w 1471018"/>
              <a:gd name="connsiteY350" fmla="*/ 179270 h 795676"/>
              <a:gd name="connsiteX351" fmla="*/ 1360830 w 1471018"/>
              <a:gd name="connsiteY351" fmla="*/ 173194 h 795676"/>
              <a:gd name="connsiteX352" fmla="*/ 1366906 w 1471018"/>
              <a:gd name="connsiteY352" fmla="*/ 148889 h 795676"/>
              <a:gd name="connsiteX353" fmla="*/ 1377919 w 1471018"/>
              <a:gd name="connsiteY353" fmla="*/ 146231 h 795676"/>
              <a:gd name="connsiteX354" fmla="*/ 588024 w 1471018"/>
              <a:gd name="connsiteY354" fmla="*/ 143193 h 795676"/>
              <a:gd name="connsiteX355" fmla="*/ 601316 w 1471018"/>
              <a:gd name="connsiteY355" fmla="*/ 151927 h 795676"/>
              <a:gd name="connsiteX356" fmla="*/ 595240 w 1471018"/>
              <a:gd name="connsiteY356" fmla="*/ 176232 h 795676"/>
              <a:gd name="connsiteX357" fmla="*/ 570935 w 1471018"/>
              <a:gd name="connsiteY357" fmla="*/ 170156 h 795676"/>
              <a:gd name="connsiteX358" fmla="*/ 577011 w 1471018"/>
              <a:gd name="connsiteY358" fmla="*/ 145851 h 795676"/>
              <a:gd name="connsiteX359" fmla="*/ 588024 w 1471018"/>
              <a:gd name="connsiteY359" fmla="*/ 143193 h 795676"/>
              <a:gd name="connsiteX360" fmla="*/ 241687 w 1471018"/>
              <a:gd name="connsiteY360" fmla="*/ 128003 h 795676"/>
              <a:gd name="connsiteX361" fmla="*/ 254979 w 1471018"/>
              <a:gd name="connsiteY361" fmla="*/ 136737 h 795676"/>
              <a:gd name="connsiteX362" fmla="*/ 248903 w 1471018"/>
              <a:gd name="connsiteY362" fmla="*/ 161042 h 795676"/>
              <a:gd name="connsiteX363" fmla="*/ 224598 w 1471018"/>
              <a:gd name="connsiteY363" fmla="*/ 154966 h 795676"/>
              <a:gd name="connsiteX364" fmla="*/ 230674 w 1471018"/>
              <a:gd name="connsiteY364" fmla="*/ 130661 h 795676"/>
              <a:gd name="connsiteX365" fmla="*/ 241687 w 1471018"/>
              <a:gd name="connsiteY365" fmla="*/ 128003 h 795676"/>
              <a:gd name="connsiteX366" fmla="*/ 1259435 w 1471018"/>
              <a:gd name="connsiteY366" fmla="*/ 124965 h 795676"/>
              <a:gd name="connsiteX367" fmla="*/ 1272727 w 1471018"/>
              <a:gd name="connsiteY367" fmla="*/ 133699 h 795676"/>
              <a:gd name="connsiteX368" fmla="*/ 1266651 w 1471018"/>
              <a:gd name="connsiteY368" fmla="*/ 158004 h 795676"/>
              <a:gd name="connsiteX369" fmla="*/ 1242346 w 1471018"/>
              <a:gd name="connsiteY369" fmla="*/ 151928 h 795676"/>
              <a:gd name="connsiteX370" fmla="*/ 1248422 w 1471018"/>
              <a:gd name="connsiteY370" fmla="*/ 127623 h 795676"/>
              <a:gd name="connsiteX371" fmla="*/ 1259435 w 1471018"/>
              <a:gd name="connsiteY371" fmla="*/ 124965 h 795676"/>
              <a:gd name="connsiteX372" fmla="*/ 399672 w 1471018"/>
              <a:gd name="connsiteY372" fmla="*/ 118889 h 795676"/>
              <a:gd name="connsiteX373" fmla="*/ 412966 w 1471018"/>
              <a:gd name="connsiteY373" fmla="*/ 127623 h 795676"/>
              <a:gd name="connsiteX374" fmla="*/ 406890 w 1471018"/>
              <a:gd name="connsiteY374" fmla="*/ 151928 h 795676"/>
              <a:gd name="connsiteX375" fmla="*/ 382584 w 1471018"/>
              <a:gd name="connsiteY375" fmla="*/ 145852 h 795676"/>
              <a:gd name="connsiteX376" fmla="*/ 388658 w 1471018"/>
              <a:gd name="connsiteY376" fmla="*/ 121547 h 795676"/>
              <a:gd name="connsiteX377" fmla="*/ 399672 w 1471018"/>
              <a:gd name="connsiteY377" fmla="*/ 118889 h 795676"/>
              <a:gd name="connsiteX378" fmla="*/ 1004238 w 1471018"/>
              <a:gd name="connsiteY378" fmla="*/ 112813 h 795676"/>
              <a:gd name="connsiteX379" fmla="*/ 1017530 w 1471018"/>
              <a:gd name="connsiteY379" fmla="*/ 121547 h 795676"/>
              <a:gd name="connsiteX380" fmla="*/ 1011454 w 1471018"/>
              <a:gd name="connsiteY380" fmla="*/ 145852 h 795676"/>
              <a:gd name="connsiteX381" fmla="*/ 987149 w 1471018"/>
              <a:gd name="connsiteY381" fmla="*/ 139776 h 795676"/>
              <a:gd name="connsiteX382" fmla="*/ 993225 w 1471018"/>
              <a:gd name="connsiteY382" fmla="*/ 115471 h 795676"/>
              <a:gd name="connsiteX383" fmla="*/ 1004238 w 1471018"/>
              <a:gd name="connsiteY383" fmla="*/ 112813 h 795676"/>
              <a:gd name="connsiteX384" fmla="*/ 800688 w 1471018"/>
              <a:gd name="connsiteY384" fmla="*/ 97622 h 795676"/>
              <a:gd name="connsiteX385" fmla="*/ 813980 w 1471018"/>
              <a:gd name="connsiteY385" fmla="*/ 106356 h 795676"/>
              <a:gd name="connsiteX386" fmla="*/ 807904 w 1471018"/>
              <a:gd name="connsiteY386" fmla="*/ 130661 h 795676"/>
              <a:gd name="connsiteX387" fmla="*/ 783599 w 1471018"/>
              <a:gd name="connsiteY387" fmla="*/ 124585 h 795676"/>
              <a:gd name="connsiteX388" fmla="*/ 789675 w 1471018"/>
              <a:gd name="connsiteY388" fmla="*/ 100280 h 795676"/>
              <a:gd name="connsiteX389" fmla="*/ 800688 w 1471018"/>
              <a:gd name="connsiteY389" fmla="*/ 97622 h 795676"/>
              <a:gd name="connsiteX390" fmla="*/ 1128799 w 1471018"/>
              <a:gd name="connsiteY390" fmla="*/ 85470 h 795676"/>
              <a:gd name="connsiteX391" fmla="*/ 1142090 w 1471018"/>
              <a:gd name="connsiteY391" fmla="*/ 94204 h 795676"/>
              <a:gd name="connsiteX392" fmla="*/ 1136014 w 1471018"/>
              <a:gd name="connsiteY392" fmla="*/ 118509 h 795676"/>
              <a:gd name="connsiteX393" fmla="*/ 1111709 w 1471018"/>
              <a:gd name="connsiteY393" fmla="*/ 112433 h 795676"/>
              <a:gd name="connsiteX394" fmla="*/ 1117785 w 1471018"/>
              <a:gd name="connsiteY394" fmla="*/ 88128 h 795676"/>
              <a:gd name="connsiteX395" fmla="*/ 1128799 w 1471018"/>
              <a:gd name="connsiteY395" fmla="*/ 85470 h 795676"/>
              <a:gd name="connsiteX396" fmla="*/ 515112 w 1471018"/>
              <a:gd name="connsiteY396" fmla="*/ 85470 h 795676"/>
              <a:gd name="connsiteX397" fmla="*/ 528402 w 1471018"/>
              <a:gd name="connsiteY397" fmla="*/ 94204 h 795676"/>
              <a:gd name="connsiteX398" fmla="*/ 522328 w 1471018"/>
              <a:gd name="connsiteY398" fmla="*/ 118509 h 795676"/>
              <a:gd name="connsiteX399" fmla="*/ 498023 w 1471018"/>
              <a:gd name="connsiteY399" fmla="*/ 112433 h 795676"/>
              <a:gd name="connsiteX400" fmla="*/ 504099 w 1471018"/>
              <a:gd name="connsiteY400" fmla="*/ 88128 h 795676"/>
              <a:gd name="connsiteX401" fmla="*/ 515112 w 1471018"/>
              <a:gd name="connsiteY401" fmla="*/ 85470 h 795676"/>
              <a:gd name="connsiteX402" fmla="*/ 682203 w 1471018"/>
              <a:gd name="connsiteY402" fmla="*/ 73318 h 795676"/>
              <a:gd name="connsiteX403" fmla="*/ 695495 w 1471018"/>
              <a:gd name="connsiteY403" fmla="*/ 82052 h 795676"/>
              <a:gd name="connsiteX404" fmla="*/ 689419 w 1471018"/>
              <a:gd name="connsiteY404" fmla="*/ 106357 h 795676"/>
              <a:gd name="connsiteX405" fmla="*/ 665114 w 1471018"/>
              <a:gd name="connsiteY405" fmla="*/ 100281 h 795676"/>
              <a:gd name="connsiteX406" fmla="*/ 671190 w 1471018"/>
              <a:gd name="connsiteY406" fmla="*/ 75976 h 795676"/>
              <a:gd name="connsiteX407" fmla="*/ 682203 w 1471018"/>
              <a:gd name="connsiteY407" fmla="*/ 73318 h 795676"/>
              <a:gd name="connsiteX408" fmla="*/ 159669 w 1471018"/>
              <a:gd name="connsiteY408" fmla="*/ 67242 h 795676"/>
              <a:gd name="connsiteX409" fmla="*/ 172960 w 1471018"/>
              <a:gd name="connsiteY409" fmla="*/ 75976 h 795676"/>
              <a:gd name="connsiteX410" fmla="*/ 166884 w 1471018"/>
              <a:gd name="connsiteY410" fmla="*/ 100281 h 795676"/>
              <a:gd name="connsiteX411" fmla="*/ 142579 w 1471018"/>
              <a:gd name="connsiteY411" fmla="*/ 94205 h 795676"/>
              <a:gd name="connsiteX412" fmla="*/ 148655 w 1471018"/>
              <a:gd name="connsiteY412" fmla="*/ 69900 h 795676"/>
              <a:gd name="connsiteX413" fmla="*/ 159669 w 1471018"/>
              <a:gd name="connsiteY413" fmla="*/ 67242 h 795676"/>
              <a:gd name="connsiteX414" fmla="*/ 1453871 w 1471018"/>
              <a:gd name="connsiteY414" fmla="*/ 58127 h 795676"/>
              <a:gd name="connsiteX415" fmla="*/ 1467163 w 1471018"/>
              <a:gd name="connsiteY415" fmla="*/ 66861 h 795676"/>
              <a:gd name="connsiteX416" fmla="*/ 1461087 w 1471018"/>
              <a:gd name="connsiteY416" fmla="*/ 91166 h 795676"/>
              <a:gd name="connsiteX417" fmla="*/ 1436782 w 1471018"/>
              <a:gd name="connsiteY417" fmla="*/ 85090 h 795676"/>
              <a:gd name="connsiteX418" fmla="*/ 1442858 w 1471018"/>
              <a:gd name="connsiteY418" fmla="*/ 60785 h 795676"/>
              <a:gd name="connsiteX419" fmla="*/ 1453871 w 1471018"/>
              <a:gd name="connsiteY419" fmla="*/ 58127 h 795676"/>
              <a:gd name="connsiteX420" fmla="*/ 47254 w 1471018"/>
              <a:gd name="connsiteY420" fmla="*/ 58127 h 795676"/>
              <a:gd name="connsiteX421" fmla="*/ 60546 w 1471018"/>
              <a:gd name="connsiteY421" fmla="*/ 66861 h 795676"/>
              <a:gd name="connsiteX422" fmla="*/ 54470 w 1471018"/>
              <a:gd name="connsiteY422" fmla="*/ 91166 h 795676"/>
              <a:gd name="connsiteX423" fmla="*/ 30165 w 1471018"/>
              <a:gd name="connsiteY423" fmla="*/ 85090 h 795676"/>
              <a:gd name="connsiteX424" fmla="*/ 36241 w 1471018"/>
              <a:gd name="connsiteY424" fmla="*/ 60785 h 795676"/>
              <a:gd name="connsiteX425" fmla="*/ 47254 w 1471018"/>
              <a:gd name="connsiteY425" fmla="*/ 58127 h 795676"/>
              <a:gd name="connsiteX426" fmla="*/ 314611 w 1471018"/>
              <a:gd name="connsiteY426" fmla="*/ 55089 h 795676"/>
              <a:gd name="connsiteX427" fmla="*/ 327903 w 1471018"/>
              <a:gd name="connsiteY427" fmla="*/ 63823 h 795676"/>
              <a:gd name="connsiteX428" fmla="*/ 321827 w 1471018"/>
              <a:gd name="connsiteY428" fmla="*/ 88128 h 795676"/>
              <a:gd name="connsiteX429" fmla="*/ 297522 w 1471018"/>
              <a:gd name="connsiteY429" fmla="*/ 82052 h 795676"/>
              <a:gd name="connsiteX430" fmla="*/ 303598 w 1471018"/>
              <a:gd name="connsiteY430" fmla="*/ 57747 h 795676"/>
              <a:gd name="connsiteX431" fmla="*/ 314611 w 1471018"/>
              <a:gd name="connsiteY431" fmla="*/ 55089 h 795676"/>
              <a:gd name="connsiteX432" fmla="*/ 885754 w 1471018"/>
              <a:gd name="connsiteY432" fmla="*/ 52051 h 795676"/>
              <a:gd name="connsiteX433" fmla="*/ 899046 w 1471018"/>
              <a:gd name="connsiteY433" fmla="*/ 60785 h 795676"/>
              <a:gd name="connsiteX434" fmla="*/ 892970 w 1471018"/>
              <a:gd name="connsiteY434" fmla="*/ 85090 h 795676"/>
              <a:gd name="connsiteX435" fmla="*/ 868665 w 1471018"/>
              <a:gd name="connsiteY435" fmla="*/ 79014 h 795676"/>
              <a:gd name="connsiteX436" fmla="*/ 874741 w 1471018"/>
              <a:gd name="connsiteY436" fmla="*/ 54709 h 795676"/>
              <a:gd name="connsiteX437" fmla="*/ 885754 w 1471018"/>
              <a:gd name="connsiteY437" fmla="*/ 52051 h 795676"/>
              <a:gd name="connsiteX438" fmla="*/ 1341464 w 1471018"/>
              <a:gd name="connsiteY438" fmla="*/ 39899 h 795676"/>
              <a:gd name="connsiteX439" fmla="*/ 1354755 w 1471018"/>
              <a:gd name="connsiteY439" fmla="*/ 48633 h 795676"/>
              <a:gd name="connsiteX440" fmla="*/ 1348679 w 1471018"/>
              <a:gd name="connsiteY440" fmla="*/ 72938 h 795676"/>
              <a:gd name="connsiteX441" fmla="*/ 1324374 w 1471018"/>
              <a:gd name="connsiteY441" fmla="*/ 66862 h 795676"/>
              <a:gd name="connsiteX442" fmla="*/ 1330450 w 1471018"/>
              <a:gd name="connsiteY442" fmla="*/ 42557 h 795676"/>
              <a:gd name="connsiteX443" fmla="*/ 1341464 w 1471018"/>
              <a:gd name="connsiteY443" fmla="*/ 39899 h 795676"/>
              <a:gd name="connsiteX444" fmla="*/ 1204751 w 1471018"/>
              <a:gd name="connsiteY444" fmla="*/ 27747 h 795676"/>
              <a:gd name="connsiteX445" fmla="*/ 1218042 w 1471018"/>
              <a:gd name="connsiteY445" fmla="*/ 36481 h 795676"/>
              <a:gd name="connsiteX446" fmla="*/ 1211966 w 1471018"/>
              <a:gd name="connsiteY446" fmla="*/ 60786 h 795676"/>
              <a:gd name="connsiteX447" fmla="*/ 1187661 w 1471018"/>
              <a:gd name="connsiteY447" fmla="*/ 54710 h 795676"/>
              <a:gd name="connsiteX448" fmla="*/ 1193737 w 1471018"/>
              <a:gd name="connsiteY448" fmla="*/ 30405 h 795676"/>
              <a:gd name="connsiteX449" fmla="*/ 1204751 w 1471018"/>
              <a:gd name="connsiteY449" fmla="*/ 27747 h 795676"/>
              <a:gd name="connsiteX450" fmla="*/ 979933 w 1471018"/>
              <a:gd name="connsiteY450" fmla="*/ 21671 h 795676"/>
              <a:gd name="connsiteX451" fmla="*/ 993225 w 1471018"/>
              <a:gd name="connsiteY451" fmla="*/ 30405 h 795676"/>
              <a:gd name="connsiteX452" fmla="*/ 987149 w 1471018"/>
              <a:gd name="connsiteY452" fmla="*/ 54710 h 795676"/>
              <a:gd name="connsiteX453" fmla="*/ 962844 w 1471018"/>
              <a:gd name="connsiteY453" fmla="*/ 48634 h 795676"/>
              <a:gd name="connsiteX454" fmla="*/ 968920 w 1471018"/>
              <a:gd name="connsiteY454" fmla="*/ 24329 h 795676"/>
              <a:gd name="connsiteX455" fmla="*/ 979933 w 1471018"/>
              <a:gd name="connsiteY455" fmla="*/ 21671 h 795676"/>
              <a:gd name="connsiteX456" fmla="*/ 451312 w 1471018"/>
              <a:gd name="connsiteY456" fmla="*/ 8759 h 795676"/>
              <a:gd name="connsiteX457" fmla="*/ 464603 w 1471018"/>
              <a:gd name="connsiteY457" fmla="*/ 21291 h 795676"/>
              <a:gd name="connsiteX458" fmla="*/ 458526 w 1471018"/>
              <a:gd name="connsiteY458" fmla="*/ 45596 h 795676"/>
              <a:gd name="connsiteX459" fmla="*/ 434225 w 1471018"/>
              <a:gd name="connsiteY459" fmla="*/ 39520 h 795676"/>
              <a:gd name="connsiteX460" fmla="*/ 440301 w 1471018"/>
              <a:gd name="connsiteY460" fmla="*/ 12177 h 795676"/>
              <a:gd name="connsiteX461" fmla="*/ 451312 w 1471018"/>
              <a:gd name="connsiteY461" fmla="*/ 8759 h 795676"/>
              <a:gd name="connsiteX462" fmla="*/ 1049824 w 1471018"/>
              <a:gd name="connsiteY462" fmla="*/ 0 h 795676"/>
              <a:gd name="connsiteX463" fmla="*/ 1083563 w 1471018"/>
              <a:gd name="connsiteY463" fmla="*/ 0 h 795676"/>
              <a:gd name="connsiteX464" fmla="*/ 1083987 w 1471018"/>
              <a:gd name="connsiteY464" fmla="*/ 2304 h 795676"/>
              <a:gd name="connsiteX465" fmla="*/ 1075253 w 1471018"/>
              <a:gd name="connsiteY465" fmla="*/ 12178 h 795676"/>
              <a:gd name="connsiteX466" fmla="*/ 1050948 w 1471018"/>
              <a:gd name="connsiteY466" fmla="*/ 6102 h 795676"/>
              <a:gd name="connsiteX467" fmla="*/ 773962 w 1471018"/>
              <a:gd name="connsiteY467" fmla="*/ 0 h 795676"/>
              <a:gd name="connsiteX468" fmla="*/ 806875 w 1471018"/>
              <a:gd name="connsiteY468" fmla="*/ 0 h 795676"/>
              <a:gd name="connsiteX469" fmla="*/ 798790 w 1471018"/>
              <a:gd name="connsiteY469" fmla="*/ 9140 h 795676"/>
              <a:gd name="connsiteX470" fmla="*/ 774485 w 1471018"/>
              <a:gd name="connsiteY470" fmla="*/ 3064 h 795676"/>
              <a:gd name="connsiteX471" fmla="*/ 659033 w 1471018"/>
              <a:gd name="connsiteY471" fmla="*/ 0 h 795676"/>
              <a:gd name="connsiteX472" fmla="*/ 688741 w 1471018"/>
              <a:gd name="connsiteY472" fmla="*/ 0 h 795676"/>
              <a:gd name="connsiteX473" fmla="*/ 683343 w 1471018"/>
              <a:gd name="connsiteY473" fmla="*/ 6102 h 795676"/>
              <a:gd name="connsiteX474" fmla="*/ 659038 w 1471018"/>
              <a:gd name="connsiteY474" fmla="*/ 26 h 795676"/>
              <a:gd name="connsiteX475" fmla="*/ 558807 w 1471018"/>
              <a:gd name="connsiteY475" fmla="*/ 0 h 795676"/>
              <a:gd name="connsiteX476" fmla="*/ 589125 w 1471018"/>
              <a:gd name="connsiteY476" fmla="*/ 0 h 795676"/>
              <a:gd name="connsiteX477" fmla="*/ 589163 w 1471018"/>
              <a:gd name="connsiteY477" fmla="*/ 25 h 795676"/>
              <a:gd name="connsiteX478" fmla="*/ 583087 w 1471018"/>
              <a:gd name="connsiteY478" fmla="*/ 24330 h 795676"/>
              <a:gd name="connsiteX479" fmla="*/ 558782 w 1471018"/>
              <a:gd name="connsiteY479" fmla="*/ 18254 h 795676"/>
              <a:gd name="connsiteX480" fmla="*/ 556124 w 1471018"/>
              <a:gd name="connsiteY480" fmla="*/ 2683 h 795676"/>
              <a:gd name="connsiteX481" fmla="*/ 189731 w 1471018"/>
              <a:gd name="connsiteY481" fmla="*/ 0 h 795676"/>
              <a:gd name="connsiteX482" fmla="*/ 223240 w 1471018"/>
              <a:gd name="connsiteY482" fmla="*/ 0 h 795676"/>
              <a:gd name="connsiteX483" fmla="*/ 224224 w 1471018"/>
              <a:gd name="connsiteY483" fmla="*/ 5342 h 795676"/>
              <a:gd name="connsiteX484" fmla="*/ 215490 w 1471018"/>
              <a:gd name="connsiteY484" fmla="*/ 15216 h 795676"/>
              <a:gd name="connsiteX485" fmla="*/ 191185 w 1471018"/>
              <a:gd name="connsiteY485" fmla="*/ 9140 h 79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Lst>
            <a:rect l="l" t="t" r="r" b="b"/>
            <a:pathLst>
              <a:path w="1471018" h="795676">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dirty="0"/>
          </a:p>
        </p:txBody>
      </p:sp>
      <p:pic>
        <p:nvPicPr>
          <p:cNvPr id="7" name="Picture 6">
            <a:extLst>
              <a:ext uri="{FF2B5EF4-FFF2-40B4-BE49-F238E27FC236}">
                <a16:creationId xmlns:a16="http://schemas.microsoft.com/office/drawing/2014/main" id="{A696D785-6B4C-BB11-A1F5-ED4D2D8588A0}"/>
              </a:ext>
            </a:extLst>
          </p:cNvPr>
          <p:cNvPicPr>
            <a:picLocks noChangeAspect="1"/>
          </p:cNvPicPr>
          <p:nvPr/>
        </p:nvPicPr>
        <p:blipFill>
          <a:blip r:embed="rId3"/>
          <a:stretch>
            <a:fillRect/>
          </a:stretch>
        </p:blipFill>
        <p:spPr>
          <a:xfrm>
            <a:off x="3591193" y="696373"/>
            <a:ext cx="4813925" cy="3634513"/>
          </a:xfrm>
          <a:prstGeom prst="rect">
            <a:avLst/>
          </a:prstGeom>
          <a:solidFill>
            <a:srgbClr val="FFFFFF">
              <a:shade val="85000"/>
            </a:srgbClr>
          </a:solidFill>
          <a:ln w="190500" cap="sq">
            <a:solidFill>
              <a:srgbClr val="FFFFFF"/>
            </a:solidFill>
            <a:miter lim="800000"/>
          </a:ln>
          <a:effectLst>
            <a:glow rad="228600">
              <a:schemeClr val="accent1">
                <a:satMod val="175000"/>
                <a:alpha val="40000"/>
              </a:schemeClr>
            </a:glow>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p:spPr>
      </p:pic>
      <p:pic>
        <p:nvPicPr>
          <p:cNvPr id="10" name="Content Placeholder 18">
            <a:extLst>
              <a:ext uri="{FF2B5EF4-FFF2-40B4-BE49-F238E27FC236}">
                <a16:creationId xmlns:a16="http://schemas.microsoft.com/office/drawing/2014/main" id="{2D30856F-2321-2D87-7286-5ABF02E1A1B5}"/>
              </a:ext>
            </a:extLst>
          </p:cNvPr>
          <p:cNvPicPr>
            <a:picLocks noChangeAspect="1"/>
          </p:cNvPicPr>
          <p:nvPr/>
        </p:nvPicPr>
        <p:blipFill>
          <a:blip r:embed="rId4"/>
          <a:stretch>
            <a:fillRect/>
          </a:stretch>
        </p:blipFill>
        <p:spPr>
          <a:xfrm>
            <a:off x="11385627" y="91455"/>
            <a:ext cx="806373" cy="694146"/>
          </a:xfrm>
          <a:prstGeom prst="rect">
            <a:avLst/>
          </a:prstGeom>
        </p:spPr>
      </p:pic>
    </p:spTree>
    <p:extLst>
      <p:ext uri="{BB962C8B-B14F-4D97-AF65-F5344CB8AC3E}">
        <p14:creationId xmlns:p14="http://schemas.microsoft.com/office/powerpoint/2010/main" val="30867980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F6F9A993-EFDB-B299-149D-1E9F939BB633}"/>
              </a:ext>
            </a:extLst>
          </p:cNvPr>
          <p:cNvSpPr>
            <a:spLocks noGrp="1"/>
          </p:cNvSpPr>
          <p:nvPr>
            <p:ph idx="1"/>
          </p:nvPr>
        </p:nvSpPr>
        <p:spPr/>
        <p:txBody>
          <a:bodyPr>
            <a:normAutofit fontScale="32500" lnSpcReduction="20000"/>
          </a:bodyPr>
          <a:lstStyle/>
          <a:p>
            <a:pPr algn="just">
              <a:lnSpc>
                <a:spcPct val="120000"/>
              </a:lnSpc>
            </a:pPr>
            <a:r>
              <a:rPr lang="vi-VN" b="0" i="0" dirty="0">
                <a:solidFill>
                  <a:srgbClr val="080809"/>
                </a:solidFill>
                <a:effectLst/>
                <a:latin typeface="Tahoma" panose="020B0604030504040204" pitchFamily="34" charset="0"/>
                <a:ea typeface="Tahoma" panose="020B0604030504040204" pitchFamily="34" charset="0"/>
                <a:cs typeface="Tahoma" panose="020B0604030504040204" pitchFamily="34" charset="0"/>
              </a:rPr>
              <a:t>Một sự thật là: "Con người nếu muốn đạt được điều gì trước tiên cần phải dám đánh đổi. Để có được một thứ, thì một thứ khác ngang giá phải mất đi. Đó chính là quy luật đánh đổi."</a:t>
            </a:r>
          </a:p>
          <a:p>
            <a:pPr algn="just">
              <a:lnSpc>
                <a:spcPct val="120000"/>
              </a:lnSpc>
            </a:pPr>
            <a:r>
              <a:rPr lang="vi-VN" b="0" i="0" dirty="0">
                <a:solidFill>
                  <a:srgbClr val="080809"/>
                </a:solidFill>
                <a:effectLst/>
                <a:latin typeface="Tahoma" panose="020B0604030504040204" pitchFamily="34" charset="0"/>
                <a:ea typeface="Tahoma" panose="020B0604030504040204" pitchFamily="34" charset="0"/>
                <a:cs typeface="Tahoma" panose="020B0604030504040204" pitchFamily="34" charset="0"/>
              </a:rPr>
              <a:t>Đánh đổi là một phần tất yếu của cuộc sống. Sự đánh đổi hiện hữu trên mọi bình diện của đời sống của con người. Đồng thời, nó là yếu tố cốt lõi giúp cuộc sống vận hành và là một trong những quy tắc cơ bản nhất của đời sống.</a:t>
            </a:r>
          </a:p>
          <a:p>
            <a:pPr algn="just">
              <a:lnSpc>
                <a:spcPct val="120000"/>
              </a:lnSpc>
            </a:pPr>
            <a:r>
              <a:rPr lang="vi-VN" b="0" i="0" dirty="0">
                <a:solidFill>
                  <a:srgbClr val="080809"/>
                </a:solidFill>
                <a:effectLst/>
                <a:latin typeface="Tahoma" panose="020B0604030504040204" pitchFamily="34" charset="0"/>
                <a:ea typeface="Tahoma" panose="020B0604030504040204" pitchFamily="34" charset="0"/>
                <a:cs typeface="Tahoma" panose="020B0604030504040204" pitchFamily="34" charset="0"/>
              </a:rPr>
              <a:t>Tâm lý không ngại đánh đổi giúp định hình nên khí phách và bản lĩnh của một cá nhân. "Một cái tôi ngang tàng kiến tạo nên một con người với ý chí sắt đá, dám từ bỏ thứ mình đang có vì mục tiêu bản thân, chấp nhận hy sinh những giây phút của hiện tại vì tương lai". Họ là những người như dám hy sinh các lợi ích trước mắt, hi sinh cái ngắn hạn cho cái dài hạn. </a:t>
            </a:r>
          </a:p>
          <a:p>
            <a:pPr algn="just">
              <a:lnSpc>
                <a:spcPct val="120000"/>
              </a:lnSpc>
            </a:pPr>
            <a:r>
              <a:rPr lang="vi-VN" b="0" i="0" dirty="0">
                <a:solidFill>
                  <a:srgbClr val="080809"/>
                </a:solidFill>
                <a:effectLst/>
                <a:latin typeface="Tahoma" panose="020B0604030504040204" pitchFamily="34" charset="0"/>
                <a:ea typeface="Tahoma" panose="020B0604030504040204" pitchFamily="34" charset="0"/>
                <a:cs typeface="Tahoma" panose="020B0604030504040204" pitchFamily="34" charset="0"/>
              </a:rPr>
              <a:t>Quá trình từ bỏ một thứ để có được thứ khác là một hành trình không hề dễ dàng nhưng đólà thứ mà chúng ta buộc phải đối diện và trải qua từng ngày để hướng tới thành công. Sau đây là 3 bài học về sự đánh đổi giúp bạn ý thức rõ hơn về con đường thành công của mình.</a:t>
            </a:r>
          </a:p>
          <a:p>
            <a:pPr algn="just">
              <a:lnSpc>
                <a:spcPct val="120000"/>
              </a:lnSpc>
            </a:pPr>
            <a:endParaRPr lang="en-US" dirty="0">
              <a:latin typeface="Tahoma" panose="020B0604030504040204" pitchFamily="34" charset="0"/>
              <a:ea typeface="Tahoma" panose="020B0604030504040204" pitchFamily="34" charset="0"/>
              <a:cs typeface="Tahoma" panose="020B0604030504040204" pitchFamily="34" charset="0"/>
            </a:endParaRPr>
          </a:p>
        </p:txBody>
      </p:sp>
      <p:sp>
        <p:nvSpPr>
          <p:cNvPr id="8" name="Title 7">
            <a:extLst>
              <a:ext uri="{FF2B5EF4-FFF2-40B4-BE49-F238E27FC236}">
                <a16:creationId xmlns:a16="http://schemas.microsoft.com/office/drawing/2014/main" id="{FA6419F4-0D90-05A2-91BB-759C6287322A}"/>
              </a:ext>
            </a:extLst>
          </p:cNvPr>
          <p:cNvSpPr>
            <a:spLocks noGrp="1"/>
          </p:cNvSpPr>
          <p:nvPr>
            <p:ph type="title"/>
          </p:nvPr>
        </p:nvSpPr>
        <p:spPr/>
        <p:txBody>
          <a:bodyPr/>
          <a:lstStyle/>
          <a:p>
            <a:endParaRPr lang="en-US"/>
          </a:p>
        </p:txBody>
      </p:sp>
      <p:pic>
        <p:nvPicPr>
          <p:cNvPr id="14" name="Picture Placeholder 13">
            <a:extLst>
              <a:ext uri="{FF2B5EF4-FFF2-40B4-BE49-F238E27FC236}">
                <a16:creationId xmlns:a16="http://schemas.microsoft.com/office/drawing/2014/main" id="{B981201B-AF10-A221-9363-3B53BE5640C0}"/>
              </a:ext>
            </a:extLst>
          </p:cNvPr>
          <p:cNvPicPr>
            <a:picLocks noGrp="1" noChangeAspect="1"/>
          </p:cNvPicPr>
          <p:nvPr>
            <p:ph type="pic" sz="quarter" idx="14"/>
          </p:nvPr>
        </p:nvPicPr>
        <p:blipFill>
          <a:blip r:embed="rId2"/>
          <a:srcRect l="16667" r="16667"/>
          <a:stretch>
            <a:fillRect/>
          </a:stretch>
        </p:blipFill>
        <p:spPr>
          <a:xfrm>
            <a:off x="6778752" y="1224227"/>
            <a:ext cx="4727448" cy="4727448"/>
          </a:xfrm>
          <a:effectLst>
            <a:glow rad="228600">
              <a:schemeClr val="accent3">
                <a:satMod val="175000"/>
                <a:alpha val="40000"/>
              </a:schemeClr>
            </a:glow>
          </a:effectLst>
        </p:spPr>
      </p:pic>
      <p:pic>
        <p:nvPicPr>
          <p:cNvPr id="15" name="Content Placeholder 18">
            <a:extLst>
              <a:ext uri="{FF2B5EF4-FFF2-40B4-BE49-F238E27FC236}">
                <a16:creationId xmlns:a16="http://schemas.microsoft.com/office/drawing/2014/main" id="{28682CF5-ABA5-4EFF-8899-F9DBF6721A0C}"/>
              </a:ext>
            </a:extLst>
          </p:cNvPr>
          <p:cNvPicPr>
            <a:picLocks noChangeAspect="1"/>
          </p:cNvPicPr>
          <p:nvPr/>
        </p:nvPicPr>
        <p:blipFill>
          <a:blip r:embed="rId3"/>
          <a:stretch>
            <a:fillRect/>
          </a:stretch>
        </p:blipFill>
        <p:spPr>
          <a:xfrm>
            <a:off x="11385627" y="91455"/>
            <a:ext cx="806373" cy="694146"/>
          </a:xfrm>
          <a:prstGeom prst="rect">
            <a:avLst/>
          </a:prstGeom>
        </p:spPr>
      </p:pic>
    </p:spTree>
    <p:extLst>
      <p:ext uri="{BB962C8B-B14F-4D97-AF65-F5344CB8AC3E}">
        <p14:creationId xmlns:p14="http://schemas.microsoft.com/office/powerpoint/2010/main" val="19036698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1000"/>
                                        <p:tgtEl>
                                          <p:spTgt spid="5">
                                            <p:txEl>
                                              <p:pRg st="0" end="0"/>
                                            </p:txEl>
                                          </p:spTgt>
                                        </p:tgtEl>
                                      </p:cBhvr>
                                    </p:animEffect>
                                    <p:anim calcmode="lin" valueType="num">
                                      <p:cBhvr>
                                        <p:cTn id="8" dur="1000" fill="hold"/>
                                        <p:tgtEl>
                                          <p:spTgt spid="5">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5">
                                            <p:txEl>
                                              <p:pRg st="1" end="1"/>
                                            </p:txEl>
                                          </p:spTgt>
                                        </p:tgtEl>
                                        <p:attrNameLst>
                                          <p:attrName>style.visibility</p:attrName>
                                        </p:attrNameLst>
                                      </p:cBhvr>
                                      <p:to>
                                        <p:strVal val="visible"/>
                                      </p:to>
                                    </p:set>
                                    <p:animEffect transition="in" filter="fade">
                                      <p:cBhvr>
                                        <p:cTn id="14" dur="1000"/>
                                        <p:tgtEl>
                                          <p:spTgt spid="5">
                                            <p:txEl>
                                              <p:pRg st="1" end="1"/>
                                            </p:txEl>
                                          </p:spTgt>
                                        </p:tgtEl>
                                      </p:cBhvr>
                                    </p:animEffect>
                                    <p:anim calcmode="lin" valueType="num">
                                      <p:cBhvr>
                                        <p:cTn id="15" dur="1000" fill="hold"/>
                                        <p:tgtEl>
                                          <p:spTgt spid="5">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5">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5">
                                            <p:txEl>
                                              <p:pRg st="2" end="2"/>
                                            </p:txEl>
                                          </p:spTgt>
                                        </p:tgtEl>
                                        <p:attrNameLst>
                                          <p:attrName>style.visibility</p:attrName>
                                        </p:attrNameLst>
                                      </p:cBhvr>
                                      <p:to>
                                        <p:strVal val="visible"/>
                                      </p:to>
                                    </p:set>
                                    <p:animEffect transition="in" filter="fade">
                                      <p:cBhvr>
                                        <p:cTn id="21" dur="1000"/>
                                        <p:tgtEl>
                                          <p:spTgt spid="5">
                                            <p:txEl>
                                              <p:pRg st="2" end="2"/>
                                            </p:txEl>
                                          </p:spTgt>
                                        </p:tgtEl>
                                      </p:cBhvr>
                                    </p:animEffect>
                                    <p:anim calcmode="lin" valueType="num">
                                      <p:cBhvr>
                                        <p:cTn id="22" dur="1000" fill="hold"/>
                                        <p:tgtEl>
                                          <p:spTgt spid="5">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5">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5">
                                            <p:txEl>
                                              <p:pRg st="3" end="3"/>
                                            </p:txEl>
                                          </p:spTgt>
                                        </p:tgtEl>
                                        <p:attrNameLst>
                                          <p:attrName>style.visibility</p:attrName>
                                        </p:attrNameLst>
                                      </p:cBhvr>
                                      <p:to>
                                        <p:strVal val="visible"/>
                                      </p:to>
                                    </p:set>
                                    <p:animEffect transition="in" filter="fade">
                                      <p:cBhvr>
                                        <p:cTn id="28" dur="1000"/>
                                        <p:tgtEl>
                                          <p:spTgt spid="5">
                                            <p:txEl>
                                              <p:pRg st="3" end="3"/>
                                            </p:txEl>
                                          </p:spTgt>
                                        </p:tgtEl>
                                      </p:cBhvr>
                                    </p:animEffect>
                                    <p:anim calcmode="lin" valueType="num">
                                      <p:cBhvr>
                                        <p:cTn id="29" dur="1000" fill="hold"/>
                                        <p:tgtEl>
                                          <p:spTgt spid="5">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5">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Freeform: Shape 11">
            <a:extLst>
              <a:ext uri="{FF2B5EF4-FFF2-40B4-BE49-F238E27FC236}">
                <a16:creationId xmlns:a16="http://schemas.microsoft.com/office/drawing/2014/main" id="{BEC0A23D-11A3-4016-B20C-84B53A1CFF49}"/>
              </a:ext>
              <a:ext uri="{C183D7F6-B498-43B3-948B-1728B52AA6E4}">
                <adec:decorative xmlns:adec="http://schemas.microsoft.com/office/drawing/2017/decorative" val="1"/>
              </a:ext>
            </a:extLst>
          </p:cNvPr>
          <p:cNvSpPr/>
          <p:nvPr/>
        </p:nvSpPr>
        <p:spPr>
          <a:xfrm>
            <a:off x="3476244" y="0"/>
            <a:ext cx="6177282" cy="1778750"/>
          </a:xfrm>
          <a:custGeom>
            <a:avLst/>
            <a:gdLst>
              <a:gd name="connsiteX0" fmla="*/ 4421987 w 6386648"/>
              <a:gd name="connsiteY0" fmla="*/ 1813377 h 1849426"/>
              <a:gd name="connsiteX1" fmla="*/ 4440012 w 6386648"/>
              <a:gd name="connsiteY1" fmla="*/ 1831401 h 1849426"/>
              <a:gd name="connsiteX2" fmla="*/ 4421987 w 6386648"/>
              <a:gd name="connsiteY2" fmla="*/ 1849426 h 1849426"/>
              <a:gd name="connsiteX3" fmla="*/ 4403963 w 6386648"/>
              <a:gd name="connsiteY3" fmla="*/ 1831401 h 1849426"/>
              <a:gd name="connsiteX4" fmla="*/ 4421987 w 6386648"/>
              <a:gd name="connsiteY4" fmla="*/ 1813377 h 1849426"/>
              <a:gd name="connsiteX5" fmla="*/ 4235735 w 6386648"/>
              <a:gd name="connsiteY5" fmla="*/ 1807369 h 1849426"/>
              <a:gd name="connsiteX6" fmla="*/ 4253760 w 6386648"/>
              <a:gd name="connsiteY6" fmla="*/ 1825393 h 1849426"/>
              <a:gd name="connsiteX7" fmla="*/ 4235735 w 6386648"/>
              <a:gd name="connsiteY7" fmla="*/ 1843418 h 1849426"/>
              <a:gd name="connsiteX8" fmla="*/ 4217711 w 6386648"/>
              <a:gd name="connsiteY8" fmla="*/ 1825393 h 1849426"/>
              <a:gd name="connsiteX9" fmla="*/ 4235735 w 6386648"/>
              <a:gd name="connsiteY9" fmla="*/ 1807369 h 1849426"/>
              <a:gd name="connsiteX10" fmla="*/ 4566182 w 6386648"/>
              <a:gd name="connsiteY10" fmla="*/ 1795353 h 1849426"/>
              <a:gd name="connsiteX11" fmla="*/ 4584207 w 6386648"/>
              <a:gd name="connsiteY11" fmla="*/ 1813377 h 1849426"/>
              <a:gd name="connsiteX12" fmla="*/ 4566182 w 6386648"/>
              <a:gd name="connsiteY12" fmla="*/ 1831402 h 1849426"/>
              <a:gd name="connsiteX13" fmla="*/ 4548158 w 6386648"/>
              <a:gd name="connsiteY13" fmla="*/ 1813377 h 1849426"/>
              <a:gd name="connsiteX14" fmla="*/ 4566182 w 6386648"/>
              <a:gd name="connsiteY14" fmla="*/ 1795353 h 1849426"/>
              <a:gd name="connsiteX15" fmla="*/ 4698361 w 6386648"/>
              <a:gd name="connsiteY15" fmla="*/ 1777329 h 1849426"/>
              <a:gd name="connsiteX16" fmla="*/ 4716386 w 6386648"/>
              <a:gd name="connsiteY16" fmla="*/ 1795353 h 1849426"/>
              <a:gd name="connsiteX17" fmla="*/ 4698361 w 6386648"/>
              <a:gd name="connsiteY17" fmla="*/ 1813378 h 1849426"/>
              <a:gd name="connsiteX18" fmla="*/ 4680336 w 6386648"/>
              <a:gd name="connsiteY18" fmla="*/ 1795353 h 1849426"/>
              <a:gd name="connsiteX19" fmla="*/ 4698361 w 6386648"/>
              <a:gd name="connsiteY19" fmla="*/ 1777329 h 1849426"/>
              <a:gd name="connsiteX20" fmla="*/ 4085531 w 6386648"/>
              <a:gd name="connsiteY20" fmla="*/ 1759304 h 1849426"/>
              <a:gd name="connsiteX21" fmla="*/ 4103556 w 6386648"/>
              <a:gd name="connsiteY21" fmla="*/ 1777329 h 1849426"/>
              <a:gd name="connsiteX22" fmla="*/ 4085531 w 6386648"/>
              <a:gd name="connsiteY22" fmla="*/ 1795353 h 1849426"/>
              <a:gd name="connsiteX23" fmla="*/ 4067507 w 6386648"/>
              <a:gd name="connsiteY23" fmla="*/ 1777329 h 1849426"/>
              <a:gd name="connsiteX24" fmla="*/ 4085531 w 6386648"/>
              <a:gd name="connsiteY24" fmla="*/ 1759304 h 1849426"/>
              <a:gd name="connsiteX25" fmla="*/ 4301824 w 6386648"/>
              <a:gd name="connsiteY25" fmla="*/ 1723255 h 1849426"/>
              <a:gd name="connsiteX26" fmla="*/ 4319849 w 6386648"/>
              <a:gd name="connsiteY26" fmla="*/ 1741279 h 1849426"/>
              <a:gd name="connsiteX27" fmla="*/ 4301824 w 6386648"/>
              <a:gd name="connsiteY27" fmla="*/ 1759304 h 1849426"/>
              <a:gd name="connsiteX28" fmla="*/ 4283800 w 6386648"/>
              <a:gd name="connsiteY28" fmla="*/ 1741279 h 1849426"/>
              <a:gd name="connsiteX29" fmla="*/ 4301824 w 6386648"/>
              <a:gd name="connsiteY29" fmla="*/ 1723255 h 1849426"/>
              <a:gd name="connsiteX30" fmla="*/ 4440011 w 6386648"/>
              <a:gd name="connsiteY30" fmla="*/ 1717247 h 1849426"/>
              <a:gd name="connsiteX31" fmla="*/ 4458036 w 6386648"/>
              <a:gd name="connsiteY31" fmla="*/ 1735271 h 1849426"/>
              <a:gd name="connsiteX32" fmla="*/ 4440011 w 6386648"/>
              <a:gd name="connsiteY32" fmla="*/ 1753296 h 1849426"/>
              <a:gd name="connsiteX33" fmla="*/ 4421987 w 6386648"/>
              <a:gd name="connsiteY33" fmla="*/ 1735271 h 1849426"/>
              <a:gd name="connsiteX34" fmla="*/ 4440011 w 6386648"/>
              <a:gd name="connsiteY34" fmla="*/ 1717247 h 1849426"/>
              <a:gd name="connsiteX35" fmla="*/ 3965369 w 6386648"/>
              <a:gd name="connsiteY35" fmla="*/ 1711239 h 1849426"/>
              <a:gd name="connsiteX36" fmla="*/ 3983394 w 6386648"/>
              <a:gd name="connsiteY36" fmla="*/ 1729263 h 1849426"/>
              <a:gd name="connsiteX37" fmla="*/ 3965369 w 6386648"/>
              <a:gd name="connsiteY37" fmla="*/ 1747288 h 1849426"/>
              <a:gd name="connsiteX38" fmla="*/ 3947345 w 6386648"/>
              <a:gd name="connsiteY38" fmla="*/ 1729263 h 1849426"/>
              <a:gd name="connsiteX39" fmla="*/ 3965369 w 6386648"/>
              <a:gd name="connsiteY39" fmla="*/ 1711239 h 1849426"/>
              <a:gd name="connsiteX40" fmla="*/ 4836548 w 6386648"/>
              <a:gd name="connsiteY40" fmla="*/ 1705231 h 1849426"/>
              <a:gd name="connsiteX41" fmla="*/ 4854573 w 6386648"/>
              <a:gd name="connsiteY41" fmla="*/ 1723255 h 1849426"/>
              <a:gd name="connsiteX42" fmla="*/ 4836548 w 6386648"/>
              <a:gd name="connsiteY42" fmla="*/ 1741280 h 1849426"/>
              <a:gd name="connsiteX43" fmla="*/ 4818524 w 6386648"/>
              <a:gd name="connsiteY43" fmla="*/ 1723255 h 1849426"/>
              <a:gd name="connsiteX44" fmla="*/ 4836548 w 6386648"/>
              <a:gd name="connsiteY44" fmla="*/ 1705231 h 1849426"/>
              <a:gd name="connsiteX45" fmla="*/ 4175653 w 6386648"/>
              <a:gd name="connsiteY45" fmla="*/ 1681198 h 1849426"/>
              <a:gd name="connsiteX46" fmla="*/ 4193678 w 6386648"/>
              <a:gd name="connsiteY46" fmla="*/ 1699222 h 1849426"/>
              <a:gd name="connsiteX47" fmla="*/ 4175653 w 6386648"/>
              <a:gd name="connsiteY47" fmla="*/ 1717247 h 1849426"/>
              <a:gd name="connsiteX48" fmla="*/ 4157629 w 6386648"/>
              <a:gd name="connsiteY48" fmla="*/ 1699222 h 1849426"/>
              <a:gd name="connsiteX49" fmla="*/ 4175653 w 6386648"/>
              <a:gd name="connsiteY49" fmla="*/ 1681198 h 1849426"/>
              <a:gd name="connsiteX50" fmla="*/ 4602231 w 6386648"/>
              <a:gd name="connsiteY50" fmla="*/ 1675190 h 1849426"/>
              <a:gd name="connsiteX51" fmla="*/ 4620256 w 6386648"/>
              <a:gd name="connsiteY51" fmla="*/ 1693214 h 1849426"/>
              <a:gd name="connsiteX52" fmla="*/ 4602231 w 6386648"/>
              <a:gd name="connsiteY52" fmla="*/ 1711239 h 1849426"/>
              <a:gd name="connsiteX53" fmla="*/ 4584207 w 6386648"/>
              <a:gd name="connsiteY53" fmla="*/ 1693214 h 1849426"/>
              <a:gd name="connsiteX54" fmla="*/ 4602231 w 6386648"/>
              <a:gd name="connsiteY54" fmla="*/ 1675190 h 1849426"/>
              <a:gd name="connsiteX55" fmla="*/ 4734410 w 6386648"/>
              <a:gd name="connsiteY55" fmla="*/ 1663174 h 1849426"/>
              <a:gd name="connsiteX56" fmla="*/ 4752435 w 6386648"/>
              <a:gd name="connsiteY56" fmla="*/ 1681198 h 1849426"/>
              <a:gd name="connsiteX57" fmla="*/ 4734410 w 6386648"/>
              <a:gd name="connsiteY57" fmla="*/ 1699223 h 1849426"/>
              <a:gd name="connsiteX58" fmla="*/ 4716386 w 6386648"/>
              <a:gd name="connsiteY58" fmla="*/ 1681198 h 1849426"/>
              <a:gd name="connsiteX59" fmla="*/ 4734410 w 6386648"/>
              <a:gd name="connsiteY59" fmla="*/ 1663174 h 1849426"/>
              <a:gd name="connsiteX60" fmla="*/ 3851214 w 6386648"/>
              <a:gd name="connsiteY60" fmla="*/ 1663174 h 1849426"/>
              <a:gd name="connsiteX61" fmla="*/ 3869239 w 6386648"/>
              <a:gd name="connsiteY61" fmla="*/ 1681198 h 1849426"/>
              <a:gd name="connsiteX62" fmla="*/ 3851214 w 6386648"/>
              <a:gd name="connsiteY62" fmla="*/ 1699223 h 1849426"/>
              <a:gd name="connsiteX63" fmla="*/ 3833190 w 6386648"/>
              <a:gd name="connsiteY63" fmla="*/ 1681198 h 1849426"/>
              <a:gd name="connsiteX64" fmla="*/ 3851214 w 6386648"/>
              <a:gd name="connsiteY64" fmla="*/ 1663174 h 1849426"/>
              <a:gd name="connsiteX65" fmla="*/ 4061499 w 6386648"/>
              <a:gd name="connsiteY65" fmla="*/ 1627125 h 1849426"/>
              <a:gd name="connsiteX66" fmla="*/ 4079524 w 6386648"/>
              <a:gd name="connsiteY66" fmla="*/ 1645149 h 1849426"/>
              <a:gd name="connsiteX67" fmla="*/ 4061499 w 6386648"/>
              <a:gd name="connsiteY67" fmla="*/ 1663174 h 1849426"/>
              <a:gd name="connsiteX68" fmla="*/ 4043475 w 6386648"/>
              <a:gd name="connsiteY68" fmla="*/ 1645149 h 1849426"/>
              <a:gd name="connsiteX69" fmla="*/ 4061499 w 6386648"/>
              <a:gd name="connsiteY69" fmla="*/ 1627125 h 1849426"/>
              <a:gd name="connsiteX70" fmla="*/ 4482068 w 6386648"/>
              <a:gd name="connsiteY70" fmla="*/ 1621117 h 1849426"/>
              <a:gd name="connsiteX71" fmla="*/ 4500093 w 6386648"/>
              <a:gd name="connsiteY71" fmla="*/ 1639141 h 1849426"/>
              <a:gd name="connsiteX72" fmla="*/ 4482068 w 6386648"/>
              <a:gd name="connsiteY72" fmla="*/ 1657166 h 1849426"/>
              <a:gd name="connsiteX73" fmla="*/ 4464044 w 6386648"/>
              <a:gd name="connsiteY73" fmla="*/ 1639141 h 1849426"/>
              <a:gd name="connsiteX74" fmla="*/ 4482068 w 6386648"/>
              <a:gd name="connsiteY74" fmla="*/ 1621117 h 1849426"/>
              <a:gd name="connsiteX75" fmla="*/ 4926670 w 6386648"/>
              <a:gd name="connsiteY75" fmla="*/ 1615109 h 1849426"/>
              <a:gd name="connsiteX76" fmla="*/ 4944695 w 6386648"/>
              <a:gd name="connsiteY76" fmla="*/ 1633133 h 1849426"/>
              <a:gd name="connsiteX77" fmla="*/ 4926670 w 6386648"/>
              <a:gd name="connsiteY77" fmla="*/ 1651158 h 1849426"/>
              <a:gd name="connsiteX78" fmla="*/ 4908646 w 6386648"/>
              <a:gd name="connsiteY78" fmla="*/ 1633133 h 1849426"/>
              <a:gd name="connsiteX79" fmla="*/ 4926670 w 6386648"/>
              <a:gd name="connsiteY79" fmla="*/ 1615109 h 1849426"/>
              <a:gd name="connsiteX80" fmla="*/ 3719035 w 6386648"/>
              <a:gd name="connsiteY80" fmla="*/ 1615109 h 1849426"/>
              <a:gd name="connsiteX81" fmla="*/ 3737060 w 6386648"/>
              <a:gd name="connsiteY81" fmla="*/ 1633133 h 1849426"/>
              <a:gd name="connsiteX82" fmla="*/ 3719035 w 6386648"/>
              <a:gd name="connsiteY82" fmla="*/ 1651158 h 1849426"/>
              <a:gd name="connsiteX83" fmla="*/ 3701011 w 6386648"/>
              <a:gd name="connsiteY83" fmla="*/ 1633133 h 1849426"/>
              <a:gd name="connsiteX84" fmla="*/ 3719035 w 6386648"/>
              <a:gd name="connsiteY84" fmla="*/ 1615109 h 1849426"/>
              <a:gd name="connsiteX85" fmla="*/ 4343881 w 6386648"/>
              <a:gd name="connsiteY85" fmla="*/ 1603093 h 1849426"/>
              <a:gd name="connsiteX86" fmla="*/ 4361906 w 6386648"/>
              <a:gd name="connsiteY86" fmla="*/ 1621117 h 1849426"/>
              <a:gd name="connsiteX87" fmla="*/ 4343881 w 6386648"/>
              <a:gd name="connsiteY87" fmla="*/ 1639142 h 1849426"/>
              <a:gd name="connsiteX88" fmla="*/ 4325857 w 6386648"/>
              <a:gd name="connsiteY88" fmla="*/ 1621117 h 1849426"/>
              <a:gd name="connsiteX89" fmla="*/ 4343881 w 6386648"/>
              <a:gd name="connsiteY89" fmla="*/ 1603093 h 1849426"/>
              <a:gd name="connsiteX90" fmla="*/ 4235735 w 6386648"/>
              <a:gd name="connsiteY90" fmla="*/ 1579060 h 1849426"/>
              <a:gd name="connsiteX91" fmla="*/ 4253760 w 6386648"/>
              <a:gd name="connsiteY91" fmla="*/ 1597085 h 1849426"/>
              <a:gd name="connsiteX92" fmla="*/ 4235735 w 6386648"/>
              <a:gd name="connsiteY92" fmla="*/ 1615109 h 1849426"/>
              <a:gd name="connsiteX93" fmla="*/ 4217711 w 6386648"/>
              <a:gd name="connsiteY93" fmla="*/ 1597085 h 1849426"/>
              <a:gd name="connsiteX94" fmla="*/ 4235735 w 6386648"/>
              <a:gd name="connsiteY94" fmla="*/ 1579060 h 1849426"/>
              <a:gd name="connsiteX95" fmla="*/ 3941336 w 6386648"/>
              <a:gd name="connsiteY95" fmla="*/ 1573052 h 1849426"/>
              <a:gd name="connsiteX96" fmla="*/ 3959361 w 6386648"/>
              <a:gd name="connsiteY96" fmla="*/ 1591076 h 1849426"/>
              <a:gd name="connsiteX97" fmla="*/ 3941336 w 6386648"/>
              <a:gd name="connsiteY97" fmla="*/ 1609101 h 1849426"/>
              <a:gd name="connsiteX98" fmla="*/ 3923312 w 6386648"/>
              <a:gd name="connsiteY98" fmla="*/ 1591076 h 1849426"/>
              <a:gd name="connsiteX99" fmla="*/ 3941336 w 6386648"/>
              <a:gd name="connsiteY99" fmla="*/ 1573052 h 1849426"/>
              <a:gd name="connsiteX100" fmla="*/ 1057431 w 6386648"/>
              <a:gd name="connsiteY100" fmla="*/ 1567044 h 1849426"/>
              <a:gd name="connsiteX101" fmla="*/ 1075456 w 6386648"/>
              <a:gd name="connsiteY101" fmla="*/ 1585068 h 1849426"/>
              <a:gd name="connsiteX102" fmla="*/ 1057431 w 6386648"/>
              <a:gd name="connsiteY102" fmla="*/ 1603093 h 1849426"/>
              <a:gd name="connsiteX103" fmla="*/ 1039407 w 6386648"/>
              <a:gd name="connsiteY103" fmla="*/ 1585068 h 1849426"/>
              <a:gd name="connsiteX104" fmla="*/ 1057431 w 6386648"/>
              <a:gd name="connsiteY104" fmla="*/ 1567044 h 1849426"/>
              <a:gd name="connsiteX105" fmla="*/ 1201626 w 6386648"/>
              <a:gd name="connsiteY105" fmla="*/ 1561036 h 1849426"/>
              <a:gd name="connsiteX106" fmla="*/ 1219651 w 6386648"/>
              <a:gd name="connsiteY106" fmla="*/ 1579060 h 1849426"/>
              <a:gd name="connsiteX107" fmla="*/ 1201626 w 6386648"/>
              <a:gd name="connsiteY107" fmla="*/ 1597085 h 1849426"/>
              <a:gd name="connsiteX108" fmla="*/ 1183602 w 6386648"/>
              <a:gd name="connsiteY108" fmla="*/ 1579060 h 1849426"/>
              <a:gd name="connsiteX109" fmla="*/ 1201626 w 6386648"/>
              <a:gd name="connsiteY109" fmla="*/ 1561036 h 1849426"/>
              <a:gd name="connsiteX110" fmla="*/ 4716385 w 6386648"/>
              <a:gd name="connsiteY110" fmla="*/ 1555028 h 1849426"/>
              <a:gd name="connsiteX111" fmla="*/ 4734410 w 6386648"/>
              <a:gd name="connsiteY111" fmla="*/ 1573052 h 1849426"/>
              <a:gd name="connsiteX112" fmla="*/ 4716385 w 6386648"/>
              <a:gd name="connsiteY112" fmla="*/ 1591077 h 1849426"/>
              <a:gd name="connsiteX113" fmla="*/ 4698361 w 6386648"/>
              <a:gd name="connsiteY113" fmla="*/ 1573052 h 1849426"/>
              <a:gd name="connsiteX114" fmla="*/ 4716385 w 6386648"/>
              <a:gd name="connsiteY114" fmla="*/ 1555028 h 1849426"/>
              <a:gd name="connsiteX115" fmla="*/ 4578198 w 6386648"/>
              <a:gd name="connsiteY115" fmla="*/ 1555028 h 1849426"/>
              <a:gd name="connsiteX116" fmla="*/ 4596223 w 6386648"/>
              <a:gd name="connsiteY116" fmla="*/ 1573052 h 1849426"/>
              <a:gd name="connsiteX117" fmla="*/ 4578198 w 6386648"/>
              <a:gd name="connsiteY117" fmla="*/ 1591077 h 1849426"/>
              <a:gd name="connsiteX118" fmla="*/ 4560173 w 6386648"/>
              <a:gd name="connsiteY118" fmla="*/ 1573052 h 1849426"/>
              <a:gd name="connsiteX119" fmla="*/ 4578198 w 6386648"/>
              <a:gd name="connsiteY119" fmla="*/ 1555028 h 1849426"/>
              <a:gd name="connsiteX120" fmla="*/ 1333805 w 6386648"/>
              <a:gd name="connsiteY120" fmla="*/ 1555028 h 1849426"/>
              <a:gd name="connsiteX121" fmla="*/ 1351830 w 6386648"/>
              <a:gd name="connsiteY121" fmla="*/ 1573052 h 1849426"/>
              <a:gd name="connsiteX122" fmla="*/ 1333805 w 6386648"/>
              <a:gd name="connsiteY122" fmla="*/ 1591077 h 1849426"/>
              <a:gd name="connsiteX123" fmla="*/ 1315781 w 6386648"/>
              <a:gd name="connsiteY123" fmla="*/ 1573052 h 1849426"/>
              <a:gd name="connsiteX124" fmla="*/ 1333805 w 6386648"/>
              <a:gd name="connsiteY124" fmla="*/ 1555028 h 1849426"/>
              <a:gd name="connsiteX125" fmla="*/ 4842556 w 6386648"/>
              <a:gd name="connsiteY125" fmla="*/ 1543011 h 1849426"/>
              <a:gd name="connsiteX126" fmla="*/ 4860581 w 6386648"/>
              <a:gd name="connsiteY126" fmla="*/ 1561035 h 1849426"/>
              <a:gd name="connsiteX127" fmla="*/ 4842556 w 6386648"/>
              <a:gd name="connsiteY127" fmla="*/ 1579060 h 1849426"/>
              <a:gd name="connsiteX128" fmla="*/ 4824532 w 6386648"/>
              <a:gd name="connsiteY128" fmla="*/ 1561035 h 1849426"/>
              <a:gd name="connsiteX129" fmla="*/ 4842556 w 6386648"/>
              <a:gd name="connsiteY129" fmla="*/ 1543011 h 1849426"/>
              <a:gd name="connsiteX130" fmla="*/ 3803149 w 6386648"/>
              <a:gd name="connsiteY130" fmla="*/ 1537003 h 1849426"/>
              <a:gd name="connsiteX131" fmla="*/ 3821174 w 6386648"/>
              <a:gd name="connsiteY131" fmla="*/ 1555027 h 1849426"/>
              <a:gd name="connsiteX132" fmla="*/ 3803149 w 6386648"/>
              <a:gd name="connsiteY132" fmla="*/ 1573052 h 1849426"/>
              <a:gd name="connsiteX133" fmla="*/ 3785125 w 6386648"/>
              <a:gd name="connsiteY133" fmla="*/ 1555027 h 1849426"/>
              <a:gd name="connsiteX134" fmla="*/ 3803149 w 6386648"/>
              <a:gd name="connsiteY134" fmla="*/ 1537003 h 1849426"/>
              <a:gd name="connsiteX135" fmla="*/ 4127588 w 6386648"/>
              <a:gd name="connsiteY135" fmla="*/ 1530995 h 1849426"/>
              <a:gd name="connsiteX136" fmla="*/ 4145613 w 6386648"/>
              <a:gd name="connsiteY136" fmla="*/ 1549019 h 1849426"/>
              <a:gd name="connsiteX137" fmla="*/ 4127588 w 6386648"/>
              <a:gd name="connsiteY137" fmla="*/ 1567044 h 1849426"/>
              <a:gd name="connsiteX138" fmla="*/ 4109563 w 6386648"/>
              <a:gd name="connsiteY138" fmla="*/ 1549019 h 1849426"/>
              <a:gd name="connsiteX139" fmla="*/ 4127588 w 6386648"/>
              <a:gd name="connsiteY139" fmla="*/ 1530995 h 1849426"/>
              <a:gd name="connsiteX140" fmla="*/ 3634921 w 6386648"/>
              <a:gd name="connsiteY140" fmla="*/ 1530995 h 1849426"/>
              <a:gd name="connsiteX141" fmla="*/ 3652946 w 6386648"/>
              <a:gd name="connsiteY141" fmla="*/ 1549019 h 1849426"/>
              <a:gd name="connsiteX142" fmla="*/ 3634921 w 6386648"/>
              <a:gd name="connsiteY142" fmla="*/ 1567044 h 1849426"/>
              <a:gd name="connsiteX143" fmla="*/ 3616897 w 6386648"/>
              <a:gd name="connsiteY143" fmla="*/ 1549019 h 1849426"/>
              <a:gd name="connsiteX144" fmla="*/ 3634921 w 6386648"/>
              <a:gd name="connsiteY144" fmla="*/ 1530995 h 1849426"/>
              <a:gd name="connsiteX145" fmla="*/ 3532783 w 6386648"/>
              <a:gd name="connsiteY145" fmla="*/ 1530995 h 1849426"/>
              <a:gd name="connsiteX146" fmla="*/ 3550808 w 6386648"/>
              <a:gd name="connsiteY146" fmla="*/ 1549019 h 1849426"/>
              <a:gd name="connsiteX147" fmla="*/ 3532783 w 6386648"/>
              <a:gd name="connsiteY147" fmla="*/ 1567044 h 1849426"/>
              <a:gd name="connsiteX148" fmla="*/ 3514759 w 6386648"/>
              <a:gd name="connsiteY148" fmla="*/ 1549019 h 1849426"/>
              <a:gd name="connsiteX149" fmla="*/ 3532783 w 6386648"/>
              <a:gd name="connsiteY149" fmla="*/ 1530995 h 1849426"/>
              <a:gd name="connsiteX150" fmla="*/ 1478000 w 6386648"/>
              <a:gd name="connsiteY150" fmla="*/ 1530995 h 1849426"/>
              <a:gd name="connsiteX151" fmla="*/ 1496025 w 6386648"/>
              <a:gd name="connsiteY151" fmla="*/ 1549019 h 1849426"/>
              <a:gd name="connsiteX152" fmla="*/ 1478000 w 6386648"/>
              <a:gd name="connsiteY152" fmla="*/ 1567044 h 1849426"/>
              <a:gd name="connsiteX153" fmla="*/ 1459976 w 6386648"/>
              <a:gd name="connsiteY153" fmla="*/ 1549019 h 1849426"/>
              <a:gd name="connsiteX154" fmla="*/ 1478000 w 6386648"/>
              <a:gd name="connsiteY154" fmla="*/ 1530995 h 1849426"/>
              <a:gd name="connsiteX155" fmla="*/ 4427995 w 6386648"/>
              <a:gd name="connsiteY155" fmla="*/ 1518979 h 1849426"/>
              <a:gd name="connsiteX156" fmla="*/ 4446020 w 6386648"/>
              <a:gd name="connsiteY156" fmla="*/ 1537004 h 1849426"/>
              <a:gd name="connsiteX157" fmla="*/ 4427995 w 6386648"/>
              <a:gd name="connsiteY157" fmla="*/ 1555028 h 1849426"/>
              <a:gd name="connsiteX158" fmla="*/ 4409970 w 6386648"/>
              <a:gd name="connsiteY158" fmla="*/ 1537004 h 1849426"/>
              <a:gd name="connsiteX159" fmla="*/ 4427995 w 6386648"/>
              <a:gd name="connsiteY159" fmla="*/ 1518979 h 1849426"/>
              <a:gd name="connsiteX160" fmla="*/ 4980743 w 6386648"/>
              <a:gd name="connsiteY160" fmla="*/ 1506962 h 1849426"/>
              <a:gd name="connsiteX161" fmla="*/ 4998768 w 6386648"/>
              <a:gd name="connsiteY161" fmla="*/ 1524986 h 1849426"/>
              <a:gd name="connsiteX162" fmla="*/ 4980743 w 6386648"/>
              <a:gd name="connsiteY162" fmla="*/ 1543011 h 1849426"/>
              <a:gd name="connsiteX163" fmla="*/ 4962719 w 6386648"/>
              <a:gd name="connsiteY163" fmla="*/ 1524986 h 1849426"/>
              <a:gd name="connsiteX164" fmla="*/ 4980743 w 6386648"/>
              <a:gd name="connsiteY164" fmla="*/ 1506962 h 1849426"/>
              <a:gd name="connsiteX165" fmla="*/ 961301 w 6386648"/>
              <a:gd name="connsiteY165" fmla="*/ 1506962 h 1849426"/>
              <a:gd name="connsiteX166" fmla="*/ 979326 w 6386648"/>
              <a:gd name="connsiteY166" fmla="*/ 1524986 h 1849426"/>
              <a:gd name="connsiteX167" fmla="*/ 961301 w 6386648"/>
              <a:gd name="connsiteY167" fmla="*/ 1543011 h 1849426"/>
              <a:gd name="connsiteX168" fmla="*/ 943277 w 6386648"/>
              <a:gd name="connsiteY168" fmla="*/ 1524986 h 1849426"/>
              <a:gd name="connsiteX169" fmla="*/ 961301 w 6386648"/>
              <a:gd name="connsiteY169" fmla="*/ 1506962 h 1849426"/>
              <a:gd name="connsiteX170" fmla="*/ 859163 w 6386648"/>
              <a:gd name="connsiteY170" fmla="*/ 1500954 h 1849426"/>
              <a:gd name="connsiteX171" fmla="*/ 877188 w 6386648"/>
              <a:gd name="connsiteY171" fmla="*/ 1518978 h 1849426"/>
              <a:gd name="connsiteX172" fmla="*/ 859163 w 6386648"/>
              <a:gd name="connsiteY172" fmla="*/ 1537003 h 1849426"/>
              <a:gd name="connsiteX173" fmla="*/ 841139 w 6386648"/>
              <a:gd name="connsiteY173" fmla="*/ 1518978 h 1849426"/>
              <a:gd name="connsiteX174" fmla="*/ 859163 w 6386648"/>
              <a:gd name="connsiteY174" fmla="*/ 1500954 h 1849426"/>
              <a:gd name="connsiteX175" fmla="*/ 4013434 w 6386648"/>
              <a:gd name="connsiteY175" fmla="*/ 1482930 h 1849426"/>
              <a:gd name="connsiteX176" fmla="*/ 4031459 w 6386648"/>
              <a:gd name="connsiteY176" fmla="*/ 1500954 h 1849426"/>
              <a:gd name="connsiteX177" fmla="*/ 4013434 w 6386648"/>
              <a:gd name="connsiteY177" fmla="*/ 1518979 h 1849426"/>
              <a:gd name="connsiteX178" fmla="*/ 3995410 w 6386648"/>
              <a:gd name="connsiteY178" fmla="*/ 1500954 h 1849426"/>
              <a:gd name="connsiteX179" fmla="*/ 4013434 w 6386648"/>
              <a:gd name="connsiteY179" fmla="*/ 1482930 h 1849426"/>
              <a:gd name="connsiteX180" fmla="*/ 3412620 w 6386648"/>
              <a:gd name="connsiteY180" fmla="*/ 1482930 h 1849426"/>
              <a:gd name="connsiteX181" fmla="*/ 3430645 w 6386648"/>
              <a:gd name="connsiteY181" fmla="*/ 1500954 h 1849426"/>
              <a:gd name="connsiteX182" fmla="*/ 3412620 w 6386648"/>
              <a:gd name="connsiteY182" fmla="*/ 1518979 h 1849426"/>
              <a:gd name="connsiteX183" fmla="*/ 3394596 w 6386648"/>
              <a:gd name="connsiteY183" fmla="*/ 1500954 h 1849426"/>
              <a:gd name="connsiteX184" fmla="*/ 3412620 w 6386648"/>
              <a:gd name="connsiteY184" fmla="*/ 1482930 h 1849426"/>
              <a:gd name="connsiteX185" fmla="*/ 1586148 w 6386648"/>
              <a:gd name="connsiteY185" fmla="*/ 1476922 h 1849426"/>
              <a:gd name="connsiteX186" fmla="*/ 1604172 w 6386648"/>
              <a:gd name="connsiteY186" fmla="*/ 1494946 h 1849426"/>
              <a:gd name="connsiteX187" fmla="*/ 1586148 w 6386648"/>
              <a:gd name="connsiteY187" fmla="*/ 1512971 h 1849426"/>
              <a:gd name="connsiteX188" fmla="*/ 1568123 w 6386648"/>
              <a:gd name="connsiteY188" fmla="*/ 1494946 h 1849426"/>
              <a:gd name="connsiteX189" fmla="*/ 1586148 w 6386648"/>
              <a:gd name="connsiteY189" fmla="*/ 1476922 h 1849426"/>
              <a:gd name="connsiteX190" fmla="*/ 4271783 w 6386648"/>
              <a:gd name="connsiteY190" fmla="*/ 1464906 h 1849426"/>
              <a:gd name="connsiteX191" fmla="*/ 4289808 w 6386648"/>
              <a:gd name="connsiteY191" fmla="*/ 1482930 h 1849426"/>
              <a:gd name="connsiteX192" fmla="*/ 4271783 w 6386648"/>
              <a:gd name="connsiteY192" fmla="*/ 1500955 h 1849426"/>
              <a:gd name="connsiteX193" fmla="*/ 4253759 w 6386648"/>
              <a:gd name="connsiteY193" fmla="*/ 1482930 h 1849426"/>
              <a:gd name="connsiteX194" fmla="*/ 4271783 w 6386648"/>
              <a:gd name="connsiteY194" fmla="*/ 1464906 h 1849426"/>
              <a:gd name="connsiteX195" fmla="*/ 1105497 w 6386648"/>
              <a:gd name="connsiteY195" fmla="*/ 1464906 h 1849426"/>
              <a:gd name="connsiteX196" fmla="*/ 1123521 w 6386648"/>
              <a:gd name="connsiteY196" fmla="*/ 1482930 h 1849426"/>
              <a:gd name="connsiteX197" fmla="*/ 1105497 w 6386648"/>
              <a:gd name="connsiteY197" fmla="*/ 1500955 h 1849426"/>
              <a:gd name="connsiteX198" fmla="*/ 1087472 w 6386648"/>
              <a:gd name="connsiteY198" fmla="*/ 1482930 h 1849426"/>
              <a:gd name="connsiteX199" fmla="*/ 1105497 w 6386648"/>
              <a:gd name="connsiteY199" fmla="*/ 1464906 h 1849426"/>
              <a:gd name="connsiteX200" fmla="*/ 4602231 w 6386648"/>
              <a:gd name="connsiteY200" fmla="*/ 1452889 h 1849426"/>
              <a:gd name="connsiteX201" fmla="*/ 4620256 w 6386648"/>
              <a:gd name="connsiteY201" fmla="*/ 1470913 h 1849426"/>
              <a:gd name="connsiteX202" fmla="*/ 4602231 w 6386648"/>
              <a:gd name="connsiteY202" fmla="*/ 1488938 h 1849426"/>
              <a:gd name="connsiteX203" fmla="*/ 4584207 w 6386648"/>
              <a:gd name="connsiteY203" fmla="*/ 1470913 h 1849426"/>
              <a:gd name="connsiteX204" fmla="*/ 4602231 w 6386648"/>
              <a:gd name="connsiteY204" fmla="*/ 1452889 h 1849426"/>
              <a:gd name="connsiteX205" fmla="*/ 3875247 w 6386648"/>
              <a:gd name="connsiteY205" fmla="*/ 1452889 h 1849426"/>
              <a:gd name="connsiteX206" fmla="*/ 3893272 w 6386648"/>
              <a:gd name="connsiteY206" fmla="*/ 1470913 h 1849426"/>
              <a:gd name="connsiteX207" fmla="*/ 3875247 w 6386648"/>
              <a:gd name="connsiteY207" fmla="*/ 1488938 h 1849426"/>
              <a:gd name="connsiteX208" fmla="*/ 3857223 w 6386648"/>
              <a:gd name="connsiteY208" fmla="*/ 1470913 h 1849426"/>
              <a:gd name="connsiteX209" fmla="*/ 3875247 w 6386648"/>
              <a:gd name="connsiteY209" fmla="*/ 1452889 h 1849426"/>
              <a:gd name="connsiteX210" fmla="*/ 1706311 w 6386648"/>
              <a:gd name="connsiteY210" fmla="*/ 1452889 h 1849426"/>
              <a:gd name="connsiteX211" fmla="*/ 1724335 w 6386648"/>
              <a:gd name="connsiteY211" fmla="*/ 1470913 h 1849426"/>
              <a:gd name="connsiteX212" fmla="*/ 1706311 w 6386648"/>
              <a:gd name="connsiteY212" fmla="*/ 1488938 h 1849426"/>
              <a:gd name="connsiteX213" fmla="*/ 1688286 w 6386648"/>
              <a:gd name="connsiteY213" fmla="*/ 1470913 h 1849426"/>
              <a:gd name="connsiteX214" fmla="*/ 1706311 w 6386648"/>
              <a:gd name="connsiteY214" fmla="*/ 1452889 h 1849426"/>
              <a:gd name="connsiteX215" fmla="*/ 1411911 w 6386648"/>
              <a:gd name="connsiteY215" fmla="*/ 1452889 h 1849426"/>
              <a:gd name="connsiteX216" fmla="*/ 1429936 w 6386648"/>
              <a:gd name="connsiteY216" fmla="*/ 1470913 h 1849426"/>
              <a:gd name="connsiteX217" fmla="*/ 1411911 w 6386648"/>
              <a:gd name="connsiteY217" fmla="*/ 1488938 h 1849426"/>
              <a:gd name="connsiteX218" fmla="*/ 1393887 w 6386648"/>
              <a:gd name="connsiteY218" fmla="*/ 1470913 h 1849426"/>
              <a:gd name="connsiteX219" fmla="*/ 1411911 w 6386648"/>
              <a:gd name="connsiteY219" fmla="*/ 1452889 h 1849426"/>
              <a:gd name="connsiteX220" fmla="*/ 1249691 w 6386648"/>
              <a:gd name="connsiteY220" fmla="*/ 1452889 h 1849426"/>
              <a:gd name="connsiteX221" fmla="*/ 1267716 w 6386648"/>
              <a:gd name="connsiteY221" fmla="*/ 1470913 h 1849426"/>
              <a:gd name="connsiteX222" fmla="*/ 1249691 w 6386648"/>
              <a:gd name="connsiteY222" fmla="*/ 1488938 h 1849426"/>
              <a:gd name="connsiteX223" fmla="*/ 1231667 w 6386648"/>
              <a:gd name="connsiteY223" fmla="*/ 1470913 h 1849426"/>
              <a:gd name="connsiteX224" fmla="*/ 1249691 w 6386648"/>
              <a:gd name="connsiteY224" fmla="*/ 1452889 h 1849426"/>
              <a:gd name="connsiteX225" fmla="*/ 4764451 w 6386648"/>
              <a:gd name="connsiteY225" fmla="*/ 1446881 h 1849426"/>
              <a:gd name="connsiteX226" fmla="*/ 4782476 w 6386648"/>
              <a:gd name="connsiteY226" fmla="*/ 1464905 h 1849426"/>
              <a:gd name="connsiteX227" fmla="*/ 4764451 w 6386648"/>
              <a:gd name="connsiteY227" fmla="*/ 1482930 h 1849426"/>
              <a:gd name="connsiteX228" fmla="*/ 4746427 w 6386648"/>
              <a:gd name="connsiteY228" fmla="*/ 1464905 h 1849426"/>
              <a:gd name="connsiteX229" fmla="*/ 4764451 w 6386648"/>
              <a:gd name="connsiteY229" fmla="*/ 1446881 h 1849426"/>
              <a:gd name="connsiteX230" fmla="*/ 763032 w 6386648"/>
              <a:gd name="connsiteY230" fmla="*/ 1446881 h 1849426"/>
              <a:gd name="connsiteX231" fmla="*/ 781057 w 6386648"/>
              <a:gd name="connsiteY231" fmla="*/ 1464905 h 1849426"/>
              <a:gd name="connsiteX232" fmla="*/ 763032 w 6386648"/>
              <a:gd name="connsiteY232" fmla="*/ 1482930 h 1849426"/>
              <a:gd name="connsiteX233" fmla="*/ 745008 w 6386648"/>
              <a:gd name="connsiteY233" fmla="*/ 1464905 h 1849426"/>
              <a:gd name="connsiteX234" fmla="*/ 763032 w 6386648"/>
              <a:gd name="connsiteY234" fmla="*/ 1446881 h 1849426"/>
              <a:gd name="connsiteX235" fmla="*/ 3731051 w 6386648"/>
              <a:gd name="connsiteY235" fmla="*/ 1434865 h 1849426"/>
              <a:gd name="connsiteX236" fmla="*/ 3749076 w 6386648"/>
              <a:gd name="connsiteY236" fmla="*/ 1452889 h 1849426"/>
              <a:gd name="connsiteX237" fmla="*/ 3731051 w 6386648"/>
              <a:gd name="connsiteY237" fmla="*/ 1470914 h 1849426"/>
              <a:gd name="connsiteX238" fmla="*/ 3713027 w 6386648"/>
              <a:gd name="connsiteY238" fmla="*/ 1452889 h 1849426"/>
              <a:gd name="connsiteX239" fmla="*/ 3731051 w 6386648"/>
              <a:gd name="connsiteY239" fmla="*/ 1434865 h 1849426"/>
              <a:gd name="connsiteX240" fmla="*/ 3304474 w 6386648"/>
              <a:gd name="connsiteY240" fmla="*/ 1422849 h 1849426"/>
              <a:gd name="connsiteX241" fmla="*/ 3322499 w 6386648"/>
              <a:gd name="connsiteY241" fmla="*/ 1440873 h 1849426"/>
              <a:gd name="connsiteX242" fmla="*/ 3304474 w 6386648"/>
              <a:gd name="connsiteY242" fmla="*/ 1458898 h 1849426"/>
              <a:gd name="connsiteX243" fmla="*/ 3286450 w 6386648"/>
              <a:gd name="connsiteY243" fmla="*/ 1440873 h 1849426"/>
              <a:gd name="connsiteX244" fmla="*/ 3304474 w 6386648"/>
              <a:gd name="connsiteY244" fmla="*/ 1422849 h 1849426"/>
              <a:gd name="connsiteX245" fmla="*/ 4890621 w 6386648"/>
              <a:gd name="connsiteY245" fmla="*/ 1416840 h 1849426"/>
              <a:gd name="connsiteX246" fmla="*/ 4908646 w 6386648"/>
              <a:gd name="connsiteY246" fmla="*/ 1434864 h 1849426"/>
              <a:gd name="connsiteX247" fmla="*/ 4890621 w 6386648"/>
              <a:gd name="connsiteY247" fmla="*/ 1452889 h 1849426"/>
              <a:gd name="connsiteX248" fmla="*/ 4872597 w 6386648"/>
              <a:gd name="connsiteY248" fmla="*/ 1434864 h 1849426"/>
              <a:gd name="connsiteX249" fmla="*/ 4890621 w 6386648"/>
              <a:gd name="connsiteY249" fmla="*/ 1416840 h 1849426"/>
              <a:gd name="connsiteX250" fmla="*/ 3544799 w 6386648"/>
              <a:gd name="connsiteY250" fmla="*/ 1410832 h 1849426"/>
              <a:gd name="connsiteX251" fmla="*/ 3562824 w 6386648"/>
              <a:gd name="connsiteY251" fmla="*/ 1428856 h 1849426"/>
              <a:gd name="connsiteX252" fmla="*/ 3544799 w 6386648"/>
              <a:gd name="connsiteY252" fmla="*/ 1446881 h 1849426"/>
              <a:gd name="connsiteX253" fmla="*/ 3526775 w 6386648"/>
              <a:gd name="connsiteY253" fmla="*/ 1428856 h 1849426"/>
              <a:gd name="connsiteX254" fmla="*/ 3544799 w 6386648"/>
              <a:gd name="connsiteY254" fmla="*/ 1410832 h 1849426"/>
              <a:gd name="connsiteX255" fmla="*/ 4488076 w 6386648"/>
              <a:gd name="connsiteY255" fmla="*/ 1404824 h 1849426"/>
              <a:gd name="connsiteX256" fmla="*/ 4506101 w 6386648"/>
              <a:gd name="connsiteY256" fmla="*/ 1422848 h 1849426"/>
              <a:gd name="connsiteX257" fmla="*/ 4488076 w 6386648"/>
              <a:gd name="connsiteY257" fmla="*/ 1440873 h 1849426"/>
              <a:gd name="connsiteX258" fmla="*/ 4470051 w 6386648"/>
              <a:gd name="connsiteY258" fmla="*/ 1422848 h 1849426"/>
              <a:gd name="connsiteX259" fmla="*/ 4488076 w 6386648"/>
              <a:gd name="connsiteY259" fmla="*/ 1404824 h 1849426"/>
              <a:gd name="connsiteX260" fmla="*/ 5028808 w 6386648"/>
              <a:gd name="connsiteY260" fmla="*/ 1398816 h 1849426"/>
              <a:gd name="connsiteX261" fmla="*/ 5046833 w 6386648"/>
              <a:gd name="connsiteY261" fmla="*/ 1416841 h 1849426"/>
              <a:gd name="connsiteX262" fmla="*/ 5028808 w 6386648"/>
              <a:gd name="connsiteY262" fmla="*/ 1434865 h 1849426"/>
              <a:gd name="connsiteX263" fmla="*/ 5010783 w 6386648"/>
              <a:gd name="connsiteY263" fmla="*/ 1416841 h 1849426"/>
              <a:gd name="connsiteX264" fmla="*/ 5028808 w 6386648"/>
              <a:gd name="connsiteY264" fmla="*/ 1398816 h 1849426"/>
              <a:gd name="connsiteX265" fmla="*/ 4367914 w 6386648"/>
              <a:gd name="connsiteY265" fmla="*/ 1398816 h 1849426"/>
              <a:gd name="connsiteX266" fmla="*/ 4385939 w 6386648"/>
              <a:gd name="connsiteY266" fmla="*/ 1416841 h 1849426"/>
              <a:gd name="connsiteX267" fmla="*/ 4367914 w 6386648"/>
              <a:gd name="connsiteY267" fmla="*/ 1434865 h 1849426"/>
              <a:gd name="connsiteX268" fmla="*/ 4349889 w 6386648"/>
              <a:gd name="connsiteY268" fmla="*/ 1416841 h 1849426"/>
              <a:gd name="connsiteX269" fmla="*/ 4367914 w 6386648"/>
              <a:gd name="connsiteY269" fmla="*/ 1398816 h 1849426"/>
              <a:gd name="connsiteX270" fmla="*/ 4163637 w 6386648"/>
              <a:gd name="connsiteY270" fmla="*/ 1398816 h 1849426"/>
              <a:gd name="connsiteX271" fmla="*/ 4181662 w 6386648"/>
              <a:gd name="connsiteY271" fmla="*/ 1416841 h 1849426"/>
              <a:gd name="connsiteX272" fmla="*/ 4163637 w 6386648"/>
              <a:gd name="connsiteY272" fmla="*/ 1434865 h 1849426"/>
              <a:gd name="connsiteX273" fmla="*/ 4145613 w 6386648"/>
              <a:gd name="connsiteY273" fmla="*/ 1416841 h 1849426"/>
              <a:gd name="connsiteX274" fmla="*/ 4163637 w 6386648"/>
              <a:gd name="connsiteY274" fmla="*/ 1398816 h 1849426"/>
              <a:gd name="connsiteX275" fmla="*/ 672910 w 6386648"/>
              <a:gd name="connsiteY275" fmla="*/ 1398816 h 1849426"/>
              <a:gd name="connsiteX276" fmla="*/ 690935 w 6386648"/>
              <a:gd name="connsiteY276" fmla="*/ 1416841 h 1849426"/>
              <a:gd name="connsiteX277" fmla="*/ 672910 w 6386648"/>
              <a:gd name="connsiteY277" fmla="*/ 1434865 h 1849426"/>
              <a:gd name="connsiteX278" fmla="*/ 654886 w 6386648"/>
              <a:gd name="connsiteY278" fmla="*/ 1416841 h 1849426"/>
              <a:gd name="connsiteX279" fmla="*/ 672910 w 6386648"/>
              <a:gd name="connsiteY279" fmla="*/ 1398816 h 1849426"/>
              <a:gd name="connsiteX280" fmla="*/ 3190319 w 6386648"/>
              <a:gd name="connsiteY280" fmla="*/ 1392808 h 1849426"/>
              <a:gd name="connsiteX281" fmla="*/ 3208344 w 6386648"/>
              <a:gd name="connsiteY281" fmla="*/ 1410832 h 1849426"/>
              <a:gd name="connsiteX282" fmla="*/ 3190319 w 6386648"/>
              <a:gd name="connsiteY282" fmla="*/ 1428857 h 1849426"/>
              <a:gd name="connsiteX283" fmla="*/ 3172295 w 6386648"/>
              <a:gd name="connsiteY283" fmla="*/ 1410832 h 1849426"/>
              <a:gd name="connsiteX284" fmla="*/ 3190319 w 6386648"/>
              <a:gd name="connsiteY284" fmla="*/ 1392808 h 1849426"/>
              <a:gd name="connsiteX285" fmla="*/ 1814456 w 6386648"/>
              <a:gd name="connsiteY285" fmla="*/ 1392808 h 1849426"/>
              <a:gd name="connsiteX286" fmla="*/ 1832481 w 6386648"/>
              <a:gd name="connsiteY286" fmla="*/ 1410832 h 1849426"/>
              <a:gd name="connsiteX287" fmla="*/ 1814456 w 6386648"/>
              <a:gd name="connsiteY287" fmla="*/ 1428857 h 1849426"/>
              <a:gd name="connsiteX288" fmla="*/ 1796432 w 6386648"/>
              <a:gd name="connsiteY288" fmla="*/ 1410832 h 1849426"/>
              <a:gd name="connsiteX289" fmla="*/ 1814456 w 6386648"/>
              <a:gd name="connsiteY289" fmla="*/ 1392808 h 1849426"/>
              <a:gd name="connsiteX290" fmla="*/ 967309 w 6386648"/>
              <a:gd name="connsiteY290" fmla="*/ 1386800 h 1849426"/>
              <a:gd name="connsiteX291" fmla="*/ 985334 w 6386648"/>
              <a:gd name="connsiteY291" fmla="*/ 1404824 h 1849426"/>
              <a:gd name="connsiteX292" fmla="*/ 967309 w 6386648"/>
              <a:gd name="connsiteY292" fmla="*/ 1422849 h 1849426"/>
              <a:gd name="connsiteX293" fmla="*/ 949285 w 6386648"/>
              <a:gd name="connsiteY293" fmla="*/ 1404824 h 1849426"/>
              <a:gd name="connsiteX294" fmla="*/ 967309 w 6386648"/>
              <a:gd name="connsiteY294" fmla="*/ 1386800 h 1849426"/>
              <a:gd name="connsiteX295" fmla="*/ 4049482 w 6386648"/>
              <a:gd name="connsiteY295" fmla="*/ 1374784 h 1849426"/>
              <a:gd name="connsiteX296" fmla="*/ 4067507 w 6386648"/>
              <a:gd name="connsiteY296" fmla="*/ 1392808 h 1849426"/>
              <a:gd name="connsiteX297" fmla="*/ 4049482 w 6386648"/>
              <a:gd name="connsiteY297" fmla="*/ 1410833 h 1849426"/>
              <a:gd name="connsiteX298" fmla="*/ 4031458 w 6386648"/>
              <a:gd name="connsiteY298" fmla="*/ 1392808 h 1849426"/>
              <a:gd name="connsiteX299" fmla="*/ 4049482 w 6386648"/>
              <a:gd name="connsiteY299" fmla="*/ 1374784 h 1849426"/>
              <a:gd name="connsiteX300" fmla="*/ 4674329 w 6386648"/>
              <a:gd name="connsiteY300" fmla="*/ 1368775 h 1849426"/>
              <a:gd name="connsiteX301" fmla="*/ 4692354 w 6386648"/>
              <a:gd name="connsiteY301" fmla="*/ 1386800 h 1849426"/>
              <a:gd name="connsiteX302" fmla="*/ 4674329 w 6386648"/>
              <a:gd name="connsiteY302" fmla="*/ 1404824 h 1849426"/>
              <a:gd name="connsiteX303" fmla="*/ 4656305 w 6386648"/>
              <a:gd name="connsiteY303" fmla="*/ 1386800 h 1849426"/>
              <a:gd name="connsiteX304" fmla="*/ 4674329 w 6386648"/>
              <a:gd name="connsiteY304" fmla="*/ 1368775 h 1849426"/>
              <a:gd name="connsiteX305" fmla="*/ 1526067 w 6386648"/>
              <a:gd name="connsiteY305" fmla="*/ 1368775 h 1849426"/>
              <a:gd name="connsiteX306" fmla="*/ 1544091 w 6386648"/>
              <a:gd name="connsiteY306" fmla="*/ 1386800 h 1849426"/>
              <a:gd name="connsiteX307" fmla="*/ 1526067 w 6386648"/>
              <a:gd name="connsiteY307" fmla="*/ 1404824 h 1849426"/>
              <a:gd name="connsiteX308" fmla="*/ 1508042 w 6386648"/>
              <a:gd name="connsiteY308" fmla="*/ 1386800 h 1849426"/>
              <a:gd name="connsiteX309" fmla="*/ 1526067 w 6386648"/>
              <a:gd name="connsiteY309" fmla="*/ 1368775 h 1849426"/>
              <a:gd name="connsiteX310" fmla="*/ 1369854 w 6386648"/>
              <a:gd name="connsiteY310" fmla="*/ 1368775 h 1849426"/>
              <a:gd name="connsiteX311" fmla="*/ 1387879 w 6386648"/>
              <a:gd name="connsiteY311" fmla="*/ 1386800 h 1849426"/>
              <a:gd name="connsiteX312" fmla="*/ 1369854 w 6386648"/>
              <a:gd name="connsiteY312" fmla="*/ 1404824 h 1849426"/>
              <a:gd name="connsiteX313" fmla="*/ 1351830 w 6386648"/>
              <a:gd name="connsiteY313" fmla="*/ 1386800 h 1849426"/>
              <a:gd name="connsiteX314" fmla="*/ 1369854 w 6386648"/>
              <a:gd name="connsiteY314" fmla="*/ 1368775 h 1849426"/>
              <a:gd name="connsiteX315" fmla="*/ 3418628 w 6386648"/>
              <a:gd name="connsiteY315" fmla="*/ 1362767 h 1849426"/>
              <a:gd name="connsiteX316" fmla="*/ 3436653 w 6386648"/>
              <a:gd name="connsiteY316" fmla="*/ 1380791 h 1849426"/>
              <a:gd name="connsiteX317" fmla="*/ 3418628 w 6386648"/>
              <a:gd name="connsiteY317" fmla="*/ 1398816 h 1849426"/>
              <a:gd name="connsiteX318" fmla="*/ 3400604 w 6386648"/>
              <a:gd name="connsiteY318" fmla="*/ 1380791 h 1849426"/>
              <a:gd name="connsiteX319" fmla="*/ 3418628 w 6386648"/>
              <a:gd name="connsiteY319" fmla="*/ 1362767 h 1849426"/>
              <a:gd name="connsiteX320" fmla="*/ 1147553 w 6386648"/>
              <a:gd name="connsiteY320" fmla="*/ 1362767 h 1849426"/>
              <a:gd name="connsiteX321" fmla="*/ 1165578 w 6386648"/>
              <a:gd name="connsiteY321" fmla="*/ 1380791 h 1849426"/>
              <a:gd name="connsiteX322" fmla="*/ 1147553 w 6386648"/>
              <a:gd name="connsiteY322" fmla="*/ 1398816 h 1849426"/>
              <a:gd name="connsiteX323" fmla="*/ 1129529 w 6386648"/>
              <a:gd name="connsiteY323" fmla="*/ 1380791 h 1849426"/>
              <a:gd name="connsiteX324" fmla="*/ 1147553 w 6386648"/>
              <a:gd name="connsiteY324" fmla="*/ 1362767 h 1849426"/>
              <a:gd name="connsiteX325" fmla="*/ 3646937 w 6386648"/>
              <a:gd name="connsiteY325" fmla="*/ 1356759 h 1849426"/>
              <a:gd name="connsiteX326" fmla="*/ 3664962 w 6386648"/>
              <a:gd name="connsiteY326" fmla="*/ 1374783 h 1849426"/>
              <a:gd name="connsiteX327" fmla="*/ 3646937 w 6386648"/>
              <a:gd name="connsiteY327" fmla="*/ 1392808 h 1849426"/>
              <a:gd name="connsiteX328" fmla="*/ 3628912 w 6386648"/>
              <a:gd name="connsiteY328" fmla="*/ 1374783 h 1849426"/>
              <a:gd name="connsiteX329" fmla="*/ 3646937 w 6386648"/>
              <a:gd name="connsiteY329" fmla="*/ 1356759 h 1849426"/>
              <a:gd name="connsiteX330" fmla="*/ 1946636 w 6386648"/>
              <a:gd name="connsiteY330" fmla="*/ 1356759 h 1849426"/>
              <a:gd name="connsiteX331" fmla="*/ 1964660 w 6386648"/>
              <a:gd name="connsiteY331" fmla="*/ 1374783 h 1849426"/>
              <a:gd name="connsiteX332" fmla="*/ 1946636 w 6386648"/>
              <a:gd name="connsiteY332" fmla="*/ 1392808 h 1849426"/>
              <a:gd name="connsiteX333" fmla="*/ 1928611 w 6386648"/>
              <a:gd name="connsiteY333" fmla="*/ 1374783 h 1849426"/>
              <a:gd name="connsiteX334" fmla="*/ 1946636 w 6386648"/>
              <a:gd name="connsiteY334" fmla="*/ 1356759 h 1849426"/>
              <a:gd name="connsiteX335" fmla="*/ 1658245 w 6386648"/>
              <a:gd name="connsiteY335" fmla="*/ 1350751 h 1849426"/>
              <a:gd name="connsiteX336" fmla="*/ 1676270 w 6386648"/>
              <a:gd name="connsiteY336" fmla="*/ 1368775 h 1849426"/>
              <a:gd name="connsiteX337" fmla="*/ 1658245 w 6386648"/>
              <a:gd name="connsiteY337" fmla="*/ 1386800 h 1849426"/>
              <a:gd name="connsiteX338" fmla="*/ 1640221 w 6386648"/>
              <a:gd name="connsiteY338" fmla="*/ 1368775 h 1849426"/>
              <a:gd name="connsiteX339" fmla="*/ 1658245 w 6386648"/>
              <a:gd name="connsiteY339" fmla="*/ 1350751 h 1849426"/>
              <a:gd name="connsiteX340" fmla="*/ 3929320 w 6386648"/>
              <a:gd name="connsiteY340" fmla="*/ 1344743 h 1849426"/>
              <a:gd name="connsiteX341" fmla="*/ 3947345 w 6386648"/>
              <a:gd name="connsiteY341" fmla="*/ 1362767 h 1849426"/>
              <a:gd name="connsiteX342" fmla="*/ 3929320 w 6386648"/>
              <a:gd name="connsiteY342" fmla="*/ 1380792 h 1849426"/>
              <a:gd name="connsiteX343" fmla="*/ 3911296 w 6386648"/>
              <a:gd name="connsiteY343" fmla="*/ 1362767 h 1849426"/>
              <a:gd name="connsiteX344" fmla="*/ 3929320 w 6386648"/>
              <a:gd name="connsiteY344" fmla="*/ 1344743 h 1849426"/>
              <a:gd name="connsiteX345" fmla="*/ 3088181 w 6386648"/>
              <a:gd name="connsiteY345" fmla="*/ 1344743 h 1849426"/>
              <a:gd name="connsiteX346" fmla="*/ 3106206 w 6386648"/>
              <a:gd name="connsiteY346" fmla="*/ 1362767 h 1849426"/>
              <a:gd name="connsiteX347" fmla="*/ 3088181 w 6386648"/>
              <a:gd name="connsiteY347" fmla="*/ 1380792 h 1849426"/>
              <a:gd name="connsiteX348" fmla="*/ 3070157 w 6386648"/>
              <a:gd name="connsiteY348" fmla="*/ 1362767 h 1849426"/>
              <a:gd name="connsiteX349" fmla="*/ 3088181 w 6386648"/>
              <a:gd name="connsiteY349" fmla="*/ 1344743 h 1849426"/>
              <a:gd name="connsiteX350" fmla="*/ 853154 w 6386648"/>
              <a:gd name="connsiteY350" fmla="*/ 1344743 h 1849426"/>
              <a:gd name="connsiteX351" fmla="*/ 871179 w 6386648"/>
              <a:gd name="connsiteY351" fmla="*/ 1362767 h 1849426"/>
              <a:gd name="connsiteX352" fmla="*/ 853154 w 6386648"/>
              <a:gd name="connsiteY352" fmla="*/ 1380792 h 1849426"/>
              <a:gd name="connsiteX353" fmla="*/ 835130 w 6386648"/>
              <a:gd name="connsiteY353" fmla="*/ 1362767 h 1849426"/>
              <a:gd name="connsiteX354" fmla="*/ 853154 w 6386648"/>
              <a:gd name="connsiteY354" fmla="*/ 1344743 h 1849426"/>
              <a:gd name="connsiteX355" fmla="*/ 4283800 w 6386648"/>
              <a:gd name="connsiteY355" fmla="*/ 1326718 h 1849426"/>
              <a:gd name="connsiteX356" fmla="*/ 4301825 w 6386648"/>
              <a:gd name="connsiteY356" fmla="*/ 1344742 h 1849426"/>
              <a:gd name="connsiteX357" fmla="*/ 4283800 w 6386648"/>
              <a:gd name="connsiteY357" fmla="*/ 1362767 h 1849426"/>
              <a:gd name="connsiteX358" fmla="*/ 4265776 w 6386648"/>
              <a:gd name="connsiteY358" fmla="*/ 1344742 h 1849426"/>
              <a:gd name="connsiteX359" fmla="*/ 4283800 w 6386648"/>
              <a:gd name="connsiteY359" fmla="*/ 1326718 h 1849426"/>
              <a:gd name="connsiteX360" fmla="*/ 3815165 w 6386648"/>
              <a:gd name="connsiteY360" fmla="*/ 1326718 h 1849426"/>
              <a:gd name="connsiteX361" fmla="*/ 3833190 w 6386648"/>
              <a:gd name="connsiteY361" fmla="*/ 1344742 h 1849426"/>
              <a:gd name="connsiteX362" fmla="*/ 3815165 w 6386648"/>
              <a:gd name="connsiteY362" fmla="*/ 1362767 h 1849426"/>
              <a:gd name="connsiteX363" fmla="*/ 3797141 w 6386648"/>
              <a:gd name="connsiteY363" fmla="*/ 1344742 h 1849426"/>
              <a:gd name="connsiteX364" fmla="*/ 3815165 w 6386648"/>
              <a:gd name="connsiteY364" fmla="*/ 1326718 h 1849426"/>
              <a:gd name="connsiteX365" fmla="*/ 2980034 w 6386648"/>
              <a:gd name="connsiteY365" fmla="*/ 1326718 h 1849426"/>
              <a:gd name="connsiteX366" fmla="*/ 2998059 w 6386648"/>
              <a:gd name="connsiteY366" fmla="*/ 1344742 h 1849426"/>
              <a:gd name="connsiteX367" fmla="*/ 2980034 w 6386648"/>
              <a:gd name="connsiteY367" fmla="*/ 1362767 h 1849426"/>
              <a:gd name="connsiteX368" fmla="*/ 2962010 w 6386648"/>
              <a:gd name="connsiteY368" fmla="*/ 1344742 h 1849426"/>
              <a:gd name="connsiteX369" fmla="*/ 2980034 w 6386648"/>
              <a:gd name="connsiteY369" fmla="*/ 1326718 h 1849426"/>
              <a:gd name="connsiteX370" fmla="*/ 594806 w 6386648"/>
              <a:gd name="connsiteY370" fmla="*/ 1326718 h 1849426"/>
              <a:gd name="connsiteX371" fmla="*/ 612830 w 6386648"/>
              <a:gd name="connsiteY371" fmla="*/ 1344742 h 1849426"/>
              <a:gd name="connsiteX372" fmla="*/ 594806 w 6386648"/>
              <a:gd name="connsiteY372" fmla="*/ 1362767 h 1849426"/>
              <a:gd name="connsiteX373" fmla="*/ 576781 w 6386648"/>
              <a:gd name="connsiteY373" fmla="*/ 1344742 h 1849426"/>
              <a:gd name="connsiteX374" fmla="*/ 594806 w 6386648"/>
              <a:gd name="connsiteY374" fmla="*/ 1326718 h 1849426"/>
              <a:gd name="connsiteX375" fmla="*/ 4836548 w 6386648"/>
              <a:gd name="connsiteY375" fmla="*/ 1314702 h 1849426"/>
              <a:gd name="connsiteX376" fmla="*/ 4854573 w 6386648"/>
              <a:gd name="connsiteY376" fmla="*/ 1332726 h 1849426"/>
              <a:gd name="connsiteX377" fmla="*/ 4836548 w 6386648"/>
              <a:gd name="connsiteY377" fmla="*/ 1350751 h 1849426"/>
              <a:gd name="connsiteX378" fmla="*/ 4818524 w 6386648"/>
              <a:gd name="connsiteY378" fmla="*/ 1332726 h 1849426"/>
              <a:gd name="connsiteX379" fmla="*/ 4836548 w 6386648"/>
              <a:gd name="connsiteY379" fmla="*/ 1314702 h 1849426"/>
              <a:gd name="connsiteX380" fmla="*/ 4980743 w 6386648"/>
              <a:gd name="connsiteY380" fmla="*/ 1308694 h 1849426"/>
              <a:gd name="connsiteX381" fmla="*/ 4998768 w 6386648"/>
              <a:gd name="connsiteY381" fmla="*/ 1326719 h 1849426"/>
              <a:gd name="connsiteX382" fmla="*/ 4980743 w 6386648"/>
              <a:gd name="connsiteY382" fmla="*/ 1344743 h 1849426"/>
              <a:gd name="connsiteX383" fmla="*/ 4962719 w 6386648"/>
              <a:gd name="connsiteY383" fmla="*/ 1326719 h 1849426"/>
              <a:gd name="connsiteX384" fmla="*/ 4980743 w 6386648"/>
              <a:gd name="connsiteY384" fmla="*/ 1308694 h 1849426"/>
              <a:gd name="connsiteX385" fmla="*/ 2871888 w 6386648"/>
              <a:gd name="connsiteY385" fmla="*/ 1302686 h 1849426"/>
              <a:gd name="connsiteX386" fmla="*/ 2889913 w 6386648"/>
              <a:gd name="connsiteY386" fmla="*/ 1320710 h 1849426"/>
              <a:gd name="connsiteX387" fmla="*/ 2871888 w 6386648"/>
              <a:gd name="connsiteY387" fmla="*/ 1338735 h 1849426"/>
              <a:gd name="connsiteX388" fmla="*/ 2853864 w 6386648"/>
              <a:gd name="connsiteY388" fmla="*/ 1320710 h 1849426"/>
              <a:gd name="connsiteX389" fmla="*/ 2871888 w 6386648"/>
              <a:gd name="connsiteY389" fmla="*/ 1302686 h 1849426"/>
              <a:gd name="connsiteX390" fmla="*/ 2102847 w 6386648"/>
              <a:gd name="connsiteY390" fmla="*/ 1302686 h 1849426"/>
              <a:gd name="connsiteX391" fmla="*/ 2120872 w 6386648"/>
              <a:gd name="connsiteY391" fmla="*/ 1320710 h 1849426"/>
              <a:gd name="connsiteX392" fmla="*/ 2102847 w 6386648"/>
              <a:gd name="connsiteY392" fmla="*/ 1338735 h 1849426"/>
              <a:gd name="connsiteX393" fmla="*/ 2084823 w 6386648"/>
              <a:gd name="connsiteY393" fmla="*/ 1320710 h 1849426"/>
              <a:gd name="connsiteX394" fmla="*/ 2102847 w 6386648"/>
              <a:gd name="connsiteY394" fmla="*/ 1302686 h 1849426"/>
              <a:gd name="connsiteX395" fmla="*/ 1273724 w 6386648"/>
              <a:gd name="connsiteY395" fmla="*/ 1302686 h 1849426"/>
              <a:gd name="connsiteX396" fmla="*/ 1291749 w 6386648"/>
              <a:gd name="connsiteY396" fmla="*/ 1320710 h 1849426"/>
              <a:gd name="connsiteX397" fmla="*/ 1273724 w 6386648"/>
              <a:gd name="connsiteY397" fmla="*/ 1338735 h 1849426"/>
              <a:gd name="connsiteX398" fmla="*/ 1255700 w 6386648"/>
              <a:gd name="connsiteY398" fmla="*/ 1320710 h 1849426"/>
              <a:gd name="connsiteX399" fmla="*/ 1273724 w 6386648"/>
              <a:gd name="connsiteY399" fmla="*/ 1302686 h 1849426"/>
              <a:gd name="connsiteX400" fmla="*/ 1033398 w 6386648"/>
              <a:gd name="connsiteY400" fmla="*/ 1302686 h 1849426"/>
              <a:gd name="connsiteX401" fmla="*/ 1051423 w 6386648"/>
              <a:gd name="connsiteY401" fmla="*/ 1320710 h 1849426"/>
              <a:gd name="connsiteX402" fmla="*/ 1033398 w 6386648"/>
              <a:gd name="connsiteY402" fmla="*/ 1338735 h 1849426"/>
              <a:gd name="connsiteX403" fmla="*/ 1015374 w 6386648"/>
              <a:gd name="connsiteY403" fmla="*/ 1320710 h 1849426"/>
              <a:gd name="connsiteX404" fmla="*/ 1033398 w 6386648"/>
              <a:gd name="connsiteY404" fmla="*/ 1302686 h 1849426"/>
              <a:gd name="connsiteX405" fmla="*/ 4548158 w 6386648"/>
              <a:gd name="connsiteY405" fmla="*/ 1296678 h 1849426"/>
              <a:gd name="connsiteX406" fmla="*/ 4566183 w 6386648"/>
              <a:gd name="connsiteY406" fmla="*/ 1314702 h 1849426"/>
              <a:gd name="connsiteX407" fmla="*/ 4548158 w 6386648"/>
              <a:gd name="connsiteY407" fmla="*/ 1332727 h 1849426"/>
              <a:gd name="connsiteX408" fmla="*/ 4530133 w 6386648"/>
              <a:gd name="connsiteY408" fmla="*/ 1314702 h 1849426"/>
              <a:gd name="connsiteX409" fmla="*/ 4548158 w 6386648"/>
              <a:gd name="connsiteY409" fmla="*/ 1296678 h 1849426"/>
              <a:gd name="connsiteX410" fmla="*/ 3520767 w 6386648"/>
              <a:gd name="connsiteY410" fmla="*/ 1290670 h 1849426"/>
              <a:gd name="connsiteX411" fmla="*/ 3538792 w 6386648"/>
              <a:gd name="connsiteY411" fmla="*/ 1308694 h 1849426"/>
              <a:gd name="connsiteX412" fmla="*/ 3520767 w 6386648"/>
              <a:gd name="connsiteY412" fmla="*/ 1326719 h 1849426"/>
              <a:gd name="connsiteX413" fmla="*/ 3502743 w 6386648"/>
              <a:gd name="connsiteY413" fmla="*/ 1308694 h 1849426"/>
              <a:gd name="connsiteX414" fmla="*/ 3520767 w 6386648"/>
              <a:gd name="connsiteY414" fmla="*/ 1290670 h 1849426"/>
              <a:gd name="connsiteX415" fmla="*/ 3244392 w 6386648"/>
              <a:gd name="connsiteY415" fmla="*/ 1290670 h 1849426"/>
              <a:gd name="connsiteX416" fmla="*/ 3262417 w 6386648"/>
              <a:gd name="connsiteY416" fmla="*/ 1308694 h 1849426"/>
              <a:gd name="connsiteX417" fmla="*/ 3244392 w 6386648"/>
              <a:gd name="connsiteY417" fmla="*/ 1326719 h 1849426"/>
              <a:gd name="connsiteX418" fmla="*/ 3226368 w 6386648"/>
              <a:gd name="connsiteY418" fmla="*/ 1308694 h 1849426"/>
              <a:gd name="connsiteX419" fmla="*/ 3244392 w 6386648"/>
              <a:gd name="connsiteY419" fmla="*/ 1290670 h 1849426"/>
              <a:gd name="connsiteX420" fmla="*/ 757024 w 6386648"/>
              <a:gd name="connsiteY420" fmla="*/ 1290670 h 1849426"/>
              <a:gd name="connsiteX421" fmla="*/ 775049 w 6386648"/>
              <a:gd name="connsiteY421" fmla="*/ 1308694 h 1849426"/>
              <a:gd name="connsiteX422" fmla="*/ 757024 w 6386648"/>
              <a:gd name="connsiteY422" fmla="*/ 1326719 h 1849426"/>
              <a:gd name="connsiteX423" fmla="*/ 739000 w 6386648"/>
              <a:gd name="connsiteY423" fmla="*/ 1308694 h 1849426"/>
              <a:gd name="connsiteX424" fmla="*/ 757024 w 6386648"/>
              <a:gd name="connsiteY424" fmla="*/ 1290670 h 1849426"/>
              <a:gd name="connsiteX425" fmla="*/ 4427995 w 6386648"/>
              <a:gd name="connsiteY425" fmla="*/ 1284661 h 1849426"/>
              <a:gd name="connsiteX426" fmla="*/ 4446020 w 6386648"/>
              <a:gd name="connsiteY426" fmla="*/ 1302685 h 1849426"/>
              <a:gd name="connsiteX427" fmla="*/ 4427995 w 6386648"/>
              <a:gd name="connsiteY427" fmla="*/ 1320710 h 1849426"/>
              <a:gd name="connsiteX428" fmla="*/ 4409970 w 6386648"/>
              <a:gd name="connsiteY428" fmla="*/ 1302685 h 1849426"/>
              <a:gd name="connsiteX429" fmla="*/ 4427995 w 6386648"/>
              <a:gd name="connsiteY429" fmla="*/ 1284661 h 1849426"/>
              <a:gd name="connsiteX430" fmla="*/ 2763741 w 6386648"/>
              <a:gd name="connsiteY430" fmla="*/ 1278653 h 1849426"/>
              <a:gd name="connsiteX431" fmla="*/ 2781766 w 6386648"/>
              <a:gd name="connsiteY431" fmla="*/ 1296678 h 1849426"/>
              <a:gd name="connsiteX432" fmla="*/ 2763741 w 6386648"/>
              <a:gd name="connsiteY432" fmla="*/ 1314702 h 1849426"/>
              <a:gd name="connsiteX433" fmla="*/ 2745717 w 6386648"/>
              <a:gd name="connsiteY433" fmla="*/ 1296678 h 1849426"/>
              <a:gd name="connsiteX434" fmla="*/ 2763741 w 6386648"/>
              <a:gd name="connsiteY434" fmla="*/ 1278653 h 1849426"/>
              <a:gd name="connsiteX435" fmla="*/ 2217002 w 6386648"/>
              <a:gd name="connsiteY435" fmla="*/ 1272645 h 1849426"/>
              <a:gd name="connsiteX436" fmla="*/ 2235026 w 6386648"/>
              <a:gd name="connsiteY436" fmla="*/ 1290669 h 1849426"/>
              <a:gd name="connsiteX437" fmla="*/ 2217002 w 6386648"/>
              <a:gd name="connsiteY437" fmla="*/ 1308694 h 1849426"/>
              <a:gd name="connsiteX438" fmla="*/ 2198977 w 6386648"/>
              <a:gd name="connsiteY438" fmla="*/ 1290669 h 1849426"/>
              <a:gd name="connsiteX439" fmla="*/ 2217002 w 6386648"/>
              <a:gd name="connsiteY439" fmla="*/ 1272645 h 1849426"/>
              <a:gd name="connsiteX440" fmla="*/ 1874537 w 6386648"/>
              <a:gd name="connsiteY440" fmla="*/ 1272645 h 1849426"/>
              <a:gd name="connsiteX441" fmla="*/ 1892562 w 6386648"/>
              <a:gd name="connsiteY441" fmla="*/ 1290669 h 1849426"/>
              <a:gd name="connsiteX442" fmla="*/ 1874537 w 6386648"/>
              <a:gd name="connsiteY442" fmla="*/ 1308694 h 1849426"/>
              <a:gd name="connsiteX443" fmla="*/ 1856513 w 6386648"/>
              <a:gd name="connsiteY443" fmla="*/ 1290669 h 1849426"/>
              <a:gd name="connsiteX444" fmla="*/ 1874537 w 6386648"/>
              <a:gd name="connsiteY444" fmla="*/ 1272645 h 1849426"/>
              <a:gd name="connsiteX445" fmla="*/ 3376571 w 6386648"/>
              <a:gd name="connsiteY445" fmla="*/ 1266637 h 1849426"/>
              <a:gd name="connsiteX446" fmla="*/ 3394596 w 6386648"/>
              <a:gd name="connsiteY446" fmla="*/ 1284661 h 1849426"/>
              <a:gd name="connsiteX447" fmla="*/ 3376571 w 6386648"/>
              <a:gd name="connsiteY447" fmla="*/ 1302686 h 1849426"/>
              <a:gd name="connsiteX448" fmla="*/ 3358546 w 6386648"/>
              <a:gd name="connsiteY448" fmla="*/ 1284661 h 1849426"/>
              <a:gd name="connsiteX449" fmla="*/ 3376571 w 6386648"/>
              <a:gd name="connsiteY449" fmla="*/ 1266637 h 1849426"/>
              <a:gd name="connsiteX450" fmla="*/ 2643579 w 6386648"/>
              <a:gd name="connsiteY450" fmla="*/ 1266637 h 1849426"/>
              <a:gd name="connsiteX451" fmla="*/ 2661604 w 6386648"/>
              <a:gd name="connsiteY451" fmla="*/ 1284661 h 1849426"/>
              <a:gd name="connsiteX452" fmla="*/ 2643579 w 6386648"/>
              <a:gd name="connsiteY452" fmla="*/ 1302686 h 1849426"/>
              <a:gd name="connsiteX453" fmla="*/ 2625555 w 6386648"/>
              <a:gd name="connsiteY453" fmla="*/ 1284661 h 1849426"/>
              <a:gd name="connsiteX454" fmla="*/ 2643579 w 6386648"/>
              <a:gd name="connsiteY454" fmla="*/ 1266637 h 1849426"/>
              <a:gd name="connsiteX455" fmla="*/ 1754375 w 6386648"/>
              <a:gd name="connsiteY455" fmla="*/ 1266637 h 1849426"/>
              <a:gd name="connsiteX456" fmla="*/ 1772400 w 6386648"/>
              <a:gd name="connsiteY456" fmla="*/ 1284661 h 1849426"/>
              <a:gd name="connsiteX457" fmla="*/ 1754375 w 6386648"/>
              <a:gd name="connsiteY457" fmla="*/ 1302686 h 1849426"/>
              <a:gd name="connsiteX458" fmla="*/ 1736351 w 6386648"/>
              <a:gd name="connsiteY458" fmla="*/ 1284661 h 1849426"/>
              <a:gd name="connsiteX459" fmla="*/ 1754375 w 6386648"/>
              <a:gd name="connsiteY459" fmla="*/ 1266637 h 1849426"/>
              <a:gd name="connsiteX460" fmla="*/ 4740418 w 6386648"/>
              <a:gd name="connsiteY460" fmla="*/ 1260629 h 1849426"/>
              <a:gd name="connsiteX461" fmla="*/ 4758443 w 6386648"/>
              <a:gd name="connsiteY461" fmla="*/ 1278653 h 1849426"/>
              <a:gd name="connsiteX462" fmla="*/ 4740418 w 6386648"/>
              <a:gd name="connsiteY462" fmla="*/ 1296678 h 1849426"/>
              <a:gd name="connsiteX463" fmla="*/ 4722394 w 6386648"/>
              <a:gd name="connsiteY463" fmla="*/ 1278653 h 1849426"/>
              <a:gd name="connsiteX464" fmla="*/ 4740418 w 6386648"/>
              <a:gd name="connsiteY464" fmla="*/ 1260629 h 1849426"/>
              <a:gd name="connsiteX465" fmla="*/ 4103556 w 6386648"/>
              <a:gd name="connsiteY465" fmla="*/ 1260629 h 1849426"/>
              <a:gd name="connsiteX466" fmla="*/ 4121581 w 6386648"/>
              <a:gd name="connsiteY466" fmla="*/ 1278653 h 1849426"/>
              <a:gd name="connsiteX467" fmla="*/ 4103556 w 6386648"/>
              <a:gd name="connsiteY467" fmla="*/ 1296678 h 1849426"/>
              <a:gd name="connsiteX468" fmla="*/ 4085532 w 6386648"/>
              <a:gd name="connsiteY468" fmla="*/ 1278653 h 1849426"/>
              <a:gd name="connsiteX469" fmla="*/ 4103556 w 6386648"/>
              <a:gd name="connsiteY469" fmla="*/ 1260629 h 1849426"/>
              <a:gd name="connsiteX470" fmla="*/ 3725043 w 6386648"/>
              <a:gd name="connsiteY470" fmla="*/ 1260629 h 1849426"/>
              <a:gd name="connsiteX471" fmla="*/ 3743068 w 6386648"/>
              <a:gd name="connsiteY471" fmla="*/ 1278653 h 1849426"/>
              <a:gd name="connsiteX472" fmla="*/ 3725043 w 6386648"/>
              <a:gd name="connsiteY472" fmla="*/ 1296678 h 1849426"/>
              <a:gd name="connsiteX473" fmla="*/ 3707019 w 6386648"/>
              <a:gd name="connsiteY473" fmla="*/ 1278653 h 1849426"/>
              <a:gd name="connsiteX474" fmla="*/ 3725043 w 6386648"/>
              <a:gd name="connsiteY474" fmla="*/ 1260629 h 1849426"/>
              <a:gd name="connsiteX475" fmla="*/ 1405904 w 6386648"/>
              <a:gd name="connsiteY475" fmla="*/ 1260629 h 1849426"/>
              <a:gd name="connsiteX476" fmla="*/ 1423928 w 6386648"/>
              <a:gd name="connsiteY476" fmla="*/ 1278653 h 1849426"/>
              <a:gd name="connsiteX477" fmla="*/ 1405904 w 6386648"/>
              <a:gd name="connsiteY477" fmla="*/ 1296678 h 1849426"/>
              <a:gd name="connsiteX478" fmla="*/ 1387879 w 6386648"/>
              <a:gd name="connsiteY478" fmla="*/ 1278653 h 1849426"/>
              <a:gd name="connsiteX479" fmla="*/ 1405904 w 6386648"/>
              <a:gd name="connsiteY479" fmla="*/ 1260629 h 1849426"/>
              <a:gd name="connsiteX480" fmla="*/ 492666 w 6386648"/>
              <a:gd name="connsiteY480" fmla="*/ 1260629 h 1849426"/>
              <a:gd name="connsiteX481" fmla="*/ 510691 w 6386648"/>
              <a:gd name="connsiteY481" fmla="*/ 1278653 h 1849426"/>
              <a:gd name="connsiteX482" fmla="*/ 492666 w 6386648"/>
              <a:gd name="connsiteY482" fmla="*/ 1296678 h 1849426"/>
              <a:gd name="connsiteX483" fmla="*/ 474642 w 6386648"/>
              <a:gd name="connsiteY483" fmla="*/ 1278653 h 1849426"/>
              <a:gd name="connsiteX484" fmla="*/ 492666 w 6386648"/>
              <a:gd name="connsiteY484" fmla="*/ 1260629 h 1849426"/>
              <a:gd name="connsiteX485" fmla="*/ 4229726 w 6386648"/>
              <a:gd name="connsiteY485" fmla="*/ 1248613 h 1849426"/>
              <a:gd name="connsiteX486" fmla="*/ 4247751 w 6386648"/>
              <a:gd name="connsiteY486" fmla="*/ 1266638 h 1849426"/>
              <a:gd name="connsiteX487" fmla="*/ 4229726 w 6386648"/>
              <a:gd name="connsiteY487" fmla="*/ 1284662 h 1849426"/>
              <a:gd name="connsiteX488" fmla="*/ 4211702 w 6386648"/>
              <a:gd name="connsiteY488" fmla="*/ 1266638 h 1849426"/>
              <a:gd name="connsiteX489" fmla="*/ 4229726 w 6386648"/>
              <a:gd name="connsiteY489" fmla="*/ 1248613 h 1849426"/>
              <a:gd name="connsiteX490" fmla="*/ 2439302 w 6386648"/>
              <a:gd name="connsiteY490" fmla="*/ 1248613 h 1849426"/>
              <a:gd name="connsiteX491" fmla="*/ 2457327 w 6386648"/>
              <a:gd name="connsiteY491" fmla="*/ 1266638 h 1849426"/>
              <a:gd name="connsiteX492" fmla="*/ 2439302 w 6386648"/>
              <a:gd name="connsiteY492" fmla="*/ 1284662 h 1849426"/>
              <a:gd name="connsiteX493" fmla="*/ 2421278 w 6386648"/>
              <a:gd name="connsiteY493" fmla="*/ 1266638 h 1849426"/>
              <a:gd name="connsiteX494" fmla="*/ 2439302 w 6386648"/>
              <a:gd name="connsiteY494" fmla="*/ 1248613 h 1849426"/>
              <a:gd name="connsiteX495" fmla="*/ 2337165 w 6386648"/>
              <a:gd name="connsiteY495" fmla="*/ 1248613 h 1849426"/>
              <a:gd name="connsiteX496" fmla="*/ 2355189 w 6386648"/>
              <a:gd name="connsiteY496" fmla="*/ 1266638 h 1849426"/>
              <a:gd name="connsiteX497" fmla="*/ 2337165 w 6386648"/>
              <a:gd name="connsiteY497" fmla="*/ 1284662 h 1849426"/>
              <a:gd name="connsiteX498" fmla="*/ 2319140 w 6386648"/>
              <a:gd name="connsiteY498" fmla="*/ 1266638 h 1849426"/>
              <a:gd name="connsiteX499" fmla="*/ 2337165 w 6386648"/>
              <a:gd name="connsiteY499" fmla="*/ 1248613 h 1849426"/>
              <a:gd name="connsiteX500" fmla="*/ 2012725 w 6386648"/>
              <a:gd name="connsiteY500" fmla="*/ 1248613 h 1849426"/>
              <a:gd name="connsiteX501" fmla="*/ 2030750 w 6386648"/>
              <a:gd name="connsiteY501" fmla="*/ 1266638 h 1849426"/>
              <a:gd name="connsiteX502" fmla="*/ 2012725 w 6386648"/>
              <a:gd name="connsiteY502" fmla="*/ 1284662 h 1849426"/>
              <a:gd name="connsiteX503" fmla="*/ 1994701 w 6386648"/>
              <a:gd name="connsiteY503" fmla="*/ 1266638 h 1849426"/>
              <a:gd name="connsiteX504" fmla="*/ 2012725 w 6386648"/>
              <a:gd name="connsiteY504" fmla="*/ 1248613 h 1849426"/>
              <a:gd name="connsiteX505" fmla="*/ 1165578 w 6386648"/>
              <a:gd name="connsiteY505" fmla="*/ 1248613 h 1849426"/>
              <a:gd name="connsiteX506" fmla="*/ 1183602 w 6386648"/>
              <a:gd name="connsiteY506" fmla="*/ 1266638 h 1849426"/>
              <a:gd name="connsiteX507" fmla="*/ 1165578 w 6386648"/>
              <a:gd name="connsiteY507" fmla="*/ 1284662 h 1849426"/>
              <a:gd name="connsiteX508" fmla="*/ 1147553 w 6386648"/>
              <a:gd name="connsiteY508" fmla="*/ 1266638 h 1849426"/>
              <a:gd name="connsiteX509" fmla="*/ 1165578 w 6386648"/>
              <a:gd name="connsiteY509" fmla="*/ 1248613 h 1849426"/>
              <a:gd name="connsiteX510" fmla="*/ 3989401 w 6386648"/>
              <a:gd name="connsiteY510" fmla="*/ 1242605 h 1849426"/>
              <a:gd name="connsiteX511" fmla="*/ 4007426 w 6386648"/>
              <a:gd name="connsiteY511" fmla="*/ 1260629 h 1849426"/>
              <a:gd name="connsiteX512" fmla="*/ 3989401 w 6386648"/>
              <a:gd name="connsiteY512" fmla="*/ 1278654 h 1849426"/>
              <a:gd name="connsiteX513" fmla="*/ 3971377 w 6386648"/>
              <a:gd name="connsiteY513" fmla="*/ 1260629 h 1849426"/>
              <a:gd name="connsiteX514" fmla="*/ 3989401 w 6386648"/>
              <a:gd name="connsiteY514" fmla="*/ 1242605 h 1849426"/>
              <a:gd name="connsiteX515" fmla="*/ 1514049 w 6386648"/>
              <a:gd name="connsiteY515" fmla="*/ 1242605 h 1849426"/>
              <a:gd name="connsiteX516" fmla="*/ 1532074 w 6386648"/>
              <a:gd name="connsiteY516" fmla="*/ 1260629 h 1849426"/>
              <a:gd name="connsiteX517" fmla="*/ 1514049 w 6386648"/>
              <a:gd name="connsiteY517" fmla="*/ 1278654 h 1849426"/>
              <a:gd name="connsiteX518" fmla="*/ 1496025 w 6386648"/>
              <a:gd name="connsiteY518" fmla="*/ 1260629 h 1849426"/>
              <a:gd name="connsiteX519" fmla="*/ 1514049 w 6386648"/>
              <a:gd name="connsiteY519" fmla="*/ 1242605 h 1849426"/>
              <a:gd name="connsiteX520" fmla="*/ 3088181 w 6386648"/>
              <a:gd name="connsiteY520" fmla="*/ 1230588 h 1849426"/>
              <a:gd name="connsiteX521" fmla="*/ 3106206 w 6386648"/>
              <a:gd name="connsiteY521" fmla="*/ 1248612 h 1849426"/>
              <a:gd name="connsiteX522" fmla="*/ 3088181 w 6386648"/>
              <a:gd name="connsiteY522" fmla="*/ 1266637 h 1849426"/>
              <a:gd name="connsiteX523" fmla="*/ 3070157 w 6386648"/>
              <a:gd name="connsiteY523" fmla="*/ 1248612 h 1849426"/>
              <a:gd name="connsiteX524" fmla="*/ 3088181 w 6386648"/>
              <a:gd name="connsiteY524" fmla="*/ 1230588 h 1849426"/>
              <a:gd name="connsiteX525" fmla="*/ 895212 w 6386648"/>
              <a:gd name="connsiteY525" fmla="*/ 1230588 h 1849426"/>
              <a:gd name="connsiteX526" fmla="*/ 913236 w 6386648"/>
              <a:gd name="connsiteY526" fmla="*/ 1248612 h 1849426"/>
              <a:gd name="connsiteX527" fmla="*/ 895212 w 6386648"/>
              <a:gd name="connsiteY527" fmla="*/ 1266637 h 1849426"/>
              <a:gd name="connsiteX528" fmla="*/ 877187 w 6386648"/>
              <a:gd name="connsiteY528" fmla="*/ 1248612 h 1849426"/>
              <a:gd name="connsiteX529" fmla="*/ 895212 w 6386648"/>
              <a:gd name="connsiteY529" fmla="*/ 1230588 h 1849426"/>
              <a:gd name="connsiteX530" fmla="*/ 4626263 w 6386648"/>
              <a:gd name="connsiteY530" fmla="*/ 1224580 h 1849426"/>
              <a:gd name="connsiteX531" fmla="*/ 4644288 w 6386648"/>
              <a:gd name="connsiteY531" fmla="*/ 1242604 h 1849426"/>
              <a:gd name="connsiteX532" fmla="*/ 4626263 w 6386648"/>
              <a:gd name="connsiteY532" fmla="*/ 1260629 h 1849426"/>
              <a:gd name="connsiteX533" fmla="*/ 4608239 w 6386648"/>
              <a:gd name="connsiteY533" fmla="*/ 1242604 h 1849426"/>
              <a:gd name="connsiteX534" fmla="*/ 4626263 w 6386648"/>
              <a:gd name="connsiteY534" fmla="*/ 1224580 h 1849426"/>
              <a:gd name="connsiteX535" fmla="*/ 2547449 w 6386648"/>
              <a:gd name="connsiteY535" fmla="*/ 1224580 h 1849426"/>
              <a:gd name="connsiteX536" fmla="*/ 2565474 w 6386648"/>
              <a:gd name="connsiteY536" fmla="*/ 1242604 h 1849426"/>
              <a:gd name="connsiteX537" fmla="*/ 2547449 w 6386648"/>
              <a:gd name="connsiteY537" fmla="*/ 1260629 h 1849426"/>
              <a:gd name="connsiteX538" fmla="*/ 2529425 w 6386648"/>
              <a:gd name="connsiteY538" fmla="*/ 1242604 h 1849426"/>
              <a:gd name="connsiteX539" fmla="*/ 2547449 w 6386648"/>
              <a:gd name="connsiteY539" fmla="*/ 1224580 h 1849426"/>
              <a:gd name="connsiteX540" fmla="*/ 1628204 w 6386648"/>
              <a:gd name="connsiteY540" fmla="*/ 1224580 h 1849426"/>
              <a:gd name="connsiteX541" fmla="*/ 1646229 w 6386648"/>
              <a:gd name="connsiteY541" fmla="*/ 1242604 h 1849426"/>
              <a:gd name="connsiteX542" fmla="*/ 1628204 w 6386648"/>
              <a:gd name="connsiteY542" fmla="*/ 1260629 h 1849426"/>
              <a:gd name="connsiteX543" fmla="*/ 1610180 w 6386648"/>
              <a:gd name="connsiteY543" fmla="*/ 1242604 h 1849426"/>
              <a:gd name="connsiteX544" fmla="*/ 1628204 w 6386648"/>
              <a:gd name="connsiteY544" fmla="*/ 1224580 h 1849426"/>
              <a:gd name="connsiteX545" fmla="*/ 5052841 w 6386648"/>
              <a:gd name="connsiteY545" fmla="*/ 1212564 h 1849426"/>
              <a:gd name="connsiteX546" fmla="*/ 5070866 w 6386648"/>
              <a:gd name="connsiteY546" fmla="*/ 1230588 h 1849426"/>
              <a:gd name="connsiteX547" fmla="*/ 5052841 w 6386648"/>
              <a:gd name="connsiteY547" fmla="*/ 1248613 h 1849426"/>
              <a:gd name="connsiteX548" fmla="*/ 5034817 w 6386648"/>
              <a:gd name="connsiteY548" fmla="*/ 1230588 h 1849426"/>
              <a:gd name="connsiteX549" fmla="*/ 5052841 w 6386648"/>
              <a:gd name="connsiteY549" fmla="*/ 1212564 h 1849426"/>
              <a:gd name="connsiteX550" fmla="*/ 3845206 w 6386648"/>
              <a:gd name="connsiteY550" fmla="*/ 1206556 h 1849426"/>
              <a:gd name="connsiteX551" fmla="*/ 3863231 w 6386648"/>
              <a:gd name="connsiteY551" fmla="*/ 1224580 h 1849426"/>
              <a:gd name="connsiteX552" fmla="*/ 3845206 w 6386648"/>
              <a:gd name="connsiteY552" fmla="*/ 1242605 h 1849426"/>
              <a:gd name="connsiteX553" fmla="*/ 3827182 w 6386648"/>
              <a:gd name="connsiteY553" fmla="*/ 1224580 h 1849426"/>
              <a:gd name="connsiteX554" fmla="*/ 3845206 w 6386648"/>
              <a:gd name="connsiteY554" fmla="*/ 1206556 h 1849426"/>
              <a:gd name="connsiteX555" fmla="*/ 3604880 w 6386648"/>
              <a:gd name="connsiteY555" fmla="*/ 1206556 h 1849426"/>
              <a:gd name="connsiteX556" fmla="*/ 3622905 w 6386648"/>
              <a:gd name="connsiteY556" fmla="*/ 1224580 h 1849426"/>
              <a:gd name="connsiteX557" fmla="*/ 3604880 w 6386648"/>
              <a:gd name="connsiteY557" fmla="*/ 1242605 h 1849426"/>
              <a:gd name="connsiteX558" fmla="*/ 3586856 w 6386648"/>
              <a:gd name="connsiteY558" fmla="*/ 1224580 h 1849426"/>
              <a:gd name="connsiteX559" fmla="*/ 3604880 w 6386648"/>
              <a:gd name="connsiteY559" fmla="*/ 1206556 h 1849426"/>
              <a:gd name="connsiteX560" fmla="*/ 600813 w 6386648"/>
              <a:gd name="connsiteY560" fmla="*/ 1200548 h 1849426"/>
              <a:gd name="connsiteX561" fmla="*/ 618838 w 6386648"/>
              <a:gd name="connsiteY561" fmla="*/ 1218572 h 1849426"/>
              <a:gd name="connsiteX562" fmla="*/ 600813 w 6386648"/>
              <a:gd name="connsiteY562" fmla="*/ 1236597 h 1849426"/>
              <a:gd name="connsiteX563" fmla="*/ 582789 w 6386648"/>
              <a:gd name="connsiteY563" fmla="*/ 1218572 h 1849426"/>
              <a:gd name="connsiteX564" fmla="*/ 600813 w 6386648"/>
              <a:gd name="connsiteY564" fmla="*/ 1200548 h 1849426"/>
              <a:gd name="connsiteX565" fmla="*/ 2949994 w 6386648"/>
              <a:gd name="connsiteY565" fmla="*/ 1194539 h 1849426"/>
              <a:gd name="connsiteX566" fmla="*/ 2968019 w 6386648"/>
              <a:gd name="connsiteY566" fmla="*/ 1212563 h 1849426"/>
              <a:gd name="connsiteX567" fmla="*/ 2949994 w 6386648"/>
              <a:gd name="connsiteY567" fmla="*/ 1230588 h 1849426"/>
              <a:gd name="connsiteX568" fmla="*/ 2931970 w 6386648"/>
              <a:gd name="connsiteY568" fmla="*/ 1212563 h 1849426"/>
              <a:gd name="connsiteX569" fmla="*/ 2949994 w 6386648"/>
              <a:gd name="connsiteY569" fmla="*/ 1194539 h 1849426"/>
              <a:gd name="connsiteX570" fmla="*/ 1009366 w 6386648"/>
              <a:gd name="connsiteY570" fmla="*/ 1194539 h 1849426"/>
              <a:gd name="connsiteX571" fmla="*/ 1027391 w 6386648"/>
              <a:gd name="connsiteY571" fmla="*/ 1212563 h 1849426"/>
              <a:gd name="connsiteX572" fmla="*/ 1009366 w 6386648"/>
              <a:gd name="connsiteY572" fmla="*/ 1230588 h 1849426"/>
              <a:gd name="connsiteX573" fmla="*/ 991342 w 6386648"/>
              <a:gd name="connsiteY573" fmla="*/ 1212563 h 1849426"/>
              <a:gd name="connsiteX574" fmla="*/ 1009366 w 6386648"/>
              <a:gd name="connsiteY574" fmla="*/ 1194539 h 1849426"/>
              <a:gd name="connsiteX575" fmla="*/ 4932678 w 6386648"/>
              <a:gd name="connsiteY575" fmla="*/ 1188531 h 1849426"/>
              <a:gd name="connsiteX576" fmla="*/ 4950703 w 6386648"/>
              <a:gd name="connsiteY576" fmla="*/ 1206556 h 1849426"/>
              <a:gd name="connsiteX577" fmla="*/ 4932678 w 6386648"/>
              <a:gd name="connsiteY577" fmla="*/ 1224580 h 1849426"/>
              <a:gd name="connsiteX578" fmla="*/ 4914654 w 6386648"/>
              <a:gd name="connsiteY578" fmla="*/ 1206556 h 1849426"/>
              <a:gd name="connsiteX579" fmla="*/ 4932678 w 6386648"/>
              <a:gd name="connsiteY579" fmla="*/ 1188531 h 1849426"/>
              <a:gd name="connsiteX580" fmla="*/ 4361905 w 6386648"/>
              <a:gd name="connsiteY580" fmla="*/ 1188531 h 1849426"/>
              <a:gd name="connsiteX581" fmla="*/ 4379930 w 6386648"/>
              <a:gd name="connsiteY581" fmla="*/ 1206556 h 1849426"/>
              <a:gd name="connsiteX582" fmla="*/ 4361905 w 6386648"/>
              <a:gd name="connsiteY582" fmla="*/ 1224580 h 1849426"/>
              <a:gd name="connsiteX583" fmla="*/ 4343881 w 6386648"/>
              <a:gd name="connsiteY583" fmla="*/ 1206556 h 1849426"/>
              <a:gd name="connsiteX584" fmla="*/ 4361905 w 6386648"/>
              <a:gd name="connsiteY584" fmla="*/ 1188531 h 1849426"/>
              <a:gd name="connsiteX585" fmla="*/ 3220360 w 6386648"/>
              <a:gd name="connsiteY585" fmla="*/ 1188531 h 1849426"/>
              <a:gd name="connsiteX586" fmla="*/ 3238385 w 6386648"/>
              <a:gd name="connsiteY586" fmla="*/ 1206556 h 1849426"/>
              <a:gd name="connsiteX587" fmla="*/ 3220360 w 6386648"/>
              <a:gd name="connsiteY587" fmla="*/ 1224580 h 1849426"/>
              <a:gd name="connsiteX588" fmla="*/ 3202336 w 6386648"/>
              <a:gd name="connsiteY588" fmla="*/ 1206556 h 1849426"/>
              <a:gd name="connsiteX589" fmla="*/ 3220360 w 6386648"/>
              <a:gd name="connsiteY589" fmla="*/ 1188531 h 1849426"/>
              <a:gd name="connsiteX590" fmla="*/ 708959 w 6386648"/>
              <a:gd name="connsiteY590" fmla="*/ 1188531 h 1849426"/>
              <a:gd name="connsiteX591" fmla="*/ 726984 w 6386648"/>
              <a:gd name="connsiteY591" fmla="*/ 1206556 h 1849426"/>
              <a:gd name="connsiteX592" fmla="*/ 708959 w 6386648"/>
              <a:gd name="connsiteY592" fmla="*/ 1224580 h 1849426"/>
              <a:gd name="connsiteX593" fmla="*/ 690935 w 6386648"/>
              <a:gd name="connsiteY593" fmla="*/ 1206556 h 1849426"/>
              <a:gd name="connsiteX594" fmla="*/ 708959 w 6386648"/>
              <a:gd name="connsiteY594" fmla="*/ 1188531 h 1849426"/>
              <a:gd name="connsiteX595" fmla="*/ 4824532 w 6386648"/>
              <a:gd name="connsiteY595" fmla="*/ 1182523 h 1849426"/>
              <a:gd name="connsiteX596" fmla="*/ 4842557 w 6386648"/>
              <a:gd name="connsiteY596" fmla="*/ 1200547 h 1849426"/>
              <a:gd name="connsiteX597" fmla="*/ 4824532 w 6386648"/>
              <a:gd name="connsiteY597" fmla="*/ 1218572 h 1849426"/>
              <a:gd name="connsiteX598" fmla="*/ 4806508 w 6386648"/>
              <a:gd name="connsiteY598" fmla="*/ 1200547 h 1849426"/>
              <a:gd name="connsiteX599" fmla="*/ 4824532 w 6386648"/>
              <a:gd name="connsiteY599" fmla="*/ 1182523 h 1849426"/>
              <a:gd name="connsiteX600" fmla="*/ 1279732 w 6386648"/>
              <a:gd name="connsiteY600" fmla="*/ 1170507 h 1849426"/>
              <a:gd name="connsiteX601" fmla="*/ 1297757 w 6386648"/>
              <a:gd name="connsiteY601" fmla="*/ 1188531 h 1849426"/>
              <a:gd name="connsiteX602" fmla="*/ 1279732 w 6386648"/>
              <a:gd name="connsiteY602" fmla="*/ 1206556 h 1849426"/>
              <a:gd name="connsiteX603" fmla="*/ 1261708 w 6386648"/>
              <a:gd name="connsiteY603" fmla="*/ 1188531 h 1849426"/>
              <a:gd name="connsiteX604" fmla="*/ 1279732 w 6386648"/>
              <a:gd name="connsiteY604" fmla="*/ 1170507 h 1849426"/>
              <a:gd name="connsiteX605" fmla="*/ 3478710 w 6386648"/>
              <a:gd name="connsiteY605" fmla="*/ 1164499 h 1849426"/>
              <a:gd name="connsiteX606" fmla="*/ 3496735 w 6386648"/>
              <a:gd name="connsiteY606" fmla="*/ 1182523 h 1849426"/>
              <a:gd name="connsiteX607" fmla="*/ 3478710 w 6386648"/>
              <a:gd name="connsiteY607" fmla="*/ 1200548 h 1849426"/>
              <a:gd name="connsiteX608" fmla="*/ 3460686 w 6386648"/>
              <a:gd name="connsiteY608" fmla="*/ 1182523 h 1849426"/>
              <a:gd name="connsiteX609" fmla="*/ 3478710 w 6386648"/>
              <a:gd name="connsiteY609" fmla="*/ 1164499 h 1849426"/>
              <a:gd name="connsiteX610" fmla="*/ 2703660 w 6386648"/>
              <a:gd name="connsiteY610" fmla="*/ 1164499 h 1849426"/>
              <a:gd name="connsiteX611" fmla="*/ 2721685 w 6386648"/>
              <a:gd name="connsiteY611" fmla="*/ 1182523 h 1849426"/>
              <a:gd name="connsiteX612" fmla="*/ 2703660 w 6386648"/>
              <a:gd name="connsiteY612" fmla="*/ 1200548 h 1849426"/>
              <a:gd name="connsiteX613" fmla="*/ 2685636 w 6386648"/>
              <a:gd name="connsiteY613" fmla="*/ 1182523 h 1849426"/>
              <a:gd name="connsiteX614" fmla="*/ 2703660 w 6386648"/>
              <a:gd name="connsiteY614" fmla="*/ 1164499 h 1849426"/>
              <a:gd name="connsiteX615" fmla="*/ 4500093 w 6386648"/>
              <a:gd name="connsiteY615" fmla="*/ 1158491 h 1849426"/>
              <a:gd name="connsiteX616" fmla="*/ 4518118 w 6386648"/>
              <a:gd name="connsiteY616" fmla="*/ 1176516 h 1849426"/>
              <a:gd name="connsiteX617" fmla="*/ 4500093 w 6386648"/>
              <a:gd name="connsiteY617" fmla="*/ 1194540 h 1849426"/>
              <a:gd name="connsiteX618" fmla="*/ 4482069 w 6386648"/>
              <a:gd name="connsiteY618" fmla="*/ 1176516 h 1849426"/>
              <a:gd name="connsiteX619" fmla="*/ 4500093 w 6386648"/>
              <a:gd name="connsiteY619" fmla="*/ 1158491 h 1849426"/>
              <a:gd name="connsiteX620" fmla="*/ 4199686 w 6386648"/>
              <a:gd name="connsiteY620" fmla="*/ 1158491 h 1849426"/>
              <a:gd name="connsiteX621" fmla="*/ 4217711 w 6386648"/>
              <a:gd name="connsiteY621" fmla="*/ 1176516 h 1849426"/>
              <a:gd name="connsiteX622" fmla="*/ 4199686 w 6386648"/>
              <a:gd name="connsiteY622" fmla="*/ 1194540 h 1849426"/>
              <a:gd name="connsiteX623" fmla="*/ 4181662 w 6386648"/>
              <a:gd name="connsiteY623" fmla="*/ 1176516 h 1849426"/>
              <a:gd name="connsiteX624" fmla="*/ 4199686 w 6386648"/>
              <a:gd name="connsiteY624" fmla="*/ 1158491 h 1849426"/>
              <a:gd name="connsiteX625" fmla="*/ 2132887 w 6386648"/>
              <a:gd name="connsiteY625" fmla="*/ 1158491 h 1849426"/>
              <a:gd name="connsiteX626" fmla="*/ 2150912 w 6386648"/>
              <a:gd name="connsiteY626" fmla="*/ 1176516 h 1849426"/>
              <a:gd name="connsiteX627" fmla="*/ 2132887 w 6386648"/>
              <a:gd name="connsiteY627" fmla="*/ 1194540 h 1849426"/>
              <a:gd name="connsiteX628" fmla="*/ 2114863 w 6386648"/>
              <a:gd name="connsiteY628" fmla="*/ 1176516 h 1849426"/>
              <a:gd name="connsiteX629" fmla="*/ 2132887 w 6386648"/>
              <a:gd name="connsiteY629" fmla="*/ 1158491 h 1849426"/>
              <a:gd name="connsiteX630" fmla="*/ 1850505 w 6386648"/>
              <a:gd name="connsiteY630" fmla="*/ 1158491 h 1849426"/>
              <a:gd name="connsiteX631" fmla="*/ 1868530 w 6386648"/>
              <a:gd name="connsiteY631" fmla="*/ 1176516 h 1849426"/>
              <a:gd name="connsiteX632" fmla="*/ 1850505 w 6386648"/>
              <a:gd name="connsiteY632" fmla="*/ 1194540 h 1849426"/>
              <a:gd name="connsiteX633" fmla="*/ 1832481 w 6386648"/>
              <a:gd name="connsiteY633" fmla="*/ 1176516 h 1849426"/>
              <a:gd name="connsiteX634" fmla="*/ 1850505 w 6386648"/>
              <a:gd name="connsiteY634" fmla="*/ 1158491 h 1849426"/>
              <a:gd name="connsiteX635" fmla="*/ 3340522 w 6386648"/>
              <a:gd name="connsiteY635" fmla="*/ 1152483 h 1849426"/>
              <a:gd name="connsiteX636" fmla="*/ 3358547 w 6386648"/>
              <a:gd name="connsiteY636" fmla="*/ 1170507 h 1849426"/>
              <a:gd name="connsiteX637" fmla="*/ 3340522 w 6386648"/>
              <a:gd name="connsiteY637" fmla="*/ 1188532 h 1849426"/>
              <a:gd name="connsiteX638" fmla="*/ 3322498 w 6386648"/>
              <a:gd name="connsiteY638" fmla="*/ 1170507 h 1849426"/>
              <a:gd name="connsiteX639" fmla="*/ 3340522 w 6386648"/>
              <a:gd name="connsiteY639" fmla="*/ 1152483 h 1849426"/>
              <a:gd name="connsiteX640" fmla="*/ 2829831 w 6386648"/>
              <a:gd name="connsiteY640" fmla="*/ 1152483 h 1849426"/>
              <a:gd name="connsiteX641" fmla="*/ 2847856 w 6386648"/>
              <a:gd name="connsiteY641" fmla="*/ 1170507 h 1849426"/>
              <a:gd name="connsiteX642" fmla="*/ 2829831 w 6386648"/>
              <a:gd name="connsiteY642" fmla="*/ 1188532 h 1849426"/>
              <a:gd name="connsiteX643" fmla="*/ 2811807 w 6386648"/>
              <a:gd name="connsiteY643" fmla="*/ 1170507 h 1849426"/>
              <a:gd name="connsiteX644" fmla="*/ 2829831 w 6386648"/>
              <a:gd name="connsiteY644" fmla="*/ 1152483 h 1849426"/>
              <a:gd name="connsiteX645" fmla="*/ 2253050 w 6386648"/>
              <a:gd name="connsiteY645" fmla="*/ 1152483 h 1849426"/>
              <a:gd name="connsiteX646" fmla="*/ 2271075 w 6386648"/>
              <a:gd name="connsiteY646" fmla="*/ 1170507 h 1849426"/>
              <a:gd name="connsiteX647" fmla="*/ 2253050 w 6386648"/>
              <a:gd name="connsiteY647" fmla="*/ 1188532 h 1849426"/>
              <a:gd name="connsiteX648" fmla="*/ 2235026 w 6386648"/>
              <a:gd name="connsiteY648" fmla="*/ 1170507 h 1849426"/>
              <a:gd name="connsiteX649" fmla="*/ 2253050 w 6386648"/>
              <a:gd name="connsiteY649" fmla="*/ 1152483 h 1849426"/>
              <a:gd name="connsiteX650" fmla="*/ 1994700 w 6386648"/>
              <a:gd name="connsiteY650" fmla="*/ 1146474 h 1849426"/>
              <a:gd name="connsiteX651" fmla="*/ 2012725 w 6386648"/>
              <a:gd name="connsiteY651" fmla="*/ 1164498 h 1849426"/>
              <a:gd name="connsiteX652" fmla="*/ 1994700 w 6386648"/>
              <a:gd name="connsiteY652" fmla="*/ 1182523 h 1849426"/>
              <a:gd name="connsiteX653" fmla="*/ 1976676 w 6386648"/>
              <a:gd name="connsiteY653" fmla="*/ 1164498 h 1849426"/>
              <a:gd name="connsiteX654" fmla="*/ 1994700 w 6386648"/>
              <a:gd name="connsiteY654" fmla="*/ 1146474 h 1849426"/>
              <a:gd name="connsiteX655" fmla="*/ 1718326 w 6386648"/>
              <a:gd name="connsiteY655" fmla="*/ 1146474 h 1849426"/>
              <a:gd name="connsiteX656" fmla="*/ 1736351 w 6386648"/>
              <a:gd name="connsiteY656" fmla="*/ 1164498 h 1849426"/>
              <a:gd name="connsiteX657" fmla="*/ 1718326 w 6386648"/>
              <a:gd name="connsiteY657" fmla="*/ 1182523 h 1849426"/>
              <a:gd name="connsiteX658" fmla="*/ 1700302 w 6386648"/>
              <a:gd name="connsiteY658" fmla="*/ 1164498 h 1849426"/>
              <a:gd name="connsiteX659" fmla="*/ 1718326 w 6386648"/>
              <a:gd name="connsiteY659" fmla="*/ 1146474 h 1849426"/>
              <a:gd name="connsiteX660" fmla="*/ 1129529 w 6386648"/>
              <a:gd name="connsiteY660" fmla="*/ 1146474 h 1849426"/>
              <a:gd name="connsiteX661" fmla="*/ 1147554 w 6386648"/>
              <a:gd name="connsiteY661" fmla="*/ 1164498 h 1849426"/>
              <a:gd name="connsiteX662" fmla="*/ 1129529 w 6386648"/>
              <a:gd name="connsiteY662" fmla="*/ 1182523 h 1849426"/>
              <a:gd name="connsiteX663" fmla="*/ 1111505 w 6386648"/>
              <a:gd name="connsiteY663" fmla="*/ 1164498 h 1849426"/>
              <a:gd name="connsiteX664" fmla="*/ 1129529 w 6386648"/>
              <a:gd name="connsiteY664" fmla="*/ 1146474 h 1849426"/>
              <a:gd name="connsiteX665" fmla="*/ 498674 w 6386648"/>
              <a:gd name="connsiteY665" fmla="*/ 1140466 h 1849426"/>
              <a:gd name="connsiteX666" fmla="*/ 516699 w 6386648"/>
              <a:gd name="connsiteY666" fmla="*/ 1158490 h 1849426"/>
              <a:gd name="connsiteX667" fmla="*/ 498674 w 6386648"/>
              <a:gd name="connsiteY667" fmla="*/ 1176515 h 1849426"/>
              <a:gd name="connsiteX668" fmla="*/ 480650 w 6386648"/>
              <a:gd name="connsiteY668" fmla="*/ 1158490 h 1849426"/>
              <a:gd name="connsiteX669" fmla="*/ 498674 w 6386648"/>
              <a:gd name="connsiteY669" fmla="*/ 1140466 h 1849426"/>
              <a:gd name="connsiteX670" fmla="*/ 3707019 w 6386648"/>
              <a:gd name="connsiteY670" fmla="*/ 1134458 h 1849426"/>
              <a:gd name="connsiteX671" fmla="*/ 3725044 w 6386648"/>
              <a:gd name="connsiteY671" fmla="*/ 1152482 h 1849426"/>
              <a:gd name="connsiteX672" fmla="*/ 3707019 w 6386648"/>
              <a:gd name="connsiteY672" fmla="*/ 1170507 h 1849426"/>
              <a:gd name="connsiteX673" fmla="*/ 3688994 w 6386648"/>
              <a:gd name="connsiteY673" fmla="*/ 1152482 h 1849426"/>
              <a:gd name="connsiteX674" fmla="*/ 3707019 w 6386648"/>
              <a:gd name="connsiteY674" fmla="*/ 1134458 h 1849426"/>
              <a:gd name="connsiteX675" fmla="*/ 799081 w 6386648"/>
              <a:gd name="connsiteY675" fmla="*/ 1134458 h 1849426"/>
              <a:gd name="connsiteX676" fmla="*/ 817106 w 6386648"/>
              <a:gd name="connsiteY676" fmla="*/ 1152482 h 1849426"/>
              <a:gd name="connsiteX677" fmla="*/ 799081 w 6386648"/>
              <a:gd name="connsiteY677" fmla="*/ 1170507 h 1849426"/>
              <a:gd name="connsiteX678" fmla="*/ 781057 w 6386648"/>
              <a:gd name="connsiteY678" fmla="*/ 1152482 h 1849426"/>
              <a:gd name="connsiteX679" fmla="*/ 799081 w 6386648"/>
              <a:gd name="connsiteY679" fmla="*/ 1134458 h 1849426"/>
              <a:gd name="connsiteX680" fmla="*/ 384520 w 6386648"/>
              <a:gd name="connsiteY680" fmla="*/ 1134458 h 1849426"/>
              <a:gd name="connsiteX681" fmla="*/ 402545 w 6386648"/>
              <a:gd name="connsiteY681" fmla="*/ 1152482 h 1849426"/>
              <a:gd name="connsiteX682" fmla="*/ 384520 w 6386648"/>
              <a:gd name="connsiteY682" fmla="*/ 1170507 h 1849426"/>
              <a:gd name="connsiteX683" fmla="*/ 366496 w 6386648"/>
              <a:gd name="connsiteY683" fmla="*/ 1152482 h 1849426"/>
              <a:gd name="connsiteX684" fmla="*/ 384520 w 6386648"/>
              <a:gd name="connsiteY684" fmla="*/ 1134458 h 1849426"/>
              <a:gd name="connsiteX685" fmla="*/ 3935328 w 6386648"/>
              <a:gd name="connsiteY685" fmla="*/ 1128450 h 1849426"/>
              <a:gd name="connsiteX686" fmla="*/ 3953353 w 6386648"/>
              <a:gd name="connsiteY686" fmla="*/ 1146475 h 1849426"/>
              <a:gd name="connsiteX687" fmla="*/ 3935328 w 6386648"/>
              <a:gd name="connsiteY687" fmla="*/ 1164499 h 1849426"/>
              <a:gd name="connsiteX688" fmla="*/ 3917304 w 6386648"/>
              <a:gd name="connsiteY688" fmla="*/ 1146475 h 1849426"/>
              <a:gd name="connsiteX689" fmla="*/ 3935328 w 6386648"/>
              <a:gd name="connsiteY689" fmla="*/ 1128450 h 1849426"/>
              <a:gd name="connsiteX690" fmla="*/ 1514049 w 6386648"/>
              <a:gd name="connsiteY690" fmla="*/ 1128450 h 1849426"/>
              <a:gd name="connsiteX691" fmla="*/ 1532074 w 6386648"/>
              <a:gd name="connsiteY691" fmla="*/ 1146475 h 1849426"/>
              <a:gd name="connsiteX692" fmla="*/ 1514049 w 6386648"/>
              <a:gd name="connsiteY692" fmla="*/ 1164499 h 1849426"/>
              <a:gd name="connsiteX693" fmla="*/ 1496025 w 6386648"/>
              <a:gd name="connsiteY693" fmla="*/ 1146475 h 1849426"/>
              <a:gd name="connsiteX694" fmla="*/ 1514049 w 6386648"/>
              <a:gd name="connsiteY694" fmla="*/ 1128450 h 1849426"/>
              <a:gd name="connsiteX695" fmla="*/ 4650296 w 6386648"/>
              <a:gd name="connsiteY695" fmla="*/ 1122442 h 1849426"/>
              <a:gd name="connsiteX696" fmla="*/ 4668321 w 6386648"/>
              <a:gd name="connsiteY696" fmla="*/ 1140466 h 1849426"/>
              <a:gd name="connsiteX697" fmla="*/ 4650296 w 6386648"/>
              <a:gd name="connsiteY697" fmla="*/ 1158491 h 1849426"/>
              <a:gd name="connsiteX698" fmla="*/ 4632272 w 6386648"/>
              <a:gd name="connsiteY698" fmla="*/ 1140466 h 1849426"/>
              <a:gd name="connsiteX699" fmla="*/ 4650296 w 6386648"/>
              <a:gd name="connsiteY699" fmla="*/ 1122442 h 1849426"/>
              <a:gd name="connsiteX700" fmla="*/ 4073515 w 6386648"/>
              <a:gd name="connsiteY700" fmla="*/ 1122442 h 1849426"/>
              <a:gd name="connsiteX701" fmla="*/ 4091540 w 6386648"/>
              <a:gd name="connsiteY701" fmla="*/ 1140466 h 1849426"/>
              <a:gd name="connsiteX702" fmla="*/ 4073515 w 6386648"/>
              <a:gd name="connsiteY702" fmla="*/ 1158491 h 1849426"/>
              <a:gd name="connsiteX703" fmla="*/ 4055491 w 6386648"/>
              <a:gd name="connsiteY703" fmla="*/ 1140466 h 1849426"/>
              <a:gd name="connsiteX704" fmla="*/ 4073515 w 6386648"/>
              <a:gd name="connsiteY704" fmla="*/ 1122442 h 1849426"/>
              <a:gd name="connsiteX705" fmla="*/ 2475351 w 6386648"/>
              <a:gd name="connsiteY705" fmla="*/ 1122442 h 1849426"/>
              <a:gd name="connsiteX706" fmla="*/ 2493376 w 6386648"/>
              <a:gd name="connsiteY706" fmla="*/ 1140466 h 1849426"/>
              <a:gd name="connsiteX707" fmla="*/ 2475351 w 6386648"/>
              <a:gd name="connsiteY707" fmla="*/ 1158491 h 1849426"/>
              <a:gd name="connsiteX708" fmla="*/ 2457326 w 6386648"/>
              <a:gd name="connsiteY708" fmla="*/ 1140466 h 1849426"/>
              <a:gd name="connsiteX709" fmla="*/ 2475351 w 6386648"/>
              <a:gd name="connsiteY709" fmla="*/ 1122442 h 1849426"/>
              <a:gd name="connsiteX710" fmla="*/ 1393887 w 6386648"/>
              <a:gd name="connsiteY710" fmla="*/ 1122442 h 1849426"/>
              <a:gd name="connsiteX711" fmla="*/ 1411912 w 6386648"/>
              <a:gd name="connsiteY711" fmla="*/ 1140466 h 1849426"/>
              <a:gd name="connsiteX712" fmla="*/ 1393887 w 6386648"/>
              <a:gd name="connsiteY712" fmla="*/ 1158491 h 1849426"/>
              <a:gd name="connsiteX713" fmla="*/ 1375863 w 6386648"/>
              <a:gd name="connsiteY713" fmla="*/ 1140466 h 1849426"/>
              <a:gd name="connsiteX714" fmla="*/ 1393887 w 6386648"/>
              <a:gd name="connsiteY714" fmla="*/ 1122442 h 1849426"/>
              <a:gd name="connsiteX715" fmla="*/ 3058140 w 6386648"/>
              <a:gd name="connsiteY715" fmla="*/ 1116434 h 1849426"/>
              <a:gd name="connsiteX716" fmla="*/ 3076165 w 6386648"/>
              <a:gd name="connsiteY716" fmla="*/ 1134458 h 1849426"/>
              <a:gd name="connsiteX717" fmla="*/ 3058140 w 6386648"/>
              <a:gd name="connsiteY717" fmla="*/ 1152483 h 1849426"/>
              <a:gd name="connsiteX718" fmla="*/ 3040116 w 6386648"/>
              <a:gd name="connsiteY718" fmla="*/ 1134458 h 1849426"/>
              <a:gd name="connsiteX719" fmla="*/ 3058140 w 6386648"/>
              <a:gd name="connsiteY719" fmla="*/ 1116434 h 1849426"/>
              <a:gd name="connsiteX720" fmla="*/ 4800499 w 6386648"/>
              <a:gd name="connsiteY720" fmla="*/ 1092401 h 1849426"/>
              <a:gd name="connsiteX721" fmla="*/ 4818524 w 6386648"/>
              <a:gd name="connsiteY721" fmla="*/ 1110425 h 1849426"/>
              <a:gd name="connsiteX722" fmla="*/ 4800499 w 6386648"/>
              <a:gd name="connsiteY722" fmla="*/ 1128450 h 1849426"/>
              <a:gd name="connsiteX723" fmla="*/ 4782475 w 6386648"/>
              <a:gd name="connsiteY723" fmla="*/ 1110425 h 1849426"/>
              <a:gd name="connsiteX724" fmla="*/ 4800499 w 6386648"/>
              <a:gd name="connsiteY724" fmla="*/ 1092401 h 1849426"/>
              <a:gd name="connsiteX725" fmla="*/ 2349180 w 6386648"/>
              <a:gd name="connsiteY725" fmla="*/ 1092401 h 1849426"/>
              <a:gd name="connsiteX726" fmla="*/ 2367205 w 6386648"/>
              <a:gd name="connsiteY726" fmla="*/ 1110425 h 1849426"/>
              <a:gd name="connsiteX727" fmla="*/ 2349180 w 6386648"/>
              <a:gd name="connsiteY727" fmla="*/ 1128450 h 1849426"/>
              <a:gd name="connsiteX728" fmla="*/ 2331156 w 6386648"/>
              <a:gd name="connsiteY728" fmla="*/ 1110425 h 1849426"/>
              <a:gd name="connsiteX729" fmla="*/ 2349180 w 6386648"/>
              <a:gd name="connsiteY729" fmla="*/ 1092401 h 1849426"/>
              <a:gd name="connsiteX730" fmla="*/ 931260 w 6386648"/>
              <a:gd name="connsiteY730" fmla="*/ 1092401 h 1849426"/>
              <a:gd name="connsiteX731" fmla="*/ 949285 w 6386648"/>
              <a:gd name="connsiteY731" fmla="*/ 1110425 h 1849426"/>
              <a:gd name="connsiteX732" fmla="*/ 931260 w 6386648"/>
              <a:gd name="connsiteY732" fmla="*/ 1128450 h 1849426"/>
              <a:gd name="connsiteX733" fmla="*/ 913236 w 6386648"/>
              <a:gd name="connsiteY733" fmla="*/ 1110425 h 1849426"/>
              <a:gd name="connsiteX734" fmla="*/ 931260 w 6386648"/>
              <a:gd name="connsiteY734" fmla="*/ 1092401 h 1849426"/>
              <a:gd name="connsiteX735" fmla="*/ 4986752 w 6386648"/>
              <a:gd name="connsiteY735" fmla="*/ 1086393 h 1849426"/>
              <a:gd name="connsiteX736" fmla="*/ 5004777 w 6386648"/>
              <a:gd name="connsiteY736" fmla="*/ 1104417 h 1849426"/>
              <a:gd name="connsiteX737" fmla="*/ 4986752 w 6386648"/>
              <a:gd name="connsiteY737" fmla="*/ 1122442 h 1849426"/>
              <a:gd name="connsiteX738" fmla="*/ 4968728 w 6386648"/>
              <a:gd name="connsiteY738" fmla="*/ 1104417 h 1849426"/>
              <a:gd name="connsiteX739" fmla="*/ 4986752 w 6386648"/>
              <a:gd name="connsiteY739" fmla="*/ 1086393 h 1849426"/>
              <a:gd name="connsiteX740" fmla="*/ 3815165 w 6386648"/>
              <a:gd name="connsiteY740" fmla="*/ 1086393 h 1849426"/>
              <a:gd name="connsiteX741" fmla="*/ 3833190 w 6386648"/>
              <a:gd name="connsiteY741" fmla="*/ 1104417 h 1849426"/>
              <a:gd name="connsiteX742" fmla="*/ 3815165 w 6386648"/>
              <a:gd name="connsiteY742" fmla="*/ 1122442 h 1849426"/>
              <a:gd name="connsiteX743" fmla="*/ 3797141 w 6386648"/>
              <a:gd name="connsiteY743" fmla="*/ 1104417 h 1849426"/>
              <a:gd name="connsiteX744" fmla="*/ 3815165 w 6386648"/>
              <a:gd name="connsiteY744" fmla="*/ 1086393 h 1849426"/>
              <a:gd name="connsiteX745" fmla="*/ 3586856 w 6386648"/>
              <a:gd name="connsiteY745" fmla="*/ 1086393 h 1849426"/>
              <a:gd name="connsiteX746" fmla="*/ 3604881 w 6386648"/>
              <a:gd name="connsiteY746" fmla="*/ 1104417 h 1849426"/>
              <a:gd name="connsiteX747" fmla="*/ 3586856 w 6386648"/>
              <a:gd name="connsiteY747" fmla="*/ 1122442 h 1849426"/>
              <a:gd name="connsiteX748" fmla="*/ 3568831 w 6386648"/>
              <a:gd name="connsiteY748" fmla="*/ 1104417 h 1849426"/>
              <a:gd name="connsiteX749" fmla="*/ 3586856 w 6386648"/>
              <a:gd name="connsiteY749" fmla="*/ 1086393 h 1849426"/>
              <a:gd name="connsiteX750" fmla="*/ 3166287 w 6386648"/>
              <a:gd name="connsiteY750" fmla="*/ 1086393 h 1849426"/>
              <a:gd name="connsiteX751" fmla="*/ 3184312 w 6386648"/>
              <a:gd name="connsiteY751" fmla="*/ 1104417 h 1849426"/>
              <a:gd name="connsiteX752" fmla="*/ 3166287 w 6386648"/>
              <a:gd name="connsiteY752" fmla="*/ 1122442 h 1849426"/>
              <a:gd name="connsiteX753" fmla="*/ 3148262 w 6386648"/>
              <a:gd name="connsiteY753" fmla="*/ 1104417 h 1849426"/>
              <a:gd name="connsiteX754" fmla="*/ 3166287 w 6386648"/>
              <a:gd name="connsiteY754" fmla="*/ 1086393 h 1849426"/>
              <a:gd name="connsiteX755" fmla="*/ 2595514 w 6386648"/>
              <a:gd name="connsiteY755" fmla="*/ 1086393 h 1849426"/>
              <a:gd name="connsiteX756" fmla="*/ 2613539 w 6386648"/>
              <a:gd name="connsiteY756" fmla="*/ 1104417 h 1849426"/>
              <a:gd name="connsiteX757" fmla="*/ 2595514 w 6386648"/>
              <a:gd name="connsiteY757" fmla="*/ 1122442 h 1849426"/>
              <a:gd name="connsiteX758" fmla="*/ 2577489 w 6386648"/>
              <a:gd name="connsiteY758" fmla="*/ 1104417 h 1849426"/>
              <a:gd name="connsiteX759" fmla="*/ 2595514 w 6386648"/>
              <a:gd name="connsiteY759" fmla="*/ 1086393 h 1849426"/>
              <a:gd name="connsiteX760" fmla="*/ 1628204 w 6386648"/>
              <a:gd name="connsiteY760" fmla="*/ 1074377 h 1849426"/>
              <a:gd name="connsiteX761" fmla="*/ 1646229 w 6386648"/>
              <a:gd name="connsiteY761" fmla="*/ 1092401 h 1849426"/>
              <a:gd name="connsiteX762" fmla="*/ 1628204 w 6386648"/>
              <a:gd name="connsiteY762" fmla="*/ 1110426 h 1849426"/>
              <a:gd name="connsiteX763" fmla="*/ 1610180 w 6386648"/>
              <a:gd name="connsiteY763" fmla="*/ 1092401 h 1849426"/>
              <a:gd name="connsiteX764" fmla="*/ 1628204 w 6386648"/>
              <a:gd name="connsiteY764" fmla="*/ 1074377 h 1849426"/>
              <a:gd name="connsiteX765" fmla="*/ 642870 w 6386648"/>
              <a:gd name="connsiteY765" fmla="*/ 1074377 h 1849426"/>
              <a:gd name="connsiteX766" fmla="*/ 660895 w 6386648"/>
              <a:gd name="connsiteY766" fmla="*/ 1092401 h 1849426"/>
              <a:gd name="connsiteX767" fmla="*/ 642870 w 6386648"/>
              <a:gd name="connsiteY767" fmla="*/ 1110426 h 1849426"/>
              <a:gd name="connsiteX768" fmla="*/ 624846 w 6386648"/>
              <a:gd name="connsiteY768" fmla="*/ 1092401 h 1849426"/>
              <a:gd name="connsiteX769" fmla="*/ 642870 w 6386648"/>
              <a:gd name="connsiteY769" fmla="*/ 1074377 h 1849426"/>
              <a:gd name="connsiteX770" fmla="*/ 2925961 w 6386648"/>
              <a:gd name="connsiteY770" fmla="*/ 1068369 h 1849426"/>
              <a:gd name="connsiteX771" fmla="*/ 2943986 w 6386648"/>
              <a:gd name="connsiteY771" fmla="*/ 1086394 h 1849426"/>
              <a:gd name="connsiteX772" fmla="*/ 2925961 w 6386648"/>
              <a:gd name="connsiteY772" fmla="*/ 1104418 h 1849426"/>
              <a:gd name="connsiteX773" fmla="*/ 2907936 w 6386648"/>
              <a:gd name="connsiteY773" fmla="*/ 1086394 h 1849426"/>
              <a:gd name="connsiteX774" fmla="*/ 2925961 w 6386648"/>
              <a:gd name="connsiteY774" fmla="*/ 1068369 h 1849426"/>
              <a:gd name="connsiteX775" fmla="*/ 3424636 w 6386648"/>
              <a:gd name="connsiteY775" fmla="*/ 1062360 h 1849426"/>
              <a:gd name="connsiteX776" fmla="*/ 3442661 w 6386648"/>
              <a:gd name="connsiteY776" fmla="*/ 1080384 h 1849426"/>
              <a:gd name="connsiteX777" fmla="*/ 3424636 w 6386648"/>
              <a:gd name="connsiteY777" fmla="*/ 1098409 h 1849426"/>
              <a:gd name="connsiteX778" fmla="*/ 3406612 w 6386648"/>
              <a:gd name="connsiteY778" fmla="*/ 1080384 h 1849426"/>
              <a:gd name="connsiteX779" fmla="*/ 3424636 w 6386648"/>
              <a:gd name="connsiteY779" fmla="*/ 1062360 h 1849426"/>
              <a:gd name="connsiteX780" fmla="*/ 1249691 w 6386648"/>
              <a:gd name="connsiteY780" fmla="*/ 1062360 h 1849426"/>
              <a:gd name="connsiteX781" fmla="*/ 1267716 w 6386648"/>
              <a:gd name="connsiteY781" fmla="*/ 1080384 h 1849426"/>
              <a:gd name="connsiteX782" fmla="*/ 1249691 w 6386648"/>
              <a:gd name="connsiteY782" fmla="*/ 1098409 h 1849426"/>
              <a:gd name="connsiteX783" fmla="*/ 1231667 w 6386648"/>
              <a:gd name="connsiteY783" fmla="*/ 1080384 h 1849426"/>
              <a:gd name="connsiteX784" fmla="*/ 1249691 w 6386648"/>
              <a:gd name="connsiteY784" fmla="*/ 1062360 h 1849426"/>
              <a:gd name="connsiteX785" fmla="*/ 1075456 w 6386648"/>
              <a:gd name="connsiteY785" fmla="*/ 1062360 h 1849426"/>
              <a:gd name="connsiteX786" fmla="*/ 1093480 w 6386648"/>
              <a:gd name="connsiteY786" fmla="*/ 1080384 h 1849426"/>
              <a:gd name="connsiteX787" fmla="*/ 1075456 w 6386648"/>
              <a:gd name="connsiteY787" fmla="*/ 1098409 h 1849426"/>
              <a:gd name="connsiteX788" fmla="*/ 1057431 w 6386648"/>
              <a:gd name="connsiteY788" fmla="*/ 1080384 h 1849426"/>
              <a:gd name="connsiteX789" fmla="*/ 1075456 w 6386648"/>
              <a:gd name="connsiteY789" fmla="*/ 1062360 h 1849426"/>
              <a:gd name="connsiteX790" fmla="*/ 1928611 w 6386648"/>
              <a:gd name="connsiteY790" fmla="*/ 1056352 h 1849426"/>
              <a:gd name="connsiteX791" fmla="*/ 1946636 w 6386648"/>
              <a:gd name="connsiteY791" fmla="*/ 1074376 h 1849426"/>
              <a:gd name="connsiteX792" fmla="*/ 1928611 w 6386648"/>
              <a:gd name="connsiteY792" fmla="*/ 1092401 h 1849426"/>
              <a:gd name="connsiteX793" fmla="*/ 1910587 w 6386648"/>
              <a:gd name="connsiteY793" fmla="*/ 1074376 h 1849426"/>
              <a:gd name="connsiteX794" fmla="*/ 1928611 w 6386648"/>
              <a:gd name="connsiteY794" fmla="*/ 1056352 h 1849426"/>
              <a:gd name="connsiteX795" fmla="*/ 2709668 w 6386648"/>
              <a:gd name="connsiteY795" fmla="*/ 1044336 h 1849426"/>
              <a:gd name="connsiteX796" fmla="*/ 2727693 w 6386648"/>
              <a:gd name="connsiteY796" fmla="*/ 1062360 h 1849426"/>
              <a:gd name="connsiteX797" fmla="*/ 2709668 w 6386648"/>
              <a:gd name="connsiteY797" fmla="*/ 1080385 h 1849426"/>
              <a:gd name="connsiteX798" fmla="*/ 2691644 w 6386648"/>
              <a:gd name="connsiteY798" fmla="*/ 1062360 h 1849426"/>
              <a:gd name="connsiteX799" fmla="*/ 2709668 w 6386648"/>
              <a:gd name="connsiteY799" fmla="*/ 1044336 h 1849426"/>
              <a:gd name="connsiteX800" fmla="*/ 1784415 w 6386648"/>
              <a:gd name="connsiteY800" fmla="*/ 1044336 h 1849426"/>
              <a:gd name="connsiteX801" fmla="*/ 1802440 w 6386648"/>
              <a:gd name="connsiteY801" fmla="*/ 1062360 h 1849426"/>
              <a:gd name="connsiteX802" fmla="*/ 1784415 w 6386648"/>
              <a:gd name="connsiteY802" fmla="*/ 1080385 h 1849426"/>
              <a:gd name="connsiteX803" fmla="*/ 1766391 w 6386648"/>
              <a:gd name="connsiteY803" fmla="*/ 1062360 h 1849426"/>
              <a:gd name="connsiteX804" fmla="*/ 1784415 w 6386648"/>
              <a:gd name="connsiteY804" fmla="*/ 1044336 h 1849426"/>
              <a:gd name="connsiteX805" fmla="*/ 3292457 w 6386648"/>
              <a:gd name="connsiteY805" fmla="*/ 1038328 h 1849426"/>
              <a:gd name="connsiteX806" fmla="*/ 3310482 w 6386648"/>
              <a:gd name="connsiteY806" fmla="*/ 1056353 h 1849426"/>
              <a:gd name="connsiteX807" fmla="*/ 3292457 w 6386648"/>
              <a:gd name="connsiteY807" fmla="*/ 1074377 h 1849426"/>
              <a:gd name="connsiteX808" fmla="*/ 3274433 w 6386648"/>
              <a:gd name="connsiteY808" fmla="*/ 1056353 h 1849426"/>
              <a:gd name="connsiteX809" fmla="*/ 3292457 w 6386648"/>
              <a:gd name="connsiteY809" fmla="*/ 1038328 h 1849426"/>
              <a:gd name="connsiteX810" fmla="*/ 2198977 w 6386648"/>
              <a:gd name="connsiteY810" fmla="*/ 1038328 h 1849426"/>
              <a:gd name="connsiteX811" fmla="*/ 2217002 w 6386648"/>
              <a:gd name="connsiteY811" fmla="*/ 1056353 h 1849426"/>
              <a:gd name="connsiteX812" fmla="*/ 2198977 w 6386648"/>
              <a:gd name="connsiteY812" fmla="*/ 1074377 h 1849426"/>
              <a:gd name="connsiteX813" fmla="*/ 2180953 w 6386648"/>
              <a:gd name="connsiteY813" fmla="*/ 1056353 h 1849426"/>
              <a:gd name="connsiteX814" fmla="*/ 2198977 w 6386648"/>
              <a:gd name="connsiteY814" fmla="*/ 1038328 h 1849426"/>
              <a:gd name="connsiteX815" fmla="*/ 2078814 w 6386648"/>
              <a:gd name="connsiteY815" fmla="*/ 1032320 h 1849426"/>
              <a:gd name="connsiteX816" fmla="*/ 2096839 w 6386648"/>
              <a:gd name="connsiteY816" fmla="*/ 1050344 h 1849426"/>
              <a:gd name="connsiteX817" fmla="*/ 2078814 w 6386648"/>
              <a:gd name="connsiteY817" fmla="*/ 1068369 h 1849426"/>
              <a:gd name="connsiteX818" fmla="*/ 2060790 w 6386648"/>
              <a:gd name="connsiteY818" fmla="*/ 1050344 h 1849426"/>
              <a:gd name="connsiteX819" fmla="*/ 2078814 w 6386648"/>
              <a:gd name="connsiteY819" fmla="*/ 1032320 h 1849426"/>
              <a:gd name="connsiteX820" fmla="*/ 3983393 w 6386648"/>
              <a:gd name="connsiteY820" fmla="*/ 1026312 h 1849426"/>
              <a:gd name="connsiteX821" fmla="*/ 4001418 w 6386648"/>
              <a:gd name="connsiteY821" fmla="*/ 1044336 h 1849426"/>
              <a:gd name="connsiteX822" fmla="*/ 3983393 w 6386648"/>
              <a:gd name="connsiteY822" fmla="*/ 1062361 h 1849426"/>
              <a:gd name="connsiteX823" fmla="*/ 3965369 w 6386648"/>
              <a:gd name="connsiteY823" fmla="*/ 1044336 h 1849426"/>
              <a:gd name="connsiteX824" fmla="*/ 3983393 w 6386648"/>
              <a:gd name="connsiteY824" fmla="*/ 1026312 h 1849426"/>
              <a:gd name="connsiteX825" fmla="*/ 817106 w 6386648"/>
              <a:gd name="connsiteY825" fmla="*/ 1020304 h 1849426"/>
              <a:gd name="connsiteX826" fmla="*/ 829123 w 6386648"/>
              <a:gd name="connsiteY826" fmla="*/ 1032320 h 1849426"/>
              <a:gd name="connsiteX827" fmla="*/ 817106 w 6386648"/>
              <a:gd name="connsiteY827" fmla="*/ 1044336 h 1849426"/>
              <a:gd name="connsiteX828" fmla="*/ 805090 w 6386648"/>
              <a:gd name="connsiteY828" fmla="*/ 1032320 h 1849426"/>
              <a:gd name="connsiteX829" fmla="*/ 817106 w 6386648"/>
              <a:gd name="connsiteY829" fmla="*/ 1020304 h 1849426"/>
              <a:gd name="connsiteX830" fmla="*/ 2817815 w 6386648"/>
              <a:gd name="connsiteY830" fmla="*/ 1014295 h 1849426"/>
              <a:gd name="connsiteX831" fmla="*/ 2835840 w 6386648"/>
              <a:gd name="connsiteY831" fmla="*/ 1032319 h 1849426"/>
              <a:gd name="connsiteX832" fmla="*/ 2817815 w 6386648"/>
              <a:gd name="connsiteY832" fmla="*/ 1050344 h 1849426"/>
              <a:gd name="connsiteX833" fmla="*/ 2799791 w 6386648"/>
              <a:gd name="connsiteY833" fmla="*/ 1032319 h 1849426"/>
              <a:gd name="connsiteX834" fmla="*/ 2817815 w 6386648"/>
              <a:gd name="connsiteY834" fmla="*/ 1014295 h 1849426"/>
              <a:gd name="connsiteX835" fmla="*/ 2445310 w 6386648"/>
              <a:gd name="connsiteY835" fmla="*/ 1014295 h 1849426"/>
              <a:gd name="connsiteX836" fmla="*/ 2463335 w 6386648"/>
              <a:gd name="connsiteY836" fmla="*/ 1032319 h 1849426"/>
              <a:gd name="connsiteX837" fmla="*/ 2445310 w 6386648"/>
              <a:gd name="connsiteY837" fmla="*/ 1050344 h 1849426"/>
              <a:gd name="connsiteX838" fmla="*/ 2427285 w 6386648"/>
              <a:gd name="connsiteY838" fmla="*/ 1032319 h 1849426"/>
              <a:gd name="connsiteX839" fmla="*/ 2445310 w 6386648"/>
              <a:gd name="connsiteY839" fmla="*/ 1014295 h 1849426"/>
              <a:gd name="connsiteX840" fmla="*/ 420569 w 6386648"/>
              <a:gd name="connsiteY840" fmla="*/ 1014295 h 1849426"/>
              <a:gd name="connsiteX841" fmla="*/ 438594 w 6386648"/>
              <a:gd name="connsiteY841" fmla="*/ 1032319 h 1849426"/>
              <a:gd name="connsiteX842" fmla="*/ 420569 w 6386648"/>
              <a:gd name="connsiteY842" fmla="*/ 1050344 h 1849426"/>
              <a:gd name="connsiteX843" fmla="*/ 402545 w 6386648"/>
              <a:gd name="connsiteY843" fmla="*/ 1032319 h 1849426"/>
              <a:gd name="connsiteX844" fmla="*/ 420569 w 6386648"/>
              <a:gd name="connsiteY844" fmla="*/ 1014295 h 1849426"/>
              <a:gd name="connsiteX845" fmla="*/ 1520057 w 6386648"/>
              <a:gd name="connsiteY845" fmla="*/ 1008287 h 1849426"/>
              <a:gd name="connsiteX846" fmla="*/ 1538082 w 6386648"/>
              <a:gd name="connsiteY846" fmla="*/ 1026312 h 1849426"/>
              <a:gd name="connsiteX847" fmla="*/ 1520057 w 6386648"/>
              <a:gd name="connsiteY847" fmla="*/ 1044336 h 1849426"/>
              <a:gd name="connsiteX848" fmla="*/ 1502033 w 6386648"/>
              <a:gd name="connsiteY848" fmla="*/ 1026312 h 1849426"/>
              <a:gd name="connsiteX849" fmla="*/ 1520057 w 6386648"/>
              <a:gd name="connsiteY849" fmla="*/ 1008287 h 1849426"/>
              <a:gd name="connsiteX850" fmla="*/ 1387878 w 6386648"/>
              <a:gd name="connsiteY850" fmla="*/ 1008287 h 1849426"/>
              <a:gd name="connsiteX851" fmla="*/ 1405903 w 6386648"/>
              <a:gd name="connsiteY851" fmla="*/ 1026312 h 1849426"/>
              <a:gd name="connsiteX852" fmla="*/ 1387878 w 6386648"/>
              <a:gd name="connsiteY852" fmla="*/ 1044336 h 1849426"/>
              <a:gd name="connsiteX853" fmla="*/ 1369854 w 6386648"/>
              <a:gd name="connsiteY853" fmla="*/ 1026312 h 1849426"/>
              <a:gd name="connsiteX854" fmla="*/ 1387878 w 6386648"/>
              <a:gd name="connsiteY854" fmla="*/ 1008287 h 1849426"/>
              <a:gd name="connsiteX855" fmla="*/ 534724 w 6386648"/>
              <a:gd name="connsiteY855" fmla="*/ 1008287 h 1849426"/>
              <a:gd name="connsiteX856" fmla="*/ 552748 w 6386648"/>
              <a:gd name="connsiteY856" fmla="*/ 1026312 h 1849426"/>
              <a:gd name="connsiteX857" fmla="*/ 534724 w 6386648"/>
              <a:gd name="connsiteY857" fmla="*/ 1044336 h 1849426"/>
              <a:gd name="connsiteX858" fmla="*/ 516699 w 6386648"/>
              <a:gd name="connsiteY858" fmla="*/ 1026312 h 1849426"/>
              <a:gd name="connsiteX859" fmla="*/ 534724 w 6386648"/>
              <a:gd name="connsiteY859" fmla="*/ 1008287 h 1849426"/>
              <a:gd name="connsiteX860" fmla="*/ 3016083 w 6386648"/>
              <a:gd name="connsiteY860" fmla="*/ 1002279 h 1849426"/>
              <a:gd name="connsiteX861" fmla="*/ 3034108 w 6386648"/>
              <a:gd name="connsiteY861" fmla="*/ 1020303 h 1849426"/>
              <a:gd name="connsiteX862" fmla="*/ 3016083 w 6386648"/>
              <a:gd name="connsiteY862" fmla="*/ 1038328 h 1849426"/>
              <a:gd name="connsiteX863" fmla="*/ 2998058 w 6386648"/>
              <a:gd name="connsiteY863" fmla="*/ 1020303 h 1849426"/>
              <a:gd name="connsiteX864" fmla="*/ 3016083 w 6386648"/>
              <a:gd name="connsiteY864" fmla="*/ 1002279 h 1849426"/>
              <a:gd name="connsiteX865" fmla="*/ 294398 w 6386648"/>
              <a:gd name="connsiteY865" fmla="*/ 996271 h 1849426"/>
              <a:gd name="connsiteX866" fmla="*/ 312423 w 6386648"/>
              <a:gd name="connsiteY866" fmla="*/ 1014295 h 1849426"/>
              <a:gd name="connsiteX867" fmla="*/ 294398 w 6386648"/>
              <a:gd name="connsiteY867" fmla="*/ 1032320 h 1849426"/>
              <a:gd name="connsiteX868" fmla="*/ 276374 w 6386648"/>
              <a:gd name="connsiteY868" fmla="*/ 1014295 h 1849426"/>
              <a:gd name="connsiteX869" fmla="*/ 294398 w 6386648"/>
              <a:gd name="connsiteY869" fmla="*/ 996271 h 1849426"/>
              <a:gd name="connsiteX870" fmla="*/ 3676978 w 6386648"/>
              <a:gd name="connsiteY870" fmla="*/ 990263 h 1849426"/>
              <a:gd name="connsiteX871" fmla="*/ 3695003 w 6386648"/>
              <a:gd name="connsiteY871" fmla="*/ 1008287 h 1849426"/>
              <a:gd name="connsiteX872" fmla="*/ 3676978 w 6386648"/>
              <a:gd name="connsiteY872" fmla="*/ 1026312 h 1849426"/>
              <a:gd name="connsiteX873" fmla="*/ 3658953 w 6386648"/>
              <a:gd name="connsiteY873" fmla="*/ 1008287 h 1849426"/>
              <a:gd name="connsiteX874" fmla="*/ 3676978 w 6386648"/>
              <a:gd name="connsiteY874" fmla="*/ 990263 h 1849426"/>
              <a:gd name="connsiteX875" fmla="*/ 3544799 w 6386648"/>
              <a:gd name="connsiteY875" fmla="*/ 984255 h 1849426"/>
              <a:gd name="connsiteX876" fmla="*/ 3562824 w 6386648"/>
              <a:gd name="connsiteY876" fmla="*/ 1002279 h 1849426"/>
              <a:gd name="connsiteX877" fmla="*/ 3544799 w 6386648"/>
              <a:gd name="connsiteY877" fmla="*/ 1020304 h 1849426"/>
              <a:gd name="connsiteX878" fmla="*/ 3526775 w 6386648"/>
              <a:gd name="connsiteY878" fmla="*/ 1002279 h 1849426"/>
              <a:gd name="connsiteX879" fmla="*/ 3544799 w 6386648"/>
              <a:gd name="connsiteY879" fmla="*/ 984255 h 1849426"/>
              <a:gd name="connsiteX880" fmla="*/ 708959 w 6386648"/>
              <a:gd name="connsiteY880" fmla="*/ 984255 h 1849426"/>
              <a:gd name="connsiteX881" fmla="*/ 726984 w 6386648"/>
              <a:gd name="connsiteY881" fmla="*/ 1002279 h 1849426"/>
              <a:gd name="connsiteX882" fmla="*/ 708959 w 6386648"/>
              <a:gd name="connsiteY882" fmla="*/ 1020304 h 1849426"/>
              <a:gd name="connsiteX883" fmla="*/ 690935 w 6386648"/>
              <a:gd name="connsiteY883" fmla="*/ 1002279 h 1849426"/>
              <a:gd name="connsiteX884" fmla="*/ 708959 w 6386648"/>
              <a:gd name="connsiteY884" fmla="*/ 984255 h 1849426"/>
              <a:gd name="connsiteX885" fmla="*/ 3803149 w 6386648"/>
              <a:gd name="connsiteY885" fmla="*/ 978247 h 1849426"/>
              <a:gd name="connsiteX886" fmla="*/ 3821174 w 6386648"/>
              <a:gd name="connsiteY886" fmla="*/ 996272 h 1849426"/>
              <a:gd name="connsiteX887" fmla="*/ 3803149 w 6386648"/>
              <a:gd name="connsiteY887" fmla="*/ 1014296 h 1849426"/>
              <a:gd name="connsiteX888" fmla="*/ 3785125 w 6386648"/>
              <a:gd name="connsiteY888" fmla="*/ 996272 h 1849426"/>
              <a:gd name="connsiteX889" fmla="*/ 3803149 w 6386648"/>
              <a:gd name="connsiteY889" fmla="*/ 978247 h 1849426"/>
              <a:gd name="connsiteX890" fmla="*/ 1003358 w 6386648"/>
              <a:gd name="connsiteY890" fmla="*/ 978247 h 1849426"/>
              <a:gd name="connsiteX891" fmla="*/ 1021383 w 6386648"/>
              <a:gd name="connsiteY891" fmla="*/ 996272 h 1849426"/>
              <a:gd name="connsiteX892" fmla="*/ 1003358 w 6386648"/>
              <a:gd name="connsiteY892" fmla="*/ 1014296 h 1849426"/>
              <a:gd name="connsiteX893" fmla="*/ 985334 w 6386648"/>
              <a:gd name="connsiteY893" fmla="*/ 996272 h 1849426"/>
              <a:gd name="connsiteX894" fmla="*/ 1003358 w 6386648"/>
              <a:gd name="connsiteY894" fmla="*/ 978247 h 1849426"/>
              <a:gd name="connsiteX895" fmla="*/ 3196327 w 6386648"/>
              <a:gd name="connsiteY895" fmla="*/ 972238 h 1849426"/>
              <a:gd name="connsiteX896" fmla="*/ 3214352 w 6386648"/>
              <a:gd name="connsiteY896" fmla="*/ 990262 h 1849426"/>
              <a:gd name="connsiteX897" fmla="*/ 3196327 w 6386648"/>
              <a:gd name="connsiteY897" fmla="*/ 1008287 h 1849426"/>
              <a:gd name="connsiteX898" fmla="*/ 3178302 w 6386648"/>
              <a:gd name="connsiteY898" fmla="*/ 990262 h 1849426"/>
              <a:gd name="connsiteX899" fmla="*/ 3196327 w 6386648"/>
              <a:gd name="connsiteY899" fmla="*/ 972238 h 1849426"/>
              <a:gd name="connsiteX900" fmla="*/ 1183602 w 6386648"/>
              <a:gd name="connsiteY900" fmla="*/ 972238 h 1849426"/>
              <a:gd name="connsiteX901" fmla="*/ 1201627 w 6386648"/>
              <a:gd name="connsiteY901" fmla="*/ 990262 h 1849426"/>
              <a:gd name="connsiteX902" fmla="*/ 1183602 w 6386648"/>
              <a:gd name="connsiteY902" fmla="*/ 1008287 h 1849426"/>
              <a:gd name="connsiteX903" fmla="*/ 1165578 w 6386648"/>
              <a:gd name="connsiteY903" fmla="*/ 990262 h 1849426"/>
              <a:gd name="connsiteX904" fmla="*/ 1183602 w 6386648"/>
              <a:gd name="connsiteY904" fmla="*/ 972238 h 1849426"/>
              <a:gd name="connsiteX905" fmla="*/ 2271074 w 6386648"/>
              <a:gd name="connsiteY905" fmla="*/ 960222 h 1849426"/>
              <a:gd name="connsiteX906" fmla="*/ 2289099 w 6386648"/>
              <a:gd name="connsiteY906" fmla="*/ 978246 h 1849426"/>
              <a:gd name="connsiteX907" fmla="*/ 2271074 w 6386648"/>
              <a:gd name="connsiteY907" fmla="*/ 996271 h 1849426"/>
              <a:gd name="connsiteX908" fmla="*/ 2253050 w 6386648"/>
              <a:gd name="connsiteY908" fmla="*/ 978246 h 1849426"/>
              <a:gd name="connsiteX909" fmla="*/ 2271074 w 6386648"/>
              <a:gd name="connsiteY909" fmla="*/ 960222 h 1849426"/>
              <a:gd name="connsiteX910" fmla="*/ 1658245 w 6386648"/>
              <a:gd name="connsiteY910" fmla="*/ 960222 h 1849426"/>
              <a:gd name="connsiteX911" fmla="*/ 1676270 w 6386648"/>
              <a:gd name="connsiteY911" fmla="*/ 978246 h 1849426"/>
              <a:gd name="connsiteX912" fmla="*/ 1658245 w 6386648"/>
              <a:gd name="connsiteY912" fmla="*/ 996271 h 1849426"/>
              <a:gd name="connsiteX913" fmla="*/ 1640221 w 6386648"/>
              <a:gd name="connsiteY913" fmla="*/ 978246 h 1849426"/>
              <a:gd name="connsiteX914" fmla="*/ 1658245 w 6386648"/>
              <a:gd name="connsiteY914" fmla="*/ 960222 h 1849426"/>
              <a:gd name="connsiteX915" fmla="*/ 1958651 w 6386648"/>
              <a:gd name="connsiteY915" fmla="*/ 954214 h 1849426"/>
              <a:gd name="connsiteX916" fmla="*/ 1976676 w 6386648"/>
              <a:gd name="connsiteY916" fmla="*/ 972238 h 1849426"/>
              <a:gd name="connsiteX917" fmla="*/ 1958651 w 6386648"/>
              <a:gd name="connsiteY917" fmla="*/ 990263 h 1849426"/>
              <a:gd name="connsiteX918" fmla="*/ 1940627 w 6386648"/>
              <a:gd name="connsiteY918" fmla="*/ 972238 h 1849426"/>
              <a:gd name="connsiteX919" fmla="*/ 1958651 w 6386648"/>
              <a:gd name="connsiteY919" fmla="*/ 954214 h 1849426"/>
              <a:gd name="connsiteX920" fmla="*/ 2631562 w 6386648"/>
              <a:gd name="connsiteY920" fmla="*/ 948206 h 1849426"/>
              <a:gd name="connsiteX921" fmla="*/ 2649587 w 6386648"/>
              <a:gd name="connsiteY921" fmla="*/ 966231 h 1849426"/>
              <a:gd name="connsiteX922" fmla="*/ 2631562 w 6386648"/>
              <a:gd name="connsiteY922" fmla="*/ 984255 h 1849426"/>
              <a:gd name="connsiteX923" fmla="*/ 2613538 w 6386648"/>
              <a:gd name="connsiteY923" fmla="*/ 966231 h 1849426"/>
              <a:gd name="connsiteX924" fmla="*/ 2631562 w 6386648"/>
              <a:gd name="connsiteY924" fmla="*/ 948206 h 1849426"/>
              <a:gd name="connsiteX925" fmla="*/ 1838489 w 6386648"/>
              <a:gd name="connsiteY925" fmla="*/ 948206 h 1849426"/>
              <a:gd name="connsiteX926" fmla="*/ 1856514 w 6386648"/>
              <a:gd name="connsiteY926" fmla="*/ 966231 h 1849426"/>
              <a:gd name="connsiteX927" fmla="*/ 1838489 w 6386648"/>
              <a:gd name="connsiteY927" fmla="*/ 984255 h 1849426"/>
              <a:gd name="connsiteX928" fmla="*/ 1820465 w 6386648"/>
              <a:gd name="connsiteY928" fmla="*/ 966231 h 1849426"/>
              <a:gd name="connsiteX929" fmla="*/ 1838489 w 6386648"/>
              <a:gd name="connsiteY929" fmla="*/ 948206 h 1849426"/>
              <a:gd name="connsiteX930" fmla="*/ 3430644 w 6386648"/>
              <a:gd name="connsiteY930" fmla="*/ 942198 h 1849426"/>
              <a:gd name="connsiteX931" fmla="*/ 3448669 w 6386648"/>
              <a:gd name="connsiteY931" fmla="*/ 960222 h 1849426"/>
              <a:gd name="connsiteX932" fmla="*/ 3430644 w 6386648"/>
              <a:gd name="connsiteY932" fmla="*/ 978247 h 1849426"/>
              <a:gd name="connsiteX933" fmla="*/ 3412620 w 6386648"/>
              <a:gd name="connsiteY933" fmla="*/ 960222 h 1849426"/>
              <a:gd name="connsiteX934" fmla="*/ 3430644 w 6386648"/>
              <a:gd name="connsiteY934" fmla="*/ 942198 h 1849426"/>
              <a:gd name="connsiteX935" fmla="*/ 2529424 w 6386648"/>
              <a:gd name="connsiteY935" fmla="*/ 942198 h 1849426"/>
              <a:gd name="connsiteX936" fmla="*/ 2547449 w 6386648"/>
              <a:gd name="connsiteY936" fmla="*/ 960222 h 1849426"/>
              <a:gd name="connsiteX937" fmla="*/ 2529424 w 6386648"/>
              <a:gd name="connsiteY937" fmla="*/ 978247 h 1849426"/>
              <a:gd name="connsiteX938" fmla="*/ 2511400 w 6386648"/>
              <a:gd name="connsiteY938" fmla="*/ 960222 h 1849426"/>
              <a:gd name="connsiteX939" fmla="*/ 2529424 w 6386648"/>
              <a:gd name="connsiteY939" fmla="*/ 942198 h 1849426"/>
              <a:gd name="connsiteX940" fmla="*/ 889203 w 6386648"/>
              <a:gd name="connsiteY940" fmla="*/ 942198 h 1849426"/>
              <a:gd name="connsiteX941" fmla="*/ 907228 w 6386648"/>
              <a:gd name="connsiteY941" fmla="*/ 960222 h 1849426"/>
              <a:gd name="connsiteX942" fmla="*/ 889203 w 6386648"/>
              <a:gd name="connsiteY942" fmla="*/ 978247 h 1849426"/>
              <a:gd name="connsiteX943" fmla="*/ 871179 w 6386648"/>
              <a:gd name="connsiteY943" fmla="*/ 960222 h 1849426"/>
              <a:gd name="connsiteX944" fmla="*/ 889203 w 6386648"/>
              <a:gd name="connsiteY944" fmla="*/ 942198 h 1849426"/>
              <a:gd name="connsiteX945" fmla="*/ 3935328 w 6386648"/>
              <a:gd name="connsiteY945" fmla="*/ 936190 h 1849426"/>
              <a:gd name="connsiteX946" fmla="*/ 3953353 w 6386648"/>
              <a:gd name="connsiteY946" fmla="*/ 954214 h 1849426"/>
              <a:gd name="connsiteX947" fmla="*/ 3935328 w 6386648"/>
              <a:gd name="connsiteY947" fmla="*/ 972239 h 1849426"/>
              <a:gd name="connsiteX948" fmla="*/ 3917304 w 6386648"/>
              <a:gd name="connsiteY948" fmla="*/ 954214 h 1849426"/>
              <a:gd name="connsiteX949" fmla="*/ 3935328 w 6386648"/>
              <a:gd name="connsiteY949" fmla="*/ 936190 h 1849426"/>
              <a:gd name="connsiteX950" fmla="*/ 1303765 w 6386648"/>
              <a:gd name="connsiteY950" fmla="*/ 936190 h 1849426"/>
              <a:gd name="connsiteX951" fmla="*/ 1321790 w 6386648"/>
              <a:gd name="connsiteY951" fmla="*/ 954214 h 1849426"/>
              <a:gd name="connsiteX952" fmla="*/ 1303765 w 6386648"/>
              <a:gd name="connsiteY952" fmla="*/ 972239 h 1849426"/>
              <a:gd name="connsiteX953" fmla="*/ 1285741 w 6386648"/>
              <a:gd name="connsiteY953" fmla="*/ 954214 h 1849426"/>
              <a:gd name="connsiteX954" fmla="*/ 1303765 w 6386648"/>
              <a:gd name="connsiteY954" fmla="*/ 936190 h 1849426"/>
              <a:gd name="connsiteX955" fmla="*/ 600813 w 6386648"/>
              <a:gd name="connsiteY955" fmla="*/ 924173 h 1849426"/>
              <a:gd name="connsiteX956" fmla="*/ 618838 w 6386648"/>
              <a:gd name="connsiteY956" fmla="*/ 942197 h 1849426"/>
              <a:gd name="connsiteX957" fmla="*/ 600813 w 6386648"/>
              <a:gd name="connsiteY957" fmla="*/ 960222 h 1849426"/>
              <a:gd name="connsiteX958" fmla="*/ 582789 w 6386648"/>
              <a:gd name="connsiteY958" fmla="*/ 942197 h 1849426"/>
              <a:gd name="connsiteX959" fmla="*/ 600813 w 6386648"/>
              <a:gd name="connsiteY959" fmla="*/ 924173 h 1849426"/>
              <a:gd name="connsiteX960" fmla="*/ 3088181 w 6386648"/>
              <a:gd name="connsiteY960" fmla="*/ 918165 h 1849426"/>
              <a:gd name="connsiteX961" fmla="*/ 3106206 w 6386648"/>
              <a:gd name="connsiteY961" fmla="*/ 936190 h 1849426"/>
              <a:gd name="connsiteX962" fmla="*/ 3088181 w 6386648"/>
              <a:gd name="connsiteY962" fmla="*/ 954214 h 1849426"/>
              <a:gd name="connsiteX963" fmla="*/ 3070157 w 6386648"/>
              <a:gd name="connsiteY963" fmla="*/ 936190 h 1849426"/>
              <a:gd name="connsiteX964" fmla="*/ 3088181 w 6386648"/>
              <a:gd name="connsiteY964" fmla="*/ 918165 h 1849426"/>
              <a:gd name="connsiteX965" fmla="*/ 2883904 w 6386648"/>
              <a:gd name="connsiteY965" fmla="*/ 918165 h 1849426"/>
              <a:gd name="connsiteX966" fmla="*/ 2901929 w 6386648"/>
              <a:gd name="connsiteY966" fmla="*/ 936190 h 1849426"/>
              <a:gd name="connsiteX967" fmla="*/ 2883904 w 6386648"/>
              <a:gd name="connsiteY967" fmla="*/ 954214 h 1849426"/>
              <a:gd name="connsiteX968" fmla="*/ 2865880 w 6386648"/>
              <a:gd name="connsiteY968" fmla="*/ 936190 h 1849426"/>
              <a:gd name="connsiteX969" fmla="*/ 2883904 w 6386648"/>
              <a:gd name="connsiteY969" fmla="*/ 918165 h 1849426"/>
              <a:gd name="connsiteX970" fmla="*/ 2379221 w 6386648"/>
              <a:gd name="connsiteY970" fmla="*/ 918165 h 1849426"/>
              <a:gd name="connsiteX971" fmla="*/ 2397246 w 6386648"/>
              <a:gd name="connsiteY971" fmla="*/ 936190 h 1849426"/>
              <a:gd name="connsiteX972" fmla="*/ 2379221 w 6386648"/>
              <a:gd name="connsiteY972" fmla="*/ 954214 h 1849426"/>
              <a:gd name="connsiteX973" fmla="*/ 2361197 w 6386648"/>
              <a:gd name="connsiteY973" fmla="*/ 936190 h 1849426"/>
              <a:gd name="connsiteX974" fmla="*/ 2379221 w 6386648"/>
              <a:gd name="connsiteY974" fmla="*/ 918165 h 1849426"/>
              <a:gd name="connsiteX975" fmla="*/ 2120871 w 6386648"/>
              <a:gd name="connsiteY975" fmla="*/ 918165 h 1849426"/>
              <a:gd name="connsiteX976" fmla="*/ 2138896 w 6386648"/>
              <a:gd name="connsiteY976" fmla="*/ 936190 h 1849426"/>
              <a:gd name="connsiteX977" fmla="*/ 2120871 w 6386648"/>
              <a:gd name="connsiteY977" fmla="*/ 954214 h 1849426"/>
              <a:gd name="connsiteX978" fmla="*/ 2102847 w 6386648"/>
              <a:gd name="connsiteY978" fmla="*/ 936190 h 1849426"/>
              <a:gd name="connsiteX979" fmla="*/ 2120871 w 6386648"/>
              <a:gd name="connsiteY979" fmla="*/ 918165 h 1849426"/>
              <a:gd name="connsiteX980" fmla="*/ 3328506 w 6386648"/>
              <a:gd name="connsiteY980" fmla="*/ 906149 h 1849426"/>
              <a:gd name="connsiteX981" fmla="*/ 3346531 w 6386648"/>
              <a:gd name="connsiteY981" fmla="*/ 924173 h 1849426"/>
              <a:gd name="connsiteX982" fmla="*/ 3328506 w 6386648"/>
              <a:gd name="connsiteY982" fmla="*/ 942198 h 1849426"/>
              <a:gd name="connsiteX983" fmla="*/ 3310482 w 6386648"/>
              <a:gd name="connsiteY983" fmla="*/ 924173 h 1849426"/>
              <a:gd name="connsiteX984" fmla="*/ 3328506 w 6386648"/>
              <a:gd name="connsiteY984" fmla="*/ 906149 h 1849426"/>
              <a:gd name="connsiteX985" fmla="*/ 1508041 w 6386648"/>
              <a:gd name="connsiteY985" fmla="*/ 900141 h 1849426"/>
              <a:gd name="connsiteX986" fmla="*/ 1526066 w 6386648"/>
              <a:gd name="connsiteY986" fmla="*/ 918165 h 1849426"/>
              <a:gd name="connsiteX987" fmla="*/ 1508041 w 6386648"/>
              <a:gd name="connsiteY987" fmla="*/ 936190 h 1849426"/>
              <a:gd name="connsiteX988" fmla="*/ 1490017 w 6386648"/>
              <a:gd name="connsiteY988" fmla="*/ 918165 h 1849426"/>
              <a:gd name="connsiteX989" fmla="*/ 1508041 w 6386648"/>
              <a:gd name="connsiteY989" fmla="*/ 900141 h 1849426"/>
              <a:gd name="connsiteX990" fmla="*/ 2739709 w 6386648"/>
              <a:gd name="connsiteY990" fmla="*/ 894133 h 1849426"/>
              <a:gd name="connsiteX991" fmla="*/ 2757734 w 6386648"/>
              <a:gd name="connsiteY991" fmla="*/ 912157 h 1849426"/>
              <a:gd name="connsiteX992" fmla="*/ 2739709 w 6386648"/>
              <a:gd name="connsiteY992" fmla="*/ 930182 h 1849426"/>
              <a:gd name="connsiteX993" fmla="*/ 2721685 w 6386648"/>
              <a:gd name="connsiteY993" fmla="*/ 912157 h 1849426"/>
              <a:gd name="connsiteX994" fmla="*/ 2739709 w 6386648"/>
              <a:gd name="connsiteY994" fmla="*/ 894133 h 1849426"/>
              <a:gd name="connsiteX995" fmla="*/ 360487 w 6386648"/>
              <a:gd name="connsiteY995" fmla="*/ 894133 h 1849426"/>
              <a:gd name="connsiteX996" fmla="*/ 378512 w 6386648"/>
              <a:gd name="connsiteY996" fmla="*/ 912157 h 1849426"/>
              <a:gd name="connsiteX997" fmla="*/ 360487 w 6386648"/>
              <a:gd name="connsiteY997" fmla="*/ 930182 h 1849426"/>
              <a:gd name="connsiteX998" fmla="*/ 342463 w 6386648"/>
              <a:gd name="connsiteY998" fmla="*/ 912157 h 1849426"/>
              <a:gd name="connsiteX999" fmla="*/ 360487 w 6386648"/>
              <a:gd name="connsiteY999" fmla="*/ 894133 h 1849426"/>
              <a:gd name="connsiteX1000" fmla="*/ 1093480 w 6386648"/>
              <a:gd name="connsiteY1000" fmla="*/ 888125 h 1849426"/>
              <a:gd name="connsiteX1001" fmla="*/ 1111505 w 6386648"/>
              <a:gd name="connsiteY1001" fmla="*/ 906150 h 1849426"/>
              <a:gd name="connsiteX1002" fmla="*/ 1093480 w 6386648"/>
              <a:gd name="connsiteY1002" fmla="*/ 924174 h 1849426"/>
              <a:gd name="connsiteX1003" fmla="*/ 1075456 w 6386648"/>
              <a:gd name="connsiteY1003" fmla="*/ 906150 h 1849426"/>
              <a:gd name="connsiteX1004" fmla="*/ 1093480 w 6386648"/>
              <a:gd name="connsiteY1004" fmla="*/ 888125 h 1849426"/>
              <a:gd name="connsiteX1005" fmla="*/ 3707019 w 6386648"/>
              <a:gd name="connsiteY1005" fmla="*/ 882116 h 1849426"/>
              <a:gd name="connsiteX1006" fmla="*/ 3725044 w 6386648"/>
              <a:gd name="connsiteY1006" fmla="*/ 900140 h 1849426"/>
              <a:gd name="connsiteX1007" fmla="*/ 3707019 w 6386648"/>
              <a:gd name="connsiteY1007" fmla="*/ 918165 h 1849426"/>
              <a:gd name="connsiteX1008" fmla="*/ 3688994 w 6386648"/>
              <a:gd name="connsiteY1008" fmla="*/ 900140 h 1849426"/>
              <a:gd name="connsiteX1009" fmla="*/ 3707019 w 6386648"/>
              <a:gd name="connsiteY1009" fmla="*/ 882116 h 1849426"/>
              <a:gd name="connsiteX1010" fmla="*/ 1742358 w 6386648"/>
              <a:gd name="connsiteY1010" fmla="*/ 882116 h 1849426"/>
              <a:gd name="connsiteX1011" fmla="*/ 1760383 w 6386648"/>
              <a:gd name="connsiteY1011" fmla="*/ 900140 h 1849426"/>
              <a:gd name="connsiteX1012" fmla="*/ 1742358 w 6386648"/>
              <a:gd name="connsiteY1012" fmla="*/ 918165 h 1849426"/>
              <a:gd name="connsiteX1013" fmla="*/ 1724334 w 6386648"/>
              <a:gd name="connsiteY1013" fmla="*/ 900140 h 1849426"/>
              <a:gd name="connsiteX1014" fmla="*/ 1742358 w 6386648"/>
              <a:gd name="connsiteY1014" fmla="*/ 882116 h 1849426"/>
              <a:gd name="connsiteX1015" fmla="*/ 757024 w 6386648"/>
              <a:gd name="connsiteY1015" fmla="*/ 876108 h 1849426"/>
              <a:gd name="connsiteX1016" fmla="*/ 775049 w 6386648"/>
              <a:gd name="connsiteY1016" fmla="*/ 894132 h 1849426"/>
              <a:gd name="connsiteX1017" fmla="*/ 757024 w 6386648"/>
              <a:gd name="connsiteY1017" fmla="*/ 912157 h 1849426"/>
              <a:gd name="connsiteX1018" fmla="*/ 739000 w 6386648"/>
              <a:gd name="connsiteY1018" fmla="*/ 894132 h 1849426"/>
              <a:gd name="connsiteX1019" fmla="*/ 757024 w 6386648"/>
              <a:gd name="connsiteY1019" fmla="*/ 876108 h 1849426"/>
              <a:gd name="connsiteX1020" fmla="*/ 6104265 w 6386648"/>
              <a:gd name="connsiteY1020" fmla="*/ 870100 h 1849426"/>
              <a:gd name="connsiteX1021" fmla="*/ 6122290 w 6386648"/>
              <a:gd name="connsiteY1021" fmla="*/ 888124 h 1849426"/>
              <a:gd name="connsiteX1022" fmla="*/ 6104265 w 6386648"/>
              <a:gd name="connsiteY1022" fmla="*/ 906149 h 1849426"/>
              <a:gd name="connsiteX1023" fmla="*/ 6086241 w 6386648"/>
              <a:gd name="connsiteY1023" fmla="*/ 888124 h 1849426"/>
              <a:gd name="connsiteX1024" fmla="*/ 6104265 w 6386648"/>
              <a:gd name="connsiteY1024" fmla="*/ 870100 h 1849426"/>
              <a:gd name="connsiteX1025" fmla="*/ 474642 w 6386648"/>
              <a:gd name="connsiteY1025" fmla="*/ 870100 h 1849426"/>
              <a:gd name="connsiteX1026" fmla="*/ 492667 w 6386648"/>
              <a:gd name="connsiteY1026" fmla="*/ 888124 h 1849426"/>
              <a:gd name="connsiteX1027" fmla="*/ 474642 w 6386648"/>
              <a:gd name="connsiteY1027" fmla="*/ 906149 h 1849426"/>
              <a:gd name="connsiteX1028" fmla="*/ 456618 w 6386648"/>
              <a:gd name="connsiteY1028" fmla="*/ 888124 h 1849426"/>
              <a:gd name="connsiteX1029" fmla="*/ 474642 w 6386648"/>
              <a:gd name="connsiteY1029" fmla="*/ 870100 h 1849426"/>
              <a:gd name="connsiteX1030" fmla="*/ 3568832 w 6386648"/>
              <a:gd name="connsiteY1030" fmla="*/ 864092 h 1849426"/>
              <a:gd name="connsiteX1031" fmla="*/ 3586857 w 6386648"/>
              <a:gd name="connsiteY1031" fmla="*/ 882116 h 1849426"/>
              <a:gd name="connsiteX1032" fmla="*/ 3568832 w 6386648"/>
              <a:gd name="connsiteY1032" fmla="*/ 900141 h 1849426"/>
              <a:gd name="connsiteX1033" fmla="*/ 3550808 w 6386648"/>
              <a:gd name="connsiteY1033" fmla="*/ 882116 h 1849426"/>
              <a:gd name="connsiteX1034" fmla="*/ 3568832 w 6386648"/>
              <a:gd name="connsiteY1034" fmla="*/ 864092 h 1849426"/>
              <a:gd name="connsiteX1035" fmla="*/ 2980034 w 6386648"/>
              <a:gd name="connsiteY1035" fmla="*/ 864092 h 1849426"/>
              <a:gd name="connsiteX1036" fmla="*/ 2998059 w 6386648"/>
              <a:gd name="connsiteY1036" fmla="*/ 882116 h 1849426"/>
              <a:gd name="connsiteX1037" fmla="*/ 2980034 w 6386648"/>
              <a:gd name="connsiteY1037" fmla="*/ 900141 h 1849426"/>
              <a:gd name="connsiteX1038" fmla="*/ 2962010 w 6386648"/>
              <a:gd name="connsiteY1038" fmla="*/ 882116 h 1849426"/>
              <a:gd name="connsiteX1039" fmla="*/ 2980034 w 6386648"/>
              <a:gd name="connsiteY1039" fmla="*/ 864092 h 1849426"/>
              <a:gd name="connsiteX1040" fmla="*/ 2012725 w 6386648"/>
              <a:gd name="connsiteY1040" fmla="*/ 864092 h 1849426"/>
              <a:gd name="connsiteX1041" fmla="*/ 2030750 w 6386648"/>
              <a:gd name="connsiteY1041" fmla="*/ 882116 h 1849426"/>
              <a:gd name="connsiteX1042" fmla="*/ 2012725 w 6386648"/>
              <a:gd name="connsiteY1042" fmla="*/ 900141 h 1849426"/>
              <a:gd name="connsiteX1043" fmla="*/ 1994701 w 6386648"/>
              <a:gd name="connsiteY1043" fmla="*/ 882116 h 1849426"/>
              <a:gd name="connsiteX1044" fmla="*/ 2012725 w 6386648"/>
              <a:gd name="connsiteY1044" fmla="*/ 864092 h 1849426"/>
              <a:gd name="connsiteX1045" fmla="*/ 3857222 w 6386648"/>
              <a:gd name="connsiteY1045" fmla="*/ 858084 h 1849426"/>
              <a:gd name="connsiteX1046" fmla="*/ 3875247 w 6386648"/>
              <a:gd name="connsiteY1046" fmla="*/ 876109 h 1849426"/>
              <a:gd name="connsiteX1047" fmla="*/ 3857222 w 6386648"/>
              <a:gd name="connsiteY1047" fmla="*/ 894133 h 1849426"/>
              <a:gd name="connsiteX1048" fmla="*/ 3839197 w 6386648"/>
              <a:gd name="connsiteY1048" fmla="*/ 876109 h 1849426"/>
              <a:gd name="connsiteX1049" fmla="*/ 3857222 w 6386648"/>
              <a:gd name="connsiteY1049" fmla="*/ 858084 h 1849426"/>
              <a:gd name="connsiteX1050" fmla="*/ 1387878 w 6386648"/>
              <a:gd name="connsiteY1050" fmla="*/ 858084 h 1849426"/>
              <a:gd name="connsiteX1051" fmla="*/ 1405903 w 6386648"/>
              <a:gd name="connsiteY1051" fmla="*/ 876109 h 1849426"/>
              <a:gd name="connsiteX1052" fmla="*/ 1387878 w 6386648"/>
              <a:gd name="connsiteY1052" fmla="*/ 894133 h 1849426"/>
              <a:gd name="connsiteX1053" fmla="*/ 1369854 w 6386648"/>
              <a:gd name="connsiteY1053" fmla="*/ 876109 h 1849426"/>
              <a:gd name="connsiteX1054" fmla="*/ 1387878 w 6386648"/>
              <a:gd name="connsiteY1054" fmla="*/ 858084 h 1849426"/>
              <a:gd name="connsiteX1055" fmla="*/ 973317 w 6386648"/>
              <a:gd name="connsiteY1055" fmla="*/ 852076 h 1849426"/>
              <a:gd name="connsiteX1056" fmla="*/ 991342 w 6386648"/>
              <a:gd name="connsiteY1056" fmla="*/ 870100 h 1849426"/>
              <a:gd name="connsiteX1057" fmla="*/ 973317 w 6386648"/>
              <a:gd name="connsiteY1057" fmla="*/ 888125 h 1849426"/>
              <a:gd name="connsiteX1058" fmla="*/ 955293 w 6386648"/>
              <a:gd name="connsiteY1058" fmla="*/ 870100 h 1849426"/>
              <a:gd name="connsiteX1059" fmla="*/ 973317 w 6386648"/>
              <a:gd name="connsiteY1059" fmla="*/ 852076 h 1849426"/>
              <a:gd name="connsiteX1060" fmla="*/ 228308 w 6386648"/>
              <a:gd name="connsiteY1060" fmla="*/ 852076 h 1849426"/>
              <a:gd name="connsiteX1061" fmla="*/ 246333 w 6386648"/>
              <a:gd name="connsiteY1061" fmla="*/ 870100 h 1849426"/>
              <a:gd name="connsiteX1062" fmla="*/ 228308 w 6386648"/>
              <a:gd name="connsiteY1062" fmla="*/ 888125 h 1849426"/>
              <a:gd name="connsiteX1063" fmla="*/ 210284 w 6386648"/>
              <a:gd name="connsiteY1063" fmla="*/ 870100 h 1849426"/>
              <a:gd name="connsiteX1064" fmla="*/ 228308 w 6386648"/>
              <a:gd name="connsiteY1064" fmla="*/ 852076 h 1849426"/>
              <a:gd name="connsiteX1065" fmla="*/ 3196327 w 6386648"/>
              <a:gd name="connsiteY1065" fmla="*/ 846068 h 1849426"/>
              <a:gd name="connsiteX1066" fmla="*/ 3214352 w 6386648"/>
              <a:gd name="connsiteY1066" fmla="*/ 864092 h 1849426"/>
              <a:gd name="connsiteX1067" fmla="*/ 3196327 w 6386648"/>
              <a:gd name="connsiteY1067" fmla="*/ 882117 h 1849426"/>
              <a:gd name="connsiteX1068" fmla="*/ 3178302 w 6386648"/>
              <a:gd name="connsiteY1068" fmla="*/ 864092 h 1849426"/>
              <a:gd name="connsiteX1069" fmla="*/ 3196327 w 6386648"/>
              <a:gd name="connsiteY1069" fmla="*/ 846068 h 1849426"/>
              <a:gd name="connsiteX1070" fmla="*/ 6218419 w 6386648"/>
              <a:gd name="connsiteY1070" fmla="*/ 840059 h 1849426"/>
              <a:gd name="connsiteX1071" fmla="*/ 6236444 w 6386648"/>
              <a:gd name="connsiteY1071" fmla="*/ 858083 h 1849426"/>
              <a:gd name="connsiteX1072" fmla="*/ 6218419 w 6386648"/>
              <a:gd name="connsiteY1072" fmla="*/ 876108 h 1849426"/>
              <a:gd name="connsiteX1073" fmla="*/ 6200395 w 6386648"/>
              <a:gd name="connsiteY1073" fmla="*/ 858083 h 1849426"/>
              <a:gd name="connsiteX1074" fmla="*/ 6218419 w 6386648"/>
              <a:gd name="connsiteY1074" fmla="*/ 840059 h 1849426"/>
              <a:gd name="connsiteX1075" fmla="*/ 5978094 w 6386648"/>
              <a:gd name="connsiteY1075" fmla="*/ 834051 h 1849426"/>
              <a:gd name="connsiteX1076" fmla="*/ 5996119 w 6386648"/>
              <a:gd name="connsiteY1076" fmla="*/ 852075 h 1849426"/>
              <a:gd name="connsiteX1077" fmla="*/ 5978094 w 6386648"/>
              <a:gd name="connsiteY1077" fmla="*/ 870100 h 1849426"/>
              <a:gd name="connsiteX1078" fmla="*/ 5960070 w 6386648"/>
              <a:gd name="connsiteY1078" fmla="*/ 852075 h 1849426"/>
              <a:gd name="connsiteX1079" fmla="*/ 5978094 w 6386648"/>
              <a:gd name="connsiteY1079" fmla="*/ 834051 h 1849426"/>
              <a:gd name="connsiteX1080" fmla="*/ 2198977 w 6386648"/>
              <a:gd name="connsiteY1080" fmla="*/ 834051 h 1849426"/>
              <a:gd name="connsiteX1081" fmla="*/ 2217002 w 6386648"/>
              <a:gd name="connsiteY1081" fmla="*/ 852075 h 1849426"/>
              <a:gd name="connsiteX1082" fmla="*/ 2198977 w 6386648"/>
              <a:gd name="connsiteY1082" fmla="*/ 870100 h 1849426"/>
              <a:gd name="connsiteX1083" fmla="*/ 2180953 w 6386648"/>
              <a:gd name="connsiteY1083" fmla="*/ 852075 h 1849426"/>
              <a:gd name="connsiteX1084" fmla="*/ 2198977 w 6386648"/>
              <a:gd name="connsiteY1084" fmla="*/ 834051 h 1849426"/>
              <a:gd name="connsiteX1085" fmla="*/ 1622196 w 6386648"/>
              <a:gd name="connsiteY1085" fmla="*/ 834051 h 1849426"/>
              <a:gd name="connsiteX1086" fmla="*/ 1640221 w 6386648"/>
              <a:gd name="connsiteY1086" fmla="*/ 852075 h 1849426"/>
              <a:gd name="connsiteX1087" fmla="*/ 1622196 w 6386648"/>
              <a:gd name="connsiteY1087" fmla="*/ 870100 h 1849426"/>
              <a:gd name="connsiteX1088" fmla="*/ 1604172 w 6386648"/>
              <a:gd name="connsiteY1088" fmla="*/ 852075 h 1849426"/>
              <a:gd name="connsiteX1089" fmla="*/ 1622196 w 6386648"/>
              <a:gd name="connsiteY1089" fmla="*/ 834051 h 1849426"/>
              <a:gd name="connsiteX1090" fmla="*/ 1201626 w 6386648"/>
              <a:gd name="connsiteY1090" fmla="*/ 834051 h 1849426"/>
              <a:gd name="connsiteX1091" fmla="*/ 1219651 w 6386648"/>
              <a:gd name="connsiteY1091" fmla="*/ 852075 h 1849426"/>
              <a:gd name="connsiteX1092" fmla="*/ 1201626 w 6386648"/>
              <a:gd name="connsiteY1092" fmla="*/ 870100 h 1849426"/>
              <a:gd name="connsiteX1093" fmla="*/ 1183602 w 6386648"/>
              <a:gd name="connsiteY1093" fmla="*/ 852075 h 1849426"/>
              <a:gd name="connsiteX1094" fmla="*/ 1201626 w 6386648"/>
              <a:gd name="connsiteY1094" fmla="*/ 834051 h 1849426"/>
              <a:gd name="connsiteX1095" fmla="*/ 2469343 w 6386648"/>
              <a:gd name="connsiteY1095" fmla="*/ 828043 h 1849426"/>
              <a:gd name="connsiteX1096" fmla="*/ 2487368 w 6386648"/>
              <a:gd name="connsiteY1096" fmla="*/ 846068 h 1849426"/>
              <a:gd name="connsiteX1097" fmla="*/ 2469343 w 6386648"/>
              <a:gd name="connsiteY1097" fmla="*/ 864092 h 1849426"/>
              <a:gd name="connsiteX1098" fmla="*/ 2451319 w 6386648"/>
              <a:gd name="connsiteY1098" fmla="*/ 846068 h 1849426"/>
              <a:gd name="connsiteX1099" fmla="*/ 2469343 w 6386648"/>
              <a:gd name="connsiteY1099" fmla="*/ 828043 h 1849426"/>
              <a:gd name="connsiteX1100" fmla="*/ 3448669 w 6386648"/>
              <a:gd name="connsiteY1100" fmla="*/ 822035 h 1849426"/>
              <a:gd name="connsiteX1101" fmla="*/ 3466694 w 6386648"/>
              <a:gd name="connsiteY1101" fmla="*/ 840059 h 1849426"/>
              <a:gd name="connsiteX1102" fmla="*/ 3448669 w 6386648"/>
              <a:gd name="connsiteY1102" fmla="*/ 858084 h 1849426"/>
              <a:gd name="connsiteX1103" fmla="*/ 3430645 w 6386648"/>
              <a:gd name="connsiteY1103" fmla="*/ 840059 h 1849426"/>
              <a:gd name="connsiteX1104" fmla="*/ 3448669 w 6386648"/>
              <a:gd name="connsiteY1104" fmla="*/ 822035 h 1849426"/>
              <a:gd name="connsiteX1105" fmla="*/ 1874537 w 6386648"/>
              <a:gd name="connsiteY1105" fmla="*/ 822035 h 1849426"/>
              <a:gd name="connsiteX1106" fmla="*/ 1892562 w 6386648"/>
              <a:gd name="connsiteY1106" fmla="*/ 840059 h 1849426"/>
              <a:gd name="connsiteX1107" fmla="*/ 1874537 w 6386648"/>
              <a:gd name="connsiteY1107" fmla="*/ 858084 h 1849426"/>
              <a:gd name="connsiteX1108" fmla="*/ 1856513 w 6386648"/>
              <a:gd name="connsiteY1108" fmla="*/ 840059 h 1849426"/>
              <a:gd name="connsiteX1109" fmla="*/ 1874537 w 6386648"/>
              <a:gd name="connsiteY1109" fmla="*/ 822035 h 1849426"/>
              <a:gd name="connsiteX1110" fmla="*/ 2823823 w 6386648"/>
              <a:gd name="connsiteY1110" fmla="*/ 816027 h 1849426"/>
              <a:gd name="connsiteX1111" fmla="*/ 2841848 w 6386648"/>
              <a:gd name="connsiteY1111" fmla="*/ 834051 h 1849426"/>
              <a:gd name="connsiteX1112" fmla="*/ 2823823 w 6386648"/>
              <a:gd name="connsiteY1112" fmla="*/ 852076 h 1849426"/>
              <a:gd name="connsiteX1113" fmla="*/ 2805799 w 6386648"/>
              <a:gd name="connsiteY1113" fmla="*/ 834051 h 1849426"/>
              <a:gd name="connsiteX1114" fmla="*/ 2823823 w 6386648"/>
              <a:gd name="connsiteY1114" fmla="*/ 816027 h 1849426"/>
              <a:gd name="connsiteX1115" fmla="*/ 2595514 w 6386648"/>
              <a:gd name="connsiteY1115" fmla="*/ 816027 h 1849426"/>
              <a:gd name="connsiteX1116" fmla="*/ 2613539 w 6386648"/>
              <a:gd name="connsiteY1116" fmla="*/ 834051 h 1849426"/>
              <a:gd name="connsiteX1117" fmla="*/ 2595514 w 6386648"/>
              <a:gd name="connsiteY1117" fmla="*/ 852076 h 1849426"/>
              <a:gd name="connsiteX1118" fmla="*/ 2577489 w 6386648"/>
              <a:gd name="connsiteY1118" fmla="*/ 834051 h 1849426"/>
              <a:gd name="connsiteX1119" fmla="*/ 2595514 w 6386648"/>
              <a:gd name="connsiteY1119" fmla="*/ 816027 h 1849426"/>
              <a:gd name="connsiteX1120" fmla="*/ 2307124 w 6386648"/>
              <a:gd name="connsiteY1120" fmla="*/ 816027 h 1849426"/>
              <a:gd name="connsiteX1121" fmla="*/ 2325148 w 6386648"/>
              <a:gd name="connsiteY1121" fmla="*/ 834051 h 1849426"/>
              <a:gd name="connsiteX1122" fmla="*/ 2307124 w 6386648"/>
              <a:gd name="connsiteY1122" fmla="*/ 852076 h 1849426"/>
              <a:gd name="connsiteX1123" fmla="*/ 2289099 w 6386648"/>
              <a:gd name="connsiteY1123" fmla="*/ 834051 h 1849426"/>
              <a:gd name="connsiteX1124" fmla="*/ 2307124 w 6386648"/>
              <a:gd name="connsiteY1124" fmla="*/ 816027 h 1849426"/>
              <a:gd name="connsiteX1125" fmla="*/ 606821 w 6386648"/>
              <a:gd name="connsiteY1125" fmla="*/ 816027 h 1849426"/>
              <a:gd name="connsiteX1126" fmla="*/ 624846 w 6386648"/>
              <a:gd name="connsiteY1126" fmla="*/ 834051 h 1849426"/>
              <a:gd name="connsiteX1127" fmla="*/ 606821 w 6386648"/>
              <a:gd name="connsiteY1127" fmla="*/ 852076 h 1849426"/>
              <a:gd name="connsiteX1128" fmla="*/ 588797 w 6386648"/>
              <a:gd name="connsiteY1128" fmla="*/ 834051 h 1849426"/>
              <a:gd name="connsiteX1129" fmla="*/ 606821 w 6386648"/>
              <a:gd name="connsiteY1129" fmla="*/ 816027 h 1849426"/>
              <a:gd name="connsiteX1130" fmla="*/ 3292457 w 6386648"/>
              <a:gd name="connsiteY1130" fmla="*/ 791994 h 1849426"/>
              <a:gd name="connsiteX1131" fmla="*/ 3310482 w 6386648"/>
              <a:gd name="connsiteY1131" fmla="*/ 810018 h 1849426"/>
              <a:gd name="connsiteX1132" fmla="*/ 3292457 w 6386648"/>
              <a:gd name="connsiteY1132" fmla="*/ 828043 h 1849426"/>
              <a:gd name="connsiteX1133" fmla="*/ 3274433 w 6386648"/>
              <a:gd name="connsiteY1133" fmla="*/ 810018 h 1849426"/>
              <a:gd name="connsiteX1134" fmla="*/ 3292457 w 6386648"/>
              <a:gd name="connsiteY1134" fmla="*/ 791994 h 1849426"/>
              <a:gd name="connsiteX1135" fmla="*/ 859163 w 6386648"/>
              <a:gd name="connsiteY1135" fmla="*/ 791994 h 1849426"/>
              <a:gd name="connsiteX1136" fmla="*/ 877188 w 6386648"/>
              <a:gd name="connsiteY1136" fmla="*/ 810018 h 1849426"/>
              <a:gd name="connsiteX1137" fmla="*/ 859163 w 6386648"/>
              <a:gd name="connsiteY1137" fmla="*/ 828043 h 1849426"/>
              <a:gd name="connsiteX1138" fmla="*/ 841139 w 6386648"/>
              <a:gd name="connsiteY1138" fmla="*/ 810018 h 1849426"/>
              <a:gd name="connsiteX1139" fmla="*/ 859163 w 6386648"/>
              <a:gd name="connsiteY1139" fmla="*/ 791994 h 1849426"/>
              <a:gd name="connsiteX1140" fmla="*/ 1297756 w 6386648"/>
              <a:gd name="connsiteY1140" fmla="*/ 785986 h 1849426"/>
              <a:gd name="connsiteX1141" fmla="*/ 1315781 w 6386648"/>
              <a:gd name="connsiteY1141" fmla="*/ 804010 h 1849426"/>
              <a:gd name="connsiteX1142" fmla="*/ 1297756 w 6386648"/>
              <a:gd name="connsiteY1142" fmla="*/ 822035 h 1849426"/>
              <a:gd name="connsiteX1143" fmla="*/ 1279732 w 6386648"/>
              <a:gd name="connsiteY1143" fmla="*/ 804010 h 1849426"/>
              <a:gd name="connsiteX1144" fmla="*/ 1297756 w 6386648"/>
              <a:gd name="connsiteY1144" fmla="*/ 785986 h 1849426"/>
              <a:gd name="connsiteX1145" fmla="*/ 324438 w 6386648"/>
              <a:gd name="connsiteY1145" fmla="*/ 785986 h 1849426"/>
              <a:gd name="connsiteX1146" fmla="*/ 342463 w 6386648"/>
              <a:gd name="connsiteY1146" fmla="*/ 804010 h 1849426"/>
              <a:gd name="connsiteX1147" fmla="*/ 324438 w 6386648"/>
              <a:gd name="connsiteY1147" fmla="*/ 822035 h 1849426"/>
              <a:gd name="connsiteX1148" fmla="*/ 306414 w 6386648"/>
              <a:gd name="connsiteY1148" fmla="*/ 804010 h 1849426"/>
              <a:gd name="connsiteX1149" fmla="*/ 324438 w 6386648"/>
              <a:gd name="connsiteY1149" fmla="*/ 785986 h 1849426"/>
              <a:gd name="connsiteX1150" fmla="*/ 3755084 w 6386648"/>
              <a:gd name="connsiteY1150" fmla="*/ 779978 h 1849426"/>
              <a:gd name="connsiteX1151" fmla="*/ 3773109 w 6386648"/>
              <a:gd name="connsiteY1151" fmla="*/ 798002 h 1849426"/>
              <a:gd name="connsiteX1152" fmla="*/ 3755084 w 6386648"/>
              <a:gd name="connsiteY1152" fmla="*/ 816027 h 1849426"/>
              <a:gd name="connsiteX1153" fmla="*/ 3737060 w 6386648"/>
              <a:gd name="connsiteY1153" fmla="*/ 798002 h 1849426"/>
              <a:gd name="connsiteX1154" fmla="*/ 3755084 w 6386648"/>
              <a:gd name="connsiteY1154" fmla="*/ 779978 h 1849426"/>
              <a:gd name="connsiteX1155" fmla="*/ 1496026 w 6386648"/>
              <a:gd name="connsiteY1155" fmla="*/ 779978 h 1849426"/>
              <a:gd name="connsiteX1156" fmla="*/ 1514050 w 6386648"/>
              <a:gd name="connsiteY1156" fmla="*/ 798002 h 1849426"/>
              <a:gd name="connsiteX1157" fmla="*/ 1496026 w 6386648"/>
              <a:gd name="connsiteY1157" fmla="*/ 816027 h 1849426"/>
              <a:gd name="connsiteX1158" fmla="*/ 1478001 w 6386648"/>
              <a:gd name="connsiteY1158" fmla="*/ 798002 h 1849426"/>
              <a:gd name="connsiteX1159" fmla="*/ 1496026 w 6386648"/>
              <a:gd name="connsiteY1159" fmla="*/ 779978 h 1849426"/>
              <a:gd name="connsiteX1160" fmla="*/ 3622905 w 6386648"/>
              <a:gd name="connsiteY1160" fmla="*/ 767962 h 1849426"/>
              <a:gd name="connsiteX1161" fmla="*/ 3640930 w 6386648"/>
              <a:gd name="connsiteY1161" fmla="*/ 785987 h 1849426"/>
              <a:gd name="connsiteX1162" fmla="*/ 3622905 w 6386648"/>
              <a:gd name="connsiteY1162" fmla="*/ 804011 h 1849426"/>
              <a:gd name="connsiteX1163" fmla="*/ 3604881 w 6386648"/>
              <a:gd name="connsiteY1163" fmla="*/ 785987 h 1849426"/>
              <a:gd name="connsiteX1164" fmla="*/ 3622905 w 6386648"/>
              <a:gd name="connsiteY1164" fmla="*/ 767962 h 1849426"/>
              <a:gd name="connsiteX1165" fmla="*/ 3112213 w 6386648"/>
              <a:gd name="connsiteY1165" fmla="*/ 767962 h 1849426"/>
              <a:gd name="connsiteX1166" fmla="*/ 3130238 w 6386648"/>
              <a:gd name="connsiteY1166" fmla="*/ 785987 h 1849426"/>
              <a:gd name="connsiteX1167" fmla="*/ 3112213 w 6386648"/>
              <a:gd name="connsiteY1167" fmla="*/ 804011 h 1849426"/>
              <a:gd name="connsiteX1168" fmla="*/ 3094189 w 6386648"/>
              <a:gd name="connsiteY1168" fmla="*/ 785987 h 1849426"/>
              <a:gd name="connsiteX1169" fmla="*/ 3112213 w 6386648"/>
              <a:gd name="connsiteY1169" fmla="*/ 767962 h 1849426"/>
              <a:gd name="connsiteX1170" fmla="*/ 714968 w 6386648"/>
              <a:gd name="connsiteY1170" fmla="*/ 767962 h 1849426"/>
              <a:gd name="connsiteX1171" fmla="*/ 732992 w 6386648"/>
              <a:gd name="connsiteY1171" fmla="*/ 785987 h 1849426"/>
              <a:gd name="connsiteX1172" fmla="*/ 714968 w 6386648"/>
              <a:gd name="connsiteY1172" fmla="*/ 804011 h 1849426"/>
              <a:gd name="connsiteX1173" fmla="*/ 696943 w 6386648"/>
              <a:gd name="connsiteY1173" fmla="*/ 785987 h 1849426"/>
              <a:gd name="connsiteX1174" fmla="*/ 714968 w 6386648"/>
              <a:gd name="connsiteY1174" fmla="*/ 767962 h 1849426"/>
              <a:gd name="connsiteX1175" fmla="*/ 2986042 w 6386648"/>
              <a:gd name="connsiteY1175" fmla="*/ 761954 h 1849426"/>
              <a:gd name="connsiteX1176" fmla="*/ 3004067 w 6386648"/>
              <a:gd name="connsiteY1176" fmla="*/ 779978 h 1849426"/>
              <a:gd name="connsiteX1177" fmla="*/ 2986042 w 6386648"/>
              <a:gd name="connsiteY1177" fmla="*/ 798003 h 1849426"/>
              <a:gd name="connsiteX1178" fmla="*/ 2968017 w 6386648"/>
              <a:gd name="connsiteY1178" fmla="*/ 779978 h 1849426"/>
              <a:gd name="connsiteX1179" fmla="*/ 2986042 w 6386648"/>
              <a:gd name="connsiteY1179" fmla="*/ 761954 h 1849426"/>
              <a:gd name="connsiteX1180" fmla="*/ 1736351 w 6386648"/>
              <a:gd name="connsiteY1180" fmla="*/ 761954 h 1849426"/>
              <a:gd name="connsiteX1181" fmla="*/ 1754375 w 6386648"/>
              <a:gd name="connsiteY1181" fmla="*/ 779978 h 1849426"/>
              <a:gd name="connsiteX1182" fmla="*/ 1736351 w 6386648"/>
              <a:gd name="connsiteY1182" fmla="*/ 798003 h 1849426"/>
              <a:gd name="connsiteX1183" fmla="*/ 1718326 w 6386648"/>
              <a:gd name="connsiteY1183" fmla="*/ 779978 h 1849426"/>
              <a:gd name="connsiteX1184" fmla="*/ 1736351 w 6386648"/>
              <a:gd name="connsiteY1184" fmla="*/ 761954 h 1849426"/>
              <a:gd name="connsiteX1185" fmla="*/ 5863939 w 6386648"/>
              <a:gd name="connsiteY1185" fmla="*/ 755946 h 1849426"/>
              <a:gd name="connsiteX1186" fmla="*/ 5881964 w 6386648"/>
              <a:gd name="connsiteY1186" fmla="*/ 773970 h 1849426"/>
              <a:gd name="connsiteX1187" fmla="*/ 5863939 w 6386648"/>
              <a:gd name="connsiteY1187" fmla="*/ 791995 h 1849426"/>
              <a:gd name="connsiteX1188" fmla="*/ 5845915 w 6386648"/>
              <a:gd name="connsiteY1188" fmla="*/ 773970 h 1849426"/>
              <a:gd name="connsiteX1189" fmla="*/ 5863939 w 6386648"/>
              <a:gd name="connsiteY1189" fmla="*/ 755946 h 1849426"/>
              <a:gd name="connsiteX1190" fmla="*/ 2685636 w 6386648"/>
              <a:gd name="connsiteY1190" fmla="*/ 755946 h 1849426"/>
              <a:gd name="connsiteX1191" fmla="*/ 2703661 w 6386648"/>
              <a:gd name="connsiteY1191" fmla="*/ 773970 h 1849426"/>
              <a:gd name="connsiteX1192" fmla="*/ 2685636 w 6386648"/>
              <a:gd name="connsiteY1192" fmla="*/ 791995 h 1849426"/>
              <a:gd name="connsiteX1193" fmla="*/ 2667611 w 6386648"/>
              <a:gd name="connsiteY1193" fmla="*/ 773970 h 1849426"/>
              <a:gd name="connsiteX1194" fmla="*/ 2685636 w 6386648"/>
              <a:gd name="connsiteY1194" fmla="*/ 755946 h 1849426"/>
              <a:gd name="connsiteX1195" fmla="*/ 1069447 w 6386648"/>
              <a:gd name="connsiteY1195" fmla="*/ 755946 h 1849426"/>
              <a:gd name="connsiteX1196" fmla="*/ 1087472 w 6386648"/>
              <a:gd name="connsiteY1196" fmla="*/ 773970 h 1849426"/>
              <a:gd name="connsiteX1197" fmla="*/ 1069447 w 6386648"/>
              <a:gd name="connsiteY1197" fmla="*/ 791995 h 1849426"/>
              <a:gd name="connsiteX1198" fmla="*/ 1051423 w 6386648"/>
              <a:gd name="connsiteY1198" fmla="*/ 773970 h 1849426"/>
              <a:gd name="connsiteX1199" fmla="*/ 1069447 w 6386648"/>
              <a:gd name="connsiteY1199" fmla="*/ 755946 h 1849426"/>
              <a:gd name="connsiteX1200" fmla="*/ 3935328 w 6386648"/>
              <a:gd name="connsiteY1200" fmla="*/ 749937 h 1849426"/>
              <a:gd name="connsiteX1201" fmla="*/ 3953353 w 6386648"/>
              <a:gd name="connsiteY1201" fmla="*/ 767961 h 1849426"/>
              <a:gd name="connsiteX1202" fmla="*/ 3935328 w 6386648"/>
              <a:gd name="connsiteY1202" fmla="*/ 785986 h 1849426"/>
              <a:gd name="connsiteX1203" fmla="*/ 3917304 w 6386648"/>
              <a:gd name="connsiteY1203" fmla="*/ 767961 h 1849426"/>
              <a:gd name="connsiteX1204" fmla="*/ 3935328 w 6386648"/>
              <a:gd name="connsiteY1204" fmla="*/ 749937 h 1849426"/>
              <a:gd name="connsiteX1205" fmla="*/ 2114863 w 6386648"/>
              <a:gd name="connsiteY1205" fmla="*/ 749937 h 1849426"/>
              <a:gd name="connsiteX1206" fmla="*/ 2132888 w 6386648"/>
              <a:gd name="connsiteY1206" fmla="*/ 767961 h 1849426"/>
              <a:gd name="connsiteX1207" fmla="*/ 2114863 w 6386648"/>
              <a:gd name="connsiteY1207" fmla="*/ 785986 h 1849426"/>
              <a:gd name="connsiteX1208" fmla="*/ 2096839 w 6386648"/>
              <a:gd name="connsiteY1208" fmla="*/ 767961 h 1849426"/>
              <a:gd name="connsiteX1209" fmla="*/ 2114863 w 6386648"/>
              <a:gd name="connsiteY1209" fmla="*/ 749937 h 1849426"/>
              <a:gd name="connsiteX1210" fmla="*/ 2006717 w 6386648"/>
              <a:gd name="connsiteY1210" fmla="*/ 749937 h 1849426"/>
              <a:gd name="connsiteX1211" fmla="*/ 2024741 w 6386648"/>
              <a:gd name="connsiteY1211" fmla="*/ 767961 h 1849426"/>
              <a:gd name="connsiteX1212" fmla="*/ 2006717 w 6386648"/>
              <a:gd name="connsiteY1212" fmla="*/ 785986 h 1849426"/>
              <a:gd name="connsiteX1213" fmla="*/ 1988692 w 6386648"/>
              <a:gd name="connsiteY1213" fmla="*/ 767961 h 1849426"/>
              <a:gd name="connsiteX1214" fmla="*/ 2006717 w 6386648"/>
              <a:gd name="connsiteY1214" fmla="*/ 749937 h 1849426"/>
              <a:gd name="connsiteX1215" fmla="*/ 6116281 w 6386648"/>
              <a:gd name="connsiteY1215" fmla="*/ 737921 h 1849426"/>
              <a:gd name="connsiteX1216" fmla="*/ 6134306 w 6386648"/>
              <a:gd name="connsiteY1216" fmla="*/ 755946 h 1849426"/>
              <a:gd name="connsiteX1217" fmla="*/ 6116281 w 6386648"/>
              <a:gd name="connsiteY1217" fmla="*/ 773970 h 1849426"/>
              <a:gd name="connsiteX1218" fmla="*/ 6098257 w 6386648"/>
              <a:gd name="connsiteY1218" fmla="*/ 755946 h 1849426"/>
              <a:gd name="connsiteX1219" fmla="*/ 6116281 w 6386648"/>
              <a:gd name="connsiteY1219" fmla="*/ 737921 h 1849426"/>
              <a:gd name="connsiteX1220" fmla="*/ 2397246 w 6386648"/>
              <a:gd name="connsiteY1220" fmla="*/ 737921 h 1849426"/>
              <a:gd name="connsiteX1221" fmla="*/ 2415270 w 6386648"/>
              <a:gd name="connsiteY1221" fmla="*/ 755946 h 1849426"/>
              <a:gd name="connsiteX1222" fmla="*/ 2397246 w 6386648"/>
              <a:gd name="connsiteY1222" fmla="*/ 773970 h 1849426"/>
              <a:gd name="connsiteX1223" fmla="*/ 2379221 w 6386648"/>
              <a:gd name="connsiteY1223" fmla="*/ 755946 h 1849426"/>
              <a:gd name="connsiteX1224" fmla="*/ 2397246 w 6386648"/>
              <a:gd name="connsiteY1224" fmla="*/ 737921 h 1849426"/>
              <a:gd name="connsiteX1225" fmla="*/ 522707 w 6386648"/>
              <a:gd name="connsiteY1225" fmla="*/ 731913 h 1849426"/>
              <a:gd name="connsiteX1226" fmla="*/ 540732 w 6386648"/>
              <a:gd name="connsiteY1226" fmla="*/ 749937 h 1849426"/>
              <a:gd name="connsiteX1227" fmla="*/ 522707 w 6386648"/>
              <a:gd name="connsiteY1227" fmla="*/ 767962 h 1849426"/>
              <a:gd name="connsiteX1228" fmla="*/ 504683 w 6386648"/>
              <a:gd name="connsiteY1228" fmla="*/ 749937 h 1849426"/>
              <a:gd name="connsiteX1229" fmla="*/ 522707 w 6386648"/>
              <a:gd name="connsiteY1229" fmla="*/ 731913 h 1849426"/>
              <a:gd name="connsiteX1230" fmla="*/ 414561 w 6386648"/>
              <a:gd name="connsiteY1230" fmla="*/ 731913 h 1849426"/>
              <a:gd name="connsiteX1231" fmla="*/ 432586 w 6386648"/>
              <a:gd name="connsiteY1231" fmla="*/ 749937 h 1849426"/>
              <a:gd name="connsiteX1232" fmla="*/ 414561 w 6386648"/>
              <a:gd name="connsiteY1232" fmla="*/ 767962 h 1849426"/>
              <a:gd name="connsiteX1233" fmla="*/ 396537 w 6386648"/>
              <a:gd name="connsiteY1233" fmla="*/ 749937 h 1849426"/>
              <a:gd name="connsiteX1234" fmla="*/ 414561 w 6386648"/>
              <a:gd name="connsiteY1234" fmla="*/ 731913 h 1849426"/>
              <a:gd name="connsiteX1235" fmla="*/ 6236444 w 6386648"/>
              <a:gd name="connsiteY1235" fmla="*/ 725905 h 1849426"/>
              <a:gd name="connsiteX1236" fmla="*/ 6254469 w 6386648"/>
              <a:gd name="connsiteY1236" fmla="*/ 743929 h 1849426"/>
              <a:gd name="connsiteX1237" fmla="*/ 6236444 w 6386648"/>
              <a:gd name="connsiteY1237" fmla="*/ 761954 h 1849426"/>
              <a:gd name="connsiteX1238" fmla="*/ 6218420 w 6386648"/>
              <a:gd name="connsiteY1238" fmla="*/ 743929 h 1849426"/>
              <a:gd name="connsiteX1239" fmla="*/ 6236444 w 6386648"/>
              <a:gd name="connsiteY1239" fmla="*/ 725905 h 1849426"/>
              <a:gd name="connsiteX1240" fmla="*/ 961301 w 6386648"/>
              <a:gd name="connsiteY1240" fmla="*/ 725905 h 1849426"/>
              <a:gd name="connsiteX1241" fmla="*/ 979326 w 6386648"/>
              <a:gd name="connsiteY1241" fmla="*/ 743929 h 1849426"/>
              <a:gd name="connsiteX1242" fmla="*/ 961301 w 6386648"/>
              <a:gd name="connsiteY1242" fmla="*/ 761954 h 1849426"/>
              <a:gd name="connsiteX1243" fmla="*/ 943277 w 6386648"/>
              <a:gd name="connsiteY1243" fmla="*/ 743929 h 1849426"/>
              <a:gd name="connsiteX1244" fmla="*/ 961301 w 6386648"/>
              <a:gd name="connsiteY1244" fmla="*/ 725905 h 1849426"/>
              <a:gd name="connsiteX1245" fmla="*/ 3400604 w 6386648"/>
              <a:gd name="connsiteY1245" fmla="*/ 719897 h 1849426"/>
              <a:gd name="connsiteX1246" fmla="*/ 3418629 w 6386648"/>
              <a:gd name="connsiteY1246" fmla="*/ 737921 h 1849426"/>
              <a:gd name="connsiteX1247" fmla="*/ 3400604 w 6386648"/>
              <a:gd name="connsiteY1247" fmla="*/ 755946 h 1849426"/>
              <a:gd name="connsiteX1248" fmla="*/ 3382580 w 6386648"/>
              <a:gd name="connsiteY1248" fmla="*/ 737921 h 1849426"/>
              <a:gd name="connsiteX1249" fmla="*/ 3400604 w 6386648"/>
              <a:gd name="connsiteY1249" fmla="*/ 719897 h 1849426"/>
              <a:gd name="connsiteX1250" fmla="*/ 6002126 w 6386648"/>
              <a:gd name="connsiteY1250" fmla="*/ 713889 h 1849426"/>
              <a:gd name="connsiteX1251" fmla="*/ 6020151 w 6386648"/>
              <a:gd name="connsiteY1251" fmla="*/ 731913 h 1849426"/>
              <a:gd name="connsiteX1252" fmla="*/ 6002126 w 6386648"/>
              <a:gd name="connsiteY1252" fmla="*/ 749938 h 1849426"/>
              <a:gd name="connsiteX1253" fmla="*/ 5984102 w 6386648"/>
              <a:gd name="connsiteY1253" fmla="*/ 731913 h 1849426"/>
              <a:gd name="connsiteX1254" fmla="*/ 6002126 w 6386648"/>
              <a:gd name="connsiteY1254" fmla="*/ 713889 h 1849426"/>
              <a:gd name="connsiteX1255" fmla="*/ 1610179 w 6386648"/>
              <a:gd name="connsiteY1255" fmla="*/ 713889 h 1849426"/>
              <a:gd name="connsiteX1256" fmla="*/ 1628204 w 6386648"/>
              <a:gd name="connsiteY1256" fmla="*/ 731913 h 1849426"/>
              <a:gd name="connsiteX1257" fmla="*/ 1610179 w 6386648"/>
              <a:gd name="connsiteY1257" fmla="*/ 749938 h 1849426"/>
              <a:gd name="connsiteX1258" fmla="*/ 1592155 w 6386648"/>
              <a:gd name="connsiteY1258" fmla="*/ 731913 h 1849426"/>
              <a:gd name="connsiteX1259" fmla="*/ 1610179 w 6386648"/>
              <a:gd name="connsiteY1259" fmla="*/ 713889 h 1849426"/>
              <a:gd name="connsiteX1260" fmla="*/ 3520767 w 6386648"/>
              <a:gd name="connsiteY1260" fmla="*/ 707881 h 1849426"/>
              <a:gd name="connsiteX1261" fmla="*/ 3538792 w 6386648"/>
              <a:gd name="connsiteY1261" fmla="*/ 725906 h 1849426"/>
              <a:gd name="connsiteX1262" fmla="*/ 3520767 w 6386648"/>
              <a:gd name="connsiteY1262" fmla="*/ 743930 h 1849426"/>
              <a:gd name="connsiteX1263" fmla="*/ 3502743 w 6386648"/>
              <a:gd name="connsiteY1263" fmla="*/ 725906 h 1849426"/>
              <a:gd name="connsiteX1264" fmla="*/ 3520767 w 6386648"/>
              <a:gd name="connsiteY1264" fmla="*/ 707881 h 1849426"/>
              <a:gd name="connsiteX1265" fmla="*/ 2895920 w 6386648"/>
              <a:gd name="connsiteY1265" fmla="*/ 701872 h 1849426"/>
              <a:gd name="connsiteX1266" fmla="*/ 2913945 w 6386648"/>
              <a:gd name="connsiteY1266" fmla="*/ 719896 h 1849426"/>
              <a:gd name="connsiteX1267" fmla="*/ 2895920 w 6386648"/>
              <a:gd name="connsiteY1267" fmla="*/ 737921 h 1849426"/>
              <a:gd name="connsiteX1268" fmla="*/ 2877895 w 6386648"/>
              <a:gd name="connsiteY1268" fmla="*/ 719896 h 1849426"/>
              <a:gd name="connsiteX1269" fmla="*/ 2895920 w 6386648"/>
              <a:gd name="connsiteY1269" fmla="*/ 701872 h 1849426"/>
              <a:gd name="connsiteX1270" fmla="*/ 2547449 w 6386648"/>
              <a:gd name="connsiteY1270" fmla="*/ 701872 h 1849426"/>
              <a:gd name="connsiteX1271" fmla="*/ 2565474 w 6386648"/>
              <a:gd name="connsiteY1271" fmla="*/ 719896 h 1849426"/>
              <a:gd name="connsiteX1272" fmla="*/ 2547449 w 6386648"/>
              <a:gd name="connsiteY1272" fmla="*/ 737921 h 1849426"/>
              <a:gd name="connsiteX1273" fmla="*/ 2529425 w 6386648"/>
              <a:gd name="connsiteY1273" fmla="*/ 719896 h 1849426"/>
              <a:gd name="connsiteX1274" fmla="*/ 2547449 w 6386648"/>
              <a:gd name="connsiteY1274" fmla="*/ 701872 h 1849426"/>
              <a:gd name="connsiteX1275" fmla="*/ 2241034 w 6386648"/>
              <a:gd name="connsiteY1275" fmla="*/ 701872 h 1849426"/>
              <a:gd name="connsiteX1276" fmla="*/ 2259059 w 6386648"/>
              <a:gd name="connsiteY1276" fmla="*/ 719896 h 1849426"/>
              <a:gd name="connsiteX1277" fmla="*/ 2241034 w 6386648"/>
              <a:gd name="connsiteY1277" fmla="*/ 737921 h 1849426"/>
              <a:gd name="connsiteX1278" fmla="*/ 2223010 w 6386648"/>
              <a:gd name="connsiteY1278" fmla="*/ 719896 h 1849426"/>
              <a:gd name="connsiteX1279" fmla="*/ 2241034 w 6386648"/>
              <a:gd name="connsiteY1279" fmla="*/ 701872 h 1849426"/>
              <a:gd name="connsiteX1280" fmla="*/ 1411911 w 6386648"/>
              <a:gd name="connsiteY1280" fmla="*/ 701872 h 1849426"/>
              <a:gd name="connsiteX1281" fmla="*/ 1429936 w 6386648"/>
              <a:gd name="connsiteY1281" fmla="*/ 719896 h 1849426"/>
              <a:gd name="connsiteX1282" fmla="*/ 1411911 w 6386648"/>
              <a:gd name="connsiteY1282" fmla="*/ 737921 h 1849426"/>
              <a:gd name="connsiteX1283" fmla="*/ 1393887 w 6386648"/>
              <a:gd name="connsiteY1283" fmla="*/ 719896 h 1849426"/>
              <a:gd name="connsiteX1284" fmla="*/ 1411911 w 6386648"/>
              <a:gd name="connsiteY1284" fmla="*/ 701872 h 1849426"/>
              <a:gd name="connsiteX1285" fmla="*/ 1165578 w 6386648"/>
              <a:gd name="connsiteY1285" fmla="*/ 701872 h 1849426"/>
              <a:gd name="connsiteX1286" fmla="*/ 1183602 w 6386648"/>
              <a:gd name="connsiteY1286" fmla="*/ 719896 h 1849426"/>
              <a:gd name="connsiteX1287" fmla="*/ 1165578 w 6386648"/>
              <a:gd name="connsiteY1287" fmla="*/ 737921 h 1849426"/>
              <a:gd name="connsiteX1288" fmla="*/ 1147553 w 6386648"/>
              <a:gd name="connsiteY1288" fmla="*/ 719896 h 1849426"/>
              <a:gd name="connsiteX1289" fmla="*/ 1165578 w 6386648"/>
              <a:gd name="connsiteY1289" fmla="*/ 701872 h 1849426"/>
              <a:gd name="connsiteX1290" fmla="*/ 168227 w 6386648"/>
              <a:gd name="connsiteY1290" fmla="*/ 701872 h 1849426"/>
              <a:gd name="connsiteX1291" fmla="*/ 186252 w 6386648"/>
              <a:gd name="connsiteY1291" fmla="*/ 719896 h 1849426"/>
              <a:gd name="connsiteX1292" fmla="*/ 168227 w 6386648"/>
              <a:gd name="connsiteY1292" fmla="*/ 737921 h 1849426"/>
              <a:gd name="connsiteX1293" fmla="*/ 150203 w 6386648"/>
              <a:gd name="connsiteY1293" fmla="*/ 719896 h 1849426"/>
              <a:gd name="connsiteX1294" fmla="*/ 168227 w 6386648"/>
              <a:gd name="connsiteY1294" fmla="*/ 701872 h 1849426"/>
              <a:gd name="connsiteX1295" fmla="*/ 1910586 w 6386648"/>
              <a:gd name="connsiteY1295" fmla="*/ 695864 h 1849426"/>
              <a:gd name="connsiteX1296" fmla="*/ 1928611 w 6386648"/>
              <a:gd name="connsiteY1296" fmla="*/ 713888 h 1849426"/>
              <a:gd name="connsiteX1297" fmla="*/ 1910586 w 6386648"/>
              <a:gd name="connsiteY1297" fmla="*/ 731913 h 1849426"/>
              <a:gd name="connsiteX1298" fmla="*/ 1892562 w 6386648"/>
              <a:gd name="connsiteY1298" fmla="*/ 713888 h 1849426"/>
              <a:gd name="connsiteX1299" fmla="*/ 1910586 w 6386648"/>
              <a:gd name="connsiteY1299" fmla="*/ 695864 h 1849426"/>
              <a:gd name="connsiteX1300" fmla="*/ 3833190 w 6386648"/>
              <a:gd name="connsiteY1300" fmla="*/ 689856 h 1849426"/>
              <a:gd name="connsiteX1301" fmla="*/ 3851215 w 6386648"/>
              <a:gd name="connsiteY1301" fmla="*/ 707880 h 1849426"/>
              <a:gd name="connsiteX1302" fmla="*/ 3833190 w 6386648"/>
              <a:gd name="connsiteY1302" fmla="*/ 725905 h 1849426"/>
              <a:gd name="connsiteX1303" fmla="*/ 3815166 w 6386648"/>
              <a:gd name="connsiteY1303" fmla="*/ 707880 h 1849426"/>
              <a:gd name="connsiteX1304" fmla="*/ 3833190 w 6386648"/>
              <a:gd name="connsiteY1304" fmla="*/ 689856 h 1849426"/>
              <a:gd name="connsiteX1305" fmla="*/ 2787774 w 6386648"/>
              <a:gd name="connsiteY1305" fmla="*/ 689856 h 1849426"/>
              <a:gd name="connsiteX1306" fmla="*/ 2805799 w 6386648"/>
              <a:gd name="connsiteY1306" fmla="*/ 707880 h 1849426"/>
              <a:gd name="connsiteX1307" fmla="*/ 2787774 w 6386648"/>
              <a:gd name="connsiteY1307" fmla="*/ 725905 h 1849426"/>
              <a:gd name="connsiteX1308" fmla="*/ 2769750 w 6386648"/>
              <a:gd name="connsiteY1308" fmla="*/ 707880 h 1849426"/>
              <a:gd name="connsiteX1309" fmla="*/ 2787774 w 6386648"/>
              <a:gd name="connsiteY1309" fmla="*/ 689856 h 1849426"/>
              <a:gd name="connsiteX1310" fmla="*/ 5737768 w 6386648"/>
              <a:gd name="connsiteY1310" fmla="*/ 677840 h 1849426"/>
              <a:gd name="connsiteX1311" fmla="*/ 5755793 w 6386648"/>
              <a:gd name="connsiteY1311" fmla="*/ 695865 h 1849426"/>
              <a:gd name="connsiteX1312" fmla="*/ 5737768 w 6386648"/>
              <a:gd name="connsiteY1312" fmla="*/ 713889 h 1849426"/>
              <a:gd name="connsiteX1313" fmla="*/ 5719744 w 6386648"/>
              <a:gd name="connsiteY1313" fmla="*/ 695865 h 1849426"/>
              <a:gd name="connsiteX1314" fmla="*/ 5737768 w 6386648"/>
              <a:gd name="connsiteY1314" fmla="*/ 677840 h 1849426"/>
              <a:gd name="connsiteX1315" fmla="*/ 781057 w 6386648"/>
              <a:gd name="connsiteY1315" fmla="*/ 677840 h 1849426"/>
              <a:gd name="connsiteX1316" fmla="*/ 799082 w 6386648"/>
              <a:gd name="connsiteY1316" fmla="*/ 695865 h 1849426"/>
              <a:gd name="connsiteX1317" fmla="*/ 781057 w 6386648"/>
              <a:gd name="connsiteY1317" fmla="*/ 713889 h 1849426"/>
              <a:gd name="connsiteX1318" fmla="*/ 763033 w 6386648"/>
              <a:gd name="connsiteY1318" fmla="*/ 695865 h 1849426"/>
              <a:gd name="connsiteX1319" fmla="*/ 781057 w 6386648"/>
              <a:gd name="connsiteY1319" fmla="*/ 677840 h 1849426"/>
              <a:gd name="connsiteX1320" fmla="*/ 276373 w 6386648"/>
              <a:gd name="connsiteY1320" fmla="*/ 677840 h 1849426"/>
              <a:gd name="connsiteX1321" fmla="*/ 294398 w 6386648"/>
              <a:gd name="connsiteY1321" fmla="*/ 695865 h 1849426"/>
              <a:gd name="connsiteX1322" fmla="*/ 276373 w 6386648"/>
              <a:gd name="connsiteY1322" fmla="*/ 713889 h 1849426"/>
              <a:gd name="connsiteX1323" fmla="*/ 258349 w 6386648"/>
              <a:gd name="connsiteY1323" fmla="*/ 695865 h 1849426"/>
              <a:gd name="connsiteX1324" fmla="*/ 276373 w 6386648"/>
              <a:gd name="connsiteY1324" fmla="*/ 677840 h 1849426"/>
              <a:gd name="connsiteX1325" fmla="*/ 1784415 w 6386648"/>
              <a:gd name="connsiteY1325" fmla="*/ 671832 h 1849426"/>
              <a:gd name="connsiteX1326" fmla="*/ 1802440 w 6386648"/>
              <a:gd name="connsiteY1326" fmla="*/ 689856 h 1849426"/>
              <a:gd name="connsiteX1327" fmla="*/ 1784415 w 6386648"/>
              <a:gd name="connsiteY1327" fmla="*/ 707881 h 1849426"/>
              <a:gd name="connsiteX1328" fmla="*/ 1766391 w 6386648"/>
              <a:gd name="connsiteY1328" fmla="*/ 689856 h 1849426"/>
              <a:gd name="connsiteX1329" fmla="*/ 1784415 w 6386648"/>
              <a:gd name="connsiteY1329" fmla="*/ 671832 h 1849426"/>
              <a:gd name="connsiteX1330" fmla="*/ 3713027 w 6386648"/>
              <a:gd name="connsiteY1330" fmla="*/ 665824 h 1849426"/>
              <a:gd name="connsiteX1331" fmla="*/ 3731052 w 6386648"/>
              <a:gd name="connsiteY1331" fmla="*/ 683848 h 1849426"/>
              <a:gd name="connsiteX1332" fmla="*/ 3713027 w 6386648"/>
              <a:gd name="connsiteY1332" fmla="*/ 701873 h 1849426"/>
              <a:gd name="connsiteX1333" fmla="*/ 3695003 w 6386648"/>
              <a:gd name="connsiteY1333" fmla="*/ 683848 h 1849426"/>
              <a:gd name="connsiteX1334" fmla="*/ 3713027 w 6386648"/>
              <a:gd name="connsiteY1334" fmla="*/ 665824 h 1849426"/>
              <a:gd name="connsiteX1335" fmla="*/ 3274433 w 6386648"/>
              <a:gd name="connsiteY1335" fmla="*/ 665824 h 1849426"/>
              <a:gd name="connsiteX1336" fmla="*/ 3292458 w 6386648"/>
              <a:gd name="connsiteY1336" fmla="*/ 683848 h 1849426"/>
              <a:gd name="connsiteX1337" fmla="*/ 3274433 w 6386648"/>
              <a:gd name="connsiteY1337" fmla="*/ 701873 h 1849426"/>
              <a:gd name="connsiteX1338" fmla="*/ 3256409 w 6386648"/>
              <a:gd name="connsiteY1338" fmla="*/ 683848 h 1849426"/>
              <a:gd name="connsiteX1339" fmla="*/ 3274433 w 6386648"/>
              <a:gd name="connsiteY1339" fmla="*/ 665824 h 1849426"/>
              <a:gd name="connsiteX1340" fmla="*/ 1291748 w 6386648"/>
              <a:gd name="connsiteY1340" fmla="*/ 665824 h 1849426"/>
              <a:gd name="connsiteX1341" fmla="*/ 1309773 w 6386648"/>
              <a:gd name="connsiteY1341" fmla="*/ 683848 h 1849426"/>
              <a:gd name="connsiteX1342" fmla="*/ 1291748 w 6386648"/>
              <a:gd name="connsiteY1342" fmla="*/ 701873 h 1849426"/>
              <a:gd name="connsiteX1343" fmla="*/ 1273724 w 6386648"/>
              <a:gd name="connsiteY1343" fmla="*/ 683848 h 1849426"/>
              <a:gd name="connsiteX1344" fmla="*/ 1291748 w 6386648"/>
              <a:gd name="connsiteY1344" fmla="*/ 665824 h 1849426"/>
              <a:gd name="connsiteX1345" fmla="*/ 636862 w 6386648"/>
              <a:gd name="connsiteY1345" fmla="*/ 665824 h 1849426"/>
              <a:gd name="connsiteX1346" fmla="*/ 654887 w 6386648"/>
              <a:gd name="connsiteY1346" fmla="*/ 683848 h 1849426"/>
              <a:gd name="connsiteX1347" fmla="*/ 636862 w 6386648"/>
              <a:gd name="connsiteY1347" fmla="*/ 701873 h 1849426"/>
              <a:gd name="connsiteX1348" fmla="*/ 618838 w 6386648"/>
              <a:gd name="connsiteY1348" fmla="*/ 683848 h 1849426"/>
              <a:gd name="connsiteX1349" fmla="*/ 636862 w 6386648"/>
              <a:gd name="connsiteY1349" fmla="*/ 665824 h 1849426"/>
              <a:gd name="connsiteX1350" fmla="*/ 3172295 w 6386648"/>
              <a:gd name="connsiteY1350" fmla="*/ 659815 h 1849426"/>
              <a:gd name="connsiteX1351" fmla="*/ 3190320 w 6386648"/>
              <a:gd name="connsiteY1351" fmla="*/ 677839 h 1849426"/>
              <a:gd name="connsiteX1352" fmla="*/ 3172295 w 6386648"/>
              <a:gd name="connsiteY1352" fmla="*/ 695864 h 1849426"/>
              <a:gd name="connsiteX1353" fmla="*/ 3154271 w 6386648"/>
              <a:gd name="connsiteY1353" fmla="*/ 677839 h 1849426"/>
              <a:gd name="connsiteX1354" fmla="*/ 3172295 w 6386648"/>
              <a:gd name="connsiteY1354" fmla="*/ 659815 h 1849426"/>
              <a:gd name="connsiteX1355" fmla="*/ 6314550 w 6386648"/>
              <a:gd name="connsiteY1355" fmla="*/ 647799 h 1849426"/>
              <a:gd name="connsiteX1356" fmla="*/ 6332574 w 6386648"/>
              <a:gd name="connsiteY1356" fmla="*/ 665824 h 1849426"/>
              <a:gd name="connsiteX1357" fmla="*/ 6314550 w 6386648"/>
              <a:gd name="connsiteY1357" fmla="*/ 683848 h 1849426"/>
              <a:gd name="connsiteX1358" fmla="*/ 6296525 w 6386648"/>
              <a:gd name="connsiteY1358" fmla="*/ 665824 h 1849426"/>
              <a:gd name="connsiteX1359" fmla="*/ 6314550 w 6386648"/>
              <a:gd name="connsiteY1359" fmla="*/ 647799 h 1849426"/>
              <a:gd name="connsiteX1360" fmla="*/ 3040116 w 6386648"/>
              <a:gd name="connsiteY1360" fmla="*/ 647799 h 1849426"/>
              <a:gd name="connsiteX1361" fmla="*/ 3058141 w 6386648"/>
              <a:gd name="connsiteY1361" fmla="*/ 665824 h 1849426"/>
              <a:gd name="connsiteX1362" fmla="*/ 3040116 w 6386648"/>
              <a:gd name="connsiteY1362" fmla="*/ 683848 h 1849426"/>
              <a:gd name="connsiteX1363" fmla="*/ 3022092 w 6386648"/>
              <a:gd name="connsiteY1363" fmla="*/ 665824 h 1849426"/>
              <a:gd name="connsiteX1364" fmla="*/ 3040116 w 6386648"/>
              <a:gd name="connsiteY1364" fmla="*/ 647799 h 1849426"/>
              <a:gd name="connsiteX1365" fmla="*/ 4025450 w 6386648"/>
              <a:gd name="connsiteY1365" fmla="*/ 641791 h 1849426"/>
              <a:gd name="connsiteX1366" fmla="*/ 4043475 w 6386648"/>
              <a:gd name="connsiteY1366" fmla="*/ 659815 h 1849426"/>
              <a:gd name="connsiteX1367" fmla="*/ 4025450 w 6386648"/>
              <a:gd name="connsiteY1367" fmla="*/ 677840 h 1849426"/>
              <a:gd name="connsiteX1368" fmla="*/ 4007426 w 6386648"/>
              <a:gd name="connsiteY1368" fmla="*/ 659815 h 1849426"/>
              <a:gd name="connsiteX1369" fmla="*/ 4025450 w 6386648"/>
              <a:gd name="connsiteY1369" fmla="*/ 641791 h 1849426"/>
              <a:gd name="connsiteX1370" fmla="*/ 5948053 w 6386648"/>
              <a:gd name="connsiteY1370" fmla="*/ 629775 h 1849426"/>
              <a:gd name="connsiteX1371" fmla="*/ 5966078 w 6386648"/>
              <a:gd name="connsiteY1371" fmla="*/ 647799 h 1849426"/>
              <a:gd name="connsiteX1372" fmla="*/ 5948053 w 6386648"/>
              <a:gd name="connsiteY1372" fmla="*/ 665824 h 1849426"/>
              <a:gd name="connsiteX1373" fmla="*/ 5930029 w 6386648"/>
              <a:gd name="connsiteY1373" fmla="*/ 647799 h 1849426"/>
              <a:gd name="connsiteX1374" fmla="*/ 5948053 w 6386648"/>
              <a:gd name="connsiteY1374" fmla="*/ 629775 h 1849426"/>
              <a:gd name="connsiteX1375" fmla="*/ 2673619 w 6386648"/>
              <a:gd name="connsiteY1375" fmla="*/ 629775 h 1849426"/>
              <a:gd name="connsiteX1376" fmla="*/ 2691644 w 6386648"/>
              <a:gd name="connsiteY1376" fmla="*/ 647799 h 1849426"/>
              <a:gd name="connsiteX1377" fmla="*/ 2673619 w 6386648"/>
              <a:gd name="connsiteY1377" fmla="*/ 665824 h 1849426"/>
              <a:gd name="connsiteX1378" fmla="*/ 2655595 w 6386648"/>
              <a:gd name="connsiteY1378" fmla="*/ 647799 h 1849426"/>
              <a:gd name="connsiteX1379" fmla="*/ 2673619 w 6386648"/>
              <a:gd name="connsiteY1379" fmla="*/ 629775 h 1849426"/>
              <a:gd name="connsiteX1380" fmla="*/ 2331156 w 6386648"/>
              <a:gd name="connsiteY1380" fmla="*/ 629775 h 1849426"/>
              <a:gd name="connsiteX1381" fmla="*/ 2349181 w 6386648"/>
              <a:gd name="connsiteY1381" fmla="*/ 647799 h 1849426"/>
              <a:gd name="connsiteX1382" fmla="*/ 2331156 w 6386648"/>
              <a:gd name="connsiteY1382" fmla="*/ 665824 h 1849426"/>
              <a:gd name="connsiteX1383" fmla="*/ 2313132 w 6386648"/>
              <a:gd name="connsiteY1383" fmla="*/ 647799 h 1849426"/>
              <a:gd name="connsiteX1384" fmla="*/ 2331156 w 6386648"/>
              <a:gd name="connsiteY1384" fmla="*/ 629775 h 1849426"/>
              <a:gd name="connsiteX1385" fmla="*/ 1514049 w 6386648"/>
              <a:gd name="connsiteY1385" fmla="*/ 629775 h 1849426"/>
              <a:gd name="connsiteX1386" fmla="*/ 1532074 w 6386648"/>
              <a:gd name="connsiteY1386" fmla="*/ 647799 h 1849426"/>
              <a:gd name="connsiteX1387" fmla="*/ 1514049 w 6386648"/>
              <a:gd name="connsiteY1387" fmla="*/ 665824 h 1849426"/>
              <a:gd name="connsiteX1388" fmla="*/ 1496025 w 6386648"/>
              <a:gd name="connsiteY1388" fmla="*/ 647799 h 1849426"/>
              <a:gd name="connsiteX1389" fmla="*/ 1514049 w 6386648"/>
              <a:gd name="connsiteY1389" fmla="*/ 629775 h 1849426"/>
              <a:gd name="connsiteX1390" fmla="*/ 901219 w 6386648"/>
              <a:gd name="connsiteY1390" fmla="*/ 629775 h 1849426"/>
              <a:gd name="connsiteX1391" fmla="*/ 919244 w 6386648"/>
              <a:gd name="connsiteY1391" fmla="*/ 647799 h 1849426"/>
              <a:gd name="connsiteX1392" fmla="*/ 901219 w 6386648"/>
              <a:gd name="connsiteY1392" fmla="*/ 665824 h 1849426"/>
              <a:gd name="connsiteX1393" fmla="*/ 883195 w 6386648"/>
              <a:gd name="connsiteY1393" fmla="*/ 647799 h 1849426"/>
              <a:gd name="connsiteX1394" fmla="*/ 901219 w 6386648"/>
              <a:gd name="connsiteY1394" fmla="*/ 629775 h 1849426"/>
              <a:gd name="connsiteX1395" fmla="*/ 5827891 w 6386648"/>
              <a:gd name="connsiteY1395" fmla="*/ 617758 h 1849426"/>
              <a:gd name="connsiteX1396" fmla="*/ 5845916 w 6386648"/>
              <a:gd name="connsiteY1396" fmla="*/ 635783 h 1849426"/>
              <a:gd name="connsiteX1397" fmla="*/ 5827891 w 6386648"/>
              <a:gd name="connsiteY1397" fmla="*/ 653807 h 1849426"/>
              <a:gd name="connsiteX1398" fmla="*/ 5809867 w 6386648"/>
              <a:gd name="connsiteY1398" fmla="*/ 635783 h 1849426"/>
              <a:gd name="connsiteX1399" fmla="*/ 5827891 w 6386648"/>
              <a:gd name="connsiteY1399" fmla="*/ 617758 h 1849426"/>
              <a:gd name="connsiteX1400" fmla="*/ 2469343 w 6386648"/>
              <a:gd name="connsiteY1400" fmla="*/ 617758 h 1849426"/>
              <a:gd name="connsiteX1401" fmla="*/ 2487368 w 6386648"/>
              <a:gd name="connsiteY1401" fmla="*/ 635783 h 1849426"/>
              <a:gd name="connsiteX1402" fmla="*/ 2469343 w 6386648"/>
              <a:gd name="connsiteY1402" fmla="*/ 653807 h 1849426"/>
              <a:gd name="connsiteX1403" fmla="*/ 2451319 w 6386648"/>
              <a:gd name="connsiteY1403" fmla="*/ 635783 h 1849426"/>
              <a:gd name="connsiteX1404" fmla="*/ 2469343 w 6386648"/>
              <a:gd name="connsiteY1404" fmla="*/ 617758 h 1849426"/>
              <a:gd name="connsiteX1405" fmla="*/ 6110273 w 6386648"/>
              <a:gd name="connsiteY1405" fmla="*/ 611750 h 1849426"/>
              <a:gd name="connsiteX1406" fmla="*/ 6128298 w 6386648"/>
              <a:gd name="connsiteY1406" fmla="*/ 629774 h 1849426"/>
              <a:gd name="connsiteX1407" fmla="*/ 6110273 w 6386648"/>
              <a:gd name="connsiteY1407" fmla="*/ 647799 h 1849426"/>
              <a:gd name="connsiteX1408" fmla="*/ 6092248 w 6386648"/>
              <a:gd name="connsiteY1408" fmla="*/ 629774 h 1849426"/>
              <a:gd name="connsiteX1409" fmla="*/ 6110273 w 6386648"/>
              <a:gd name="connsiteY1409" fmla="*/ 611750 h 1849426"/>
              <a:gd name="connsiteX1410" fmla="*/ 3598872 w 6386648"/>
              <a:gd name="connsiteY1410" fmla="*/ 611750 h 1849426"/>
              <a:gd name="connsiteX1411" fmla="*/ 3616897 w 6386648"/>
              <a:gd name="connsiteY1411" fmla="*/ 629774 h 1849426"/>
              <a:gd name="connsiteX1412" fmla="*/ 3598872 w 6386648"/>
              <a:gd name="connsiteY1412" fmla="*/ 647799 h 1849426"/>
              <a:gd name="connsiteX1413" fmla="*/ 3580848 w 6386648"/>
              <a:gd name="connsiteY1413" fmla="*/ 629774 h 1849426"/>
              <a:gd name="connsiteX1414" fmla="*/ 3598872 w 6386648"/>
              <a:gd name="connsiteY1414" fmla="*/ 611750 h 1849426"/>
              <a:gd name="connsiteX1415" fmla="*/ 2150912 w 6386648"/>
              <a:gd name="connsiteY1415" fmla="*/ 611750 h 1849426"/>
              <a:gd name="connsiteX1416" fmla="*/ 2168937 w 6386648"/>
              <a:gd name="connsiteY1416" fmla="*/ 629774 h 1849426"/>
              <a:gd name="connsiteX1417" fmla="*/ 2150912 w 6386648"/>
              <a:gd name="connsiteY1417" fmla="*/ 647799 h 1849426"/>
              <a:gd name="connsiteX1418" fmla="*/ 2132888 w 6386648"/>
              <a:gd name="connsiteY1418" fmla="*/ 629774 h 1849426"/>
              <a:gd name="connsiteX1419" fmla="*/ 2150912 w 6386648"/>
              <a:gd name="connsiteY1419" fmla="*/ 611750 h 1849426"/>
              <a:gd name="connsiteX1420" fmla="*/ 2036758 w 6386648"/>
              <a:gd name="connsiteY1420" fmla="*/ 605742 h 1849426"/>
              <a:gd name="connsiteX1421" fmla="*/ 2054782 w 6386648"/>
              <a:gd name="connsiteY1421" fmla="*/ 623766 h 1849426"/>
              <a:gd name="connsiteX1422" fmla="*/ 2036758 w 6386648"/>
              <a:gd name="connsiteY1422" fmla="*/ 641791 h 1849426"/>
              <a:gd name="connsiteX1423" fmla="*/ 2018733 w 6386648"/>
              <a:gd name="connsiteY1423" fmla="*/ 623766 h 1849426"/>
              <a:gd name="connsiteX1424" fmla="*/ 2036758 w 6386648"/>
              <a:gd name="connsiteY1424" fmla="*/ 605742 h 1849426"/>
              <a:gd name="connsiteX1425" fmla="*/ 1652236 w 6386648"/>
              <a:gd name="connsiteY1425" fmla="*/ 605742 h 1849426"/>
              <a:gd name="connsiteX1426" fmla="*/ 1670261 w 6386648"/>
              <a:gd name="connsiteY1426" fmla="*/ 623766 h 1849426"/>
              <a:gd name="connsiteX1427" fmla="*/ 1652236 w 6386648"/>
              <a:gd name="connsiteY1427" fmla="*/ 641791 h 1849426"/>
              <a:gd name="connsiteX1428" fmla="*/ 1634212 w 6386648"/>
              <a:gd name="connsiteY1428" fmla="*/ 623766 h 1849426"/>
              <a:gd name="connsiteX1429" fmla="*/ 1652236 w 6386648"/>
              <a:gd name="connsiteY1429" fmla="*/ 605742 h 1849426"/>
              <a:gd name="connsiteX1430" fmla="*/ 1027390 w 6386648"/>
              <a:gd name="connsiteY1430" fmla="*/ 605742 h 1849426"/>
              <a:gd name="connsiteX1431" fmla="*/ 1045415 w 6386648"/>
              <a:gd name="connsiteY1431" fmla="*/ 623766 h 1849426"/>
              <a:gd name="connsiteX1432" fmla="*/ 1027390 w 6386648"/>
              <a:gd name="connsiteY1432" fmla="*/ 641791 h 1849426"/>
              <a:gd name="connsiteX1433" fmla="*/ 1009366 w 6386648"/>
              <a:gd name="connsiteY1433" fmla="*/ 623766 h 1849426"/>
              <a:gd name="connsiteX1434" fmla="*/ 1027390 w 6386648"/>
              <a:gd name="connsiteY1434" fmla="*/ 605742 h 1849426"/>
              <a:gd name="connsiteX1435" fmla="*/ 504684 w 6386648"/>
              <a:gd name="connsiteY1435" fmla="*/ 605742 h 1849426"/>
              <a:gd name="connsiteX1436" fmla="*/ 522708 w 6386648"/>
              <a:gd name="connsiteY1436" fmla="*/ 623766 h 1849426"/>
              <a:gd name="connsiteX1437" fmla="*/ 504684 w 6386648"/>
              <a:gd name="connsiteY1437" fmla="*/ 641791 h 1849426"/>
              <a:gd name="connsiteX1438" fmla="*/ 486659 w 6386648"/>
              <a:gd name="connsiteY1438" fmla="*/ 623766 h 1849426"/>
              <a:gd name="connsiteX1439" fmla="*/ 504684 w 6386648"/>
              <a:gd name="connsiteY1439" fmla="*/ 605742 h 1849426"/>
              <a:gd name="connsiteX1440" fmla="*/ 378512 w 6386648"/>
              <a:gd name="connsiteY1440" fmla="*/ 605742 h 1849426"/>
              <a:gd name="connsiteX1441" fmla="*/ 396537 w 6386648"/>
              <a:gd name="connsiteY1441" fmla="*/ 623766 h 1849426"/>
              <a:gd name="connsiteX1442" fmla="*/ 378512 w 6386648"/>
              <a:gd name="connsiteY1442" fmla="*/ 641791 h 1849426"/>
              <a:gd name="connsiteX1443" fmla="*/ 360488 w 6386648"/>
              <a:gd name="connsiteY1443" fmla="*/ 623766 h 1849426"/>
              <a:gd name="connsiteX1444" fmla="*/ 378512 w 6386648"/>
              <a:gd name="connsiteY1444" fmla="*/ 605742 h 1849426"/>
              <a:gd name="connsiteX1445" fmla="*/ 3358547 w 6386648"/>
              <a:gd name="connsiteY1445" fmla="*/ 599734 h 1849426"/>
              <a:gd name="connsiteX1446" fmla="*/ 3376572 w 6386648"/>
              <a:gd name="connsiteY1446" fmla="*/ 617758 h 1849426"/>
              <a:gd name="connsiteX1447" fmla="*/ 3358547 w 6386648"/>
              <a:gd name="connsiteY1447" fmla="*/ 635783 h 1849426"/>
              <a:gd name="connsiteX1448" fmla="*/ 3340523 w 6386648"/>
              <a:gd name="connsiteY1448" fmla="*/ 617758 h 1849426"/>
              <a:gd name="connsiteX1449" fmla="*/ 3358547 w 6386648"/>
              <a:gd name="connsiteY1449" fmla="*/ 599734 h 1849426"/>
              <a:gd name="connsiteX1450" fmla="*/ 3887263 w 6386648"/>
              <a:gd name="connsiteY1450" fmla="*/ 593726 h 1849426"/>
              <a:gd name="connsiteX1451" fmla="*/ 3905288 w 6386648"/>
              <a:gd name="connsiteY1451" fmla="*/ 611750 h 1849426"/>
              <a:gd name="connsiteX1452" fmla="*/ 3887263 w 6386648"/>
              <a:gd name="connsiteY1452" fmla="*/ 629775 h 1849426"/>
              <a:gd name="connsiteX1453" fmla="*/ 3869238 w 6386648"/>
              <a:gd name="connsiteY1453" fmla="*/ 611750 h 1849426"/>
              <a:gd name="connsiteX1454" fmla="*/ 3887263 w 6386648"/>
              <a:gd name="connsiteY1454" fmla="*/ 593726 h 1849426"/>
              <a:gd name="connsiteX1455" fmla="*/ 5623614 w 6386648"/>
              <a:gd name="connsiteY1455" fmla="*/ 587718 h 1849426"/>
              <a:gd name="connsiteX1456" fmla="*/ 5641639 w 6386648"/>
              <a:gd name="connsiteY1456" fmla="*/ 605743 h 1849426"/>
              <a:gd name="connsiteX1457" fmla="*/ 5623614 w 6386648"/>
              <a:gd name="connsiteY1457" fmla="*/ 623767 h 1849426"/>
              <a:gd name="connsiteX1458" fmla="*/ 5605590 w 6386648"/>
              <a:gd name="connsiteY1458" fmla="*/ 605743 h 1849426"/>
              <a:gd name="connsiteX1459" fmla="*/ 5623614 w 6386648"/>
              <a:gd name="connsiteY1459" fmla="*/ 587718 h 1849426"/>
              <a:gd name="connsiteX1460" fmla="*/ 4157629 w 6386648"/>
              <a:gd name="connsiteY1460" fmla="*/ 587718 h 1849426"/>
              <a:gd name="connsiteX1461" fmla="*/ 4175654 w 6386648"/>
              <a:gd name="connsiteY1461" fmla="*/ 605743 h 1849426"/>
              <a:gd name="connsiteX1462" fmla="*/ 4157629 w 6386648"/>
              <a:gd name="connsiteY1462" fmla="*/ 623767 h 1849426"/>
              <a:gd name="connsiteX1463" fmla="*/ 4139604 w 6386648"/>
              <a:gd name="connsiteY1463" fmla="*/ 605743 h 1849426"/>
              <a:gd name="connsiteX1464" fmla="*/ 4157629 w 6386648"/>
              <a:gd name="connsiteY1464" fmla="*/ 587718 h 1849426"/>
              <a:gd name="connsiteX1465" fmla="*/ 1886555 w 6386648"/>
              <a:gd name="connsiteY1465" fmla="*/ 587718 h 1849426"/>
              <a:gd name="connsiteX1466" fmla="*/ 1904579 w 6386648"/>
              <a:gd name="connsiteY1466" fmla="*/ 605743 h 1849426"/>
              <a:gd name="connsiteX1467" fmla="*/ 1886555 w 6386648"/>
              <a:gd name="connsiteY1467" fmla="*/ 623767 h 1849426"/>
              <a:gd name="connsiteX1468" fmla="*/ 1868530 w 6386648"/>
              <a:gd name="connsiteY1468" fmla="*/ 605743 h 1849426"/>
              <a:gd name="connsiteX1469" fmla="*/ 1886555 w 6386648"/>
              <a:gd name="connsiteY1469" fmla="*/ 587718 h 1849426"/>
              <a:gd name="connsiteX1470" fmla="*/ 1147553 w 6386648"/>
              <a:gd name="connsiteY1470" fmla="*/ 587718 h 1849426"/>
              <a:gd name="connsiteX1471" fmla="*/ 1165578 w 6386648"/>
              <a:gd name="connsiteY1471" fmla="*/ 605743 h 1849426"/>
              <a:gd name="connsiteX1472" fmla="*/ 1147553 w 6386648"/>
              <a:gd name="connsiteY1472" fmla="*/ 623767 h 1849426"/>
              <a:gd name="connsiteX1473" fmla="*/ 1129529 w 6386648"/>
              <a:gd name="connsiteY1473" fmla="*/ 605743 h 1849426"/>
              <a:gd name="connsiteX1474" fmla="*/ 1147553 w 6386648"/>
              <a:gd name="connsiteY1474" fmla="*/ 587718 h 1849426"/>
              <a:gd name="connsiteX1475" fmla="*/ 6212411 w 6386648"/>
              <a:gd name="connsiteY1475" fmla="*/ 581710 h 1849426"/>
              <a:gd name="connsiteX1476" fmla="*/ 6230436 w 6386648"/>
              <a:gd name="connsiteY1476" fmla="*/ 599734 h 1849426"/>
              <a:gd name="connsiteX1477" fmla="*/ 6212411 w 6386648"/>
              <a:gd name="connsiteY1477" fmla="*/ 617759 h 1849426"/>
              <a:gd name="connsiteX1478" fmla="*/ 6194387 w 6386648"/>
              <a:gd name="connsiteY1478" fmla="*/ 599734 h 1849426"/>
              <a:gd name="connsiteX1479" fmla="*/ 6212411 w 6386648"/>
              <a:gd name="connsiteY1479" fmla="*/ 581710 h 1849426"/>
              <a:gd name="connsiteX1480" fmla="*/ 3478710 w 6386648"/>
              <a:gd name="connsiteY1480" fmla="*/ 581710 h 1849426"/>
              <a:gd name="connsiteX1481" fmla="*/ 3496735 w 6386648"/>
              <a:gd name="connsiteY1481" fmla="*/ 599734 h 1849426"/>
              <a:gd name="connsiteX1482" fmla="*/ 3478710 w 6386648"/>
              <a:gd name="connsiteY1482" fmla="*/ 617759 h 1849426"/>
              <a:gd name="connsiteX1483" fmla="*/ 3460686 w 6386648"/>
              <a:gd name="connsiteY1483" fmla="*/ 599734 h 1849426"/>
              <a:gd name="connsiteX1484" fmla="*/ 3478710 w 6386648"/>
              <a:gd name="connsiteY1484" fmla="*/ 581710 h 1849426"/>
              <a:gd name="connsiteX1485" fmla="*/ 2883904 w 6386648"/>
              <a:gd name="connsiteY1485" fmla="*/ 581710 h 1849426"/>
              <a:gd name="connsiteX1486" fmla="*/ 2901929 w 6386648"/>
              <a:gd name="connsiteY1486" fmla="*/ 599734 h 1849426"/>
              <a:gd name="connsiteX1487" fmla="*/ 2883904 w 6386648"/>
              <a:gd name="connsiteY1487" fmla="*/ 617759 h 1849426"/>
              <a:gd name="connsiteX1488" fmla="*/ 2865880 w 6386648"/>
              <a:gd name="connsiteY1488" fmla="*/ 599734 h 1849426"/>
              <a:gd name="connsiteX1489" fmla="*/ 2883904 w 6386648"/>
              <a:gd name="connsiteY1489" fmla="*/ 581710 h 1849426"/>
              <a:gd name="connsiteX1490" fmla="*/ 4488076 w 6386648"/>
              <a:gd name="connsiteY1490" fmla="*/ 575702 h 1849426"/>
              <a:gd name="connsiteX1491" fmla="*/ 4506101 w 6386648"/>
              <a:gd name="connsiteY1491" fmla="*/ 593726 h 1849426"/>
              <a:gd name="connsiteX1492" fmla="*/ 4488076 w 6386648"/>
              <a:gd name="connsiteY1492" fmla="*/ 611751 h 1849426"/>
              <a:gd name="connsiteX1493" fmla="*/ 4470051 w 6386648"/>
              <a:gd name="connsiteY1493" fmla="*/ 593726 h 1849426"/>
              <a:gd name="connsiteX1494" fmla="*/ 4488076 w 6386648"/>
              <a:gd name="connsiteY1494" fmla="*/ 575702 h 1849426"/>
              <a:gd name="connsiteX1495" fmla="*/ 4313840 w 6386648"/>
              <a:gd name="connsiteY1495" fmla="*/ 575702 h 1849426"/>
              <a:gd name="connsiteX1496" fmla="*/ 4331865 w 6386648"/>
              <a:gd name="connsiteY1496" fmla="*/ 593726 h 1849426"/>
              <a:gd name="connsiteX1497" fmla="*/ 4313840 w 6386648"/>
              <a:gd name="connsiteY1497" fmla="*/ 611751 h 1849426"/>
              <a:gd name="connsiteX1498" fmla="*/ 4295816 w 6386648"/>
              <a:gd name="connsiteY1498" fmla="*/ 593726 h 1849426"/>
              <a:gd name="connsiteX1499" fmla="*/ 4313840 w 6386648"/>
              <a:gd name="connsiteY1499" fmla="*/ 575702 h 1849426"/>
              <a:gd name="connsiteX1500" fmla="*/ 1381870 w 6386648"/>
              <a:gd name="connsiteY1500" fmla="*/ 569693 h 1849426"/>
              <a:gd name="connsiteX1501" fmla="*/ 1399895 w 6386648"/>
              <a:gd name="connsiteY1501" fmla="*/ 587717 h 1849426"/>
              <a:gd name="connsiteX1502" fmla="*/ 1381870 w 6386648"/>
              <a:gd name="connsiteY1502" fmla="*/ 605742 h 1849426"/>
              <a:gd name="connsiteX1503" fmla="*/ 1363846 w 6386648"/>
              <a:gd name="connsiteY1503" fmla="*/ 587717 h 1849426"/>
              <a:gd name="connsiteX1504" fmla="*/ 1381870 w 6386648"/>
              <a:gd name="connsiteY1504" fmla="*/ 569693 h 1849426"/>
              <a:gd name="connsiteX1505" fmla="*/ 126170 w 6386648"/>
              <a:gd name="connsiteY1505" fmla="*/ 563685 h 1849426"/>
              <a:gd name="connsiteX1506" fmla="*/ 144195 w 6386648"/>
              <a:gd name="connsiteY1506" fmla="*/ 581709 h 1849426"/>
              <a:gd name="connsiteX1507" fmla="*/ 126170 w 6386648"/>
              <a:gd name="connsiteY1507" fmla="*/ 599734 h 1849426"/>
              <a:gd name="connsiteX1508" fmla="*/ 108146 w 6386648"/>
              <a:gd name="connsiteY1508" fmla="*/ 581709 h 1849426"/>
              <a:gd name="connsiteX1509" fmla="*/ 126170 w 6386648"/>
              <a:gd name="connsiteY1509" fmla="*/ 563685 h 1849426"/>
              <a:gd name="connsiteX1510" fmla="*/ 2583497 w 6386648"/>
              <a:gd name="connsiteY1510" fmla="*/ 557677 h 1849426"/>
              <a:gd name="connsiteX1511" fmla="*/ 2601522 w 6386648"/>
              <a:gd name="connsiteY1511" fmla="*/ 575702 h 1849426"/>
              <a:gd name="connsiteX1512" fmla="*/ 2583497 w 6386648"/>
              <a:gd name="connsiteY1512" fmla="*/ 593726 h 1849426"/>
              <a:gd name="connsiteX1513" fmla="*/ 2565473 w 6386648"/>
              <a:gd name="connsiteY1513" fmla="*/ 575702 h 1849426"/>
              <a:gd name="connsiteX1514" fmla="*/ 2583497 w 6386648"/>
              <a:gd name="connsiteY1514" fmla="*/ 557677 h 1849426"/>
              <a:gd name="connsiteX1515" fmla="*/ 246333 w 6386648"/>
              <a:gd name="connsiteY1515" fmla="*/ 557677 h 1849426"/>
              <a:gd name="connsiteX1516" fmla="*/ 264358 w 6386648"/>
              <a:gd name="connsiteY1516" fmla="*/ 575702 h 1849426"/>
              <a:gd name="connsiteX1517" fmla="*/ 246333 w 6386648"/>
              <a:gd name="connsiteY1517" fmla="*/ 593726 h 1849426"/>
              <a:gd name="connsiteX1518" fmla="*/ 228309 w 6386648"/>
              <a:gd name="connsiteY1518" fmla="*/ 575702 h 1849426"/>
              <a:gd name="connsiteX1519" fmla="*/ 246333 w 6386648"/>
              <a:gd name="connsiteY1519" fmla="*/ 557677 h 1849426"/>
              <a:gd name="connsiteX1520" fmla="*/ 1736351 w 6386648"/>
              <a:gd name="connsiteY1520" fmla="*/ 551669 h 1849426"/>
              <a:gd name="connsiteX1521" fmla="*/ 1754375 w 6386648"/>
              <a:gd name="connsiteY1521" fmla="*/ 569693 h 1849426"/>
              <a:gd name="connsiteX1522" fmla="*/ 1736351 w 6386648"/>
              <a:gd name="connsiteY1522" fmla="*/ 587718 h 1849426"/>
              <a:gd name="connsiteX1523" fmla="*/ 1718326 w 6386648"/>
              <a:gd name="connsiteY1523" fmla="*/ 569693 h 1849426"/>
              <a:gd name="connsiteX1524" fmla="*/ 1736351 w 6386648"/>
              <a:gd name="connsiteY1524" fmla="*/ 551669 h 1849426"/>
              <a:gd name="connsiteX1525" fmla="*/ 3731051 w 6386648"/>
              <a:gd name="connsiteY1525" fmla="*/ 545661 h 1849426"/>
              <a:gd name="connsiteX1526" fmla="*/ 3749076 w 6386648"/>
              <a:gd name="connsiteY1526" fmla="*/ 563685 h 1849426"/>
              <a:gd name="connsiteX1527" fmla="*/ 3731051 w 6386648"/>
              <a:gd name="connsiteY1527" fmla="*/ 581710 h 1849426"/>
              <a:gd name="connsiteX1528" fmla="*/ 3713027 w 6386648"/>
              <a:gd name="connsiteY1528" fmla="*/ 563685 h 1849426"/>
              <a:gd name="connsiteX1529" fmla="*/ 3731051 w 6386648"/>
              <a:gd name="connsiteY1529" fmla="*/ 545661 h 1849426"/>
              <a:gd name="connsiteX1530" fmla="*/ 2763741 w 6386648"/>
              <a:gd name="connsiteY1530" fmla="*/ 545661 h 1849426"/>
              <a:gd name="connsiteX1531" fmla="*/ 2781766 w 6386648"/>
              <a:gd name="connsiteY1531" fmla="*/ 563685 h 1849426"/>
              <a:gd name="connsiteX1532" fmla="*/ 2763741 w 6386648"/>
              <a:gd name="connsiteY1532" fmla="*/ 581710 h 1849426"/>
              <a:gd name="connsiteX1533" fmla="*/ 2745717 w 6386648"/>
              <a:gd name="connsiteY1533" fmla="*/ 563685 h 1849426"/>
              <a:gd name="connsiteX1534" fmla="*/ 2763741 w 6386648"/>
              <a:gd name="connsiteY1534" fmla="*/ 545661 h 1849426"/>
              <a:gd name="connsiteX1535" fmla="*/ 726984 w 6386648"/>
              <a:gd name="connsiteY1535" fmla="*/ 545661 h 1849426"/>
              <a:gd name="connsiteX1536" fmla="*/ 745009 w 6386648"/>
              <a:gd name="connsiteY1536" fmla="*/ 563685 h 1849426"/>
              <a:gd name="connsiteX1537" fmla="*/ 726984 w 6386648"/>
              <a:gd name="connsiteY1537" fmla="*/ 581710 h 1849426"/>
              <a:gd name="connsiteX1538" fmla="*/ 708960 w 6386648"/>
              <a:gd name="connsiteY1538" fmla="*/ 563685 h 1849426"/>
              <a:gd name="connsiteX1539" fmla="*/ 726984 w 6386648"/>
              <a:gd name="connsiteY1539" fmla="*/ 545661 h 1849426"/>
              <a:gd name="connsiteX1540" fmla="*/ 3136246 w 6386648"/>
              <a:gd name="connsiteY1540" fmla="*/ 539653 h 1849426"/>
              <a:gd name="connsiteX1541" fmla="*/ 3154271 w 6386648"/>
              <a:gd name="connsiteY1541" fmla="*/ 557677 h 1849426"/>
              <a:gd name="connsiteX1542" fmla="*/ 3136246 w 6386648"/>
              <a:gd name="connsiteY1542" fmla="*/ 575702 h 1849426"/>
              <a:gd name="connsiteX1543" fmla="*/ 3118221 w 6386648"/>
              <a:gd name="connsiteY1543" fmla="*/ 557677 h 1849426"/>
              <a:gd name="connsiteX1544" fmla="*/ 3136246 w 6386648"/>
              <a:gd name="connsiteY1544" fmla="*/ 539653 h 1849426"/>
              <a:gd name="connsiteX1545" fmla="*/ 3004067 w 6386648"/>
              <a:gd name="connsiteY1545" fmla="*/ 539653 h 1849426"/>
              <a:gd name="connsiteX1546" fmla="*/ 3022092 w 6386648"/>
              <a:gd name="connsiteY1546" fmla="*/ 557677 h 1849426"/>
              <a:gd name="connsiteX1547" fmla="*/ 3004067 w 6386648"/>
              <a:gd name="connsiteY1547" fmla="*/ 575702 h 1849426"/>
              <a:gd name="connsiteX1548" fmla="*/ 2986043 w 6386648"/>
              <a:gd name="connsiteY1548" fmla="*/ 557677 h 1849426"/>
              <a:gd name="connsiteX1549" fmla="*/ 3004067 w 6386648"/>
              <a:gd name="connsiteY1549" fmla="*/ 539653 h 1849426"/>
              <a:gd name="connsiteX1550" fmla="*/ 835130 w 6386648"/>
              <a:gd name="connsiteY1550" fmla="*/ 539653 h 1849426"/>
              <a:gd name="connsiteX1551" fmla="*/ 847146 w 6386648"/>
              <a:gd name="connsiteY1551" fmla="*/ 551669 h 1849426"/>
              <a:gd name="connsiteX1552" fmla="*/ 835130 w 6386648"/>
              <a:gd name="connsiteY1552" fmla="*/ 563685 h 1849426"/>
              <a:gd name="connsiteX1553" fmla="*/ 823114 w 6386648"/>
              <a:gd name="connsiteY1553" fmla="*/ 551669 h 1849426"/>
              <a:gd name="connsiteX1554" fmla="*/ 835130 w 6386648"/>
              <a:gd name="connsiteY1554" fmla="*/ 539653 h 1849426"/>
              <a:gd name="connsiteX1555" fmla="*/ 612829 w 6386648"/>
              <a:gd name="connsiteY1555" fmla="*/ 539653 h 1849426"/>
              <a:gd name="connsiteX1556" fmla="*/ 630854 w 6386648"/>
              <a:gd name="connsiteY1556" fmla="*/ 557677 h 1849426"/>
              <a:gd name="connsiteX1557" fmla="*/ 612829 w 6386648"/>
              <a:gd name="connsiteY1557" fmla="*/ 575702 h 1849426"/>
              <a:gd name="connsiteX1558" fmla="*/ 594805 w 6386648"/>
              <a:gd name="connsiteY1558" fmla="*/ 557677 h 1849426"/>
              <a:gd name="connsiteX1559" fmla="*/ 612829 w 6386648"/>
              <a:gd name="connsiteY1559" fmla="*/ 539653 h 1849426"/>
              <a:gd name="connsiteX1560" fmla="*/ 6014143 w 6386648"/>
              <a:gd name="connsiteY1560" fmla="*/ 533645 h 1849426"/>
              <a:gd name="connsiteX1561" fmla="*/ 6032168 w 6386648"/>
              <a:gd name="connsiteY1561" fmla="*/ 551669 h 1849426"/>
              <a:gd name="connsiteX1562" fmla="*/ 6014143 w 6386648"/>
              <a:gd name="connsiteY1562" fmla="*/ 569694 h 1849426"/>
              <a:gd name="connsiteX1563" fmla="*/ 5996119 w 6386648"/>
              <a:gd name="connsiteY1563" fmla="*/ 551669 h 1849426"/>
              <a:gd name="connsiteX1564" fmla="*/ 6014143 w 6386648"/>
              <a:gd name="connsiteY1564" fmla="*/ 533645 h 1849426"/>
              <a:gd name="connsiteX1565" fmla="*/ 5725752 w 6386648"/>
              <a:gd name="connsiteY1565" fmla="*/ 533645 h 1849426"/>
              <a:gd name="connsiteX1566" fmla="*/ 5743777 w 6386648"/>
              <a:gd name="connsiteY1566" fmla="*/ 551669 h 1849426"/>
              <a:gd name="connsiteX1567" fmla="*/ 5725752 w 6386648"/>
              <a:gd name="connsiteY1567" fmla="*/ 569694 h 1849426"/>
              <a:gd name="connsiteX1568" fmla="*/ 5707728 w 6386648"/>
              <a:gd name="connsiteY1568" fmla="*/ 551669 h 1849426"/>
              <a:gd name="connsiteX1569" fmla="*/ 5725752 w 6386648"/>
              <a:gd name="connsiteY1569" fmla="*/ 533645 h 1849426"/>
              <a:gd name="connsiteX1570" fmla="*/ 4013434 w 6386648"/>
              <a:gd name="connsiteY1570" fmla="*/ 533645 h 1849426"/>
              <a:gd name="connsiteX1571" fmla="*/ 4031459 w 6386648"/>
              <a:gd name="connsiteY1571" fmla="*/ 551669 h 1849426"/>
              <a:gd name="connsiteX1572" fmla="*/ 4013434 w 6386648"/>
              <a:gd name="connsiteY1572" fmla="*/ 569694 h 1849426"/>
              <a:gd name="connsiteX1573" fmla="*/ 3995410 w 6386648"/>
              <a:gd name="connsiteY1573" fmla="*/ 551669 h 1849426"/>
              <a:gd name="connsiteX1574" fmla="*/ 4013434 w 6386648"/>
              <a:gd name="connsiteY1574" fmla="*/ 533645 h 1849426"/>
              <a:gd name="connsiteX1575" fmla="*/ 2223009 w 6386648"/>
              <a:gd name="connsiteY1575" fmla="*/ 533645 h 1849426"/>
              <a:gd name="connsiteX1576" fmla="*/ 2241034 w 6386648"/>
              <a:gd name="connsiteY1576" fmla="*/ 551669 h 1849426"/>
              <a:gd name="connsiteX1577" fmla="*/ 2223009 w 6386648"/>
              <a:gd name="connsiteY1577" fmla="*/ 569694 h 1849426"/>
              <a:gd name="connsiteX1578" fmla="*/ 2204985 w 6386648"/>
              <a:gd name="connsiteY1578" fmla="*/ 551669 h 1849426"/>
              <a:gd name="connsiteX1579" fmla="*/ 2223009 w 6386648"/>
              <a:gd name="connsiteY1579" fmla="*/ 533645 h 1849426"/>
              <a:gd name="connsiteX1580" fmla="*/ 1249691 w 6386648"/>
              <a:gd name="connsiteY1580" fmla="*/ 533645 h 1849426"/>
              <a:gd name="connsiteX1581" fmla="*/ 1267716 w 6386648"/>
              <a:gd name="connsiteY1581" fmla="*/ 551669 h 1849426"/>
              <a:gd name="connsiteX1582" fmla="*/ 1249691 w 6386648"/>
              <a:gd name="connsiteY1582" fmla="*/ 569694 h 1849426"/>
              <a:gd name="connsiteX1583" fmla="*/ 1231667 w 6386648"/>
              <a:gd name="connsiteY1583" fmla="*/ 551669 h 1849426"/>
              <a:gd name="connsiteX1584" fmla="*/ 1249691 w 6386648"/>
              <a:gd name="connsiteY1584" fmla="*/ 533645 h 1849426"/>
              <a:gd name="connsiteX1585" fmla="*/ 2409261 w 6386648"/>
              <a:gd name="connsiteY1585" fmla="*/ 527636 h 1849426"/>
              <a:gd name="connsiteX1586" fmla="*/ 2427286 w 6386648"/>
              <a:gd name="connsiteY1586" fmla="*/ 545661 h 1849426"/>
              <a:gd name="connsiteX1587" fmla="*/ 2409261 w 6386648"/>
              <a:gd name="connsiteY1587" fmla="*/ 563685 h 1849426"/>
              <a:gd name="connsiteX1588" fmla="*/ 2391237 w 6386648"/>
              <a:gd name="connsiteY1588" fmla="*/ 545661 h 1849426"/>
              <a:gd name="connsiteX1589" fmla="*/ 2409261 w 6386648"/>
              <a:gd name="connsiteY1589" fmla="*/ 527636 h 1849426"/>
              <a:gd name="connsiteX1590" fmla="*/ 5527484 w 6386648"/>
              <a:gd name="connsiteY1590" fmla="*/ 521628 h 1849426"/>
              <a:gd name="connsiteX1591" fmla="*/ 5545509 w 6386648"/>
              <a:gd name="connsiteY1591" fmla="*/ 539652 h 1849426"/>
              <a:gd name="connsiteX1592" fmla="*/ 5527484 w 6386648"/>
              <a:gd name="connsiteY1592" fmla="*/ 557677 h 1849426"/>
              <a:gd name="connsiteX1593" fmla="*/ 5509460 w 6386648"/>
              <a:gd name="connsiteY1593" fmla="*/ 539652 h 1849426"/>
              <a:gd name="connsiteX1594" fmla="*/ 5527484 w 6386648"/>
              <a:gd name="connsiteY1594" fmla="*/ 521628 h 1849426"/>
              <a:gd name="connsiteX1595" fmla="*/ 4830540 w 6386648"/>
              <a:gd name="connsiteY1595" fmla="*/ 521628 h 1849426"/>
              <a:gd name="connsiteX1596" fmla="*/ 4848565 w 6386648"/>
              <a:gd name="connsiteY1596" fmla="*/ 539652 h 1849426"/>
              <a:gd name="connsiteX1597" fmla="*/ 4830540 w 6386648"/>
              <a:gd name="connsiteY1597" fmla="*/ 557677 h 1849426"/>
              <a:gd name="connsiteX1598" fmla="*/ 4812516 w 6386648"/>
              <a:gd name="connsiteY1598" fmla="*/ 539652 h 1849426"/>
              <a:gd name="connsiteX1599" fmla="*/ 4830540 w 6386648"/>
              <a:gd name="connsiteY1599" fmla="*/ 521628 h 1849426"/>
              <a:gd name="connsiteX1600" fmla="*/ 1514049 w 6386648"/>
              <a:gd name="connsiteY1600" fmla="*/ 521628 h 1849426"/>
              <a:gd name="connsiteX1601" fmla="*/ 1532074 w 6386648"/>
              <a:gd name="connsiteY1601" fmla="*/ 539652 h 1849426"/>
              <a:gd name="connsiteX1602" fmla="*/ 1514049 w 6386648"/>
              <a:gd name="connsiteY1602" fmla="*/ 557677 h 1849426"/>
              <a:gd name="connsiteX1603" fmla="*/ 1496025 w 6386648"/>
              <a:gd name="connsiteY1603" fmla="*/ 539652 h 1849426"/>
              <a:gd name="connsiteX1604" fmla="*/ 1514049 w 6386648"/>
              <a:gd name="connsiteY1604" fmla="*/ 521628 h 1849426"/>
              <a:gd name="connsiteX1605" fmla="*/ 6332574 w 6386648"/>
              <a:gd name="connsiteY1605" fmla="*/ 515620 h 1849426"/>
              <a:gd name="connsiteX1606" fmla="*/ 6350598 w 6386648"/>
              <a:gd name="connsiteY1606" fmla="*/ 533644 h 1849426"/>
              <a:gd name="connsiteX1607" fmla="*/ 6332574 w 6386648"/>
              <a:gd name="connsiteY1607" fmla="*/ 551669 h 1849426"/>
              <a:gd name="connsiteX1608" fmla="*/ 6314549 w 6386648"/>
              <a:gd name="connsiteY1608" fmla="*/ 533644 h 1849426"/>
              <a:gd name="connsiteX1609" fmla="*/ 6332574 w 6386648"/>
              <a:gd name="connsiteY1609" fmla="*/ 515620 h 1849426"/>
              <a:gd name="connsiteX1610" fmla="*/ 5893980 w 6386648"/>
              <a:gd name="connsiteY1610" fmla="*/ 509612 h 1849426"/>
              <a:gd name="connsiteX1611" fmla="*/ 5912005 w 6386648"/>
              <a:gd name="connsiteY1611" fmla="*/ 527636 h 1849426"/>
              <a:gd name="connsiteX1612" fmla="*/ 5893980 w 6386648"/>
              <a:gd name="connsiteY1612" fmla="*/ 545661 h 1849426"/>
              <a:gd name="connsiteX1613" fmla="*/ 5875956 w 6386648"/>
              <a:gd name="connsiteY1613" fmla="*/ 527636 h 1849426"/>
              <a:gd name="connsiteX1614" fmla="*/ 5893980 w 6386648"/>
              <a:gd name="connsiteY1614" fmla="*/ 509612 h 1849426"/>
              <a:gd name="connsiteX1615" fmla="*/ 3244392 w 6386648"/>
              <a:gd name="connsiteY1615" fmla="*/ 509612 h 1849426"/>
              <a:gd name="connsiteX1616" fmla="*/ 3262417 w 6386648"/>
              <a:gd name="connsiteY1616" fmla="*/ 527636 h 1849426"/>
              <a:gd name="connsiteX1617" fmla="*/ 3244392 w 6386648"/>
              <a:gd name="connsiteY1617" fmla="*/ 545661 h 1849426"/>
              <a:gd name="connsiteX1618" fmla="*/ 3226368 w 6386648"/>
              <a:gd name="connsiteY1618" fmla="*/ 527636 h 1849426"/>
              <a:gd name="connsiteX1619" fmla="*/ 3244392 w 6386648"/>
              <a:gd name="connsiteY1619" fmla="*/ 509612 h 1849426"/>
              <a:gd name="connsiteX1620" fmla="*/ 1982684 w 6386648"/>
              <a:gd name="connsiteY1620" fmla="*/ 509612 h 1849426"/>
              <a:gd name="connsiteX1621" fmla="*/ 2000709 w 6386648"/>
              <a:gd name="connsiteY1621" fmla="*/ 527636 h 1849426"/>
              <a:gd name="connsiteX1622" fmla="*/ 1982684 w 6386648"/>
              <a:gd name="connsiteY1622" fmla="*/ 545661 h 1849426"/>
              <a:gd name="connsiteX1623" fmla="*/ 1964660 w 6386648"/>
              <a:gd name="connsiteY1623" fmla="*/ 527636 h 1849426"/>
              <a:gd name="connsiteX1624" fmla="*/ 1982684 w 6386648"/>
              <a:gd name="connsiteY1624" fmla="*/ 509612 h 1849426"/>
              <a:gd name="connsiteX1625" fmla="*/ 5040825 w 6386648"/>
              <a:gd name="connsiteY1625" fmla="*/ 503604 h 1849426"/>
              <a:gd name="connsiteX1626" fmla="*/ 5058850 w 6386648"/>
              <a:gd name="connsiteY1626" fmla="*/ 521628 h 1849426"/>
              <a:gd name="connsiteX1627" fmla="*/ 5040825 w 6386648"/>
              <a:gd name="connsiteY1627" fmla="*/ 539653 h 1849426"/>
              <a:gd name="connsiteX1628" fmla="*/ 5022801 w 6386648"/>
              <a:gd name="connsiteY1628" fmla="*/ 521628 h 1849426"/>
              <a:gd name="connsiteX1629" fmla="*/ 5040825 w 6386648"/>
              <a:gd name="connsiteY1629" fmla="*/ 503604 h 1849426"/>
              <a:gd name="connsiteX1630" fmla="*/ 4926670 w 6386648"/>
              <a:gd name="connsiteY1630" fmla="*/ 503604 h 1849426"/>
              <a:gd name="connsiteX1631" fmla="*/ 4944695 w 6386648"/>
              <a:gd name="connsiteY1631" fmla="*/ 521628 h 1849426"/>
              <a:gd name="connsiteX1632" fmla="*/ 4926670 w 6386648"/>
              <a:gd name="connsiteY1632" fmla="*/ 539653 h 1849426"/>
              <a:gd name="connsiteX1633" fmla="*/ 4908646 w 6386648"/>
              <a:gd name="connsiteY1633" fmla="*/ 521628 h 1849426"/>
              <a:gd name="connsiteX1634" fmla="*/ 4926670 w 6386648"/>
              <a:gd name="connsiteY1634" fmla="*/ 503604 h 1849426"/>
              <a:gd name="connsiteX1635" fmla="*/ 5419337 w 6386648"/>
              <a:gd name="connsiteY1635" fmla="*/ 497596 h 1849426"/>
              <a:gd name="connsiteX1636" fmla="*/ 5437362 w 6386648"/>
              <a:gd name="connsiteY1636" fmla="*/ 515621 h 1849426"/>
              <a:gd name="connsiteX1637" fmla="*/ 5419337 w 6386648"/>
              <a:gd name="connsiteY1637" fmla="*/ 533645 h 1849426"/>
              <a:gd name="connsiteX1638" fmla="*/ 5401312 w 6386648"/>
              <a:gd name="connsiteY1638" fmla="*/ 515621 h 1849426"/>
              <a:gd name="connsiteX1639" fmla="*/ 5419337 w 6386648"/>
              <a:gd name="connsiteY1639" fmla="*/ 497596 h 1849426"/>
              <a:gd name="connsiteX1640" fmla="*/ 3610889 w 6386648"/>
              <a:gd name="connsiteY1640" fmla="*/ 497596 h 1849426"/>
              <a:gd name="connsiteX1641" fmla="*/ 3628914 w 6386648"/>
              <a:gd name="connsiteY1641" fmla="*/ 515621 h 1849426"/>
              <a:gd name="connsiteX1642" fmla="*/ 3610889 w 6386648"/>
              <a:gd name="connsiteY1642" fmla="*/ 533645 h 1849426"/>
              <a:gd name="connsiteX1643" fmla="*/ 3592865 w 6386648"/>
              <a:gd name="connsiteY1643" fmla="*/ 515621 h 1849426"/>
              <a:gd name="connsiteX1644" fmla="*/ 3610889 w 6386648"/>
              <a:gd name="connsiteY1644" fmla="*/ 497596 h 1849426"/>
              <a:gd name="connsiteX1645" fmla="*/ 967309 w 6386648"/>
              <a:gd name="connsiteY1645" fmla="*/ 497596 h 1849426"/>
              <a:gd name="connsiteX1646" fmla="*/ 985334 w 6386648"/>
              <a:gd name="connsiteY1646" fmla="*/ 515621 h 1849426"/>
              <a:gd name="connsiteX1647" fmla="*/ 967309 w 6386648"/>
              <a:gd name="connsiteY1647" fmla="*/ 533645 h 1849426"/>
              <a:gd name="connsiteX1648" fmla="*/ 949285 w 6386648"/>
              <a:gd name="connsiteY1648" fmla="*/ 515621 h 1849426"/>
              <a:gd name="connsiteX1649" fmla="*/ 967309 w 6386648"/>
              <a:gd name="connsiteY1649" fmla="*/ 497596 h 1849426"/>
              <a:gd name="connsiteX1650" fmla="*/ 450609 w 6386648"/>
              <a:gd name="connsiteY1650" fmla="*/ 497596 h 1849426"/>
              <a:gd name="connsiteX1651" fmla="*/ 468634 w 6386648"/>
              <a:gd name="connsiteY1651" fmla="*/ 515621 h 1849426"/>
              <a:gd name="connsiteX1652" fmla="*/ 450609 w 6386648"/>
              <a:gd name="connsiteY1652" fmla="*/ 533645 h 1849426"/>
              <a:gd name="connsiteX1653" fmla="*/ 432585 w 6386648"/>
              <a:gd name="connsiteY1653" fmla="*/ 515621 h 1849426"/>
              <a:gd name="connsiteX1654" fmla="*/ 450609 w 6386648"/>
              <a:gd name="connsiteY1654" fmla="*/ 497596 h 1849426"/>
              <a:gd name="connsiteX1655" fmla="*/ 4632272 w 6386648"/>
              <a:gd name="connsiteY1655" fmla="*/ 485580 h 1849426"/>
              <a:gd name="connsiteX1656" fmla="*/ 4650297 w 6386648"/>
              <a:gd name="connsiteY1656" fmla="*/ 503604 h 1849426"/>
              <a:gd name="connsiteX1657" fmla="*/ 4632272 w 6386648"/>
              <a:gd name="connsiteY1657" fmla="*/ 521629 h 1849426"/>
              <a:gd name="connsiteX1658" fmla="*/ 4614248 w 6386648"/>
              <a:gd name="connsiteY1658" fmla="*/ 503604 h 1849426"/>
              <a:gd name="connsiteX1659" fmla="*/ 4632272 w 6386648"/>
              <a:gd name="connsiteY1659" fmla="*/ 485580 h 1849426"/>
              <a:gd name="connsiteX1660" fmla="*/ 4379930 w 6386648"/>
              <a:gd name="connsiteY1660" fmla="*/ 485580 h 1849426"/>
              <a:gd name="connsiteX1661" fmla="*/ 4397955 w 6386648"/>
              <a:gd name="connsiteY1661" fmla="*/ 503604 h 1849426"/>
              <a:gd name="connsiteX1662" fmla="*/ 4379930 w 6386648"/>
              <a:gd name="connsiteY1662" fmla="*/ 521629 h 1849426"/>
              <a:gd name="connsiteX1663" fmla="*/ 4361906 w 6386648"/>
              <a:gd name="connsiteY1663" fmla="*/ 503604 h 1849426"/>
              <a:gd name="connsiteX1664" fmla="*/ 4379930 w 6386648"/>
              <a:gd name="connsiteY1664" fmla="*/ 485580 h 1849426"/>
              <a:gd name="connsiteX1665" fmla="*/ 5160987 w 6386648"/>
              <a:gd name="connsiteY1665" fmla="*/ 479571 h 1849426"/>
              <a:gd name="connsiteX1666" fmla="*/ 5179012 w 6386648"/>
              <a:gd name="connsiteY1666" fmla="*/ 497595 h 1849426"/>
              <a:gd name="connsiteX1667" fmla="*/ 5160987 w 6386648"/>
              <a:gd name="connsiteY1667" fmla="*/ 515620 h 1849426"/>
              <a:gd name="connsiteX1668" fmla="*/ 5142963 w 6386648"/>
              <a:gd name="connsiteY1668" fmla="*/ 497595 h 1849426"/>
              <a:gd name="connsiteX1669" fmla="*/ 5160987 w 6386648"/>
              <a:gd name="connsiteY1669" fmla="*/ 479571 h 1849426"/>
              <a:gd name="connsiteX1670" fmla="*/ 4241743 w 6386648"/>
              <a:gd name="connsiteY1670" fmla="*/ 479571 h 1849426"/>
              <a:gd name="connsiteX1671" fmla="*/ 4259768 w 6386648"/>
              <a:gd name="connsiteY1671" fmla="*/ 497595 h 1849426"/>
              <a:gd name="connsiteX1672" fmla="*/ 4241743 w 6386648"/>
              <a:gd name="connsiteY1672" fmla="*/ 515620 h 1849426"/>
              <a:gd name="connsiteX1673" fmla="*/ 4223719 w 6386648"/>
              <a:gd name="connsiteY1673" fmla="*/ 497595 h 1849426"/>
              <a:gd name="connsiteX1674" fmla="*/ 4241743 w 6386648"/>
              <a:gd name="connsiteY1674" fmla="*/ 479571 h 1849426"/>
              <a:gd name="connsiteX1675" fmla="*/ 3821173 w 6386648"/>
              <a:gd name="connsiteY1675" fmla="*/ 479571 h 1849426"/>
              <a:gd name="connsiteX1676" fmla="*/ 3839198 w 6386648"/>
              <a:gd name="connsiteY1676" fmla="*/ 497595 h 1849426"/>
              <a:gd name="connsiteX1677" fmla="*/ 3821173 w 6386648"/>
              <a:gd name="connsiteY1677" fmla="*/ 515620 h 1849426"/>
              <a:gd name="connsiteX1678" fmla="*/ 3803149 w 6386648"/>
              <a:gd name="connsiteY1678" fmla="*/ 497595 h 1849426"/>
              <a:gd name="connsiteX1679" fmla="*/ 3821173 w 6386648"/>
              <a:gd name="connsiteY1679" fmla="*/ 479571 h 1849426"/>
              <a:gd name="connsiteX1680" fmla="*/ 3364555 w 6386648"/>
              <a:gd name="connsiteY1680" fmla="*/ 479571 h 1849426"/>
              <a:gd name="connsiteX1681" fmla="*/ 3382580 w 6386648"/>
              <a:gd name="connsiteY1681" fmla="*/ 497595 h 1849426"/>
              <a:gd name="connsiteX1682" fmla="*/ 3364555 w 6386648"/>
              <a:gd name="connsiteY1682" fmla="*/ 515620 h 1849426"/>
              <a:gd name="connsiteX1683" fmla="*/ 3346531 w 6386648"/>
              <a:gd name="connsiteY1683" fmla="*/ 497595 h 1849426"/>
              <a:gd name="connsiteX1684" fmla="*/ 3364555 w 6386648"/>
              <a:gd name="connsiteY1684" fmla="*/ 479571 h 1849426"/>
              <a:gd name="connsiteX1685" fmla="*/ 1093480 w 6386648"/>
              <a:gd name="connsiteY1685" fmla="*/ 479571 h 1849426"/>
              <a:gd name="connsiteX1686" fmla="*/ 1111505 w 6386648"/>
              <a:gd name="connsiteY1686" fmla="*/ 497595 h 1849426"/>
              <a:gd name="connsiteX1687" fmla="*/ 1093480 w 6386648"/>
              <a:gd name="connsiteY1687" fmla="*/ 515620 h 1849426"/>
              <a:gd name="connsiteX1688" fmla="*/ 1075456 w 6386648"/>
              <a:gd name="connsiteY1688" fmla="*/ 497595 h 1849426"/>
              <a:gd name="connsiteX1689" fmla="*/ 1093480 w 6386648"/>
              <a:gd name="connsiteY1689" fmla="*/ 479571 h 1849426"/>
              <a:gd name="connsiteX1690" fmla="*/ 5299175 w 6386648"/>
              <a:gd name="connsiteY1690" fmla="*/ 473563 h 1849426"/>
              <a:gd name="connsiteX1691" fmla="*/ 5317200 w 6386648"/>
              <a:gd name="connsiteY1691" fmla="*/ 491587 h 1849426"/>
              <a:gd name="connsiteX1692" fmla="*/ 5299175 w 6386648"/>
              <a:gd name="connsiteY1692" fmla="*/ 509612 h 1849426"/>
              <a:gd name="connsiteX1693" fmla="*/ 5281150 w 6386648"/>
              <a:gd name="connsiteY1693" fmla="*/ 491587 h 1849426"/>
              <a:gd name="connsiteX1694" fmla="*/ 5299175 w 6386648"/>
              <a:gd name="connsiteY1694" fmla="*/ 473563 h 1849426"/>
              <a:gd name="connsiteX1695" fmla="*/ 4506101 w 6386648"/>
              <a:gd name="connsiteY1695" fmla="*/ 473563 h 1849426"/>
              <a:gd name="connsiteX1696" fmla="*/ 4524126 w 6386648"/>
              <a:gd name="connsiteY1696" fmla="*/ 491587 h 1849426"/>
              <a:gd name="connsiteX1697" fmla="*/ 4506101 w 6386648"/>
              <a:gd name="connsiteY1697" fmla="*/ 509612 h 1849426"/>
              <a:gd name="connsiteX1698" fmla="*/ 4488077 w 6386648"/>
              <a:gd name="connsiteY1698" fmla="*/ 491587 h 1849426"/>
              <a:gd name="connsiteX1699" fmla="*/ 4506101 w 6386648"/>
              <a:gd name="connsiteY1699" fmla="*/ 473563 h 1849426"/>
              <a:gd name="connsiteX1700" fmla="*/ 4115572 w 6386648"/>
              <a:gd name="connsiteY1700" fmla="*/ 473563 h 1849426"/>
              <a:gd name="connsiteX1701" fmla="*/ 4133597 w 6386648"/>
              <a:gd name="connsiteY1701" fmla="*/ 491587 h 1849426"/>
              <a:gd name="connsiteX1702" fmla="*/ 4115572 w 6386648"/>
              <a:gd name="connsiteY1702" fmla="*/ 509612 h 1849426"/>
              <a:gd name="connsiteX1703" fmla="*/ 4097548 w 6386648"/>
              <a:gd name="connsiteY1703" fmla="*/ 491587 h 1849426"/>
              <a:gd name="connsiteX1704" fmla="*/ 4115572 w 6386648"/>
              <a:gd name="connsiteY1704" fmla="*/ 473563 h 1849426"/>
              <a:gd name="connsiteX1705" fmla="*/ 2295107 w 6386648"/>
              <a:gd name="connsiteY1705" fmla="*/ 473563 h 1849426"/>
              <a:gd name="connsiteX1706" fmla="*/ 2313132 w 6386648"/>
              <a:gd name="connsiteY1706" fmla="*/ 491587 h 1849426"/>
              <a:gd name="connsiteX1707" fmla="*/ 2295107 w 6386648"/>
              <a:gd name="connsiteY1707" fmla="*/ 509612 h 1849426"/>
              <a:gd name="connsiteX1708" fmla="*/ 2277083 w 6386648"/>
              <a:gd name="connsiteY1708" fmla="*/ 491587 h 1849426"/>
              <a:gd name="connsiteX1709" fmla="*/ 2295107 w 6386648"/>
              <a:gd name="connsiteY1709" fmla="*/ 473563 h 1849426"/>
              <a:gd name="connsiteX1710" fmla="*/ 1838489 w 6386648"/>
              <a:gd name="connsiteY1710" fmla="*/ 473563 h 1849426"/>
              <a:gd name="connsiteX1711" fmla="*/ 1856514 w 6386648"/>
              <a:gd name="connsiteY1711" fmla="*/ 491587 h 1849426"/>
              <a:gd name="connsiteX1712" fmla="*/ 1838489 w 6386648"/>
              <a:gd name="connsiteY1712" fmla="*/ 509612 h 1849426"/>
              <a:gd name="connsiteX1713" fmla="*/ 1820465 w 6386648"/>
              <a:gd name="connsiteY1713" fmla="*/ 491587 h 1849426"/>
              <a:gd name="connsiteX1714" fmla="*/ 1838489 w 6386648"/>
              <a:gd name="connsiteY1714" fmla="*/ 473563 h 1849426"/>
              <a:gd name="connsiteX1715" fmla="*/ 2889912 w 6386648"/>
              <a:gd name="connsiteY1715" fmla="*/ 467555 h 1849426"/>
              <a:gd name="connsiteX1716" fmla="*/ 2907937 w 6386648"/>
              <a:gd name="connsiteY1716" fmla="*/ 485580 h 1849426"/>
              <a:gd name="connsiteX1717" fmla="*/ 2889912 w 6386648"/>
              <a:gd name="connsiteY1717" fmla="*/ 503604 h 1849426"/>
              <a:gd name="connsiteX1718" fmla="*/ 2871888 w 6386648"/>
              <a:gd name="connsiteY1718" fmla="*/ 485580 h 1849426"/>
              <a:gd name="connsiteX1719" fmla="*/ 2889912 w 6386648"/>
              <a:gd name="connsiteY1719" fmla="*/ 467555 h 1849426"/>
              <a:gd name="connsiteX1720" fmla="*/ 2108855 w 6386648"/>
              <a:gd name="connsiteY1720" fmla="*/ 467555 h 1849426"/>
              <a:gd name="connsiteX1721" fmla="*/ 2126880 w 6386648"/>
              <a:gd name="connsiteY1721" fmla="*/ 485580 h 1849426"/>
              <a:gd name="connsiteX1722" fmla="*/ 2108855 w 6386648"/>
              <a:gd name="connsiteY1722" fmla="*/ 503604 h 1849426"/>
              <a:gd name="connsiteX1723" fmla="*/ 2090831 w 6386648"/>
              <a:gd name="connsiteY1723" fmla="*/ 485580 h 1849426"/>
              <a:gd name="connsiteX1724" fmla="*/ 2108855 w 6386648"/>
              <a:gd name="connsiteY1724" fmla="*/ 467555 h 1849426"/>
              <a:gd name="connsiteX1725" fmla="*/ 1616189 w 6386648"/>
              <a:gd name="connsiteY1725" fmla="*/ 467555 h 1849426"/>
              <a:gd name="connsiteX1726" fmla="*/ 1634213 w 6386648"/>
              <a:gd name="connsiteY1726" fmla="*/ 485580 h 1849426"/>
              <a:gd name="connsiteX1727" fmla="*/ 1616189 w 6386648"/>
              <a:gd name="connsiteY1727" fmla="*/ 503604 h 1849426"/>
              <a:gd name="connsiteX1728" fmla="*/ 1598164 w 6386648"/>
              <a:gd name="connsiteY1728" fmla="*/ 485580 h 1849426"/>
              <a:gd name="connsiteX1729" fmla="*/ 1616189 w 6386648"/>
              <a:gd name="connsiteY1729" fmla="*/ 467555 h 1849426"/>
              <a:gd name="connsiteX1730" fmla="*/ 330447 w 6386648"/>
              <a:gd name="connsiteY1730" fmla="*/ 467555 h 1849426"/>
              <a:gd name="connsiteX1731" fmla="*/ 348472 w 6386648"/>
              <a:gd name="connsiteY1731" fmla="*/ 485580 h 1849426"/>
              <a:gd name="connsiteX1732" fmla="*/ 330447 w 6386648"/>
              <a:gd name="connsiteY1732" fmla="*/ 503604 h 1849426"/>
              <a:gd name="connsiteX1733" fmla="*/ 312423 w 6386648"/>
              <a:gd name="connsiteY1733" fmla="*/ 485580 h 1849426"/>
              <a:gd name="connsiteX1734" fmla="*/ 330447 w 6386648"/>
              <a:gd name="connsiteY1734" fmla="*/ 467555 h 1849426"/>
              <a:gd name="connsiteX1735" fmla="*/ 3935328 w 6386648"/>
              <a:gd name="connsiteY1735" fmla="*/ 461547 h 1849426"/>
              <a:gd name="connsiteX1736" fmla="*/ 3953353 w 6386648"/>
              <a:gd name="connsiteY1736" fmla="*/ 479571 h 1849426"/>
              <a:gd name="connsiteX1737" fmla="*/ 3935328 w 6386648"/>
              <a:gd name="connsiteY1737" fmla="*/ 497596 h 1849426"/>
              <a:gd name="connsiteX1738" fmla="*/ 3917304 w 6386648"/>
              <a:gd name="connsiteY1738" fmla="*/ 479571 h 1849426"/>
              <a:gd name="connsiteX1739" fmla="*/ 3935328 w 6386648"/>
              <a:gd name="connsiteY1739" fmla="*/ 461547 h 1849426"/>
              <a:gd name="connsiteX1740" fmla="*/ 6224427 w 6386648"/>
              <a:gd name="connsiteY1740" fmla="*/ 455539 h 1849426"/>
              <a:gd name="connsiteX1741" fmla="*/ 6242452 w 6386648"/>
              <a:gd name="connsiteY1741" fmla="*/ 473563 h 1849426"/>
              <a:gd name="connsiteX1742" fmla="*/ 6224427 w 6386648"/>
              <a:gd name="connsiteY1742" fmla="*/ 491588 h 1849426"/>
              <a:gd name="connsiteX1743" fmla="*/ 6206403 w 6386648"/>
              <a:gd name="connsiteY1743" fmla="*/ 473563 h 1849426"/>
              <a:gd name="connsiteX1744" fmla="*/ 6224427 w 6386648"/>
              <a:gd name="connsiteY1744" fmla="*/ 455539 h 1849426"/>
              <a:gd name="connsiteX1745" fmla="*/ 6110273 w 6386648"/>
              <a:gd name="connsiteY1745" fmla="*/ 455539 h 1849426"/>
              <a:gd name="connsiteX1746" fmla="*/ 6128298 w 6386648"/>
              <a:gd name="connsiteY1746" fmla="*/ 473563 h 1849426"/>
              <a:gd name="connsiteX1747" fmla="*/ 6110273 w 6386648"/>
              <a:gd name="connsiteY1747" fmla="*/ 491588 h 1849426"/>
              <a:gd name="connsiteX1748" fmla="*/ 6092248 w 6386648"/>
              <a:gd name="connsiteY1748" fmla="*/ 473563 h 1849426"/>
              <a:gd name="connsiteX1749" fmla="*/ 6110273 w 6386648"/>
              <a:gd name="connsiteY1749" fmla="*/ 455539 h 1849426"/>
              <a:gd name="connsiteX1750" fmla="*/ 3496734 w 6386648"/>
              <a:gd name="connsiteY1750" fmla="*/ 455539 h 1849426"/>
              <a:gd name="connsiteX1751" fmla="*/ 3514759 w 6386648"/>
              <a:gd name="connsiteY1751" fmla="*/ 473563 h 1849426"/>
              <a:gd name="connsiteX1752" fmla="*/ 3496734 w 6386648"/>
              <a:gd name="connsiteY1752" fmla="*/ 491588 h 1849426"/>
              <a:gd name="connsiteX1753" fmla="*/ 3478709 w 6386648"/>
              <a:gd name="connsiteY1753" fmla="*/ 473563 h 1849426"/>
              <a:gd name="connsiteX1754" fmla="*/ 3496734 w 6386648"/>
              <a:gd name="connsiteY1754" fmla="*/ 455539 h 1849426"/>
              <a:gd name="connsiteX1755" fmla="*/ 1333805 w 6386648"/>
              <a:gd name="connsiteY1755" fmla="*/ 455539 h 1849426"/>
              <a:gd name="connsiteX1756" fmla="*/ 1351830 w 6386648"/>
              <a:gd name="connsiteY1756" fmla="*/ 473563 h 1849426"/>
              <a:gd name="connsiteX1757" fmla="*/ 1333805 w 6386648"/>
              <a:gd name="connsiteY1757" fmla="*/ 491588 h 1849426"/>
              <a:gd name="connsiteX1758" fmla="*/ 1315781 w 6386648"/>
              <a:gd name="connsiteY1758" fmla="*/ 473563 h 1849426"/>
              <a:gd name="connsiteX1759" fmla="*/ 1333805 w 6386648"/>
              <a:gd name="connsiteY1759" fmla="*/ 455539 h 1849426"/>
              <a:gd name="connsiteX1760" fmla="*/ 2727693 w 6386648"/>
              <a:gd name="connsiteY1760" fmla="*/ 449531 h 1849426"/>
              <a:gd name="connsiteX1761" fmla="*/ 2745718 w 6386648"/>
              <a:gd name="connsiteY1761" fmla="*/ 467555 h 1849426"/>
              <a:gd name="connsiteX1762" fmla="*/ 2727693 w 6386648"/>
              <a:gd name="connsiteY1762" fmla="*/ 485580 h 1849426"/>
              <a:gd name="connsiteX1763" fmla="*/ 2709669 w 6386648"/>
              <a:gd name="connsiteY1763" fmla="*/ 467555 h 1849426"/>
              <a:gd name="connsiteX1764" fmla="*/ 2727693 w 6386648"/>
              <a:gd name="connsiteY1764" fmla="*/ 449531 h 1849426"/>
              <a:gd name="connsiteX1765" fmla="*/ 2607530 w 6386648"/>
              <a:gd name="connsiteY1765" fmla="*/ 449531 h 1849426"/>
              <a:gd name="connsiteX1766" fmla="*/ 2625555 w 6386648"/>
              <a:gd name="connsiteY1766" fmla="*/ 467555 h 1849426"/>
              <a:gd name="connsiteX1767" fmla="*/ 2607530 w 6386648"/>
              <a:gd name="connsiteY1767" fmla="*/ 485580 h 1849426"/>
              <a:gd name="connsiteX1768" fmla="*/ 2589506 w 6386648"/>
              <a:gd name="connsiteY1768" fmla="*/ 467555 h 1849426"/>
              <a:gd name="connsiteX1769" fmla="*/ 2607530 w 6386648"/>
              <a:gd name="connsiteY1769" fmla="*/ 449531 h 1849426"/>
              <a:gd name="connsiteX1770" fmla="*/ 5797850 w 6386648"/>
              <a:gd name="connsiteY1770" fmla="*/ 443523 h 1849426"/>
              <a:gd name="connsiteX1771" fmla="*/ 5815875 w 6386648"/>
              <a:gd name="connsiteY1771" fmla="*/ 461547 h 1849426"/>
              <a:gd name="connsiteX1772" fmla="*/ 5797850 w 6386648"/>
              <a:gd name="connsiteY1772" fmla="*/ 479572 h 1849426"/>
              <a:gd name="connsiteX1773" fmla="*/ 5779826 w 6386648"/>
              <a:gd name="connsiteY1773" fmla="*/ 461547 h 1849426"/>
              <a:gd name="connsiteX1774" fmla="*/ 5797850 w 6386648"/>
              <a:gd name="connsiteY1774" fmla="*/ 443523 h 1849426"/>
              <a:gd name="connsiteX1775" fmla="*/ 5653655 w 6386648"/>
              <a:gd name="connsiteY1775" fmla="*/ 443523 h 1849426"/>
              <a:gd name="connsiteX1776" fmla="*/ 5671680 w 6386648"/>
              <a:gd name="connsiteY1776" fmla="*/ 461547 h 1849426"/>
              <a:gd name="connsiteX1777" fmla="*/ 5653655 w 6386648"/>
              <a:gd name="connsiteY1777" fmla="*/ 479572 h 1849426"/>
              <a:gd name="connsiteX1778" fmla="*/ 5635631 w 6386648"/>
              <a:gd name="connsiteY1778" fmla="*/ 461547 h 1849426"/>
              <a:gd name="connsiteX1779" fmla="*/ 5653655 w 6386648"/>
              <a:gd name="connsiteY1779" fmla="*/ 443523 h 1849426"/>
              <a:gd name="connsiteX1780" fmla="*/ 96129 w 6386648"/>
              <a:gd name="connsiteY1780" fmla="*/ 437514 h 1849426"/>
              <a:gd name="connsiteX1781" fmla="*/ 114154 w 6386648"/>
              <a:gd name="connsiteY1781" fmla="*/ 455539 h 1849426"/>
              <a:gd name="connsiteX1782" fmla="*/ 96129 w 6386648"/>
              <a:gd name="connsiteY1782" fmla="*/ 473563 h 1849426"/>
              <a:gd name="connsiteX1783" fmla="*/ 78105 w 6386648"/>
              <a:gd name="connsiteY1783" fmla="*/ 455539 h 1849426"/>
              <a:gd name="connsiteX1784" fmla="*/ 96129 w 6386648"/>
              <a:gd name="connsiteY1784" fmla="*/ 437514 h 1849426"/>
              <a:gd name="connsiteX1785" fmla="*/ 3058140 w 6386648"/>
              <a:gd name="connsiteY1785" fmla="*/ 431506 h 1849426"/>
              <a:gd name="connsiteX1786" fmla="*/ 3076165 w 6386648"/>
              <a:gd name="connsiteY1786" fmla="*/ 449530 h 1849426"/>
              <a:gd name="connsiteX1787" fmla="*/ 3058140 w 6386648"/>
              <a:gd name="connsiteY1787" fmla="*/ 467555 h 1849426"/>
              <a:gd name="connsiteX1788" fmla="*/ 3040116 w 6386648"/>
              <a:gd name="connsiteY1788" fmla="*/ 449530 h 1849426"/>
              <a:gd name="connsiteX1789" fmla="*/ 3058140 w 6386648"/>
              <a:gd name="connsiteY1789" fmla="*/ 431506 h 1849426"/>
              <a:gd name="connsiteX1790" fmla="*/ 2493375 w 6386648"/>
              <a:gd name="connsiteY1790" fmla="*/ 431506 h 1849426"/>
              <a:gd name="connsiteX1791" fmla="*/ 2511400 w 6386648"/>
              <a:gd name="connsiteY1791" fmla="*/ 449530 h 1849426"/>
              <a:gd name="connsiteX1792" fmla="*/ 2493375 w 6386648"/>
              <a:gd name="connsiteY1792" fmla="*/ 467555 h 1849426"/>
              <a:gd name="connsiteX1793" fmla="*/ 2475351 w 6386648"/>
              <a:gd name="connsiteY1793" fmla="*/ 449530 h 1849426"/>
              <a:gd name="connsiteX1794" fmla="*/ 2493375 w 6386648"/>
              <a:gd name="connsiteY1794" fmla="*/ 431506 h 1849426"/>
              <a:gd name="connsiteX1795" fmla="*/ 216292 w 6386648"/>
              <a:gd name="connsiteY1795" fmla="*/ 431506 h 1849426"/>
              <a:gd name="connsiteX1796" fmla="*/ 234317 w 6386648"/>
              <a:gd name="connsiteY1796" fmla="*/ 449530 h 1849426"/>
              <a:gd name="connsiteX1797" fmla="*/ 216292 w 6386648"/>
              <a:gd name="connsiteY1797" fmla="*/ 467555 h 1849426"/>
              <a:gd name="connsiteX1798" fmla="*/ 198268 w 6386648"/>
              <a:gd name="connsiteY1798" fmla="*/ 449530 h 1849426"/>
              <a:gd name="connsiteX1799" fmla="*/ 216292 w 6386648"/>
              <a:gd name="connsiteY1799" fmla="*/ 431506 h 1849426"/>
              <a:gd name="connsiteX1800" fmla="*/ 4758442 w 6386648"/>
              <a:gd name="connsiteY1800" fmla="*/ 425498 h 1849426"/>
              <a:gd name="connsiteX1801" fmla="*/ 4776467 w 6386648"/>
              <a:gd name="connsiteY1801" fmla="*/ 443522 h 1849426"/>
              <a:gd name="connsiteX1802" fmla="*/ 4758442 w 6386648"/>
              <a:gd name="connsiteY1802" fmla="*/ 461547 h 1849426"/>
              <a:gd name="connsiteX1803" fmla="*/ 4740417 w 6386648"/>
              <a:gd name="connsiteY1803" fmla="*/ 443522 h 1849426"/>
              <a:gd name="connsiteX1804" fmla="*/ 4758442 w 6386648"/>
              <a:gd name="connsiteY1804" fmla="*/ 425498 h 1849426"/>
              <a:gd name="connsiteX1805" fmla="*/ 1453968 w 6386648"/>
              <a:gd name="connsiteY1805" fmla="*/ 425498 h 1849426"/>
              <a:gd name="connsiteX1806" fmla="*/ 1471993 w 6386648"/>
              <a:gd name="connsiteY1806" fmla="*/ 443522 h 1849426"/>
              <a:gd name="connsiteX1807" fmla="*/ 1453968 w 6386648"/>
              <a:gd name="connsiteY1807" fmla="*/ 461547 h 1849426"/>
              <a:gd name="connsiteX1808" fmla="*/ 1435944 w 6386648"/>
              <a:gd name="connsiteY1808" fmla="*/ 443522 h 1849426"/>
              <a:gd name="connsiteX1809" fmla="*/ 1453968 w 6386648"/>
              <a:gd name="connsiteY1809" fmla="*/ 425498 h 1849426"/>
              <a:gd name="connsiteX1810" fmla="*/ 552748 w 6386648"/>
              <a:gd name="connsiteY1810" fmla="*/ 425498 h 1849426"/>
              <a:gd name="connsiteX1811" fmla="*/ 570773 w 6386648"/>
              <a:gd name="connsiteY1811" fmla="*/ 443522 h 1849426"/>
              <a:gd name="connsiteX1812" fmla="*/ 552748 w 6386648"/>
              <a:gd name="connsiteY1812" fmla="*/ 461547 h 1849426"/>
              <a:gd name="connsiteX1813" fmla="*/ 534724 w 6386648"/>
              <a:gd name="connsiteY1813" fmla="*/ 443522 h 1849426"/>
              <a:gd name="connsiteX1814" fmla="*/ 552748 w 6386648"/>
              <a:gd name="connsiteY1814" fmla="*/ 425498 h 1849426"/>
              <a:gd name="connsiteX1815" fmla="*/ 1742358 w 6386648"/>
              <a:gd name="connsiteY1815" fmla="*/ 419490 h 1849426"/>
              <a:gd name="connsiteX1816" fmla="*/ 1760383 w 6386648"/>
              <a:gd name="connsiteY1816" fmla="*/ 437514 h 1849426"/>
              <a:gd name="connsiteX1817" fmla="*/ 1742358 w 6386648"/>
              <a:gd name="connsiteY1817" fmla="*/ 455539 h 1849426"/>
              <a:gd name="connsiteX1818" fmla="*/ 1724334 w 6386648"/>
              <a:gd name="connsiteY1818" fmla="*/ 437514 h 1849426"/>
              <a:gd name="connsiteX1819" fmla="*/ 1742358 w 6386648"/>
              <a:gd name="connsiteY1819" fmla="*/ 419490 h 1849426"/>
              <a:gd name="connsiteX1820" fmla="*/ 1183602 w 6386648"/>
              <a:gd name="connsiteY1820" fmla="*/ 413482 h 1849426"/>
              <a:gd name="connsiteX1821" fmla="*/ 1201627 w 6386648"/>
              <a:gd name="connsiteY1821" fmla="*/ 431506 h 1849426"/>
              <a:gd name="connsiteX1822" fmla="*/ 1183602 w 6386648"/>
              <a:gd name="connsiteY1822" fmla="*/ 449531 h 1849426"/>
              <a:gd name="connsiteX1823" fmla="*/ 1165578 w 6386648"/>
              <a:gd name="connsiteY1823" fmla="*/ 431506 h 1849426"/>
              <a:gd name="connsiteX1824" fmla="*/ 1183602 w 6386648"/>
              <a:gd name="connsiteY1824" fmla="*/ 413482 h 1849426"/>
              <a:gd name="connsiteX1825" fmla="*/ 895212 w 6386648"/>
              <a:gd name="connsiteY1825" fmla="*/ 413482 h 1849426"/>
              <a:gd name="connsiteX1826" fmla="*/ 913236 w 6386648"/>
              <a:gd name="connsiteY1826" fmla="*/ 431506 h 1849426"/>
              <a:gd name="connsiteX1827" fmla="*/ 895212 w 6386648"/>
              <a:gd name="connsiteY1827" fmla="*/ 449531 h 1849426"/>
              <a:gd name="connsiteX1828" fmla="*/ 877187 w 6386648"/>
              <a:gd name="connsiteY1828" fmla="*/ 431506 h 1849426"/>
              <a:gd name="connsiteX1829" fmla="*/ 895212 w 6386648"/>
              <a:gd name="connsiteY1829" fmla="*/ 413482 h 1849426"/>
              <a:gd name="connsiteX1830" fmla="*/ 672910 w 6386648"/>
              <a:gd name="connsiteY1830" fmla="*/ 413482 h 1849426"/>
              <a:gd name="connsiteX1831" fmla="*/ 690935 w 6386648"/>
              <a:gd name="connsiteY1831" fmla="*/ 431506 h 1849426"/>
              <a:gd name="connsiteX1832" fmla="*/ 672910 w 6386648"/>
              <a:gd name="connsiteY1832" fmla="*/ 449531 h 1849426"/>
              <a:gd name="connsiteX1833" fmla="*/ 654886 w 6386648"/>
              <a:gd name="connsiteY1833" fmla="*/ 431506 h 1849426"/>
              <a:gd name="connsiteX1834" fmla="*/ 672910 w 6386648"/>
              <a:gd name="connsiteY1834" fmla="*/ 413482 h 1849426"/>
              <a:gd name="connsiteX1835" fmla="*/ 3719035 w 6386648"/>
              <a:gd name="connsiteY1835" fmla="*/ 407474 h 1849426"/>
              <a:gd name="connsiteX1836" fmla="*/ 3737060 w 6386648"/>
              <a:gd name="connsiteY1836" fmla="*/ 425499 h 1849426"/>
              <a:gd name="connsiteX1837" fmla="*/ 3719035 w 6386648"/>
              <a:gd name="connsiteY1837" fmla="*/ 443523 h 1849426"/>
              <a:gd name="connsiteX1838" fmla="*/ 3701011 w 6386648"/>
              <a:gd name="connsiteY1838" fmla="*/ 425499 h 1849426"/>
              <a:gd name="connsiteX1839" fmla="*/ 3719035 w 6386648"/>
              <a:gd name="connsiteY1839" fmla="*/ 407474 h 1849426"/>
              <a:gd name="connsiteX1840" fmla="*/ 6002126 w 6386648"/>
              <a:gd name="connsiteY1840" fmla="*/ 401466 h 1849426"/>
              <a:gd name="connsiteX1841" fmla="*/ 6020151 w 6386648"/>
              <a:gd name="connsiteY1841" fmla="*/ 419490 h 1849426"/>
              <a:gd name="connsiteX1842" fmla="*/ 6002126 w 6386648"/>
              <a:gd name="connsiteY1842" fmla="*/ 437515 h 1849426"/>
              <a:gd name="connsiteX1843" fmla="*/ 5984102 w 6386648"/>
              <a:gd name="connsiteY1843" fmla="*/ 419490 h 1849426"/>
              <a:gd name="connsiteX1844" fmla="*/ 6002126 w 6386648"/>
              <a:gd name="connsiteY1844" fmla="*/ 401466 h 1849426"/>
              <a:gd name="connsiteX1845" fmla="*/ 1970668 w 6386648"/>
              <a:gd name="connsiteY1845" fmla="*/ 401466 h 1849426"/>
              <a:gd name="connsiteX1846" fmla="*/ 1988693 w 6386648"/>
              <a:gd name="connsiteY1846" fmla="*/ 419490 h 1849426"/>
              <a:gd name="connsiteX1847" fmla="*/ 1970668 w 6386648"/>
              <a:gd name="connsiteY1847" fmla="*/ 437515 h 1849426"/>
              <a:gd name="connsiteX1848" fmla="*/ 1952644 w 6386648"/>
              <a:gd name="connsiteY1848" fmla="*/ 419490 h 1849426"/>
              <a:gd name="connsiteX1849" fmla="*/ 1970668 w 6386648"/>
              <a:gd name="connsiteY1849" fmla="*/ 401466 h 1849426"/>
              <a:gd name="connsiteX1850" fmla="*/ 5533492 w 6386648"/>
              <a:gd name="connsiteY1850" fmla="*/ 395457 h 1849426"/>
              <a:gd name="connsiteX1851" fmla="*/ 5551517 w 6386648"/>
              <a:gd name="connsiteY1851" fmla="*/ 413481 h 1849426"/>
              <a:gd name="connsiteX1852" fmla="*/ 5533492 w 6386648"/>
              <a:gd name="connsiteY1852" fmla="*/ 431506 h 1849426"/>
              <a:gd name="connsiteX1853" fmla="*/ 5515468 w 6386648"/>
              <a:gd name="connsiteY1853" fmla="*/ 413481 h 1849426"/>
              <a:gd name="connsiteX1854" fmla="*/ 5533492 w 6386648"/>
              <a:gd name="connsiteY1854" fmla="*/ 395457 h 1849426"/>
              <a:gd name="connsiteX1855" fmla="*/ 3166287 w 6386648"/>
              <a:gd name="connsiteY1855" fmla="*/ 395457 h 1849426"/>
              <a:gd name="connsiteX1856" fmla="*/ 3184312 w 6386648"/>
              <a:gd name="connsiteY1856" fmla="*/ 413481 h 1849426"/>
              <a:gd name="connsiteX1857" fmla="*/ 3166287 w 6386648"/>
              <a:gd name="connsiteY1857" fmla="*/ 431506 h 1849426"/>
              <a:gd name="connsiteX1858" fmla="*/ 3148262 w 6386648"/>
              <a:gd name="connsiteY1858" fmla="*/ 413481 h 1849426"/>
              <a:gd name="connsiteX1859" fmla="*/ 3166287 w 6386648"/>
              <a:gd name="connsiteY1859" fmla="*/ 395457 h 1849426"/>
              <a:gd name="connsiteX1860" fmla="*/ 2373213 w 6386648"/>
              <a:gd name="connsiteY1860" fmla="*/ 395457 h 1849426"/>
              <a:gd name="connsiteX1861" fmla="*/ 2391238 w 6386648"/>
              <a:gd name="connsiteY1861" fmla="*/ 413481 h 1849426"/>
              <a:gd name="connsiteX1862" fmla="*/ 2373213 w 6386648"/>
              <a:gd name="connsiteY1862" fmla="*/ 431506 h 1849426"/>
              <a:gd name="connsiteX1863" fmla="*/ 2355189 w 6386648"/>
              <a:gd name="connsiteY1863" fmla="*/ 413481 h 1849426"/>
              <a:gd name="connsiteX1864" fmla="*/ 2373213 w 6386648"/>
              <a:gd name="connsiteY1864" fmla="*/ 395457 h 1849426"/>
              <a:gd name="connsiteX1865" fmla="*/ 787065 w 6386648"/>
              <a:gd name="connsiteY1865" fmla="*/ 395457 h 1849426"/>
              <a:gd name="connsiteX1866" fmla="*/ 805090 w 6386648"/>
              <a:gd name="connsiteY1866" fmla="*/ 413481 h 1849426"/>
              <a:gd name="connsiteX1867" fmla="*/ 787065 w 6386648"/>
              <a:gd name="connsiteY1867" fmla="*/ 431506 h 1849426"/>
              <a:gd name="connsiteX1868" fmla="*/ 769041 w 6386648"/>
              <a:gd name="connsiteY1868" fmla="*/ 413481 h 1849426"/>
              <a:gd name="connsiteX1869" fmla="*/ 787065 w 6386648"/>
              <a:gd name="connsiteY1869" fmla="*/ 395457 h 1849426"/>
              <a:gd name="connsiteX1870" fmla="*/ 6344591 w 6386648"/>
              <a:gd name="connsiteY1870" fmla="*/ 389449 h 1849426"/>
              <a:gd name="connsiteX1871" fmla="*/ 6362615 w 6386648"/>
              <a:gd name="connsiteY1871" fmla="*/ 407473 h 1849426"/>
              <a:gd name="connsiteX1872" fmla="*/ 6344591 w 6386648"/>
              <a:gd name="connsiteY1872" fmla="*/ 425498 h 1849426"/>
              <a:gd name="connsiteX1873" fmla="*/ 6326566 w 6386648"/>
              <a:gd name="connsiteY1873" fmla="*/ 407473 h 1849426"/>
              <a:gd name="connsiteX1874" fmla="*/ 6344591 w 6386648"/>
              <a:gd name="connsiteY1874" fmla="*/ 389449 h 1849426"/>
              <a:gd name="connsiteX1875" fmla="*/ 5407321 w 6386648"/>
              <a:gd name="connsiteY1875" fmla="*/ 383441 h 1849426"/>
              <a:gd name="connsiteX1876" fmla="*/ 5425346 w 6386648"/>
              <a:gd name="connsiteY1876" fmla="*/ 401465 h 1849426"/>
              <a:gd name="connsiteX1877" fmla="*/ 5407321 w 6386648"/>
              <a:gd name="connsiteY1877" fmla="*/ 419490 h 1849426"/>
              <a:gd name="connsiteX1878" fmla="*/ 5389297 w 6386648"/>
              <a:gd name="connsiteY1878" fmla="*/ 401465 h 1849426"/>
              <a:gd name="connsiteX1879" fmla="*/ 5407321 w 6386648"/>
              <a:gd name="connsiteY1879" fmla="*/ 383441 h 1849426"/>
              <a:gd name="connsiteX1880" fmla="*/ 5233085 w 6386648"/>
              <a:gd name="connsiteY1880" fmla="*/ 383441 h 1849426"/>
              <a:gd name="connsiteX1881" fmla="*/ 5251110 w 6386648"/>
              <a:gd name="connsiteY1881" fmla="*/ 401465 h 1849426"/>
              <a:gd name="connsiteX1882" fmla="*/ 5233085 w 6386648"/>
              <a:gd name="connsiteY1882" fmla="*/ 419490 h 1849426"/>
              <a:gd name="connsiteX1883" fmla="*/ 5215061 w 6386648"/>
              <a:gd name="connsiteY1883" fmla="*/ 401465 h 1849426"/>
              <a:gd name="connsiteX1884" fmla="*/ 5233085 w 6386648"/>
              <a:gd name="connsiteY1884" fmla="*/ 383441 h 1849426"/>
              <a:gd name="connsiteX1885" fmla="*/ 4956711 w 6386648"/>
              <a:gd name="connsiteY1885" fmla="*/ 383441 h 1849426"/>
              <a:gd name="connsiteX1886" fmla="*/ 4974736 w 6386648"/>
              <a:gd name="connsiteY1886" fmla="*/ 401465 h 1849426"/>
              <a:gd name="connsiteX1887" fmla="*/ 4956711 w 6386648"/>
              <a:gd name="connsiteY1887" fmla="*/ 419490 h 1849426"/>
              <a:gd name="connsiteX1888" fmla="*/ 4938687 w 6386648"/>
              <a:gd name="connsiteY1888" fmla="*/ 401465 h 1849426"/>
              <a:gd name="connsiteX1889" fmla="*/ 4956711 w 6386648"/>
              <a:gd name="connsiteY1889" fmla="*/ 383441 h 1849426"/>
              <a:gd name="connsiteX1890" fmla="*/ 3604880 w 6386648"/>
              <a:gd name="connsiteY1890" fmla="*/ 377433 h 1849426"/>
              <a:gd name="connsiteX1891" fmla="*/ 3622905 w 6386648"/>
              <a:gd name="connsiteY1891" fmla="*/ 395458 h 1849426"/>
              <a:gd name="connsiteX1892" fmla="*/ 3604880 w 6386648"/>
              <a:gd name="connsiteY1892" fmla="*/ 413482 h 1849426"/>
              <a:gd name="connsiteX1893" fmla="*/ 3586856 w 6386648"/>
              <a:gd name="connsiteY1893" fmla="*/ 395458 h 1849426"/>
              <a:gd name="connsiteX1894" fmla="*/ 3604880 w 6386648"/>
              <a:gd name="connsiteY1894" fmla="*/ 377433 h 1849426"/>
              <a:gd name="connsiteX1895" fmla="*/ 5082882 w 6386648"/>
              <a:gd name="connsiteY1895" fmla="*/ 371425 h 1849426"/>
              <a:gd name="connsiteX1896" fmla="*/ 5100907 w 6386648"/>
              <a:gd name="connsiteY1896" fmla="*/ 389449 h 1849426"/>
              <a:gd name="connsiteX1897" fmla="*/ 5082882 w 6386648"/>
              <a:gd name="connsiteY1897" fmla="*/ 407474 h 1849426"/>
              <a:gd name="connsiteX1898" fmla="*/ 5064858 w 6386648"/>
              <a:gd name="connsiteY1898" fmla="*/ 389449 h 1849426"/>
              <a:gd name="connsiteX1899" fmla="*/ 5082882 w 6386648"/>
              <a:gd name="connsiteY1899" fmla="*/ 371425 h 1849426"/>
              <a:gd name="connsiteX1900" fmla="*/ 4638280 w 6386648"/>
              <a:gd name="connsiteY1900" fmla="*/ 371425 h 1849426"/>
              <a:gd name="connsiteX1901" fmla="*/ 4656305 w 6386648"/>
              <a:gd name="connsiteY1901" fmla="*/ 389449 h 1849426"/>
              <a:gd name="connsiteX1902" fmla="*/ 4638280 w 6386648"/>
              <a:gd name="connsiteY1902" fmla="*/ 407474 h 1849426"/>
              <a:gd name="connsiteX1903" fmla="*/ 4620255 w 6386648"/>
              <a:gd name="connsiteY1903" fmla="*/ 389449 h 1849426"/>
              <a:gd name="connsiteX1904" fmla="*/ 4638280 w 6386648"/>
              <a:gd name="connsiteY1904" fmla="*/ 371425 h 1849426"/>
              <a:gd name="connsiteX1905" fmla="*/ 4289808 w 6386648"/>
              <a:gd name="connsiteY1905" fmla="*/ 371425 h 1849426"/>
              <a:gd name="connsiteX1906" fmla="*/ 4307833 w 6386648"/>
              <a:gd name="connsiteY1906" fmla="*/ 389449 h 1849426"/>
              <a:gd name="connsiteX1907" fmla="*/ 4289808 w 6386648"/>
              <a:gd name="connsiteY1907" fmla="*/ 407474 h 1849426"/>
              <a:gd name="connsiteX1908" fmla="*/ 4271784 w 6386648"/>
              <a:gd name="connsiteY1908" fmla="*/ 389449 h 1849426"/>
              <a:gd name="connsiteX1909" fmla="*/ 4289808 w 6386648"/>
              <a:gd name="connsiteY1909" fmla="*/ 371425 h 1849426"/>
              <a:gd name="connsiteX1910" fmla="*/ 3412620 w 6386648"/>
              <a:gd name="connsiteY1910" fmla="*/ 371425 h 1849426"/>
              <a:gd name="connsiteX1911" fmla="*/ 3430645 w 6386648"/>
              <a:gd name="connsiteY1911" fmla="*/ 389449 h 1849426"/>
              <a:gd name="connsiteX1912" fmla="*/ 3412620 w 6386648"/>
              <a:gd name="connsiteY1912" fmla="*/ 407474 h 1849426"/>
              <a:gd name="connsiteX1913" fmla="*/ 3394596 w 6386648"/>
              <a:gd name="connsiteY1913" fmla="*/ 389449 h 1849426"/>
              <a:gd name="connsiteX1914" fmla="*/ 3412620 w 6386648"/>
              <a:gd name="connsiteY1914" fmla="*/ 371425 h 1849426"/>
              <a:gd name="connsiteX1915" fmla="*/ 3286449 w 6386648"/>
              <a:gd name="connsiteY1915" fmla="*/ 371425 h 1849426"/>
              <a:gd name="connsiteX1916" fmla="*/ 3304474 w 6386648"/>
              <a:gd name="connsiteY1916" fmla="*/ 389449 h 1849426"/>
              <a:gd name="connsiteX1917" fmla="*/ 3286449 w 6386648"/>
              <a:gd name="connsiteY1917" fmla="*/ 407474 h 1849426"/>
              <a:gd name="connsiteX1918" fmla="*/ 3268424 w 6386648"/>
              <a:gd name="connsiteY1918" fmla="*/ 389449 h 1849426"/>
              <a:gd name="connsiteX1919" fmla="*/ 3286449 w 6386648"/>
              <a:gd name="connsiteY1919" fmla="*/ 371425 h 1849426"/>
              <a:gd name="connsiteX1920" fmla="*/ 2204985 w 6386648"/>
              <a:gd name="connsiteY1920" fmla="*/ 371425 h 1849426"/>
              <a:gd name="connsiteX1921" fmla="*/ 2223010 w 6386648"/>
              <a:gd name="connsiteY1921" fmla="*/ 389449 h 1849426"/>
              <a:gd name="connsiteX1922" fmla="*/ 2204985 w 6386648"/>
              <a:gd name="connsiteY1922" fmla="*/ 407474 h 1849426"/>
              <a:gd name="connsiteX1923" fmla="*/ 2186961 w 6386648"/>
              <a:gd name="connsiteY1923" fmla="*/ 389449 h 1849426"/>
              <a:gd name="connsiteX1924" fmla="*/ 2204985 w 6386648"/>
              <a:gd name="connsiteY1924" fmla="*/ 371425 h 1849426"/>
              <a:gd name="connsiteX1925" fmla="*/ 1033398 w 6386648"/>
              <a:gd name="connsiteY1925" fmla="*/ 371425 h 1849426"/>
              <a:gd name="connsiteX1926" fmla="*/ 1051423 w 6386648"/>
              <a:gd name="connsiteY1926" fmla="*/ 389449 h 1849426"/>
              <a:gd name="connsiteX1927" fmla="*/ 1033398 w 6386648"/>
              <a:gd name="connsiteY1927" fmla="*/ 407474 h 1849426"/>
              <a:gd name="connsiteX1928" fmla="*/ 1015374 w 6386648"/>
              <a:gd name="connsiteY1928" fmla="*/ 389449 h 1849426"/>
              <a:gd name="connsiteX1929" fmla="*/ 1033398 w 6386648"/>
              <a:gd name="connsiteY1929" fmla="*/ 371425 h 1849426"/>
              <a:gd name="connsiteX1930" fmla="*/ 432585 w 6386648"/>
              <a:gd name="connsiteY1930" fmla="*/ 371425 h 1849426"/>
              <a:gd name="connsiteX1931" fmla="*/ 450610 w 6386648"/>
              <a:gd name="connsiteY1931" fmla="*/ 389449 h 1849426"/>
              <a:gd name="connsiteX1932" fmla="*/ 432585 w 6386648"/>
              <a:gd name="connsiteY1932" fmla="*/ 407474 h 1849426"/>
              <a:gd name="connsiteX1933" fmla="*/ 414561 w 6386648"/>
              <a:gd name="connsiteY1933" fmla="*/ 389449 h 1849426"/>
              <a:gd name="connsiteX1934" fmla="*/ 432585 w 6386648"/>
              <a:gd name="connsiteY1934" fmla="*/ 371425 h 1849426"/>
              <a:gd name="connsiteX1935" fmla="*/ 4037466 w 6386648"/>
              <a:gd name="connsiteY1935" fmla="*/ 365417 h 1849426"/>
              <a:gd name="connsiteX1936" fmla="*/ 4055491 w 6386648"/>
              <a:gd name="connsiteY1936" fmla="*/ 383441 h 1849426"/>
              <a:gd name="connsiteX1937" fmla="*/ 4037466 w 6386648"/>
              <a:gd name="connsiteY1937" fmla="*/ 401466 h 1849426"/>
              <a:gd name="connsiteX1938" fmla="*/ 4019441 w 6386648"/>
              <a:gd name="connsiteY1938" fmla="*/ 383441 h 1849426"/>
              <a:gd name="connsiteX1939" fmla="*/ 4037466 w 6386648"/>
              <a:gd name="connsiteY1939" fmla="*/ 365417 h 1849426"/>
              <a:gd name="connsiteX1940" fmla="*/ 2943986 w 6386648"/>
              <a:gd name="connsiteY1940" fmla="*/ 365417 h 1849426"/>
              <a:gd name="connsiteX1941" fmla="*/ 2962011 w 6386648"/>
              <a:gd name="connsiteY1941" fmla="*/ 383441 h 1849426"/>
              <a:gd name="connsiteX1942" fmla="*/ 2943986 w 6386648"/>
              <a:gd name="connsiteY1942" fmla="*/ 401466 h 1849426"/>
              <a:gd name="connsiteX1943" fmla="*/ 2925962 w 6386648"/>
              <a:gd name="connsiteY1943" fmla="*/ 383441 h 1849426"/>
              <a:gd name="connsiteX1944" fmla="*/ 2943986 w 6386648"/>
              <a:gd name="connsiteY1944" fmla="*/ 365417 h 1849426"/>
              <a:gd name="connsiteX1945" fmla="*/ 2811807 w 6386648"/>
              <a:gd name="connsiteY1945" fmla="*/ 365417 h 1849426"/>
              <a:gd name="connsiteX1946" fmla="*/ 2829832 w 6386648"/>
              <a:gd name="connsiteY1946" fmla="*/ 383441 h 1849426"/>
              <a:gd name="connsiteX1947" fmla="*/ 2811807 w 6386648"/>
              <a:gd name="connsiteY1947" fmla="*/ 401466 h 1849426"/>
              <a:gd name="connsiteX1948" fmla="*/ 2793783 w 6386648"/>
              <a:gd name="connsiteY1948" fmla="*/ 383441 h 1849426"/>
              <a:gd name="connsiteX1949" fmla="*/ 2811807 w 6386648"/>
              <a:gd name="connsiteY1949" fmla="*/ 365417 h 1849426"/>
              <a:gd name="connsiteX1950" fmla="*/ 5899988 w 6386648"/>
              <a:gd name="connsiteY1950" fmla="*/ 353401 h 1849426"/>
              <a:gd name="connsiteX1951" fmla="*/ 5918013 w 6386648"/>
              <a:gd name="connsiteY1951" fmla="*/ 371425 h 1849426"/>
              <a:gd name="connsiteX1952" fmla="*/ 5899988 w 6386648"/>
              <a:gd name="connsiteY1952" fmla="*/ 389450 h 1849426"/>
              <a:gd name="connsiteX1953" fmla="*/ 5881963 w 6386648"/>
              <a:gd name="connsiteY1953" fmla="*/ 371425 h 1849426"/>
              <a:gd name="connsiteX1954" fmla="*/ 5899988 w 6386648"/>
              <a:gd name="connsiteY1954" fmla="*/ 353401 h 1849426"/>
              <a:gd name="connsiteX1955" fmla="*/ 4842556 w 6386648"/>
              <a:gd name="connsiteY1955" fmla="*/ 353401 h 1849426"/>
              <a:gd name="connsiteX1956" fmla="*/ 4860581 w 6386648"/>
              <a:gd name="connsiteY1956" fmla="*/ 371425 h 1849426"/>
              <a:gd name="connsiteX1957" fmla="*/ 4842556 w 6386648"/>
              <a:gd name="connsiteY1957" fmla="*/ 389450 h 1849426"/>
              <a:gd name="connsiteX1958" fmla="*/ 4824532 w 6386648"/>
              <a:gd name="connsiteY1958" fmla="*/ 371425 h 1849426"/>
              <a:gd name="connsiteX1959" fmla="*/ 4842556 w 6386648"/>
              <a:gd name="connsiteY1959" fmla="*/ 353401 h 1849426"/>
              <a:gd name="connsiteX1960" fmla="*/ 4518117 w 6386648"/>
              <a:gd name="connsiteY1960" fmla="*/ 353401 h 1849426"/>
              <a:gd name="connsiteX1961" fmla="*/ 4536142 w 6386648"/>
              <a:gd name="connsiteY1961" fmla="*/ 371425 h 1849426"/>
              <a:gd name="connsiteX1962" fmla="*/ 4518117 w 6386648"/>
              <a:gd name="connsiteY1962" fmla="*/ 389450 h 1849426"/>
              <a:gd name="connsiteX1963" fmla="*/ 4500092 w 6386648"/>
              <a:gd name="connsiteY1963" fmla="*/ 371425 h 1849426"/>
              <a:gd name="connsiteX1964" fmla="*/ 4518117 w 6386648"/>
              <a:gd name="connsiteY1964" fmla="*/ 353401 h 1849426"/>
              <a:gd name="connsiteX1965" fmla="*/ 4403962 w 6386648"/>
              <a:gd name="connsiteY1965" fmla="*/ 353401 h 1849426"/>
              <a:gd name="connsiteX1966" fmla="*/ 4421987 w 6386648"/>
              <a:gd name="connsiteY1966" fmla="*/ 371425 h 1849426"/>
              <a:gd name="connsiteX1967" fmla="*/ 4403962 w 6386648"/>
              <a:gd name="connsiteY1967" fmla="*/ 389450 h 1849426"/>
              <a:gd name="connsiteX1968" fmla="*/ 4385938 w 6386648"/>
              <a:gd name="connsiteY1968" fmla="*/ 371425 h 1849426"/>
              <a:gd name="connsiteX1969" fmla="*/ 4403962 w 6386648"/>
              <a:gd name="connsiteY1969" fmla="*/ 353401 h 1849426"/>
              <a:gd name="connsiteX1970" fmla="*/ 4151621 w 6386648"/>
              <a:gd name="connsiteY1970" fmla="*/ 353401 h 1849426"/>
              <a:gd name="connsiteX1971" fmla="*/ 4169646 w 6386648"/>
              <a:gd name="connsiteY1971" fmla="*/ 371425 h 1849426"/>
              <a:gd name="connsiteX1972" fmla="*/ 4151621 w 6386648"/>
              <a:gd name="connsiteY1972" fmla="*/ 389450 h 1849426"/>
              <a:gd name="connsiteX1973" fmla="*/ 4133597 w 6386648"/>
              <a:gd name="connsiteY1973" fmla="*/ 371425 h 1849426"/>
              <a:gd name="connsiteX1974" fmla="*/ 4151621 w 6386648"/>
              <a:gd name="connsiteY1974" fmla="*/ 353401 h 1849426"/>
              <a:gd name="connsiteX1975" fmla="*/ 3911295 w 6386648"/>
              <a:gd name="connsiteY1975" fmla="*/ 347392 h 1849426"/>
              <a:gd name="connsiteX1976" fmla="*/ 3929320 w 6386648"/>
              <a:gd name="connsiteY1976" fmla="*/ 365417 h 1849426"/>
              <a:gd name="connsiteX1977" fmla="*/ 3911295 w 6386648"/>
              <a:gd name="connsiteY1977" fmla="*/ 383441 h 1849426"/>
              <a:gd name="connsiteX1978" fmla="*/ 3893271 w 6386648"/>
              <a:gd name="connsiteY1978" fmla="*/ 365417 h 1849426"/>
              <a:gd name="connsiteX1979" fmla="*/ 3911295 w 6386648"/>
              <a:gd name="connsiteY1979" fmla="*/ 347392 h 1849426"/>
              <a:gd name="connsiteX1980" fmla="*/ 2078814 w 6386648"/>
              <a:gd name="connsiteY1980" fmla="*/ 347392 h 1849426"/>
              <a:gd name="connsiteX1981" fmla="*/ 2096839 w 6386648"/>
              <a:gd name="connsiteY1981" fmla="*/ 365417 h 1849426"/>
              <a:gd name="connsiteX1982" fmla="*/ 2078814 w 6386648"/>
              <a:gd name="connsiteY1982" fmla="*/ 383441 h 1849426"/>
              <a:gd name="connsiteX1983" fmla="*/ 2060790 w 6386648"/>
              <a:gd name="connsiteY1983" fmla="*/ 365417 h 1849426"/>
              <a:gd name="connsiteX1984" fmla="*/ 2078814 w 6386648"/>
              <a:gd name="connsiteY1984" fmla="*/ 347392 h 1849426"/>
              <a:gd name="connsiteX1985" fmla="*/ 1345823 w 6386648"/>
              <a:gd name="connsiteY1985" fmla="*/ 347392 h 1849426"/>
              <a:gd name="connsiteX1986" fmla="*/ 1363847 w 6386648"/>
              <a:gd name="connsiteY1986" fmla="*/ 365417 h 1849426"/>
              <a:gd name="connsiteX1987" fmla="*/ 1345823 w 6386648"/>
              <a:gd name="connsiteY1987" fmla="*/ 383441 h 1849426"/>
              <a:gd name="connsiteX1988" fmla="*/ 1327798 w 6386648"/>
              <a:gd name="connsiteY1988" fmla="*/ 365417 h 1849426"/>
              <a:gd name="connsiteX1989" fmla="*/ 1345823 w 6386648"/>
              <a:gd name="connsiteY1989" fmla="*/ 347392 h 1849426"/>
              <a:gd name="connsiteX1990" fmla="*/ 1556107 w 6386648"/>
              <a:gd name="connsiteY1990" fmla="*/ 341384 h 1849426"/>
              <a:gd name="connsiteX1991" fmla="*/ 1574131 w 6386648"/>
              <a:gd name="connsiteY1991" fmla="*/ 359408 h 1849426"/>
              <a:gd name="connsiteX1992" fmla="*/ 1556107 w 6386648"/>
              <a:gd name="connsiteY1992" fmla="*/ 377433 h 1849426"/>
              <a:gd name="connsiteX1993" fmla="*/ 1538082 w 6386648"/>
              <a:gd name="connsiteY1993" fmla="*/ 359408 h 1849426"/>
              <a:gd name="connsiteX1994" fmla="*/ 1556107 w 6386648"/>
              <a:gd name="connsiteY1994" fmla="*/ 341384 h 1849426"/>
              <a:gd name="connsiteX1995" fmla="*/ 306414 w 6386648"/>
              <a:gd name="connsiteY1995" fmla="*/ 341384 h 1849426"/>
              <a:gd name="connsiteX1996" fmla="*/ 324439 w 6386648"/>
              <a:gd name="connsiteY1996" fmla="*/ 359408 h 1849426"/>
              <a:gd name="connsiteX1997" fmla="*/ 306414 w 6386648"/>
              <a:gd name="connsiteY1997" fmla="*/ 377433 h 1849426"/>
              <a:gd name="connsiteX1998" fmla="*/ 288390 w 6386648"/>
              <a:gd name="connsiteY1998" fmla="*/ 359408 h 1849426"/>
              <a:gd name="connsiteX1999" fmla="*/ 306414 w 6386648"/>
              <a:gd name="connsiteY1999" fmla="*/ 341384 h 1849426"/>
              <a:gd name="connsiteX2000" fmla="*/ 6206403 w 6386648"/>
              <a:gd name="connsiteY2000" fmla="*/ 335376 h 1849426"/>
              <a:gd name="connsiteX2001" fmla="*/ 6224428 w 6386648"/>
              <a:gd name="connsiteY2001" fmla="*/ 353400 h 1849426"/>
              <a:gd name="connsiteX2002" fmla="*/ 6206403 w 6386648"/>
              <a:gd name="connsiteY2002" fmla="*/ 371425 h 1849426"/>
              <a:gd name="connsiteX2003" fmla="*/ 6188379 w 6386648"/>
              <a:gd name="connsiteY2003" fmla="*/ 353400 h 1849426"/>
              <a:gd name="connsiteX2004" fmla="*/ 6206403 w 6386648"/>
              <a:gd name="connsiteY2004" fmla="*/ 335376 h 1849426"/>
              <a:gd name="connsiteX2005" fmla="*/ 1670261 w 6386648"/>
              <a:gd name="connsiteY2005" fmla="*/ 335376 h 1849426"/>
              <a:gd name="connsiteX2006" fmla="*/ 1688286 w 6386648"/>
              <a:gd name="connsiteY2006" fmla="*/ 353400 h 1849426"/>
              <a:gd name="connsiteX2007" fmla="*/ 1670261 w 6386648"/>
              <a:gd name="connsiteY2007" fmla="*/ 371425 h 1849426"/>
              <a:gd name="connsiteX2008" fmla="*/ 1652237 w 6386648"/>
              <a:gd name="connsiteY2008" fmla="*/ 353400 h 1849426"/>
              <a:gd name="connsiteX2009" fmla="*/ 1670261 w 6386648"/>
              <a:gd name="connsiteY2009" fmla="*/ 335376 h 1849426"/>
              <a:gd name="connsiteX2010" fmla="*/ 5767809 w 6386648"/>
              <a:gd name="connsiteY2010" fmla="*/ 329368 h 1849426"/>
              <a:gd name="connsiteX2011" fmla="*/ 5785834 w 6386648"/>
              <a:gd name="connsiteY2011" fmla="*/ 347392 h 1849426"/>
              <a:gd name="connsiteX2012" fmla="*/ 5767809 w 6386648"/>
              <a:gd name="connsiteY2012" fmla="*/ 365417 h 1849426"/>
              <a:gd name="connsiteX2013" fmla="*/ 5749785 w 6386648"/>
              <a:gd name="connsiteY2013" fmla="*/ 347392 h 1849426"/>
              <a:gd name="connsiteX2014" fmla="*/ 5767809 w 6386648"/>
              <a:gd name="connsiteY2014" fmla="*/ 329368 h 1849426"/>
              <a:gd name="connsiteX2015" fmla="*/ 3797141 w 6386648"/>
              <a:gd name="connsiteY2015" fmla="*/ 329368 h 1849426"/>
              <a:gd name="connsiteX2016" fmla="*/ 3815166 w 6386648"/>
              <a:gd name="connsiteY2016" fmla="*/ 347392 h 1849426"/>
              <a:gd name="connsiteX2017" fmla="*/ 3797141 w 6386648"/>
              <a:gd name="connsiteY2017" fmla="*/ 365417 h 1849426"/>
              <a:gd name="connsiteX2018" fmla="*/ 3779116 w 6386648"/>
              <a:gd name="connsiteY2018" fmla="*/ 347392 h 1849426"/>
              <a:gd name="connsiteX2019" fmla="*/ 3797141 w 6386648"/>
              <a:gd name="connsiteY2019" fmla="*/ 329368 h 1849426"/>
              <a:gd name="connsiteX2020" fmla="*/ 2673619 w 6386648"/>
              <a:gd name="connsiteY2020" fmla="*/ 329368 h 1849426"/>
              <a:gd name="connsiteX2021" fmla="*/ 2691644 w 6386648"/>
              <a:gd name="connsiteY2021" fmla="*/ 347392 h 1849426"/>
              <a:gd name="connsiteX2022" fmla="*/ 2673619 w 6386648"/>
              <a:gd name="connsiteY2022" fmla="*/ 365417 h 1849426"/>
              <a:gd name="connsiteX2023" fmla="*/ 2655595 w 6386648"/>
              <a:gd name="connsiteY2023" fmla="*/ 347392 h 1849426"/>
              <a:gd name="connsiteX2024" fmla="*/ 2673619 w 6386648"/>
              <a:gd name="connsiteY2024" fmla="*/ 329368 h 1849426"/>
              <a:gd name="connsiteX2025" fmla="*/ 1898570 w 6386648"/>
              <a:gd name="connsiteY2025" fmla="*/ 329368 h 1849426"/>
              <a:gd name="connsiteX2026" fmla="*/ 1916595 w 6386648"/>
              <a:gd name="connsiteY2026" fmla="*/ 347392 h 1849426"/>
              <a:gd name="connsiteX2027" fmla="*/ 1898570 w 6386648"/>
              <a:gd name="connsiteY2027" fmla="*/ 365417 h 1849426"/>
              <a:gd name="connsiteX2028" fmla="*/ 1880546 w 6386648"/>
              <a:gd name="connsiteY2028" fmla="*/ 347392 h 1849426"/>
              <a:gd name="connsiteX2029" fmla="*/ 1898570 w 6386648"/>
              <a:gd name="connsiteY2029" fmla="*/ 329368 h 1849426"/>
              <a:gd name="connsiteX2030" fmla="*/ 66089 w 6386648"/>
              <a:gd name="connsiteY2030" fmla="*/ 323360 h 1849426"/>
              <a:gd name="connsiteX2031" fmla="*/ 84114 w 6386648"/>
              <a:gd name="connsiteY2031" fmla="*/ 341384 h 1849426"/>
              <a:gd name="connsiteX2032" fmla="*/ 66089 w 6386648"/>
              <a:gd name="connsiteY2032" fmla="*/ 359409 h 1849426"/>
              <a:gd name="connsiteX2033" fmla="*/ 48065 w 6386648"/>
              <a:gd name="connsiteY2033" fmla="*/ 341384 h 1849426"/>
              <a:gd name="connsiteX2034" fmla="*/ 66089 w 6386648"/>
              <a:gd name="connsiteY2034" fmla="*/ 323360 h 1849426"/>
              <a:gd name="connsiteX2035" fmla="*/ 5647646 w 6386648"/>
              <a:gd name="connsiteY2035" fmla="*/ 317352 h 1849426"/>
              <a:gd name="connsiteX2036" fmla="*/ 5665671 w 6386648"/>
              <a:gd name="connsiteY2036" fmla="*/ 335377 h 1849426"/>
              <a:gd name="connsiteX2037" fmla="*/ 5647646 w 6386648"/>
              <a:gd name="connsiteY2037" fmla="*/ 353401 h 1849426"/>
              <a:gd name="connsiteX2038" fmla="*/ 5629622 w 6386648"/>
              <a:gd name="connsiteY2038" fmla="*/ 335377 h 1849426"/>
              <a:gd name="connsiteX2039" fmla="*/ 5647646 w 6386648"/>
              <a:gd name="connsiteY2039" fmla="*/ 317352 h 1849426"/>
              <a:gd name="connsiteX2040" fmla="*/ 3064148 w 6386648"/>
              <a:gd name="connsiteY2040" fmla="*/ 311344 h 1849426"/>
              <a:gd name="connsiteX2041" fmla="*/ 3082173 w 6386648"/>
              <a:gd name="connsiteY2041" fmla="*/ 329368 h 1849426"/>
              <a:gd name="connsiteX2042" fmla="*/ 3064148 w 6386648"/>
              <a:gd name="connsiteY2042" fmla="*/ 347393 h 1849426"/>
              <a:gd name="connsiteX2043" fmla="*/ 3046124 w 6386648"/>
              <a:gd name="connsiteY2043" fmla="*/ 329368 h 1849426"/>
              <a:gd name="connsiteX2044" fmla="*/ 3064148 w 6386648"/>
              <a:gd name="connsiteY2044" fmla="*/ 311344 h 1849426"/>
              <a:gd name="connsiteX2045" fmla="*/ 2553457 w 6386648"/>
              <a:gd name="connsiteY2045" fmla="*/ 311344 h 1849426"/>
              <a:gd name="connsiteX2046" fmla="*/ 2571482 w 6386648"/>
              <a:gd name="connsiteY2046" fmla="*/ 329368 h 1849426"/>
              <a:gd name="connsiteX2047" fmla="*/ 2553457 w 6386648"/>
              <a:gd name="connsiteY2047" fmla="*/ 347393 h 1849426"/>
              <a:gd name="connsiteX2048" fmla="*/ 2535433 w 6386648"/>
              <a:gd name="connsiteY2048" fmla="*/ 329368 h 1849426"/>
              <a:gd name="connsiteX2049" fmla="*/ 2553457 w 6386648"/>
              <a:gd name="connsiteY2049" fmla="*/ 311344 h 1849426"/>
              <a:gd name="connsiteX2050" fmla="*/ 6098257 w 6386648"/>
              <a:gd name="connsiteY2050" fmla="*/ 305335 h 1849426"/>
              <a:gd name="connsiteX2051" fmla="*/ 6116282 w 6386648"/>
              <a:gd name="connsiteY2051" fmla="*/ 323359 h 1849426"/>
              <a:gd name="connsiteX2052" fmla="*/ 6098257 w 6386648"/>
              <a:gd name="connsiteY2052" fmla="*/ 341384 h 1849426"/>
              <a:gd name="connsiteX2053" fmla="*/ 6080233 w 6386648"/>
              <a:gd name="connsiteY2053" fmla="*/ 323359 h 1849426"/>
              <a:gd name="connsiteX2054" fmla="*/ 6098257 w 6386648"/>
              <a:gd name="connsiteY2054" fmla="*/ 305335 h 1849426"/>
              <a:gd name="connsiteX2055" fmla="*/ 1231667 w 6386648"/>
              <a:gd name="connsiteY2055" fmla="*/ 305335 h 1849426"/>
              <a:gd name="connsiteX2056" fmla="*/ 1249692 w 6386648"/>
              <a:gd name="connsiteY2056" fmla="*/ 323359 h 1849426"/>
              <a:gd name="connsiteX2057" fmla="*/ 1231667 w 6386648"/>
              <a:gd name="connsiteY2057" fmla="*/ 341384 h 1849426"/>
              <a:gd name="connsiteX2058" fmla="*/ 1213643 w 6386648"/>
              <a:gd name="connsiteY2058" fmla="*/ 323359 h 1849426"/>
              <a:gd name="connsiteX2059" fmla="*/ 1231667 w 6386648"/>
              <a:gd name="connsiteY2059" fmla="*/ 305335 h 1849426"/>
              <a:gd name="connsiteX2060" fmla="*/ 174235 w 6386648"/>
              <a:gd name="connsiteY2060" fmla="*/ 305335 h 1849426"/>
              <a:gd name="connsiteX2061" fmla="*/ 192260 w 6386648"/>
              <a:gd name="connsiteY2061" fmla="*/ 323359 h 1849426"/>
              <a:gd name="connsiteX2062" fmla="*/ 174235 w 6386648"/>
              <a:gd name="connsiteY2062" fmla="*/ 341384 h 1849426"/>
              <a:gd name="connsiteX2063" fmla="*/ 156211 w 6386648"/>
              <a:gd name="connsiteY2063" fmla="*/ 323359 h 1849426"/>
              <a:gd name="connsiteX2064" fmla="*/ 174235 w 6386648"/>
              <a:gd name="connsiteY2064" fmla="*/ 305335 h 1849426"/>
              <a:gd name="connsiteX2065" fmla="*/ 3520767 w 6386648"/>
              <a:gd name="connsiteY2065" fmla="*/ 299327 h 1849426"/>
              <a:gd name="connsiteX2066" fmla="*/ 3538792 w 6386648"/>
              <a:gd name="connsiteY2066" fmla="*/ 317351 h 1849426"/>
              <a:gd name="connsiteX2067" fmla="*/ 3520767 w 6386648"/>
              <a:gd name="connsiteY2067" fmla="*/ 335376 h 1849426"/>
              <a:gd name="connsiteX2068" fmla="*/ 3502743 w 6386648"/>
              <a:gd name="connsiteY2068" fmla="*/ 317351 h 1849426"/>
              <a:gd name="connsiteX2069" fmla="*/ 3520767 w 6386648"/>
              <a:gd name="connsiteY2069" fmla="*/ 299327 h 1849426"/>
              <a:gd name="connsiteX2070" fmla="*/ 5347240 w 6386648"/>
              <a:gd name="connsiteY2070" fmla="*/ 293319 h 1849426"/>
              <a:gd name="connsiteX2071" fmla="*/ 5365265 w 6386648"/>
              <a:gd name="connsiteY2071" fmla="*/ 311343 h 1849426"/>
              <a:gd name="connsiteX2072" fmla="*/ 5347240 w 6386648"/>
              <a:gd name="connsiteY2072" fmla="*/ 329368 h 1849426"/>
              <a:gd name="connsiteX2073" fmla="*/ 5329216 w 6386648"/>
              <a:gd name="connsiteY2073" fmla="*/ 311343 h 1849426"/>
              <a:gd name="connsiteX2074" fmla="*/ 5347240 w 6386648"/>
              <a:gd name="connsiteY2074" fmla="*/ 293319 h 1849426"/>
              <a:gd name="connsiteX2075" fmla="*/ 2439302 w 6386648"/>
              <a:gd name="connsiteY2075" fmla="*/ 293319 h 1849426"/>
              <a:gd name="connsiteX2076" fmla="*/ 2457327 w 6386648"/>
              <a:gd name="connsiteY2076" fmla="*/ 311343 h 1849426"/>
              <a:gd name="connsiteX2077" fmla="*/ 2439302 w 6386648"/>
              <a:gd name="connsiteY2077" fmla="*/ 329368 h 1849426"/>
              <a:gd name="connsiteX2078" fmla="*/ 2421278 w 6386648"/>
              <a:gd name="connsiteY2078" fmla="*/ 311343 h 1849426"/>
              <a:gd name="connsiteX2079" fmla="*/ 2439302 w 6386648"/>
              <a:gd name="connsiteY2079" fmla="*/ 293319 h 1849426"/>
              <a:gd name="connsiteX2080" fmla="*/ 2301115 w 6386648"/>
              <a:gd name="connsiteY2080" fmla="*/ 293319 h 1849426"/>
              <a:gd name="connsiteX2081" fmla="*/ 2319140 w 6386648"/>
              <a:gd name="connsiteY2081" fmla="*/ 311343 h 1849426"/>
              <a:gd name="connsiteX2082" fmla="*/ 2301115 w 6386648"/>
              <a:gd name="connsiteY2082" fmla="*/ 329368 h 1849426"/>
              <a:gd name="connsiteX2083" fmla="*/ 2283091 w 6386648"/>
              <a:gd name="connsiteY2083" fmla="*/ 311343 h 1849426"/>
              <a:gd name="connsiteX2084" fmla="*/ 2301115 w 6386648"/>
              <a:gd name="connsiteY2084" fmla="*/ 293319 h 1849426"/>
              <a:gd name="connsiteX2085" fmla="*/ 1447960 w 6386648"/>
              <a:gd name="connsiteY2085" fmla="*/ 293319 h 1849426"/>
              <a:gd name="connsiteX2086" fmla="*/ 1465985 w 6386648"/>
              <a:gd name="connsiteY2086" fmla="*/ 311343 h 1849426"/>
              <a:gd name="connsiteX2087" fmla="*/ 1447960 w 6386648"/>
              <a:gd name="connsiteY2087" fmla="*/ 329368 h 1849426"/>
              <a:gd name="connsiteX2088" fmla="*/ 1429936 w 6386648"/>
              <a:gd name="connsiteY2088" fmla="*/ 311343 h 1849426"/>
              <a:gd name="connsiteX2089" fmla="*/ 1447960 w 6386648"/>
              <a:gd name="connsiteY2089" fmla="*/ 293319 h 1849426"/>
              <a:gd name="connsiteX2090" fmla="*/ 901219 w 6386648"/>
              <a:gd name="connsiteY2090" fmla="*/ 293319 h 1849426"/>
              <a:gd name="connsiteX2091" fmla="*/ 919244 w 6386648"/>
              <a:gd name="connsiteY2091" fmla="*/ 311343 h 1849426"/>
              <a:gd name="connsiteX2092" fmla="*/ 901219 w 6386648"/>
              <a:gd name="connsiteY2092" fmla="*/ 329368 h 1849426"/>
              <a:gd name="connsiteX2093" fmla="*/ 883195 w 6386648"/>
              <a:gd name="connsiteY2093" fmla="*/ 311343 h 1849426"/>
              <a:gd name="connsiteX2094" fmla="*/ 901219 w 6386648"/>
              <a:gd name="connsiteY2094" fmla="*/ 293319 h 1849426"/>
              <a:gd name="connsiteX2095" fmla="*/ 552748 w 6386648"/>
              <a:gd name="connsiteY2095" fmla="*/ 293319 h 1849426"/>
              <a:gd name="connsiteX2096" fmla="*/ 570773 w 6386648"/>
              <a:gd name="connsiteY2096" fmla="*/ 311343 h 1849426"/>
              <a:gd name="connsiteX2097" fmla="*/ 552748 w 6386648"/>
              <a:gd name="connsiteY2097" fmla="*/ 329368 h 1849426"/>
              <a:gd name="connsiteX2098" fmla="*/ 534724 w 6386648"/>
              <a:gd name="connsiteY2098" fmla="*/ 311343 h 1849426"/>
              <a:gd name="connsiteX2099" fmla="*/ 552748 w 6386648"/>
              <a:gd name="connsiteY2099" fmla="*/ 293319 h 1849426"/>
              <a:gd name="connsiteX2100" fmla="*/ 6326566 w 6386648"/>
              <a:gd name="connsiteY2100" fmla="*/ 287311 h 1849426"/>
              <a:gd name="connsiteX2101" fmla="*/ 6344591 w 6386648"/>
              <a:gd name="connsiteY2101" fmla="*/ 305336 h 1849426"/>
              <a:gd name="connsiteX2102" fmla="*/ 6326566 w 6386648"/>
              <a:gd name="connsiteY2102" fmla="*/ 323360 h 1849426"/>
              <a:gd name="connsiteX2103" fmla="*/ 6308542 w 6386648"/>
              <a:gd name="connsiteY2103" fmla="*/ 305336 h 1849426"/>
              <a:gd name="connsiteX2104" fmla="*/ 6326566 w 6386648"/>
              <a:gd name="connsiteY2104" fmla="*/ 287311 h 1849426"/>
              <a:gd name="connsiteX2105" fmla="*/ 5503451 w 6386648"/>
              <a:gd name="connsiteY2105" fmla="*/ 287311 h 1849426"/>
              <a:gd name="connsiteX2106" fmla="*/ 5521476 w 6386648"/>
              <a:gd name="connsiteY2106" fmla="*/ 305336 h 1849426"/>
              <a:gd name="connsiteX2107" fmla="*/ 5503451 w 6386648"/>
              <a:gd name="connsiteY2107" fmla="*/ 323360 h 1849426"/>
              <a:gd name="connsiteX2108" fmla="*/ 5485427 w 6386648"/>
              <a:gd name="connsiteY2108" fmla="*/ 305336 h 1849426"/>
              <a:gd name="connsiteX2109" fmla="*/ 5503451 w 6386648"/>
              <a:gd name="connsiteY2109" fmla="*/ 287311 h 1849426"/>
              <a:gd name="connsiteX2110" fmla="*/ 1808448 w 6386648"/>
              <a:gd name="connsiteY2110" fmla="*/ 287311 h 1849426"/>
              <a:gd name="connsiteX2111" fmla="*/ 1826473 w 6386648"/>
              <a:gd name="connsiteY2111" fmla="*/ 305336 h 1849426"/>
              <a:gd name="connsiteX2112" fmla="*/ 1808448 w 6386648"/>
              <a:gd name="connsiteY2112" fmla="*/ 323360 h 1849426"/>
              <a:gd name="connsiteX2113" fmla="*/ 1790424 w 6386648"/>
              <a:gd name="connsiteY2113" fmla="*/ 305336 h 1849426"/>
              <a:gd name="connsiteX2114" fmla="*/ 1808448 w 6386648"/>
              <a:gd name="connsiteY2114" fmla="*/ 287311 h 1849426"/>
              <a:gd name="connsiteX2115" fmla="*/ 672910 w 6386648"/>
              <a:gd name="connsiteY2115" fmla="*/ 287311 h 1849426"/>
              <a:gd name="connsiteX2116" fmla="*/ 690935 w 6386648"/>
              <a:gd name="connsiteY2116" fmla="*/ 305336 h 1849426"/>
              <a:gd name="connsiteX2117" fmla="*/ 672910 w 6386648"/>
              <a:gd name="connsiteY2117" fmla="*/ 323360 h 1849426"/>
              <a:gd name="connsiteX2118" fmla="*/ 654886 w 6386648"/>
              <a:gd name="connsiteY2118" fmla="*/ 305336 h 1849426"/>
              <a:gd name="connsiteX2119" fmla="*/ 672910 w 6386648"/>
              <a:gd name="connsiteY2119" fmla="*/ 287311 h 1849426"/>
              <a:gd name="connsiteX2120" fmla="*/ 4710377 w 6386648"/>
              <a:gd name="connsiteY2120" fmla="*/ 275295 h 1849426"/>
              <a:gd name="connsiteX2121" fmla="*/ 4728402 w 6386648"/>
              <a:gd name="connsiteY2121" fmla="*/ 293319 h 1849426"/>
              <a:gd name="connsiteX2122" fmla="*/ 4710377 w 6386648"/>
              <a:gd name="connsiteY2122" fmla="*/ 311344 h 1849426"/>
              <a:gd name="connsiteX2123" fmla="*/ 4692353 w 6386648"/>
              <a:gd name="connsiteY2123" fmla="*/ 293319 h 1849426"/>
              <a:gd name="connsiteX2124" fmla="*/ 4710377 w 6386648"/>
              <a:gd name="connsiteY2124" fmla="*/ 275295 h 1849426"/>
              <a:gd name="connsiteX2125" fmla="*/ 4962719 w 6386648"/>
              <a:gd name="connsiteY2125" fmla="*/ 269287 h 1849426"/>
              <a:gd name="connsiteX2126" fmla="*/ 4980744 w 6386648"/>
              <a:gd name="connsiteY2126" fmla="*/ 287311 h 1849426"/>
              <a:gd name="connsiteX2127" fmla="*/ 4962719 w 6386648"/>
              <a:gd name="connsiteY2127" fmla="*/ 305336 h 1849426"/>
              <a:gd name="connsiteX2128" fmla="*/ 4944695 w 6386648"/>
              <a:gd name="connsiteY2128" fmla="*/ 287311 h 1849426"/>
              <a:gd name="connsiteX2129" fmla="*/ 4962719 w 6386648"/>
              <a:gd name="connsiteY2129" fmla="*/ 269287 h 1849426"/>
              <a:gd name="connsiteX2130" fmla="*/ 3652945 w 6386648"/>
              <a:gd name="connsiteY2130" fmla="*/ 269287 h 1849426"/>
              <a:gd name="connsiteX2131" fmla="*/ 3670970 w 6386648"/>
              <a:gd name="connsiteY2131" fmla="*/ 287311 h 1849426"/>
              <a:gd name="connsiteX2132" fmla="*/ 3652945 w 6386648"/>
              <a:gd name="connsiteY2132" fmla="*/ 305336 h 1849426"/>
              <a:gd name="connsiteX2133" fmla="*/ 3634921 w 6386648"/>
              <a:gd name="connsiteY2133" fmla="*/ 287311 h 1849426"/>
              <a:gd name="connsiteX2134" fmla="*/ 3652945 w 6386648"/>
              <a:gd name="connsiteY2134" fmla="*/ 269287 h 1849426"/>
              <a:gd name="connsiteX2135" fmla="*/ 1123520 w 6386648"/>
              <a:gd name="connsiteY2135" fmla="*/ 269287 h 1849426"/>
              <a:gd name="connsiteX2136" fmla="*/ 1141545 w 6386648"/>
              <a:gd name="connsiteY2136" fmla="*/ 287311 h 1849426"/>
              <a:gd name="connsiteX2137" fmla="*/ 1123520 w 6386648"/>
              <a:gd name="connsiteY2137" fmla="*/ 305336 h 1849426"/>
              <a:gd name="connsiteX2138" fmla="*/ 1105496 w 6386648"/>
              <a:gd name="connsiteY2138" fmla="*/ 287311 h 1849426"/>
              <a:gd name="connsiteX2139" fmla="*/ 1123520 w 6386648"/>
              <a:gd name="connsiteY2139" fmla="*/ 269287 h 1849426"/>
              <a:gd name="connsiteX2140" fmla="*/ 5112922 w 6386648"/>
              <a:gd name="connsiteY2140" fmla="*/ 263279 h 1849426"/>
              <a:gd name="connsiteX2141" fmla="*/ 5130947 w 6386648"/>
              <a:gd name="connsiteY2141" fmla="*/ 281303 h 1849426"/>
              <a:gd name="connsiteX2142" fmla="*/ 5112922 w 6386648"/>
              <a:gd name="connsiteY2142" fmla="*/ 299328 h 1849426"/>
              <a:gd name="connsiteX2143" fmla="*/ 5094898 w 6386648"/>
              <a:gd name="connsiteY2143" fmla="*/ 281303 h 1849426"/>
              <a:gd name="connsiteX2144" fmla="*/ 5112922 w 6386648"/>
              <a:gd name="connsiteY2144" fmla="*/ 263279 h 1849426"/>
              <a:gd name="connsiteX2145" fmla="*/ 4217710 w 6386648"/>
              <a:gd name="connsiteY2145" fmla="*/ 263279 h 1849426"/>
              <a:gd name="connsiteX2146" fmla="*/ 4235735 w 6386648"/>
              <a:gd name="connsiteY2146" fmla="*/ 281303 h 1849426"/>
              <a:gd name="connsiteX2147" fmla="*/ 4217710 w 6386648"/>
              <a:gd name="connsiteY2147" fmla="*/ 299328 h 1849426"/>
              <a:gd name="connsiteX2148" fmla="*/ 4199685 w 6386648"/>
              <a:gd name="connsiteY2148" fmla="*/ 281303 h 1849426"/>
              <a:gd name="connsiteX2149" fmla="*/ 4217710 w 6386648"/>
              <a:gd name="connsiteY2149" fmla="*/ 263279 h 1849426"/>
              <a:gd name="connsiteX2150" fmla="*/ 3190319 w 6386648"/>
              <a:gd name="connsiteY2150" fmla="*/ 263279 h 1849426"/>
              <a:gd name="connsiteX2151" fmla="*/ 3208344 w 6386648"/>
              <a:gd name="connsiteY2151" fmla="*/ 281303 h 1849426"/>
              <a:gd name="connsiteX2152" fmla="*/ 3190319 w 6386648"/>
              <a:gd name="connsiteY2152" fmla="*/ 299328 h 1849426"/>
              <a:gd name="connsiteX2153" fmla="*/ 3172295 w 6386648"/>
              <a:gd name="connsiteY2153" fmla="*/ 281303 h 1849426"/>
              <a:gd name="connsiteX2154" fmla="*/ 3190319 w 6386648"/>
              <a:gd name="connsiteY2154" fmla="*/ 263279 h 1849426"/>
              <a:gd name="connsiteX2155" fmla="*/ 5996118 w 6386648"/>
              <a:gd name="connsiteY2155" fmla="*/ 257270 h 1849426"/>
              <a:gd name="connsiteX2156" fmla="*/ 6014143 w 6386648"/>
              <a:gd name="connsiteY2156" fmla="*/ 275295 h 1849426"/>
              <a:gd name="connsiteX2157" fmla="*/ 5996118 w 6386648"/>
              <a:gd name="connsiteY2157" fmla="*/ 293319 h 1849426"/>
              <a:gd name="connsiteX2158" fmla="*/ 5978094 w 6386648"/>
              <a:gd name="connsiteY2158" fmla="*/ 275295 h 1849426"/>
              <a:gd name="connsiteX2159" fmla="*/ 5996118 w 6386648"/>
              <a:gd name="connsiteY2159" fmla="*/ 257270 h 1849426"/>
              <a:gd name="connsiteX2160" fmla="*/ 5233085 w 6386648"/>
              <a:gd name="connsiteY2160" fmla="*/ 257270 h 1849426"/>
              <a:gd name="connsiteX2161" fmla="*/ 5251110 w 6386648"/>
              <a:gd name="connsiteY2161" fmla="*/ 275295 h 1849426"/>
              <a:gd name="connsiteX2162" fmla="*/ 5233085 w 6386648"/>
              <a:gd name="connsiteY2162" fmla="*/ 293319 h 1849426"/>
              <a:gd name="connsiteX2163" fmla="*/ 5215061 w 6386648"/>
              <a:gd name="connsiteY2163" fmla="*/ 275295 h 1849426"/>
              <a:gd name="connsiteX2164" fmla="*/ 5233085 w 6386648"/>
              <a:gd name="connsiteY2164" fmla="*/ 257270 h 1849426"/>
              <a:gd name="connsiteX2165" fmla="*/ 4584206 w 6386648"/>
              <a:gd name="connsiteY2165" fmla="*/ 257270 h 1849426"/>
              <a:gd name="connsiteX2166" fmla="*/ 4602231 w 6386648"/>
              <a:gd name="connsiteY2166" fmla="*/ 275295 h 1849426"/>
              <a:gd name="connsiteX2167" fmla="*/ 4584206 w 6386648"/>
              <a:gd name="connsiteY2167" fmla="*/ 293319 h 1849426"/>
              <a:gd name="connsiteX2168" fmla="*/ 4566182 w 6386648"/>
              <a:gd name="connsiteY2168" fmla="*/ 275295 h 1849426"/>
              <a:gd name="connsiteX2169" fmla="*/ 4584206 w 6386648"/>
              <a:gd name="connsiteY2169" fmla="*/ 257270 h 1849426"/>
              <a:gd name="connsiteX2170" fmla="*/ 2156921 w 6386648"/>
              <a:gd name="connsiteY2170" fmla="*/ 257270 h 1849426"/>
              <a:gd name="connsiteX2171" fmla="*/ 2174945 w 6386648"/>
              <a:gd name="connsiteY2171" fmla="*/ 275295 h 1849426"/>
              <a:gd name="connsiteX2172" fmla="*/ 2156921 w 6386648"/>
              <a:gd name="connsiteY2172" fmla="*/ 293319 h 1849426"/>
              <a:gd name="connsiteX2173" fmla="*/ 2138896 w 6386648"/>
              <a:gd name="connsiteY2173" fmla="*/ 275295 h 1849426"/>
              <a:gd name="connsiteX2174" fmla="*/ 2156921 w 6386648"/>
              <a:gd name="connsiteY2174" fmla="*/ 257270 h 1849426"/>
              <a:gd name="connsiteX2175" fmla="*/ 781057 w 6386648"/>
              <a:gd name="connsiteY2175" fmla="*/ 257270 h 1849426"/>
              <a:gd name="connsiteX2176" fmla="*/ 799082 w 6386648"/>
              <a:gd name="connsiteY2176" fmla="*/ 275295 h 1849426"/>
              <a:gd name="connsiteX2177" fmla="*/ 781057 w 6386648"/>
              <a:gd name="connsiteY2177" fmla="*/ 293319 h 1849426"/>
              <a:gd name="connsiteX2178" fmla="*/ 763033 w 6386648"/>
              <a:gd name="connsiteY2178" fmla="*/ 275295 h 1849426"/>
              <a:gd name="connsiteX2179" fmla="*/ 781057 w 6386648"/>
              <a:gd name="connsiteY2179" fmla="*/ 257270 h 1849426"/>
              <a:gd name="connsiteX2180" fmla="*/ 420569 w 6386648"/>
              <a:gd name="connsiteY2180" fmla="*/ 257270 h 1849426"/>
              <a:gd name="connsiteX2181" fmla="*/ 438594 w 6386648"/>
              <a:gd name="connsiteY2181" fmla="*/ 275295 h 1849426"/>
              <a:gd name="connsiteX2182" fmla="*/ 420569 w 6386648"/>
              <a:gd name="connsiteY2182" fmla="*/ 293319 h 1849426"/>
              <a:gd name="connsiteX2183" fmla="*/ 402545 w 6386648"/>
              <a:gd name="connsiteY2183" fmla="*/ 275295 h 1849426"/>
              <a:gd name="connsiteX2184" fmla="*/ 420569 w 6386648"/>
              <a:gd name="connsiteY2184" fmla="*/ 257270 h 1849426"/>
              <a:gd name="connsiteX2185" fmla="*/ 5845915 w 6386648"/>
              <a:gd name="connsiteY2185" fmla="*/ 245254 h 1849426"/>
              <a:gd name="connsiteX2186" fmla="*/ 5863940 w 6386648"/>
              <a:gd name="connsiteY2186" fmla="*/ 263278 h 1849426"/>
              <a:gd name="connsiteX2187" fmla="*/ 5845915 w 6386648"/>
              <a:gd name="connsiteY2187" fmla="*/ 281303 h 1849426"/>
              <a:gd name="connsiteX2188" fmla="*/ 5827891 w 6386648"/>
              <a:gd name="connsiteY2188" fmla="*/ 263278 h 1849426"/>
              <a:gd name="connsiteX2189" fmla="*/ 5845915 w 6386648"/>
              <a:gd name="connsiteY2189" fmla="*/ 245254 h 1849426"/>
              <a:gd name="connsiteX2190" fmla="*/ 4013434 w 6386648"/>
              <a:gd name="connsiteY2190" fmla="*/ 245254 h 1849426"/>
              <a:gd name="connsiteX2191" fmla="*/ 4031459 w 6386648"/>
              <a:gd name="connsiteY2191" fmla="*/ 263278 h 1849426"/>
              <a:gd name="connsiteX2192" fmla="*/ 4013434 w 6386648"/>
              <a:gd name="connsiteY2192" fmla="*/ 281303 h 1849426"/>
              <a:gd name="connsiteX2193" fmla="*/ 3995410 w 6386648"/>
              <a:gd name="connsiteY2193" fmla="*/ 263278 h 1849426"/>
              <a:gd name="connsiteX2194" fmla="*/ 4013434 w 6386648"/>
              <a:gd name="connsiteY2194" fmla="*/ 245254 h 1849426"/>
              <a:gd name="connsiteX2195" fmla="*/ 2841847 w 6386648"/>
              <a:gd name="connsiteY2195" fmla="*/ 245254 h 1849426"/>
              <a:gd name="connsiteX2196" fmla="*/ 2859872 w 6386648"/>
              <a:gd name="connsiteY2196" fmla="*/ 263278 h 1849426"/>
              <a:gd name="connsiteX2197" fmla="*/ 2841847 w 6386648"/>
              <a:gd name="connsiteY2197" fmla="*/ 281303 h 1849426"/>
              <a:gd name="connsiteX2198" fmla="*/ 2823823 w 6386648"/>
              <a:gd name="connsiteY2198" fmla="*/ 263278 h 1849426"/>
              <a:gd name="connsiteX2199" fmla="*/ 2841847 w 6386648"/>
              <a:gd name="connsiteY2199" fmla="*/ 245254 h 1849426"/>
              <a:gd name="connsiteX2200" fmla="*/ 2006717 w 6386648"/>
              <a:gd name="connsiteY2200" fmla="*/ 245254 h 1849426"/>
              <a:gd name="connsiteX2201" fmla="*/ 2024741 w 6386648"/>
              <a:gd name="connsiteY2201" fmla="*/ 263278 h 1849426"/>
              <a:gd name="connsiteX2202" fmla="*/ 2006717 w 6386648"/>
              <a:gd name="connsiteY2202" fmla="*/ 281303 h 1849426"/>
              <a:gd name="connsiteX2203" fmla="*/ 1988692 w 6386648"/>
              <a:gd name="connsiteY2203" fmla="*/ 263278 h 1849426"/>
              <a:gd name="connsiteX2204" fmla="*/ 2006717 w 6386648"/>
              <a:gd name="connsiteY2204" fmla="*/ 245254 h 1849426"/>
              <a:gd name="connsiteX2205" fmla="*/ 1009366 w 6386648"/>
              <a:gd name="connsiteY2205" fmla="*/ 245254 h 1849426"/>
              <a:gd name="connsiteX2206" fmla="*/ 1027391 w 6386648"/>
              <a:gd name="connsiteY2206" fmla="*/ 263278 h 1849426"/>
              <a:gd name="connsiteX2207" fmla="*/ 1009366 w 6386648"/>
              <a:gd name="connsiteY2207" fmla="*/ 281303 h 1849426"/>
              <a:gd name="connsiteX2208" fmla="*/ 991342 w 6386648"/>
              <a:gd name="connsiteY2208" fmla="*/ 263278 h 1849426"/>
              <a:gd name="connsiteX2209" fmla="*/ 1009366 w 6386648"/>
              <a:gd name="connsiteY2209" fmla="*/ 245254 h 1849426"/>
              <a:gd name="connsiteX2210" fmla="*/ 4337873 w 6386648"/>
              <a:gd name="connsiteY2210" fmla="*/ 239246 h 1849426"/>
              <a:gd name="connsiteX2211" fmla="*/ 4355898 w 6386648"/>
              <a:gd name="connsiteY2211" fmla="*/ 257270 h 1849426"/>
              <a:gd name="connsiteX2212" fmla="*/ 4337873 w 6386648"/>
              <a:gd name="connsiteY2212" fmla="*/ 275295 h 1849426"/>
              <a:gd name="connsiteX2213" fmla="*/ 4319848 w 6386648"/>
              <a:gd name="connsiteY2213" fmla="*/ 257270 h 1849426"/>
              <a:gd name="connsiteX2214" fmla="*/ 4337873 w 6386648"/>
              <a:gd name="connsiteY2214" fmla="*/ 239246 h 1849426"/>
              <a:gd name="connsiteX2215" fmla="*/ 3310482 w 6386648"/>
              <a:gd name="connsiteY2215" fmla="*/ 239246 h 1849426"/>
              <a:gd name="connsiteX2216" fmla="*/ 3328507 w 6386648"/>
              <a:gd name="connsiteY2216" fmla="*/ 257270 h 1849426"/>
              <a:gd name="connsiteX2217" fmla="*/ 3310482 w 6386648"/>
              <a:gd name="connsiteY2217" fmla="*/ 275295 h 1849426"/>
              <a:gd name="connsiteX2218" fmla="*/ 3292458 w 6386648"/>
              <a:gd name="connsiteY2218" fmla="*/ 257270 h 1849426"/>
              <a:gd name="connsiteX2219" fmla="*/ 3310482 w 6386648"/>
              <a:gd name="connsiteY2219" fmla="*/ 239246 h 1849426"/>
              <a:gd name="connsiteX2220" fmla="*/ 3418628 w 6386648"/>
              <a:gd name="connsiteY2220" fmla="*/ 233238 h 1849426"/>
              <a:gd name="connsiteX2221" fmla="*/ 3436653 w 6386648"/>
              <a:gd name="connsiteY2221" fmla="*/ 251262 h 1849426"/>
              <a:gd name="connsiteX2222" fmla="*/ 3418628 w 6386648"/>
              <a:gd name="connsiteY2222" fmla="*/ 269287 h 1849426"/>
              <a:gd name="connsiteX2223" fmla="*/ 3400604 w 6386648"/>
              <a:gd name="connsiteY2223" fmla="*/ 251262 h 1849426"/>
              <a:gd name="connsiteX2224" fmla="*/ 3418628 w 6386648"/>
              <a:gd name="connsiteY2224" fmla="*/ 233238 h 1849426"/>
              <a:gd name="connsiteX2225" fmla="*/ 4836548 w 6386648"/>
              <a:gd name="connsiteY2225" fmla="*/ 227230 h 1849426"/>
              <a:gd name="connsiteX2226" fmla="*/ 4854573 w 6386648"/>
              <a:gd name="connsiteY2226" fmla="*/ 245255 h 1849426"/>
              <a:gd name="connsiteX2227" fmla="*/ 4836548 w 6386648"/>
              <a:gd name="connsiteY2227" fmla="*/ 263279 h 1849426"/>
              <a:gd name="connsiteX2228" fmla="*/ 4818524 w 6386648"/>
              <a:gd name="connsiteY2228" fmla="*/ 245255 h 1849426"/>
              <a:gd name="connsiteX2229" fmla="*/ 4836548 w 6386648"/>
              <a:gd name="connsiteY2229" fmla="*/ 227230 h 1849426"/>
              <a:gd name="connsiteX2230" fmla="*/ 2949994 w 6386648"/>
              <a:gd name="connsiteY2230" fmla="*/ 227230 h 1849426"/>
              <a:gd name="connsiteX2231" fmla="*/ 2968019 w 6386648"/>
              <a:gd name="connsiteY2231" fmla="*/ 245255 h 1849426"/>
              <a:gd name="connsiteX2232" fmla="*/ 2949994 w 6386648"/>
              <a:gd name="connsiteY2232" fmla="*/ 263279 h 1849426"/>
              <a:gd name="connsiteX2233" fmla="*/ 2931970 w 6386648"/>
              <a:gd name="connsiteY2233" fmla="*/ 245255 h 1849426"/>
              <a:gd name="connsiteX2234" fmla="*/ 2949994 w 6386648"/>
              <a:gd name="connsiteY2234" fmla="*/ 227230 h 1849426"/>
              <a:gd name="connsiteX2235" fmla="*/ 2727693 w 6386648"/>
              <a:gd name="connsiteY2235" fmla="*/ 227230 h 1849426"/>
              <a:gd name="connsiteX2236" fmla="*/ 2745718 w 6386648"/>
              <a:gd name="connsiteY2236" fmla="*/ 245255 h 1849426"/>
              <a:gd name="connsiteX2237" fmla="*/ 2727693 w 6386648"/>
              <a:gd name="connsiteY2237" fmla="*/ 263279 h 1849426"/>
              <a:gd name="connsiteX2238" fmla="*/ 2709669 w 6386648"/>
              <a:gd name="connsiteY2238" fmla="*/ 245255 h 1849426"/>
              <a:gd name="connsiteX2239" fmla="*/ 2727693 w 6386648"/>
              <a:gd name="connsiteY2239" fmla="*/ 227230 h 1849426"/>
              <a:gd name="connsiteX2240" fmla="*/ 270365 w 6386648"/>
              <a:gd name="connsiteY2240" fmla="*/ 227230 h 1849426"/>
              <a:gd name="connsiteX2241" fmla="*/ 288390 w 6386648"/>
              <a:gd name="connsiteY2241" fmla="*/ 245255 h 1849426"/>
              <a:gd name="connsiteX2242" fmla="*/ 270365 w 6386648"/>
              <a:gd name="connsiteY2242" fmla="*/ 263279 h 1849426"/>
              <a:gd name="connsiteX2243" fmla="*/ 252341 w 6386648"/>
              <a:gd name="connsiteY2243" fmla="*/ 245255 h 1849426"/>
              <a:gd name="connsiteX2244" fmla="*/ 270365 w 6386648"/>
              <a:gd name="connsiteY2244" fmla="*/ 227230 h 1849426"/>
              <a:gd name="connsiteX2245" fmla="*/ 3893271 w 6386648"/>
              <a:gd name="connsiteY2245" fmla="*/ 221222 h 1849426"/>
              <a:gd name="connsiteX2246" fmla="*/ 3911296 w 6386648"/>
              <a:gd name="connsiteY2246" fmla="*/ 239246 h 1849426"/>
              <a:gd name="connsiteX2247" fmla="*/ 3893271 w 6386648"/>
              <a:gd name="connsiteY2247" fmla="*/ 257271 h 1849426"/>
              <a:gd name="connsiteX2248" fmla="*/ 3875247 w 6386648"/>
              <a:gd name="connsiteY2248" fmla="*/ 239246 h 1849426"/>
              <a:gd name="connsiteX2249" fmla="*/ 3893271 w 6386648"/>
              <a:gd name="connsiteY2249" fmla="*/ 221222 h 1849426"/>
              <a:gd name="connsiteX2250" fmla="*/ 1682277 w 6386648"/>
              <a:gd name="connsiteY2250" fmla="*/ 221222 h 1849426"/>
              <a:gd name="connsiteX2251" fmla="*/ 1700302 w 6386648"/>
              <a:gd name="connsiteY2251" fmla="*/ 239246 h 1849426"/>
              <a:gd name="connsiteX2252" fmla="*/ 1682277 w 6386648"/>
              <a:gd name="connsiteY2252" fmla="*/ 257271 h 1849426"/>
              <a:gd name="connsiteX2253" fmla="*/ 1664253 w 6386648"/>
              <a:gd name="connsiteY2253" fmla="*/ 239246 h 1849426"/>
              <a:gd name="connsiteX2254" fmla="*/ 1682277 w 6386648"/>
              <a:gd name="connsiteY2254" fmla="*/ 221222 h 1849426"/>
              <a:gd name="connsiteX2255" fmla="*/ 4458036 w 6386648"/>
              <a:gd name="connsiteY2255" fmla="*/ 215213 h 1849426"/>
              <a:gd name="connsiteX2256" fmla="*/ 4476061 w 6386648"/>
              <a:gd name="connsiteY2256" fmla="*/ 233237 h 1849426"/>
              <a:gd name="connsiteX2257" fmla="*/ 4458036 w 6386648"/>
              <a:gd name="connsiteY2257" fmla="*/ 251262 h 1849426"/>
              <a:gd name="connsiteX2258" fmla="*/ 4440011 w 6386648"/>
              <a:gd name="connsiteY2258" fmla="*/ 233237 h 1849426"/>
              <a:gd name="connsiteX2259" fmla="*/ 4458036 w 6386648"/>
              <a:gd name="connsiteY2259" fmla="*/ 215213 h 1849426"/>
              <a:gd name="connsiteX2260" fmla="*/ 3767100 w 6386648"/>
              <a:gd name="connsiteY2260" fmla="*/ 215213 h 1849426"/>
              <a:gd name="connsiteX2261" fmla="*/ 3785125 w 6386648"/>
              <a:gd name="connsiteY2261" fmla="*/ 233237 h 1849426"/>
              <a:gd name="connsiteX2262" fmla="*/ 3767100 w 6386648"/>
              <a:gd name="connsiteY2262" fmla="*/ 251262 h 1849426"/>
              <a:gd name="connsiteX2263" fmla="*/ 3749075 w 6386648"/>
              <a:gd name="connsiteY2263" fmla="*/ 233237 h 1849426"/>
              <a:gd name="connsiteX2264" fmla="*/ 3767100 w 6386648"/>
              <a:gd name="connsiteY2264" fmla="*/ 215213 h 1849426"/>
              <a:gd name="connsiteX2265" fmla="*/ 6224427 w 6386648"/>
              <a:gd name="connsiteY2265" fmla="*/ 209205 h 1849426"/>
              <a:gd name="connsiteX2266" fmla="*/ 6242452 w 6386648"/>
              <a:gd name="connsiteY2266" fmla="*/ 227229 h 1849426"/>
              <a:gd name="connsiteX2267" fmla="*/ 6224427 w 6386648"/>
              <a:gd name="connsiteY2267" fmla="*/ 245254 h 1849426"/>
              <a:gd name="connsiteX2268" fmla="*/ 6206403 w 6386648"/>
              <a:gd name="connsiteY2268" fmla="*/ 227229 h 1849426"/>
              <a:gd name="connsiteX2269" fmla="*/ 6224427 w 6386648"/>
              <a:gd name="connsiteY2269" fmla="*/ 209205 h 1849426"/>
              <a:gd name="connsiteX2270" fmla="*/ 1315782 w 6386648"/>
              <a:gd name="connsiteY2270" fmla="*/ 209205 h 1849426"/>
              <a:gd name="connsiteX2271" fmla="*/ 1333806 w 6386648"/>
              <a:gd name="connsiteY2271" fmla="*/ 227229 h 1849426"/>
              <a:gd name="connsiteX2272" fmla="*/ 1315782 w 6386648"/>
              <a:gd name="connsiteY2272" fmla="*/ 245254 h 1849426"/>
              <a:gd name="connsiteX2273" fmla="*/ 1297757 w 6386648"/>
              <a:gd name="connsiteY2273" fmla="*/ 227229 h 1849426"/>
              <a:gd name="connsiteX2274" fmla="*/ 1315782 w 6386648"/>
              <a:gd name="connsiteY2274" fmla="*/ 209205 h 1849426"/>
              <a:gd name="connsiteX2275" fmla="*/ 5713736 w 6386648"/>
              <a:gd name="connsiteY2275" fmla="*/ 203197 h 1849426"/>
              <a:gd name="connsiteX2276" fmla="*/ 5731761 w 6386648"/>
              <a:gd name="connsiteY2276" fmla="*/ 221221 h 1849426"/>
              <a:gd name="connsiteX2277" fmla="*/ 5713736 w 6386648"/>
              <a:gd name="connsiteY2277" fmla="*/ 239246 h 1849426"/>
              <a:gd name="connsiteX2278" fmla="*/ 5695712 w 6386648"/>
              <a:gd name="connsiteY2278" fmla="*/ 221221 h 1849426"/>
              <a:gd name="connsiteX2279" fmla="*/ 5713736 w 6386648"/>
              <a:gd name="connsiteY2279" fmla="*/ 203197 h 1849426"/>
              <a:gd name="connsiteX2280" fmla="*/ 1550098 w 6386648"/>
              <a:gd name="connsiteY2280" fmla="*/ 203197 h 1849426"/>
              <a:gd name="connsiteX2281" fmla="*/ 1568123 w 6386648"/>
              <a:gd name="connsiteY2281" fmla="*/ 221221 h 1849426"/>
              <a:gd name="connsiteX2282" fmla="*/ 1550098 w 6386648"/>
              <a:gd name="connsiteY2282" fmla="*/ 239246 h 1849426"/>
              <a:gd name="connsiteX2283" fmla="*/ 1532074 w 6386648"/>
              <a:gd name="connsiteY2283" fmla="*/ 221221 h 1849426"/>
              <a:gd name="connsiteX2284" fmla="*/ 1550098 w 6386648"/>
              <a:gd name="connsiteY2284" fmla="*/ 203197 h 1849426"/>
              <a:gd name="connsiteX2285" fmla="*/ 5587565 w 6386648"/>
              <a:gd name="connsiteY2285" fmla="*/ 197189 h 1849426"/>
              <a:gd name="connsiteX2286" fmla="*/ 5605590 w 6386648"/>
              <a:gd name="connsiteY2286" fmla="*/ 215214 h 1849426"/>
              <a:gd name="connsiteX2287" fmla="*/ 5587565 w 6386648"/>
              <a:gd name="connsiteY2287" fmla="*/ 233238 h 1849426"/>
              <a:gd name="connsiteX2288" fmla="*/ 5569541 w 6386648"/>
              <a:gd name="connsiteY2288" fmla="*/ 215214 h 1849426"/>
              <a:gd name="connsiteX2289" fmla="*/ 5587565 w 6386648"/>
              <a:gd name="connsiteY2289" fmla="*/ 197189 h 1849426"/>
              <a:gd name="connsiteX2290" fmla="*/ 4121580 w 6386648"/>
              <a:gd name="connsiteY2290" fmla="*/ 197189 h 1849426"/>
              <a:gd name="connsiteX2291" fmla="*/ 4139605 w 6386648"/>
              <a:gd name="connsiteY2291" fmla="*/ 215214 h 1849426"/>
              <a:gd name="connsiteX2292" fmla="*/ 4121580 w 6386648"/>
              <a:gd name="connsiteY2292" fmla="*/ 233238 h 1849426"/>
              <a:gd name="connsiteX2293" fmla="*/ 4103556 w 6386648"/>
              <a:gd name="connsiteY2293" fmla="*/ 215214 h 1849426"/>
              <a:gd name="connsiteX2294" fmla="*/ 4121580 w 6386648"/>
              <a:gd name="connsiteY2294" fmla="*/ 197189 h 1849426"/>
              <a:gd name="connsiteX2295" fmla="*/ 3076164 w 6386648"/>
              <a:gd name="connsiteY2295" fmla="*/ 197189 h 1849426"/>
              <a:gd name="connsiteX2296" fmla="*/ 3094189 w 6386648"/>
              <a:gd name="connsiteY2296" fmla="*/ 215214 h 1849426"/>
              <a:gd name="connsiteX2297" fmla="*/ 3076164 w 6386648"/>
              <a:gd name="connsiteY2297" fmla="*/ 233238 h 1849426"/>
              <a:gd name="connsiteX2298" fmla="*/ 3058139 w 6386648"/>
              <a:gd name="connsiteY2298" fmla="*/ 215214 h 1849426"/>
              <a:gd name="connsiteX2299" fmla="*/ 3076164 w 6386648"/>
              <a:gd name="connsiteY2299" fmla="*/ 197189 h 1849426"/>
              <a:gd name="connsiteX2300" fmla="*/ 5449378 w 6386648"/>
              <a:gd name="connsiteY2300" fmla="*/ 191181 h 1849426"/>
              <a:gd name="connsiteX2301" fmla="*/ 5467403 w 6386648"/>
              <a:gd name="connsiteY2301" fmla="*/ 209205 h 1849426"/>
              <a:gd name="connsiteX2302" fmla="*/ 5449378 w 6386648"/>
              <a:gd name="connsiteY2302" fmla="*/ 227230 h 1849426"/>
              <a:gd name="connsiteX2303" fmla="*/ 5431353 w 6386648"/>
              <a:gd name="connsiteY2303" fmla="*/ 209205 h 1849426"/>
              <a:gd name="connsiteX2304" fmla="*/ 5449378 w 6386648"/>
              <a:gd name="connsiteY2304" fmla="*/ 191181 h 1849426"/>
              <a:gd name="connsiteX2305" fmla="*/ 2607530 w 6386648"/>
              <a:gd name="connsiteY2305" fmla="*/ 191181 h 1849426"/>
              <a:gd name="connsiteX2306" fmla="*/ 2625555 w 6386648"/>
              <a:gd name="connsiteY2306" fmla="*/ 209205 h 1849426"/>
              <a:gd name="connsiteX2307" fmla="*/ 2607530 w 6386648"/>
              <a:gd name="connsiteY2307" fmla="*/ 227230 h 1849426"/>
              <a:gd name="connsiteX2308" fmla="*/ 2589506 w 6386648"/>
              <a:gd name="connsiteY2308" fmla="*/ 209205 h 1849426"/>
              <a:gd name="connsiteX2309" fmla="*/ 2607530 w 6386648"/>
              <a:gd name="connsiteY2309" fmla="*/ 191181 h 1849426"/>
              <a:gd name="connsiteX2310" fmla="*/ 30040 w 6386648"/>
              <a:gd name="connsiteY2310" fmla="*/ 191181 h 1849426"/>
              <a:gd name="connsiteX2311" fmla="*/ 48065 w 6386648"/>
              <a:gd name="connsiteY2311" fmla="*/ 209205 h 1849426"/>
              <a:gd name="connsiteX2312" fmla="*/ 30040 w 6386648"/>
              <a:gd name="connsiteY2312" fmla="*/ 227230 h 1849426"/>
              <a:gd name="connsiteX2313" fmla="*/ 12016 w 6386648"/>
              <a:gd name="connsiteY2313" fmla="*/ 209205 h 1849426"/>
              <a:gd name="connsiteX2314" fmla="*/ 30040 w 6386648"/>
              <a:gd name="connsiteY2314" fmla="*/ 191181 h 1849426"/>
              <a:gd name="connsiteX2315" fmla="*/ 6368623 w 6386648"/>
              <a:gd name="connsiteY2315" fmla="*/ 185173 h 1849426"/>
              <a:gd name="connsiteX2316" fmla="*/ 6386648 w 6386648"/>
              <a:gd name="connsiteY2316" fmla="*/ 203197 h 1849426"/>
              <a:gd name="connsiteX2317" fmla="*/ 6368623 w 6386648"/>
              <a:gd name="connsiteY2317" fmla="*/ 221222 h 1849426"/>
              <a:gd name="connsiteX2318" fmla="*/ 6350599 w 6386648"/>
              <a:gd name="connsiteY2318" fmla="*/ 203197 h 1849426"/>
              <a:gd name="connsiteX2319" fmla="*/ 6368623 w 6386648"/>
              <a:gd name="connsiteY2319" fmla="*/ 185173 h 1849426"/>
              <a:gd name="connsiteX2320" fmla="*/ 2379221 w 6386648"/>
              <a:gd name="connsiteY2320" fmla="*/ 179165 h 1849426"/>
              <a:gd name="connsiteX2321" fmla="*/ 2397246 w 6386648"/>
              <a:gd name="connsiteY2321" fmla="*/ 197189 h 1849426"/>
              <a:gd name="connsiteX2322" fmla="*/ 2379221 w 6386648"/>
              <a:gd name="connsiteY2322" fmla="*/ 215214 h 1849426"/>
              <a:gd name="connsiteX2323" fmla="*/ 2361197 w 6386648"/>
              <a:gd name="connsiteY2323" fmla="*/ 197189 h 1849426"/>
              <a:gd name="connsiteX2324" fmla="*/ 2379221 w 6386648"/>
              <a:gd name="connsiteY2324" fmla="*/ 179165 h 1849426"/>
              <a:gd name="connsiteX2325" fmla="*/ 2253050 w 6386648"/>
              <a:gd name="connsiteY2325" fmla="*/ 179165 h 1849426"/>
              <a:gd name="connsiteX2326" fmla="*/ 2271075 w 6386648"/>
              <a:gd name="connsiteY2326" fmla="*/ 197189 h 1849426"/>
              <a:gd name="connsiteX2327" fmla="*/ 2253050 w 6386648"/>
              <a:gd name="connsiteY2327" fmla="*/ 215214 h 1849426"/>
              <a:gd name="connsiteX2328" fmla="*/ 2235026 w 6386648"/>
              <a:gd name="connsiteY2328" fmla="*/ 197189 h 1849426"/>
              <a:gd name="connsiteX2329" fmla="*/ 2253050 w 6386648"/>
              <a:gd name="connsiteY2329" fmla="*/ 179165 h 1849426"/>
              <a:gd name="connsiteX2330" fmla="*/ 624846 w 6386648"/>
              <a:gd name="connsiteY2330" fmla="*/ 179165 h 1849426"/>
              <a:gd name="connsiteX2331" fmla="*/ 642870 w 6386648"/>
              <a:gd name="connsiteY2331" fmla="*/ 197189 h 1849426"/>
              <a:gd name="connsiteX2332" fmla="*/ 624846 w 6386648"/>
              <a:gd name="connsiteY2332" fmla="*/ 215214 h 1849426"/>
              <a:gd name="connsiteX2333" fmla="*/ 606821 w 6386648"/>
              <a:gd name="connsiteY2333" fmla="*/ 197189 h 1849426"/>
              <a:gd name="connsiteX2334" fmla="*/ 624846 w 6386648"/>
              <a:gd name="connsiteY2334" fmla="*/ 179165 h 1849426"/>
              <a:gd name="connsiteX2335" fmla="*/ 6116281 w 6386648"/>
              <a:gd name="connsiteY2335" fmla="*/ 167148 h 1849426"/>
              <a:gd name="connsiteX2336" fmla="*/ 6134306 w 6386648"/>
              <a:gd name="connsiteY2336" fmla="*/ 185173 h 1849426"/>
              <a:gd name="connsiteX2337" fmla="*/ 6116281 w 6386648"/>
              <a:gd name="connsiteY2337" fmla="*/ 203197 h 1849426"/>
              <a:gd name="connsiteX2338" fmla="*/ 6098257 w 6386648"/>
              <a:gd name="connsiteY2338" fmla="*/ 185173 h 1849426"/>
              <a:gd name="connsiteX2339" fmla="*/ 6116281 w 6386648"/>
              <a:gd name="connsiteY2339" fmla="*/ 167148 h 1849426"/>
              <a:gd name="connsiteX2340" fmla="*/ 5311191 w 6386648"/>
              <a:gd name="connsiteY2340" fmla="*/ 167148 h 1849426"/>
              <a:gd name="connsiteX2341" fmla="*/ 5329216 w 6386648"/>
              <a:gd name="connsiteY2341" fmla="*/ 185173 h 1849426"/>
              <a:gd name="connsiteX2342" fmla="*/ 5311191 w 6386648"/>
              <a:gd name="connsiteY2342" fmla="*/ 203197 h 1849426"/>
              <a:gd name="connsiteX2343" fmla="*/ 5293167 w 6386648"/>
              <a:gd name="connsiteY2343" fmla="*/ 185173 h 1849426"/>
              <a:gd name="connsiteX2344" fmla="*/ 5311191 w 6386648"/>
              <a:gd name="connsiteY2344" fmla="*/ 167148 h 1849426"/>
              <a:gd name="connsiteX2345" fmla="*/ 3508750 w 6386648"/>
              <a:gd name="connsiteY2345" fmla="*/ 167148 h 1849426"/>
              <a:gd name="connsiteX2346" fmla="*/ 3526775 w 6386648"/>
              <a:gd name="connsiteY2346" fmla="*/ 185173 h 1849426"/>
              <a:gd name="connsiteX2347" fmla="*/ 3508750 w 6386648"/>
              <a:gd name="connsiteY2347" fmla="*/ 203197 h 1849426"/>
              <a:gd name="connsiteX2348" fmla="*/ 3490726 w 6386648"/>
              <a:gd name="connsiteY2348" fmla="*/ 185173 h 1849426"/>
              <a:gd name="connsiteX2349" fmla="*/ 3508750 w 6386648"/>
              <a:gd name="connsiteY2349" fmla="*/ 167148 h 1849426"/>
              <a:gd name="connsiteX2350" fmla="*/ 1820464 w 6386648"/>
              <a:gd name="connsiteY2350" fmla="*/ 167148 h 1849426"/>
              <a:gd name="connsiteX2351" fmla="*/ 1838489 w 6386648"/>
              <a:gd name="connsiteY2351" fmla="*/ 185173 h 1849426"/>
              <a:gd name="connsiteX2352" fmla="*/ 1820464 w 6386648"/>
              <a:gd name="connsiteY2352" fmla="*/ 203197 h 1849426"/>
              <a:gd name="connsiteX2353" fmla="*/ 1802440 w 6386648"/>
              <a:gd name="connsiteY2353" fmla="*/ 185173 h 1849426"/>
              <a:gd name="connsiteX2354" fmla="*/ 1820464 w 6386648"/>
              <a:gd name="connsiteY2354" fmla="*/ 167148 h 1849426"/>
              <a:gd name="connsiteX2355" fmla="*/ 1423927 w 6386648"/>
              <a:gd name="connsiteY2355" fmla="*/ 167148 h 1849426"/>
              <a:gd name="connsiteX2356" fmla="*/ 1441952 w 6386648"/>
              <a:gd name="connsiteY2356" fmla="*/ 185173 h 1849426"/>
              <a:gd name="connsiteX2357" fmla="*/ 1423927 w 6386648"/>
              <a:gd name="connsiteY2357" fmla="*/ 203197 h 1849426"/>
              <a:gd name="connsiteX2358" fmla="*/ 1405903 w 6386648"/>
              <a:gd name="connsiteY2358" fmla="*/ 185173 h 1849426"/>
              <a:gd name="connsiteX2359" fmla="*/ 1423927 w 6386648"/>
              <a:gd name="connsiteY2359" fmla="*/ 167148 h 1849426"/>
              <a:gd name="connsiteX2360" fmla="*/ 5100906 w 6386648"/>
              <a:gd name="connsiteY2360" fmla="*/ 161140 h 1849426"/>
              <a:gd name="connsiteX2361" fmla="*/ 5118931 w 6386648"/>
              <a:gd name="connsiteY2361" fmla="*/ 179164 h 1849426"/>
              <a:gd name="connsiteX2362" fmla="*/ 5100906 w 6386648"/>
              <a:gd name="connsiteY2362" fmla="*/ 197189 h 1849426"/>
              <a:gd name="connsiteX2363" fmla="*/ 5082882 w 6386648"/>
              <a:gd name="connsiteY2363" fmla="*/ 179164 h 1849426"/>
              <a:gd name="connsiteX2364" fmla="*/ 5100906 w 6386648"/>
              <a:gd name="connsiteY2364" fmla="*/ 161140 h 1849426"/>
              <a:gd name="connsiteX2365" fmla="*/ 1189610 w 6386648"/>
              <a:gd name="connsiteY2365" fmla="*/ 161140 h 1849426"/>
              <a:gd name="connsiteX2366" fmla="*/ 1207635 w 6386648"/>
              <a:gd name="connsiteY2366" fmla="*/ 179164 h 1849426"/>
              <a:gd name="connsiteX2367" fmla="*/ 1189610 w 6386648"/>
              <a:gd name="connsiteY2367" fmla="*/ 197189 h 1849426"/>
              <a:gd name="connsiteX2368" fmla="*/ 1171586 w 6386648"/>
              <a:gd name="connsiteY2368" fmla="*/ 179164 h 1849426"/>
              <a:gd name="connsiteX2369" fmla="*/ 1189610 w 6386648"/>
              <a:gd name="connsiteY2369" fmla="*/ 161140 h 1849426"/>
              <a:gd name="connsiteX2370" fmla="*/ 492666 w 6386648"/>
              <a:gd name="connsiteY2370" fmla="*/ 161140 h 1849426"/>
              <a:gd name="connsiteX2371" fmla="*/ 510691 w 6386648"/>
              <a:gd name="connsiteY2371" fmla="*/ 179164 h 1849426"/>
              <a:gd name="connsiteX2372" fmla="*/ 492666 w 6386648"/>
              <a:gd name="connsiteY2372" fmla="*/ 197189 h 1849426"/>
              <a:gd name="connsiteX2373" fmla="*/ 474642 w 6386648"/>
              <a:gd name="connsiteY2373" fmla="*/ 179164 h 1849426"/>
              <a:gd name="connsiteX2374" fmla="*/ 492666 w 6386648"/>
              <a:gd name="connsiteY2374" fmla="*/ 161140 h 1849426"/>
              <a:gd name="connsiteX2375" fmla="*/ 132178 w 6386648"/>
              <a:gd name="connsiteY2375" fmla="*/ 161140 h 1849426"/>
              <a:gd name="connsiteX2376" fmla="*/ 150203 w 6386648"/>
              <a:gd name="connsiteY2376" fmla="*/ 179164 h 1849426"/>
              <a:gd name="connsiteX2377" fmla="*/ 132178 w 6386648"/>
              <a:gd name="connsiteY2377" fmla="*/ 197189 h 1849426"/>
              <a:gd name="connsiteX2378" fmla="*/ 114154 w 6386648"/>
              <a:gd name="connsiteY2378" fmla="*/ 179164 h 1849426"/>
              <a:gd name="connsiteX2379" fmla="*/ 132178 w 6386648"/>
              <a:gd name="connsiteY2379" fmla="*/ 161140 h 1849426"/>
              <a:gd name="connsiteX2380" fmla="*/ 4968727 w 6386648"/>
              <a:gd name="connsiteY2380" fmla="*/ 155132 h 1849426"/>
              <a:gd name="connsiteX2381" fmla="*/ 4986752 w 6386648"/>
              <a:gd name="connsiteY2381" fmla="*/ 173156 h 1849426"/>
              <a:gd name="connsiteX2382" fmla="*/ 4968727 w 6386648"/>
              <a:gd name="connsiteY2382" fmla="*/ 191181 h 1849426"/>
              <a:gd name="connsiteX2383" fmla="*/ 4950702 w 6386648"/>
              <a:gd name="connsiteY2383" fmla="*/ 173156 h 1849426"/>
              <a:gd name="connsiteX2384" fmla="*/ 4968727 w 6386648"/>
              <a:gd name="connsiteY2384" fmla="*/ 155132 h 1849426"/>
              <a:gd name="connsiteX2385" fmla="*/ 3634921 w 6386648"/>
              <a:gd name="connsiteY2385" fmla="*/ 155132 h 1849426"/>
              <a:gd name="connsiteX2386" fmla="*/ 3652946 w 6386648"/>
              <a:gd name="connsiteY2386" fmla="*/ 173156 h 1849426"/>
              <a:gd name="connsiteX2387" fmla="*/ 3634921 w 6386648"/>
              <a:gd name="connsiteY2387" fmla="*/ 191181 h 1849426"/>
              <a:gd name="connsiteX2388" fmla="*/ 3616897 w 6386648"/>
              <a:gd name="connsiteY2388" fmla="*/ 173156 h 1849426"/>
              <a:gd name="connsiteX2389" fmla="*/ 3634921 w 6386648"/>
              <a:gd name="connsiteY2389" fmla="*/ 155132 h 1849426"/>
              <a:gd name="connsiteX2390" fmla="*/ 2493375 w 6386648"/>
              <a:gd name="connsiteY2390" fmla="*/ 155132 h 1849426"/>
              <a:gd name="connsiteX2391" fmla="*/ 2511400 w 6386648"/>
              <a:gd name="connsiteY2391" fmla="*/ 173156 h 1849426"/>
              <a:gd name="connsiteX2392" fmla="*/ 2493375 w 6386648"/>
              <a:gd name="connsiteY2392" fmla="*/ 191181 h 1849426"/>
              <a:gd name="connsiteX2393" fmla="*/ 2475351 w 6386648"/>
              <a:gd name="connsiteY2393" fmla="*/ 173156 h 1849426"/>
              <a:gd name="connsiteX2394" fmla="*/ 2493375 w 6386648"/>
              <a:gd name="connsiteY2394" fmla="*/ 155132 h 1849426"/>
              <a:gd name="connsiteX2395" fmla="*/ 1922603 w 6386648"/>
              <a:gd name="connsiteY2395" fmla="*/ 155132 h 1849426"/>
              <a:gd name="connsiteX2396" fmla="*/ 1940628 w 6386648"/>
              <a:gd name="connsiteY2396" fmla="*/ 173156 h 1849426"/>
              <a:gd name="connsiteX2397" fmla="*/ 1922603 w 6386648"/>
              <a:gd name="connsiteY2397" fmla="*/ 191181 h 1849426"/>
              <a:gd name="connsiteX2398" fmla="*/ 1904579 w 6386648"/>
              <a:gd name="connsiteY2398" fmla="*/ 173156 h 1849426"/>
              <a:gd name="connsiteX2399" fmla="*/ 1922603 w 6386648"/>
              <a:gd name="connsiteY2399" fmla="*/ 155132 h 1849426"/>
              <a:gd name="connsiteX2400" fmla="*/ 919244 w 6386648"/>
              <a:gd name="connsiteY2400" fmla="*/ 155132 h 1849426"/>
              <a:gd name="connsiteX2401" fmla="*/ 937269 w 6386648"/>
              <a:gd name="connsiteY2401" fmla="*/ 173156 h 1849426"/>
              <a:gd name="connsiteX2402" fmla="*/ 919244 w 6386648"/>
              <a:gd name="connsiteY2402" fmla="*/ 191181 h 1849426"/>
              <a:gd name="connsiteX2403" fmla="*/ 901220 w 6386648"/>
              <a:gd name="connsiteY2403" fmla="*/ 173156 h 1849426"/>
              <a:gd name="connsiteX2404" fmla="*/ 919244 w 6386648"/>
              <a:gd name="connsiteY2404" fmla="*/ 155132 h 1849426"/>
              <a:gd name="connsiteX2405" fmla="*/ 5905996 w 6386648"/>
              <a:gd name="connsiteY2405" fmla="*/ 149124 h 1849426"/>
              <a:gd name="connsiteX2406" fmla="*/ 5924021 w 6386648"/>
              <a:gd name="connsiteY2406" fmla="*/ 167148 h 1849426"/>
              <a:gd name="connsiteX2407" fmla="*/ 5905996 w 6386648"/>
              <a:gd name="connsiteY2407" fmla="*/ 185173 h 1849426"/>
              <a:gd name="connsiteX2408" fmla="*/ 5887972 w 6386648"/>
              <a:gd name="connsiteY2408" fmla="*/ 167148 h 1849426"/>
              <a:gd name="connsiteX2409" fmla="*/ 5905996 w 6386648"/>
              <a:gd name="connsiteY2409" fmla="*/ 149124 h 1849426"/>
              <a:gd name="connsiteX2410" fmla="*/ 4644288 w 6386648"/>
              <a:gd name="connsiteY2410" fmla="*/ 149124 h 1849426"/>
              <a:gd name="connsiteX2411" fmla="*/ 4662313 w 6386648"/>
              <a:gd name="connsiteY2411" fmla="*/ 167148 h 1849426"/>
              <a:gd name="connsiteX2412" fmla="*/ 4644288 w 6386648"/>
              <a:gd name="connsiteY2412" fmla="*/ 185173 h 1849426"/>
              <a:gd name="connsiteX2413" fmla="*/ 4626264 w 6386648"/>
              <a:gd name="connsiteY2413" fmla="*/ 167148 h 1849426"/>
              <a:gd name="connsiteX2414" fmla="*/ 4644288 w 6386648"/>
              <a:gd name="connsiteY2414" fmla="*/ 149124 h 1849426"/>
              <a:gd name="connsiteX2415" fmla="*/ 2126880 w 6386648"/>
              <a:gd name="connsiteY2415" fmla="*/ 149124 h 1849426"/>
              <a:gd name="connsiteX2416" fmla="*/ 2144904 w 6386648"/>
              <a:gd name="connsiteY2416" fmla="*/ 167148 h 1849426"/>
              <a:gd name="connsiteX2417" fmla="*/ 2126880 w 6386648"/>
              <a:gd name="connsiteY2417" fmla="*/ 185173 h 1849426"/>
              <a:gd name="connsiteX2418" fmla="*/ 2108855 w 6386648"/>
              <a:gd name="connsiteY2418" fmla="*/ 167148 h 1849426"/>
              <a:gd name="connsiteX2419" fmla="*/ 2126880 w 6386648"/>
              <a:gd name="connsiteY2419" fmla="*/ 149124 h 1849426"/>
              <a:gd name="connsiteX2420" fmla="*/ 799081 w 6386648"/>
              <a:gd name="connsiteY2420" fmla="*/ 149124 h 1849426"/>
              <a:gd name="connsiteX2421" fmla="*/ 817106 w 6386648"/>
              <a:gd name="connsiteY2421" fmla="*/ 167148 h 1849426"/>
              <a:gd name="connsiteX2422" fmla="*/ 799081 w 6386648"/>
              <a:gd name="connsiteY2422" fmla="*/ 185173 h 1849426"/>
              <a:gd name="connsiteX2423" fmla="*/ 781057 w 6386648"/>
              <a:gd name="connsiteY2423" fmla="*/ 167148 h 1849426"/>
              <a:gd name="connsiteX2424" fmla="*/ 799081 w 6386648"/>
              <a:gd name="connsiteY2424" fmla="*/ 149124 h 1849426"/>
              <a:gd name="connsiteX2425" fmla="*/ 366495 w 6386648"/>
              <a:gd name="connsiteY2425" fmla="*/ 149124 h 1849426"/>
              <a:gd name="connsiteX2426" fmla="*/ 384520 w 6386648"/>
              <a:gd name="connsiteY2426" fmla="*/ 167148 h 1849426"/>
              <a:gd name="connsiteX2427" fmla="*/ 366495 w 6386648"/>
              <a:gd name="connsiteY2427" fmla="*/ 185173 h 1849426"/>
              <a:gd name="connsiteX2428" fmla="*/ 348471 w 6386648"/>
              <a:gd name="connsiteY2428" fmla="*/ 167148 h 1849426"/>
              <a:gd name="connsiteX2429" fmla="*/ 366495 w 6386648"/>
              <a:gd name="connsiteY2429" fmla="*/ 149124 h 1849426"/>
              <a:gd name="connsiteX2430" fmla="*/ 4758442 w 6386648"/>
              <a:gd name="connsiteY2430" fmla="*/ 143116 h 1849426"/>
              <a:gd name="connsiteX2431" fmla="*/ 4776467 w 6386648"/>
              <a:gd name="connsiteY2431" fmla="*/ 161140 h 1849426"/>
              <a:gd name="connsiteX2432" fmla="*/ 4758442 w 6386648"/>
              <a:gd name="connsiteY2432" fmla="*/ 179165 h 1849426"/>
              <a:gd name="connsiteX2433" fmla="*/ 4740417 w 6386648"/>
              <a:gd name="connsiteY2433" fmla="*/ 161140 h 1849426"/>
              <a:gd name="connsiteX2434" fmla="*/ 4758442 w 6386648"/>
              <a:gd name="connsiteY2434" fmla="*/ 143116 h 1849426"/>
              <a:gd name="connsiteX2435" fmla="*/ 3226368 w 6386648"/>
              <a:gd name="connsiteY2435" fmla="*/ 143116 h 1849426"/>
              <a:gd name="connsiteX2436" fmla="*/ 3244393 w 6386648"/>
              <a:gd name="connsiteY2436" fmla="*/ 161140 h 1849426"/>
              <a:gd name="connsiteX2437" fmla="*/ 3226368 w 6386648"/>
              <a:gd name="connsiteY2437" fmla="*/ 179165 h 1849426"/>
              <a:gd name="connsiteX2438" fmla="*/ 3208343 w 6386648"/>
              <a:gd name="connsiteY2438" fmla="*/ 161140 h 1849426"/>
              <a:gd name="connsiteX2439" fmla="*/ 3226368 w 6386648"/>
              <a:gd name="connsiteY2439" fmla="*/ 143116 h 1849426"/>
              <a:gd name="connsiteX2440" fmla="*/ 4235735 w 6386648"/>
              <a:gd name="connsiteY2440" fmla="*/ 131100 h 1849426"/>
              <a:gd name="connsiteX2441" fmla="*/ 4253760 w 6386648"/>
              <a:gd name="connsiteY2441" fmla="*/ 149124 h 1849426"/>
              <a:gd name="connsiteX2442" fmla="*/ 4235735 w 6386648"/>
              <a:gd name="connsiteY2442" fmla="*/ 167149 h 1849426"/>
              <a:gd name="connsiteX2443" fmla="*/ 4217711 w 6386648"/>
              <a:gd name="connsiteY2443" fmla="*/ 149124 h 1849426"/>
              <a:gd name="connsiteX2444" fmla="*/ 4235735 w 6386648"/>
              <a:gd name="connsiteY2444" fmla="*/ 131100 h 1849426"/>
              <a:gd name="connsiteX2445" fmla="*/ 1057431 w 6386648"/>
              <a:gd name="connsiteY2445" fmla="*/ 131100 h 1849426"/>
              <a:gd name="connsiteX2446" fmla="*/ 1075456 w 6386648"/>
              <a:gd name="connsiteY2446" fmla="*/ 149124 h 1849426"/>
              <a:gd name="connsiteX2447" fmla="*/ 1057431 w 6386648"/>
              <a:gd name="connsiteY2447" fmla="*/ 167149 h 1849426"/>
              <a:gd name="connsiteX2448" fmla="*/ 1039407 w 6386648"/>
              <a:gd name="connsiteY2448" fmla="*/ 149124 h 1849426"/>
              <a:gd name="connsiteX2449" fmla="*/ 1057431 w 6386648"/>
              <a:gd name="connsiteY2449" fmla="*/ 131100 h 1849426"/>
              <a:gd name="connsiteX2450" fmla="*/ 4536141 w 6386648"/>
              <a:gd name="connsiteY2450" fmla="*/ 119083 h 1849426"/>
              <a:gd name="connsiteX2451" fmla="*/ 4554166 w 6386648"/>
              <a:gd name="connsiteY2451" fmla="*/ 137107 h 1849426"/>
              <a:gd name="connsiteX2452" fmla="*/ 4536141 w 6386648"/>
              <a:gd name="connsiteY2452" fmla="*/ 155132 h 1849426"/>
              <a:gd name="connsiteX2453" fmla="*/ 4518117 w 6386648"/>
              <a:gd name="connsiteY2453" fmla="*/ 137107 h 1849426"/>
              <a:gd name="connsiteX2454" fmla="*/ 4536141 w 6386648"/>
              <a:gd name="connsiteY2454" fmla="*/ 119083 h 1849426"/>
              <a:gd name="connsiteX2455" fmla="*/ 4361905 w 6386648"/>
              <a:gd name="connsiteY2455" fmla="*/ 119083 h 1849426"/>
              <a:gd name="connsiteX2456" fmla="*/ 4379930 w 6386648"/>
              <a:gd name="connsiteY2456" fmla="*/ 137107 h 1849426"/>
              <a:gd name="connsiteX2457" fmla="*/ 4361905 w 6386648"/>
              <a:gd name="connsiteY2457" fmla="*/ 155132 h 1849426"/>
              <a:gd name="connsiteX2458" fmla="*/ 4343881 w 6386648"/>
              <a:gd name="connsiteY2458" fmla="*/ 137107 h 1849426"/>
              <a:gd name="connsiteX2459" fmla="*/ 4361905 w 6386648"/>
              <a:gd name="connsiteY2459" fmla="*/ 119083 h 1849426"/>
              <a:gd name="connsiteX2460" fmla="*/ 6020151 w 6386648"/>
              <a:gd name="connsiteY2460" fmla="*/ 113075 h 1849426"/>
              <a:gd name="connsiteX2461" fmla="*/ 6038176 w 6386648"/>
              <a:gd name="connsiteY2461" fmla="*/ 131099 h 1849426"/>
              <a:gd name="connsiteX2462" fmla="*/ 6020151 w 6386648"/>
              <a:gd name="connsiteY2462" fmla="*/ 149124 h 1849426"/>
              <a:gd name="connsiteX2463" fmla="*/ 6002126 w 6386648"/>
              <a:gd name="connsiteY2463" fmla="*/ 131099 h 1849426"/>
              <a:gd name="connsiteX2464" fmla="*/ 6020151 w 6386648"/>
              <a:gd name="connsiteY2464" fmla="*/ 113075 h 1849426"/>
              <a:gd name="connsiteX2465" fmla="*/ 5209053 w 6386648"/>
              <a:gd name="connsiteY2465" fmla="*/ 113075 h 1849426"/>
              <a:gd name="connsiteX2466" fmla="*/ 5227078 w 6386648"/>
              <a:gd name="connsiteY2466" fmla="*/ 131099 h 1849426"/>
              <a:gd name="connsiteX2467" fmla="*/ 5209053 w 6386648"/>
              <a:gd name="connsiteY2467" fmla="*/ 149124 h 1849426"/>
              <a:gd name="connsiteX2468" fmla="*/ 5191028 w 6386648"/>
              <a:gd name="connsiteY2468" fmla="*/ 131099 h 1849426"/>
              <a:gd name="connsiteX2469" fmla="*/ 5209053 w 6386648"/>
              <a:gd name="connsiteY2469" fmla="*/ 113075 h 1849426"/>
              <a:gd name="connsiteX2470" fmla="*/ 2865880 w 6386648"/>
              <a:gd name="connsiteY2470" fmla="*/ 113075 h 1849426"/>
              <a:gd name="connsiteX2471" fmla="*/ 2883905 w 6386648"/>
              <a:gd name="connsiteY2471" fmla="*/ 131099 h 1849426"/>
              <a:gd name="connsiteX2472" fmla="*/ 2865880 w 6386648"/>
              <a:gd name="connsiteY2472" fmla="*/ 149124 h 1849426"/>
              <a:gd name="connsiteX2473" fmla="*/ 2847855 w 6386648"/>
              <a:gd name="connsiteY2473" fmla="*/ 131099 h 1849426"/>
              <a:gd name="connsiteX2474" fmla="*/ 2865880 w 6386648"/>
              <a:gd name="connsiteY2474" fmla="*/ 113075 h 1849426"/>
              <a:gd name="connsiteX2475" fmla="*/ 2751725 w 6386648"/>
              <a:gd name="connsiteY2475" fmla="*/ 113075 h 1849426"/>
              <a:gd name="connsiteX2476" fmla="*/ 2769750 w 6386648"/>
              <a:gd name="connsiteY2476" fmla="*/ 131099 h 1849426"/>
              <a:gd name="connsiteX2477" fmla="*/ 2751725 w 6386648"/>
              <a:gd name="connsiteY2477" fmla="*/ 149124 h 1849426"/>
              <a:gd name="connsiteX2478" fmla="*/ 2733701 w 6386648"/>
              <a:gd name="connsiteY2478" fmla="*/ 131099 h 1849426"/>
              <a:gd name="connsiteX2479" fmla="*/ 2751725 w 6386648"/>
              <a:gd name="connsiteY2479" fmla="*/ 113075 h 1849426"/>
              <a:gd name="connsiteX2480" fmla="*/ 5797850 w 6386648"/>
              <a:gd name="connsiteY2480" fmla="*/ 107067 h 1849426"/>
              <a:gd name="connsiteX2481" fmla="*/ 5815875 w 6386648"/>
              <a:gd name="connsiteY2481" fmla="*/ 125092 h 1849426"/>
              <a:gd name="connsiteX2482" fmla="*/ 5797850 w 6386648"/>
              <a:gd name="connsiteY2482" fmla="*/ 143116 h 1849426"/>
              <a:gd name="connsiteX2483" fmla="*/ 5779826 w 6386648"/>
              <a:gd name="connsiteY2483" fmla="*/ 125092 h 1849426"/>
              <a:gd name="connsiteX2484" fmla="*/ 5797850 w 6386648"/>
              <a:gd name="connsiteY2484" fmla="*/ 107067 h 1849426"/>
              <a:gd name="connsiteX2485" fmla="*/ 4055491 w 6386648"/>
              <a:gd name="connsiteY2485" fmla="*/ 107067 h 1849426"/>
              <a:gd name="connsiteX2486" fmla="*/ 4073516 w 6386648"/>
              <a:gd name="connsiteY2486" fmla="*/ 125092 h 1849426"/>
              <a:gd name="connsiteX2487" fmla="*/ 4055491 w 6386648"/>
              <a:gd name="connsiteY2487" fmla="*/ 143116 h 1849426"/>
              <a:gd name="connsiteX2488" fmla="*/ 4037467 w 6386648"/>
              <a:gd name="connsiteY2488" fmla="*/ 125092 h 1849426"/>
              <a:gd name="connsiteX2489" fmla="*/ 4055491 w 6386648"/>
              <a:gd name="connsiteY2489" fmla="*/ 107067 h 1849426"/>
              <a:gd name="connsiteX2490" fmla="*/ 3917303 w 6386648"/>
              <a:gd name="connsiteY2490" fmla="*/ 107067 h 1849426"/>
              <a:gd name="connsiteX2491" fmla="*/ 3935328 w 6386648"/>
              <a:gd name="connsiteY2491" fmla="*/ 125092 h 1849426"/>
              <a:gd name="connsiteX2492" fmla="*/ 3917303 w 6386648"/>
              <a:gd name="connsiteY2492" fmla="*/ 143116 h 1849426"/>
              <a:gd name="connsiteX2493" fmla="*/ 3899278 w 6386648"/>
              <a:gd name="connsiteY2493" fmla="*/ 125092 h 1849426"/>
              <a:gd name="connsiteX2494" fmla="*/ 3917303 w 6386648"/>
              <a:gd name="connsiteY2494" fmla="*/ 107067 h 1849426"/>
              <a:gd name="connsiteX2495" fmla="*/ 3346531 w 6386648"/>
              <a:gd name="connsiteY2495" fmla="*/ 107067 h 1849426"/>
              <a:gd name="connsiteX2496" fmla="*/ 3364556 w 6386648"/>
              <a:gd name="connsiteY2496" fmla="*/ 125092 h 1849426"/>
              <a:gd name="connsiteX2497" fmla="*/ 3346531 w 6386648"/>
              <a:gd name="connsiteY2497" fmla="*/ 143116 h 1849426"/>
              <a:gd name="connsiteX2498" fmla="*/ 3328506 w 6386648"/>
              <a:gd name="connsiteY2498" fmla="*/ 125092 h 1849426"/>
              <a:gd name="connsiteX2499" fmla="*/ 3346531 w 6386648"/>
              <a:gd name="connsiteY2499" fmla="*/ 107067 h 1849426"/>
              <a:gd name="connsiteX2500" fmla="*/ 2024741 w 6386648"/>
              <a:gd name="connsiteY2500" fmla="*/ 107067 h 1849426"/>
              <a:gd name="connsiteX2501" fmla="*/ 2042766 w 6386648"/>
              <a:gd name="connsiteY2501" fmla="*/ 125092 h 1849426"/>
              <a:gd name="connsiteX2502" fmla="*/ 2024741 w 6386648"/>
              <a:gd name="connsiteY2502" fmla="*/ 143116 h 1849426"/>
              <a:gd name="connsiteX2503" fmla="*/ 2006717 w 6386648"/>
              <a:gd name="connsiteY2503" fmla="*/ 125092 h 1849426"/>
              <a:gd name="connsiteX2504" fmla="*/ 2024741 w 6386648"/>
              <a:gd name="connsiteY2504" fmla="*/ 107067 h 1849426"/>
              <a:gd name="connsiteX2505" fmla="*/ 240325 w 6386648"/>
              <a:gd name="connsiteY2505" fmla="*/ 107067 h 1849426"/>
              <a:gd name="connsiteX2506" fmla="*/ 258350 w 6386648"/>
              <a:gd name="connsiteY2506" fmla="*/ 125092 h 1849426"/>
              <a:gd name="connsiteX2507" fmla="*/ 240325 w 6386648"/>
              <a:gd name="connsiteY2507" fmla="*/ 143116 h 1849426"/>
              <a:gd name="connsiteX2508" fmla="*/ 222301 w 6386648"/>
              <a:gd name="connsiteY2508" fmla="*/ 125092 h 1849426"/>
              <a:gd name="connsiteX2509" fmla="*/ 240325 w 6386648"/>
              <a:gd name="connsiteY2509" fmla="*/ 107067 h 1849426"/>
              <a:gd name="connsiteX2510" fmla="*/ 3761092 w 6386648"/>
              <a:gd name="connsiteY2510" fmla="*/ 101059 h 1849426"/>
              <a:gd name="connsiteX2511" fmla="*/ 3779117 w 6386648"/>
              <a:gd name="connsiteY2511" fmla="*/ 119083 h 1849426"/>
              <a:gd name="connsiteX2512" fmla="*/ 3761092 w 6386648"/>
              <a:gd name="connsiteY2512" fmla="*/ 137108 h 1849426"/>
              <a:gd name="connsiteX2513" fmla="*/ 3743068 w 6386648"/>
              <a:gd name="connsiteY2513" fmla="*/ 119083 h 1849426"/>
              <a:gd name="connsiteX2514" fmla="*/ 3761092 w 6386648"/>
              <a:gd name="connsiteY2514" fmla="*/ 101059 h 1849426"/>
              <a:gd name="connsiteX2515" fmla="*/ 1706311 w 6386648"/>
              <a:gd name="connsiteY2515" fmla="*/ 101059 h 1849426"/>
              <a:gd name="connsiteX2516" fmla="*/ 1724335 w 6386648"/>
              <a:gd name="connsiteY2516" fmla="*/ 119083 h 1849426"/>
              <a:gd name="connsiteX2517" fmla="*/ 1706311 w 6386648"/>
              <a:gd name="connsiteY2517" fmla="*/ 137108 h 1849426"/>
              <a:gd name="connsiteX2518" fmla="*/ 1688286 w 6386648"/>
              <a:gd name="connsiteY2518" fmla="*/ 119083 h 1849426"/>
              <a:gd name="connsiteX2519" fmla="*/ 1706311 w 6386648"/>
              <a:gd name="connsiteY2519" fmla="*/ 101059 h 1849426"/>
              <a:gd name="connsiteX2520" fmla="*/ 1574131 w 6386648"/>
              <a:gd name="connsiteY2520" fmla="*/ 101059 h 1849426"/>
              <a:gd name="connsiteX2521" fmla="*/ 1592156 w 6386648"/>
              <a:gd name="connsiteY2521" fmla="*/ 119083 h 1849426"/>
              <a:gd name="connsiteX2522" fmla="*/ 1574131 w 6386648"/>
              <a:gd name="connsiteY2522" fmla="*/ 137108 h 1849426"/>
              <a:gd name="connsiteX2523" fmla="*/ 1556107 w 6386648"/>
              <a:gd name="connsiteY2523" fmla="*/ 119083 h 1849426"/>
              <a:gd name="connsiteX2524" fmla="*/ 1574131 w 6386648"/>
              <a:gd name="connsiteY2524" fmla="*/ 101059 h 1849426"/>
              <a:gd name="connsiteX2525" fmla="*/ 5611598 w 6386648"/>
              <a:gd name="connsiteY2525" fmla="*/ 89043 h 1849426"/>
              <a:gd name="connsiteX2526" fmla="*/ 5629623 w 6386648"/>
              <a:gd name="connsiteY2526" fmla="*/ 107067 h 1849426"/>
              <a:gd name="connsiteX2527" fmla="*/ 5611598 w 6386648"/>
              <a:gd name="connsiteY2527" fmla="*/ 125092 h 1849426"/>
              <a:gd name="connsiteX2528" fmla="*/ 5593574 w 6386648"/>
              <a:gd name="connsiteY2528" fmla="*/ 107067 h 1849426"/>
              <a:gd name="connsiteX2529" fmla="*/ 5611598 w 6386648"/>
              <a:gd name="connsiteY2529" fmla="*/ 89043 h 1849426"/>
              <a:gd name="connsiteX2530" fmla="*/ 5419337 w 6386648"/>
              <a:gd name="connsiteY2530" fmla="*/ 89043 h 1849426"/>
              <a:gd name="connsiteX2531" fmla="*/ 5437362 w 6386648"/>
              <a:gd name="connsiteY2531" fmla="*/ 107067 h 1849426"/>
              <a:gd name="connsiteX2532" fmla="*/ 5419337 w 6386648"/>
              <a:gd name="connsiteY2532" fmla="*/ 125092 h 1849426"/>
              <a:gd name="connsiteX2533" fmla="*/ 5401312 w 6386648"/>
              <a:gd name="connsiteY2533" fmla="*/ 107067 h 1849426"/>
              <a:gd name="connsiteX2534" fmla="*/ 5419337 w 6386648"/>
              <a:gd name="connsiteY2534" fmla="*/ 89043 h 1849426"/>
              <a:gd name="connsiteX2535" fmla="*/ 2992051 w 6386648"/>
              <a:gd name="connsiteY2535" fmla="*/ 89043 h 1849426"/>
              <a:gd name="connsiteX2536" fmla="*/ 3010076 w 6386648"/>
              <a:gd name="connsiteY2536" fmla="*/ 107067 h 1849426"/>
              <a:gd name="connsiteX2537" fmla="*/ 2992051 w 6386648"/>
              <a:gd name="connsiteY2537" fmla="*/ 125092 h 1849426"/>
              <a:gd name="connsiteX2538" fmla="*/ 2974027 w 6386648"/>
              <a:gd name="connsiteY2538" fmla="*/ 107067 h 1849426"/>
              <a:gd name="connsiteX2539" fmla="*/ 2992051 w 6386648"/>
              <a:gd name="connsiteY2539" fmla="*/ 89043 h 1849426"/>
              <a:gd name="connsiteX2540" fmla="*/ 6368623 w 6386648"/>
              <a:gd name="connsiteY2540" fmla="*/ 83034 h 1849426"/>
              <a:gd name="connsiteX2541" fmla="*/ 6386648 w 6386648"/>
              <a:gd name="connsiteY2541" fmla="*/ 101058 h 1849426"/>
              <a:gd name="connsiteX2542" fmla="*/ 6368623 w 6386648"/>
              <a:gd name="connsiteY2542" fmla="*/ 119083 h 1849426"/>
              <a:gd name="connsiteX2543" fmla="*/ 6350599 w 6386648"/>
              <a:gd name="connsiteY2543" fmla="*/ 101058 h 1849426"/>
              <a:gd name="connsiteX2544" fmla="*/ 6368623 w 6386648"/>
              <a:gd name="connsiteY2544" fmla="*/ 83034 h 1849426"/>
              <a:gd name="connsiteX2545" fmla="*/ 6242452 w 6386648"/>
              <a:gd name="connsiteY2545" fmla="*/ 83034 h 1849426"/>
              <a:gd name="connsiteX2546" fmla="*/ 6260477 w 6386648"/>
              <a:gd name="connsiteY2546" fmla="*/ 101058 h 1849426"/>
              <a:gd name="connsiteX2547" fmla="*/ 6242452 w 6386648"/>
              <a:gd name="connsiteY2547" fmla="*/ 119083 h 1849426"/>
              <a:gd name="connsiteX2548" fmla="*/ 6224428 w 6386648"/>
              <a:gd name="connsiteY2548" fmla="*/ 101058 h 1849426"/>
              <a:gd name="connsiteX2549" fmla="*/ 6242452 w 6386648"/>
              <a:gd name="connsiteY2549" fmla="*/ 83034 h 1849426"/>
              <a:gd name="connsiteX2550" fmla="*/ 4884613 w 6386648"/>
              <a:gd name="connsiteY2550" fmla="*/ 83034 h 1849426"/>
              <a:gd name="connsiteX2551" fmla="*/ 4902638 w 6386648"/>
              <a:gd name="connsiteY2551" fmla="*/ 101058 h 1849426"/>
              <a:gd name="connsiteX2552" fmla="*/ 4884613 w 6386648"/>
              <a:gd name="connsiteY2552" fmla="*/ 119083 h 1849426"/>
              <a:gd name="connsiteX2553" fmla="*/ 4866589 w 6386648"/>
              <a:gd name="connsiteY2553" fmla="*/ 101058 h 1849426"/>
              <a:gd name="connsiteX2554" fmla="*/ 4884613 w 6386648"/>
              <a:gd name="connsiteY2554" fmla="*/ 83034 h 1849426"/>
              <a:gd name="connsiteX2555" fmla="*/ 3118221 w 6386648"/>
              <a:gd name="connsiteY2555" fmla="*/ 83034 h 1849426"/>
              <a:gd name="connsiteX2556" fmla="*/ 3136246 w 6386648"/>
              <a:gd name="connsiteY2556" fmla="*/ 101058 h 1849426"/>
              <a:gd name="connsiteX2557" fmla="*/ 3118221 w 6386648"/>
              <a:gd name="connsiteY2557" fmla="*/ 119083 h 1849426"/>
              <a:gd name="connsiteX2558" fmla="*/ 3100197 w 6386648"/>
              <a:gd name="connsiteY2558" fmla="*/ 101058 h 1849426"/>
              <a:gd name="connsiteX2559" fmla="*/ 3118221 w 6386648"/>
              <a:gd name="connsiteY2559" fmla="*/ 83034 h 1849426"/>
              <a:gd name="connsiteX2560" fmla="*/ 2619546 w 6386648"/>
              <a:gd name="connsiteY2560" fmla="*/ 83034 h 1849426"/>
              <a:gd name="connsiteX2561" fmla="*/ 2637571 w 6386648"/>
              <a:gd name="connsiteY2561" fmla="*/ 101058 h 1849426"/>
              <a:gd name="connsiteX2562" fmla="*/ 2619546 w 6386648"/>
              <a:gd name="connsiteY2562" fmla="*/ 119083 h 1849426"/>
              <a:gd name="connsiteX2563" fmla="*/ 2601522 w 6386648"/>
              <a:gd name="connsiteY2563" fmla="*/ 101058 h 1849426"/>
              <a:gd name="connsiteX2564" fmla="*/ 2619546 w 6386648"/>
              <a:gd name="connsiteY2564" fmla="*/ 83034 h 1849426"/>
              <a:gd name="connsiteX2565" fmla="*/ 1291748 w 6386648"/>
              <a:gd name="connsiteY2565" fmla="*/ 83034 h 1849426"/>
              <a:gd name="connsiteX2566" fmla="*/ 1309773 w 6386648"/>
              <a:gd name="connsiteY2566" fmla="*/ 101058 h 1849426"/>
              <a:gd name="connsiteX2567" fmla="*/ 1291748 w 6386648"/>
              <a:gd name="connsiteY2567" fmla="*/ 119083 h 1849426"/>
              <a:gd name="connsiteX2568" fmla="*/ 1273724 w 6386648"/>
              <a:gd name="connsiteY2568" fmla="*/ 101058 h 1849426"/>
              <a:gd name="connsiteX2569" fmla="*/ 1291748 w 6386648"/>
              <a:gd name="connsiteY2569" fmla="*/ 83034 h 1849426"/>
              <a:gd name="connsiteX2570" fmla="*/ 702951 w 6386648"/>
              <a:gd name="connsiteY2570" fmla="*/ 83034 h 1849426"/>
              <a:gd name="connsiteX2571" fmla="*/ 720976 w 6386648"/>
              <a:gd name="connsiteY2571" fmla="*/ 101058 h 1849426"/>
              <a:gd name="connsiteX2572" fmla="*/ 702951 w 6386648"/>
              <a:gd name="connsiteY2572" fmla="*/ 119083 h 1849426"/>
              <a:gd name="connsiteX2573" fmla="*/ 684927 w 6386648"/>
              <a:gd name="connsiteY2573" fmla="*/ 101058 h 1849426"/>
              <a:gd name="connsiteX2574" fmla="*/ 702951 w 6386648"/>
              <a:gd name="connsiteY2574" fmla="*/ 83034 h 1849426"/>
              <a:gd name="connsiteX2575" fmla="*/ 2319139 w 6386648"/>
              <a:gd name="connsiteY2575" fmla="*/ 65010 h 1849426"/>
              <a:gd name="connsiteX2576" fmla="*/ 2337164 w 6386648"/>
              <a:gd name="connsiteY2576" fmla="*/ 83034 h 1849426"/>
              <a:gd name="connsiteX2577" fmla="*/ 2319139 w 6386648"/>
              <a:gd name="connsiteY2577" fmla="*/ 101059 h 1849426"/>
              <a:gd name="connsiteX2578" fmla="*/ 2301115 w 6386648"/>
              <a:gd name="connsiteY2578" fmla="*/ 83034 h 1849426"/>
              <a:gd name="connsiteX2579" fmla="*/ 2319139 w 6386648"/>
              <a:gd name="connsiteY2579" fmla="*/ 65010 h 1849426"/>
              <a:gd name="connsiteX2580" fmla="*/ 564765 w 6386648"/>
              <a:gd name="connsiteY2580" fmla="*/ 65010 h 1849426"/>
              <a:gd name="connsiteX2581" fmla="*/ 582789 w 6386648"/>
              <a:gd name="connsiteY2581" fmla="*/ 83034 h 1849426"/>
              <a:gd name="connsiteX2582" fmla="*/ 564765 w 6386648"/>
              <a:gd name="connsiteY2582" fmla="*/ 101059 h 1849426"/>
              <a:gd name="connsiteX2583" fmla="*/ 546740 w 6386648"/>
              <a:gd name="connsiteY2583" fmla="*/ 83034 h 1849426"/>
              <a:gd name="connsiteX2584" fmla="*/ 564765 w 6386648"/>
              <a:gd name="connsiteY2584" fmla="*/ 65010 h 1849426"/>
              <a:gd name="connsiteX2585" fmla="*/ 18024 w 6386648"/>
              <a:gd name="connsiteY2585" fmla="*/ 65010 h 1849426"/>
              <a:gd name="connsiteX2586" fmla="*/ 36049 w 6386648"/>
              <a:gd name="connsiteY2586" fmla="*/ 83034 h 1849426"/>
              <a:gd name="connsiteX2587" fmla="*/ 18024 w 6386648"/>
              <a:gd name="connsiteY2587" fmla="*/ 101059 h 1849426"/>
              <a:gd name="connsiteX2588" fmla="*/ 0 w 6386648"/>
              <a:gd name="connsiteY2588" fmla="*/ 83034 h 1849426"/>
              <a:gd name="connsiteX2589" fmla="*/ 18024 w 6386648"/>
              <a:gd name="connsiteY2589" fmla="*/ 65010 h 1849426"/>
              <a:gd name="connsiteX2590" fmla="*/ 5052841 w 6386648"/>
              <a:gd name="connsiteY2590" fmla="*/ 59002 h 1849426"/>
              <a:gd name="connsiteX2591" fmla="*/ 5070866 w 6386648"/>
              <a:gd name="connsiteY2591" fmla="*/ 77026 h 1849426"/>
              <a:gd name="connsiteX2592" fmla="*/ 5052841 w 6386648"/>
              <a:gd name="connsiteY2592" fmla="*/ 95051 h 1849426"/>
              <a:gd name="connsiteX2593" fmla="*/ 5034817 w 6386648"/>
              <a:gd name="connsiteY2593" fmla="*/ 77026 h 1849426"/>
              <a:gd name="connsiteX2594" fmla="*/ 5052841 w 6386648"/>
              <a:gd name="connsiteY2594" fmla="*/ 59002 h 1849426"/>
              <a:gd name="connsiteX2595" fmla="*/ 3490726 w 6386648"/>
              <a:gd name="connsiteY2595" fmla="*/ 59002 h 1849426"/>
              <a:gd name="connsiteX2596" fmla="*/ 3508751 w 6386648"/>
              <a:gd name="connsiteY2596" fmla="*/ 77026 h 1849426"/>
              <a:gd name="connsiteX2597" fmla="*/ 3490726 w 6386648"/>
              <a:gd name="connsiteY2597" fmla="*/ 95051 h 1849426"/>
              <a:gd name="connsiteX2598" fmla="*/ 3472702 w 6386648"/>
              <a:gd name="connsiteY2598" fmla="*/ 77026 h 1849426"/>
              <a:gd name="connsiteX2599" fmla="*/ 3490726 w 6386648"/>
              <a:gd name="connsiteY2599" fmla="*/ 59002 h 1849426"/>
              <a:gd name="connsiteX2600" fmla="*/ 1447960 w 6386648"/>
              <a:gd name="connsiteY2600" fmla="*/ 59002 h 1849426"/>
              <a:gd name="connsiteX2601" fmla="*/ 1465985 w 6386648"/>
              <a:gd name="connsiteY2601" fmla="*/ 77026 h 1849426"/>
              <a:gd name="connsiteX2602" fmla="*/ 1447960 w 6386648"/>
              <a:gd name="connsiteY2602" fmla="*/ 95051 h 1849426"/>
              <a:gd name="connsiteX2603" fmla="*/ 1429936 w 6386648"/>
              <a:gd name="connsiteY2603" fmla="*/ 77026 h 1849426"/>
              <a:gd name="connsiteX2604" fmla="*/ 1447960 w 6386648"/>
              <a:gd name="connsiteY2604" fmla="*/ 59002 h 1849426"/>
              <a:gd name="connsiteX2605" fmla="*/ 2192969 w 6386648"/>
              <a:gd name="connsiteY2605" fmla="*/ 46987 h 1849426"/>
              <a:gd name="connsiteX2606" fmla="*/ 2210994 w 6386648"/>
              <a:gd name="connsiteY2606" fmla="*/ 65012 h 1849426"/>
              <a:gd name="connsiteX2607" fmla="*/ 2192969 w 6386648"/>
              <a:gd name="connsiteY2607" fmla="*/ 83036 h 1849426"/>
              <a:gd name="connsiteX2608" fmla="*/ 2174945 w 6386648"/>
              <a:gd name="connsiteY2608" fmla="*/ 65012 h 1849426"/>
              <a:gd name="connsiteX2609" fmla="*/ 2192969 w 6386648"/>
              <a:gd name="connsiteY2609" fmla="*/ 46987 h 1849426"/>
              <a:gd name="connsiteX2610" fmla="*/ 4434003 w 6386648"/>
              <a:gd name="connsiteY2610" fmla="*/ 40979 h 1849426"/>
              <a:gd name="connsiteX2611" fmla="*/ 4452028 w 6386648"/>
              <a:gd name="connsiteY2611" fmla="*/ 59003 h 1849426"/>
              <a:gd name="connsiteX2612" fmla="*/ 4434003 w 6386648"/>
              <a:gd name="connsiteY2612" fmla="*/ 77028 h 1849426"/>
              <a:gd name="connsiteX2613" fmla="*/ 4415979 w 6386648"/>
              <a:gd name="connsiteY2613" fmla="*/ 59003 h 1849426"/>
              <a:gd name="connsiteX2614" fmla="*/ 4434003 w 6386648"/>
              <a:gd name="connsiteY2614" fmla="*/ 40979 h 1849426"/>
              <a:gd name="connsiteX2615" fmla="*/ 3616897 w 6386648"/>
              <a:gd name="connsiteY2615" fmla="*/ 40979 h 1849426"/>
              <a:gd name="connsiteX2616" fmla="*/ 3634922 w 6386648"/>
              <a:gd name="connsiteY2616" fmla="*/ 59003 h 1849426"/>
              <a:gd name="connsiteX2617" fmla="*/ 3616897 w 6386648"/>
              <a:gd name="connsiteY2617" fmla="*/ 77028 h 1849426"/>
              <a:gd name="connsiteX2618" fmla="*/ 3598872 w 6386648"/>
              <a:gd name="connsiteY2618" fmla="*/ 59003 h 1849426"/>
              <a:gd name="connsiteX2619" fmla="*/ 3616897 w 6386648"/>
              <a:gd name="connsiteY2619" fmla="*/ 40979 h 1849426"/>
              <a:gd name="connsiteX2620" fmla="*/ 1826473 w 6386648"/>
              <a:gd name="connsiteY2620" fmla="*/ 40979 h 1849426"/>
              <a:gd name="connsiteX2621" fmla="*/ 1844497 w 6386648"/>
              <a:gd name="connsiteY2621" fmla="*/ 59003 h 1849426"/>
              <a:gd name="connsiteX2622" fmla="*/ 1826473 w 6386648"/>
              <a:gd name="connsiteY2622" fmla="*/ 77028 h 1849426"/>
              <a:gd name="connsiteX2623" fmla="*/ 1808448 w 6386648"/>
              <a:gd name="connsiteY2623" fmla="*/ 59003 h 1849426"/>
              <a:gd name="connsiteX2624" fmla="*/ 1826473 w 6386648"/>
              <a:gd name="connsiteY2624" fmla="*/ 40979 h 1849426"/>
              <a:gd name="connsiteX2625" fmla="*/ 5942045 w 6386648"/>
              <a:gd name="connsiteY2625" fmla="*/ 34970 h 1849426"/>
              <a:gd name="connsiteX2626" fmla="*/ 5960070 w 6386648"/>
              <a:gd name="connsiteY2626" fmla="*/ 52994 h 1849426"/>
              <a:gd name="connsiteX2627" fmla="*/ 5942045 w 6386648"/>
              <a:gd name="connsiteY2627" fmla="*/ 71019 h 1849426"/>
              <a:gd name="connsiteX2628" fmla="*/ 5924021 w 6386648"/>
              <a:gd name="connsiteY2628" fmla="*/ 52994 h 1849426"/>
              <a:gd name="connsiteX2629" fmla="*/ 5942045 w 6386648"/>
              <a:gd name="connsiteY2629" fmla="*/ 34970 h 1849426"/>
              <a:gd name="connsiteX2630" fmla="*/ 5719744 w 6386648"/>
              <a:gd name="connsiteY2630" fmla="*/ 34970 h 1849426"/>
              <a:gd name="connsiteX2631" fmla="*/ 5737769 w 6386648"/>
              <a:gd name="connsiteY2631" fmla="*/ 52994 h 1849426"/>
              <a:gd name="connsiteX2632" fmla="*/ 5719744 w 6386648"/>
              <a:gd name="connsiteY2632" fmla="*/ 71019 h 1849426"/>
              <a:gd name="connsiteX2633" fmla="*/ 5701719 w 6386648"/>
              <a:gd name="connsiteY2633" fmla="*/ 52994 h 1849426"/>
              <a:gd name="connsiteX2634" fmla="*/ 5719744 w 6386648"/>
              <a:gd name="connsiteY2634" fmla="*/ 34970 h 1849426"/>
              <a:gd name="connsiteX2635" fmla="*/ 1171586 w 6386648"/>
              <a:gd name="connsiteY2635" fmla="*/ 34970 h 1849426"/>
              <a:gd name="connsiteX2636" fmla="*/ 1189611 w 6386648"/>
              <a:gd name="connsiteY2636" fmla="*/ 52994 h 1849426"/>
              <a:gd name="connsiteX2637" fmla="*/ 1171586 w 6386648"/>
              <a:gd name="connsiteY2637" fmla="*/ 71019 h 1849426"/>
              <a:gd name="connsiteX2638" fmla="*/ 1153562 w 6386648"/>
              <a:gd name="connsiteY2638" fmla="*/ 52994 h 1849426"/>
              <a:gd name="connsiteX2639" fmla="*/ 1171586 w 6386648"/>
              <a:gd name="connsiteY2639" fmla="*/ 34970 h 1849426"/>
              <a:gd name="connsiteX2640" fmla="*/ 937268 w 6386648"/>
              <a:gd name="connsiteY2640" fmla="*/ 34970 h 1849426"/>
              <a:gd name="connsiteX2641" fmla="*/ 955293 w 6386648"/>
              <a:gd name="connsiteY2641" fmla="*/ 52994 h 1849426"/>
              <a:gd name="connsiteX2642" fmla="*/ 937268 w 6386648"/>
              <a:gd name="connsiteY2642" fmla="*/ 71019 h 1849426"/>
              <a:gd name="connsiteX2643" fmla="*/ 919244 w 6386648"/>
              <a:gd name="connsiteY2643" fmla="*/ 52994 h 1849426"/>
              <a:gd name="connsiteX2644" fmla="*/ 937268 w 6386648"/>
              <a:gd name="connsiteY2644" fmla="*/ 34970 h 1849426"/>
              <a:gd name="connsiteX2645" fmla="*/ 426577 w 6386648"/>
              <a:gd name="connsiteY2645" fmla="*/ 34970 h 1849426"/>
              <a:gd name="connsiteX2646" fmla="*/ 444602 w 6386648"/>
              <a:gd name="connsiteY2646" fmla="*/ 52994 h 1849426"/>
              <a:gd name="connsiteX2647" fmla="*/ 426577 w 6386648"/>
              <a:gd name="connsiteY2647" fmla="*/ 71019 h 1849426"/>
              <a:gd name="connsiteX2648" fmla="*/ 408553 w 6386648"/>
              <a:gd name="connsiteY2648" fmla="*/ 52994 h 1849426"/>
              <a:gd name="connsiteX2649" fmla="*/ 426577 w 6386648"/>
              <a:gd name="connsiteY2649" fmla="*/ 34970 h 1849426"/>
              <a:gd name="connsiteX2650" fmla="*/ 6146322 w 6386648"/>
              <a:gd name="connsiteY2650" fmla="*/ 28962 h 1849426"/>
              <a:gd name="connsiteX2651" fmla="*/ 6164347 w 6386648"/>
              <a:gd name="connsiteY2651" fmla="*/ 46986 h 1849426"/>
              <a:gd name="connsiteX2652" fmla="*/ 6146322 w 6386648"/>
              <a:gd name="connsiteY2652" fmla="*/ 65011 h 1849426"/>
              <a:gd name="connsiteX2653" fmla="*/ 6128298 w 6386648"/>
              <a:gd name="connsiteY2653" fmla="*/ 46986 h 1849426"/>
              <a:gd name="connsiteX2654" fmla="*/ 6146322 w 6386648"/>
              <a:gd name="connsiteY2654" fmla="*/ 28962 h 1849426"/>
              <a:gd name="connsiteX2655" fmla="*/ 4776467 w 6386648"/>
              <a:gd name="connsiteY2655" fmla="*/ 28962 h 1849426"/>
              <a:gd name="connsiteX2656" fmla="*/ 4794492 w 6386648"/>
              <a:gd name="connsiteY2656" fmla="*/ 46986 h 1849426"/>
              <a:gd name="connsiteX2657" fmla="*/ 4776467 w 6386648"/>
              <a:gd name="connsiteY2657" fmla="*/ 65011 h 1849426"/>
              <a:gd name="connsiteX2658" fmla="*/ 4758443 w 6386648"/>
              <a:gd name="connsiteY2658" fmla="*/ 46986 h 1849426"/>
              <a:gd name="connsiteX2659" fmla="*/ 4776467 w 6386648"/>
              <a:gd name="connsiteY2659" fmla="*/ 28962 h 1849426"/>
              <a:gd name="connsiteX2660" fmla="*/ 2451318 w 6386648"/>
              <a:gd name="connsiteY2660" fmla="*/ 28962 h 1849426"/>
              <a:gd name="connsiteX2661" fmla="*/ 2469343 w 6386648"/>
              <a:gd name="connsiteY2661" fmla="*/ 46986 h 1849426"/>
              <a:gd name="connsiteX2662" fmla="*/ 2451318 w 6386648"/>
              <a:gd name="connsiteY2662" fmla="*/ 65011 h 1849426"/>
              <a:gd name="connsiteX2663" fmla="*/ 2433294 w 6386648"/>
              <a:gd name="connsiteY2663" fmla="*/ 46986 h 1849426"/>
              <a:gd name="connsiteX2664" fmla="*/ 2451318 w 6386648"/>
              <a:gd name="connsiteY2664" fmla="*/ 28962 h 1849426"/>
              <a:gd name="connsiteX2665" fmla="*/ 150203 w 6386648"/>
              <a:gd name="connsiteY2665" fmla="*/ 28962 h 1849426"/>
              <a:gd name="connsiteX2666" fmla="*/ 168228 w 6386648"/>
              <a:gd name="connsiteY2666" fmla="*/ 46986 h 1849426"/>
              <a:gd name="connsiteX2667" fmla="*/ 150203 w 6386648"/>
              <a:gd name="connsiteY2667" fmla="*/ 65011 h 1849426"/>
              <a:gd name="connsiteX2668" fmla="*/ 132179 w 6386648"/>
              <a:gd name="connsiteY2668" fmla="*/ 46986 h 1849426"/>
              <a:gd name="connsiteX2669" fmla="*/ 150203 w 6386648"/>
              <a:gd name="connsiteY2669" fmla="*/ 28962 h 1849426"/>
              <a:gd name="connsiteX2670" fmla="*/ 4277792 w 6386648"/>
              <a:gd name="connsiteY2670" fmla="*/ 22954 h 1849426"/>
              <a:gd name="connsiteX2671" fmla="*/ 4295817 w 6386648"/>
              <a:gd name="connsiteY2671" fmla="*/ 40978 h 1849426"/>
              <a:gd name="connsiteX2672" fmla="*/ 4277792 w 6386648"/>
              <a:gd name="connsiteY2672" fmla="*/ 59003 h 1849426"/>
              <a:gd name="connsiteX2673" fmla="*/ 4259767 w 6386648"/>
              <a:gd name="connsiteY2673" fmla="*/ 40978 h 1849426"/>
              <a:gd name="connsiteX2674" fmla="*/ 4277792 w 6386648"/>
              <a:gd name="connsiteY2674" fmla="*/ 22954 h 1849426"/>
              <a:gd name="connsiteX2675" fmla="*/ 4145613 w 6386648"/>
              <a:gd name="connsiteY2675" fmla="*/ 22954 h 1849426"/>
              <a:gd name="connsiteX2676" fmla="*/ 4163638 w 6386648"/>
              <a:gd name="connsiteY2676" fmla="*/ 40978 h 1849426"/>
              <a:gd name="connsiteX2677" fmla="*/ 4145613 w 6386648"/>
              <a:gd name="connsiteY2677" fmla="*/ 59003 h 1849426"/>
              <a:gd name="connsiteX2678" fmla="*/ 4127589 w 6386648"/>
              <a:gd name="connsiteY2678" fmla="*/ 40978 h 1849426"/>
              <a:gd name="connsiteX2679" fmla="*/ 4145613 w 6386648"/>
              <a:gd name="connsiteY2679" fmla="*/ 22954 h 1849426"/>
              <a:gd name="connsiteX2680" fmla="*/ 817106 w 6386648"/>
              <a:gd name="connsiteY2680" fmla="*/ 22954 h 1849426"/>
              <a:gd name="connsiteX2681" fmla="*/ 829123 w 6386648"/>
              <a:gd name="connsiteY2681" fmla="*/ 34970 h 1849426"/>
              <a:gd name="connsiteX2682" fmla="*/ 817106 w 6386648"/>
              <a:gd name="connsiteY2682" fmla="*/ 46987 h 1849426"/>
              <a:gd name="connsiteX2683" fmla="*/ 805090 w 6386648"/>
              <a:gd name="connsiteY2683" fmla="*/ 34970 h 1849426"/>
              <a:gd name="connsiteX2684" fmla="*/ 817106 w 6386648"/>
              <a:gd name="connsiteY2684" fmla="*/ 22954 h 1849426"/>
              <a:gd name="connsiteX2685" fmla="*/ 5491435 w 6386648"/>
              <a:gd name="connsiteY2685" fmla="*/ 16946 h 1849426"/>
              <a:gd name="connsiteX2686" fmla="*/ 5509460 w 6386648"/>
              <a:gd name="connsiteY2686" fmla="*/ 34971 h 1849426"/>
              <a:gd name="connsiteX2687" fmla="*/ 5491435 w 6386648"/>
              <a:gd name="connsiteY2687" fmla="*/ 52995 h 1849426"/>
              <a:gd name="connsiteX2688" fmla="*/ 5473411 w 6386648"/>
              <a:gd name="connsiteY2688" fmla="*/ 34971 h 1849426"/>
              <a:gd name="connsiteX2689" fmla="*/ 5491435 w 6386648"/>
              <a:gd name="connsiteY2689" fmla="*/ 16946 h 1849426"/>
              <a:gd name="connsiteX2690" fmla="*/ 5323207 w 6386648"/>
              <a:gd name="connsiteY2690" fmla="*/ 16946 h 1849426"/>
              <a:gd name="connsiteX2691" fmla="*/ 5341232 w 6386648"/>
              <a:gd name="connsiteY2691" fmla="*/ 34971 h 1849426"/>
              <a:gd name="connsiteX2692" fmla="*/ 5323207 w 6386648"/>
              <a:gd name="connsiteY2692" fmla="*/ 52995 h 1849426"/>
              <a:gd name="connsiteX2693" fmla="*/ 5305183 w 6386648"/>
              <a:gd name="connsiteY2693" fmla="*/ 34971 h 1849426"/>
              <a:gd name="connsiteX2694" fmla="*/ 5323207 w 6386648"/>
              <a:gd name="connsiteY2694" fmla="*/ 16946 h 1849426"/>
              <a:gd name="connsiteX2695" fmla="*/ 4632272 w 6386648"/>
              <a:gd name="connsiteY2695" fmla="*/ 16946 h 1849426"/>
              <a:gd name="connsiteX2696" fmla="*/ 4650297 w 6386648"/>
              <a:gd name="connsiteY2696" fmla="*/ 34971 h 1849426"/>
              <a:gd name="connsiteX2697" fmla="*/ 4632272 w 6386648"/>
              <a:gd name="connsiteY2697" fmla="*/ 52995 h 1849426"/>
              <a:gd name="connsiteX2698" fmla="*/ 4614248 w 6386648"/>
              <a:gd name="connsiteY2698" fmla="*/ 34971 h 1849426"/>
              <a:gd name="connsiteX2699" fmla="*/ 4632272 w 6386648"/>
              <a:gd name="connsiteY2699" fmla="*/ 16946 h 1849426"/>
              <a:gd name="connsiteX2700" fmla="*/ 3226368 w 6386648"/>
              <a:gd name="connsiteY2700" fmla="*/ 16946 h 1849426"/>
              <a:gd name="connsiteX2701" fmla="*/ 3244393 w 6386648"/>
              <a:gd name="connsiteY2701" fmla="*/ 34971 h 1849426"/>
              <a:gd name="connsiteX2702" fmla="*/ 3226368 w 6386648"/>
              <a:gd name="connsiteY2702" fmla="*/ 52995 h 1849426"/>
              <a:gd name="connsiteX2703" fmla="*/ 3208343 w 6386648"/>
              <a:gd name="connsiteY2703" fmla="*/ 34971 h 1849426"/>
              <a:gd name="connsiteX2704" fmla="*/ 3226368 w 6386648"/>
              <a:gd name="connsiteY2704" fmla="*/ 16946 h 1849426"/>
              <a:gd name="connsiteX2705" fmla="*/ 3983393 w 6386648"/>
              <a:gd name="connsiteY2705" fmla="*/ 10938 h 1849426"/>
              <a:gd name="connsiteX2706" fmla="*/ 4001418 w 6386648"/>
              <a:gd name="connsiteY2706" fmla="*/ 28962 h 1849426"/>
              <a:gd name="connsiteX2707" fmla="*/ 3983393 w 6386648"/>
              <a:gd name="connsiteY2707" fmla="*/ 46987 h 1849426"/>
              <a:gd name="connsiteX2708" fmla="*/ 3965369 w 6386648"/>
              <a:gd name="connsiteY2708" fmla="*/ 28962 h 1849426"/>
              <a:gd name="connsiteX2709" fmla="*/ 3983393 w 6386648"/>
              <a:gd name="connsiteY2709" fmla="*/ 10938 h 1849426"/>
              <a:gd name="connsiteX2710" fmla="*/ 1039407 w 6386648"/>
              <a:gd name="connsiteY2710" fmla="*/ 10938 h 1849426"/>
              <a:gd name="connsiteX2711" fmla="*/ 1057432 w 6386648"/>
              <a:gd name="connsiteY2711" fmla="*/ 28962 h 1849426"/>
              <a:gd name="connsiteX2712" fmla="*/ 1039407 w 6386648"/>
              <a:gd name="connsiteY2712" fmla="*/ 46987 h 1849426"/>
              <a:gd name="connsiteX2713" fmla="*/ 1021383 w 6386648"/>
              <a:gd name="connsiteY2713" fmla="*/ 28962 h 1849426"/>
              <a:gd name="connsiteX2714" fmla="*/ 1039407 w 6386648"/>
              <a:gd name="connsiteY2714" fmla="*/ 10938 h 1849426"/>
              <a:gd name="connsiteX2715" fmla="*/ 312422 w 6386648"/>
              <a:gd name="connsiteY2715" fmla="*/ 10938 h 1849426"/>
              <a:gd name="connsiteX2716" fmla="*/ 330447 w 6386648"/>
              <a:gd name="connsiteY2716" fmla="*/ 28962 h 1849426"/>
              <a:gd name="connsiteX2717" fmla="*/ 312422 w 6386648"/>
              <a:gd name="connsiteY2717" fmla="*/ 46987 h 1849426"/>
              <a:gd name="connsiteX2718" fmla="*/ 294398 w 6386648"/>
              <a:gd name="connsiteY2718" fmla="*/ 28962 h 1849426"/>
              <a:gd name="connsiteX2719" fmla="*/ 312422 w 6386648"/>
              <a:gd name="connsiteY2719" fmla="*/ 10938 h 1849426"/>
              <a:gd name="connsiteX2720" fmla="*/ 3839198 w 6386648"/>
              <a:gd name="connsiteY2720" fmla="*/ 4930 h 1849426"/>
              <a:gd name="connsiteX2721" fmla="*/ 3857223 w 6386648"/>
              <a:gd name="connsiteY2721" fmla="*/ 22954 h 1849426"/>
              <a:gd name="connsiteX2722" fmla="*/ 3839198 w 6386648"/>
              <a:gd name="connsiteY2722" fmla="*/ 40979 h 1849426"/>
              <a:gd name="connsiteX2723" fmla="*/ 3821174 w 6386648"/>
              <a:gd name="connsiteY2723" fmla="*/ 22954 h 1849426"/>
              <a:gd name="connsiteX2724" fmla="*/ 3839198 w 6386648"/>
              <a:gd name="connsiteY2724" fmla="*/ 4930 h 1849426"/>
              <a:gd name="connsiteX2725" fmla="*/ 3388588 w 6386648"/>
              <a:gd name="connsiteY2725" fmla="*/ 4930 h 1849426"/>
              <a:gd name="connsiteX2726" fmla="*/ 3406613 w 6386648"/>
              <a:gd name="connsiteY2726" fmla="*/ 22954 h 1849426"/>
              <a:gd name="connsiteX2727" fmla="*/ 3388588 w 6386648"/>
              <a:gd name="connsiteY2727" fmla="*/ 40979 h 1849426"/>
              <a:gd name="connsiteX2728" fmla="*/ 3370564 w 6386648"/>
              <a:gd name="connsiteY2728" fmla="*/ 22954 h 1849426"/>
              <a:gd name="connsiteX2729" fmla="*/ 3388588 w 6386648"/>
              <a:gd name="connsiteY2729" fmla="*/ 4930 h 1849426"/>
              <a:gd name="connsiteX2730" fmla="*/ 5171526 w 6386648"/>
              <a:gd name="connsiteY2730" fmla="*/ 0 h 1849426"/>
              <a:gd name="connsiteX2731" fmla="*/ 5198514 w 6386648"/>
              <a:gd name="connsiteY2731" fmla="*/ 0 h 1849426"/>
              <a:gd name="connsiteX2732" fmla="*/ 5203045 w 6386648"/>
              <a:gd name="connsiteY2732" fmla="*/ 10937 h 1849426"/>
              <a:gd name="connsiteX2733" fmla="*/ 5185020 w 6386648"/>
              <a:gd name="connsiteY2733" fmla="*/ 28962 h 1849426"/>
              <a:gd name="connsiteX2734" fmla="*/ 5166996 w 6386648"/>
              <a:gd name="connsiteY2734" fmla="*/ 10937 h 1849426"/>
              <a:gd name="connsiteX2735" fmla="*/ 4908761 w 6386648"/>
              <a:gd name="connsiteY2735" fmla="*/ 0 h 1849426"/>
              <a:gd name="connsiteX2736" fmla="*/ 4932564 w 6386648"/>
              <a:gd name="connsiteY2736" fmla="*/ 0 h 1849426"/>
              <a:gd name="connsiteX2737" fmla="*/ 4920662 w 6386648"/>
              <a:gd name="connsiteY2737" fmla="*/ 4930 h 1849426"/>
              <a:gd name="connsiteX2738" fmla="*/ 3701458 w 6386648"/>
              <a:gd name="connsiteY2738" fmla="*/ 0 h 1849426"/>
              <a:gd name="connsiteX2739" fmla="*/ 3736613 w 6386648"/>
              <a:gd name="connsiteY2739" fmla="*/ 0 h 1849426"/>
              <a:gd name="connsiteX2740" fmla="*/ 3731781 w 6386648"/>
              <a:gd name="connsiteY2740" fmla="*/ 11667 h 1849426"/>
              <a:gd name="connsiteX2741" fmla="*/ 3719035 w 6386648"/>
              <a:gd name="connsiteY2741" fmla="*/ 16946 h 1849426"/>
              <a:gd name="connsiteX2742" fmla="*/ 3706290 w 6386648"/>
              <a:gd name="connsiteY2742" fmla="*/ 11667 h 1849426"/>
              <a:gd name="connsiteX2743" fmla="*/ 3058255 w 6386648"/>
              <a:gd name="connsiteY2743" fmla="*/ 0 h 1849426"/>
              <a:gd name="connsiteX2744" fmla="*/ 3082058 w 6386648"/>
              <a:gd name="connsiteY2744" fmla="*/ 0 h 1849426"/>
              <a:gd name="connsiteX2745" fmla="*/ 3070156 w 6386648"/>
              <a:gd name="connsiteY2745" fmla="*/ 4930 h 1849426"/>
              <a:gd name="connsiteX2746" fmla="*/ 2908383 w 6386648"/>
              <a:gd name="connsiteY2746" fmla="*/ 0 h 1849426"/>
              <a:gd name="connsiteX2747" fmla="*/ 2943539 w 6386648"/>
              <a:gd name="connsiteY2747" fmla="*/ 0 h 1849426"/>
              <a:gd name="connsiteX2748" fmla="*/ 2938707 w 6386648"/>
              <a:gd name="connsiteY2748" fmla="*/ 11667 h 1849426"/>
              <a:gd name="connsiteX2749" fmla="*/ 2925961 w 6386648"/>
              <a:gd name="connsiteY2749" fmla="*/ 16946 h 1849426"/>
              <a:gd name="connsiteX2750" fmla="*/ 2913216 w 6386648"/>
              <a:gd name="connsiteY2750" fmla="*/ 11667 h 1849426"/>
              <a:gd name="connsiteX2751" fmla="*/ 2794230 w 6386648"/>
              <a:gd name="connsiteY2751" fmla="*/ 0 h 1849426"/>
              <a:gd name="connsiteX2752" fmla="*/ 2829385 w 6386648"/>
              <a:gd name="connsiteY2752" fmla="*/ 0 h 1849426"/>
              <a:gd name="connsiteX2753" fmla="*/ 2824553 w 6386648"/>
              <a:gd name="connsiteY2753" fmla="*/ 11667 h 1849426"/>
              <a:gd name="connsiteX2754" fmla="*/ 2811807 w 6386648"/>
              <a:gd name="connsiteY2754" fmla="*/ 16946 h 1849426"/>
              <a:gd name="connsiteX2755" fmla="*/ 2799062 w 6386648"/>
              <a:gd name="connsiteY2755" fmla="*/ 11667 h 1849426"/>
              <a:gd name="connsiteX2756" fmla="*/ 2675662 w 6386648"/>
              <a:gd name="connsiteY2756" fmla="*/ 0 h 1849426"/>
              <a:gd name="connsiteX2757" fmla="*/ 2707627 w 6386648"/>
              <a:gd name="connsiteY2757" fmla="*/ 0 h 1849426"/>
              <a:gd name="connsiteX2758" fmla="*/ 2709669 w 6386648"/>
              <a:gd name="connsiteY2758" fmla="*/ 4930 h 1849426"/>
              <a:gd name="connsiteX2759" fmla="*/ 2691644 w 6386648"/>
              <a:gd name="connsiteY2759" fmla="*/ 22954 h 1849426"/>
              <a:gd name="connsiteX2760" fmla="*/ 2673620 w 6386648"/>
              <a:gd name="connsiteY2760" fmla="*/ 4930 h 1849426"/>
              <a:gd name="connsiteX2761" fmla="*/ 2543483 w 6386648"/>
              <a:gd name="connsiteY2761" fmla="*/ 0 h 1849426"/>
              <a:gd name="connsiteX2762" fmla="*/ 2575448 w 6386648"/>
              <a:gd name="connsiteY2762" fmla="*/ 0 h 1849426"/>
              <a:gd name="connsiteX2763" fmla="*/ 2577490 w 6386648"/>
              <a:gd name="connsiteY2763" fmla="*/ 4930 h 1849426"/>
              <a:gd name="connsiteX2764" fmla="*/ 2559465 w 6386648"/>
              <a:gd name="connsiteY2764" fmla="*/ 22954 h 1849426"/>
              <a:gd name="connsiteX2765" fmla="*/ 2541441 w 6386648"/>
              <a:gd name="connsiteY2765" fmla="*/ 4930 h 1849426"/>
              <a:gd name="connsiteX2766" fmla="*/ 2047297 w 6386648"/>
              <a:gd name="connsiteY2766" fmla="*/ 0 h 1849426"/>
              <a:gd name="connsiteX2767" fmla="*/ 2074285 w 6386648"/>
              <a:gd name="connsiteY2767" fmla="*/ 0 h 1849426"/>
              <a:gd name="connsiteX2768" fmla="*/ 2078815 w 6386648"/>
              <a:gd name="connsiteY2768" fmla="*/ 10937 h 1849426"/>
              <a:gd name="connsiteX2769" fmla="*/ 2060790 w 6386648"/>
              <a:gd name="connsiteY2769" fmla="*/ 28962 h 1849426"/>
              <a:gd name="connsiteX2770" fmla="*/ 2042766 w 6386648"/>
              <a:gd name="connsiteY2770" fmla="*/ 10937 h 1849426"/>
              <a:gd name="connsiteX2771" fmla="*/ 1932017 w 6386648"/>
              <a:gd name="connsiteY2771" fmla="*/ 0 h 1849426"/>
              <a:gd name="connsiteX2772" fmla="*/ 1937222 w 6386648"/>
              <a:gd name="connsiteY2772" fmla="*/ 0 h 1849426"/>
              <a:gd name="connsiteX2773" fmla="*/ 1947365 w 6386648"/>
              <a:gd name="connsiteY2773" fmla="*/ 4201 h 1849426"/>
              <a:gd name="connsiteX2774" fmla="*/ 1952644 w 6386648"/>
              <a:gd name="connsiteY2774" fmla="*/ 16946 h 1849426"/>
              <a:gd name="connsiteX2775" fmla="*/ 1934619 w 6386648"/>
              <a:gd name="connsiteY2775" fmla="*/ 34971 h 1849426"/>
              <a:gd name="connsiteX2776" fmla="*/ 1916595 w 6386648"/>
              <a:gd name="connsiteY2776" fmla="*/ 16946 h 1849426"/>
              <a:gd name="connsiteX2777" fmla="*/ 1921875 w 6386648"/>
              <a:gd name="connsiteY2777" fmla="*/ 4201 h 1849426"/>
              <a:gd name="connsiteX2778" fmla="*/ 1694741 w 6386648"/>
              <a:gd name="connsiteY2778" fmla="*/ 0 h 1849426"/>
              <a:gd name="connsiteX2779" fmla="*/ 1729896 w 6386648"/>
              <a:gd name="connsiteY2779" fmla="*/ 0 h 1849426"/>
              <a:gd name="connsiteX2780" fmla="*/ 1725064 w 6386648"/>
              <a:gd name="connsiteY2780" fmla="*/ 11667 h 1849426"/>
              <a:gd name="connsiteX2781" fmla="*/ 1712318 w 6386648"/>
              <a:gd name="connsiteY2781" fmla="*/ 16946 h 1849426"/>
              <a:gd name="connsiteX2782" fmla="*/ 1699574 w 6386648"/>
              <a:gd name="connsiteY2782" fmla="*/ 11667 h 1849426"/>
              <a:gd name="connsiteX2783" fmla="*/ 1586594 w 6386648"/>
              <a:gd name="connsiteY2783" fmla="*/ 0 h 1849426"/>
              <a:gd name="connsiteX2784" fmla="*/ 1621749 w 6386648"/>
              <a:gd name="connsiteY2784" fmla="*/ 0 h 1849426"/>
              <a:gd name="connsiteX2785" fmla="*/ 1616917 w 6386648"/>
              <a:gd name="connsiteY2785" fmla="*/ 11667 h 1849426"/>
              <a:gd name="connsiteX2786" fmla="*/ 1604171 w 6386648"/>
              <a:gd name="connsiteY2786" fmla="*/ 16946 h 1849426"/>
              <a:gd name="connsiteX2787" fmla="*/ 1591427 w 6386648"/>
              <a:gd name="connsiteY2787" fmla="*/ 11667 h 1849426"/>
              <a:gd name="connsiteX2788" fmla="*/ 1328245 w 6386648"/>
              <a:gd name="connsiteY2788" fmla="*/ 0 h 1849426"/>
              <a:gd name="connsiteX2789" fmla="*/ 1363400 w 6386648"/>
              <a:gd name="connsiteY2789" fmla="*/ 0 h 1849426"/>
              <a:gd name="connsiteX2790" fmla="*/ 1358568 w 6386648"/>
              <a:gd name="connsiteY2790" fmla="*/ 11667 h 1849426"/>
              <a:gd name="connsiteX2791" fmla="*/ 1345823 w 6386648"/>
              <a:gd name="connsiteY2791" fmla="*/ 16946 h 1849426"/>
              <a:gd name="connsiteX2792" fmla="*/ 1333078 w 6386648"/>
              <a:gd name="connsiteY2792" fmla="*/ 11667 h 1849426"/>
              <a:gd name="connsiteX2793" fmla="*/ 636977 w 6386648"/>
              <a:gd name="connsiteY2793" fmla="*/ 0 h 1849426"/>
              <a:gd name="connsiteX2794" fmla="*/ 660780 w 6386648"/>
              <a:gd name="connsiteY2794" fmla="*/ 0 h 1849426"/>
              <a:gd name="connsiteX2795" fmla="*/ 648878 w 6386648"/>
              <a:gd name="connsiteY2795" fmla="*/ 4930 h 184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Lst>
            <a:rect l="l" t="t" r="r" b="b"/>
            <a:pathLst>
              <a:path w="6386648" h="1849426">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Freeform: Shape 13">
            <a:extLst>
              <a:ext uri="{FF2B5EF4-FFF2-40B4-BE49-F238E27FC236}">
                <a16:creationId xmlns:a16="http://schemas.microsoft.com/office/drawing/2014/main" id="{7C53E5E2-F4CB-418D-A508-1B48AA0C80EC}"/>
              </a:ext>
              <a:ext uri="{C183D7F6-B498-43B3-948B-1728B52AA6E4}">
                <adec:decorative xmlns:adec="http://schemas.microsoft.com/office/drawing/2017/decorative" val="1"/>
              </a:ext>
            </a:extLst>
          </p:cNvPr>
          <p:cNvSpPr/>
          <p:nvPr/>
        </p:nvSpPr>
        <p:spPr>
          <a:xfrm>
            <a:off x="3794296" y="0"/>
            <a:ext cx="2423863" cy="1343767"/>
          </a:xfrm>
          <a:custGeom>
            <a:avLst/>
            <a:gdLst>
              <a:gd name="connsiteX0" fmla="*/ 37089 w 3015964"/>
              <a:gd name="connsiteY0" fmla="*/ 0 h 1681468"/>
              <a:gd name="connsiteX1" fmla="*/ 3014022 w 3015964"/>
              <a:gd name="connsiteY1" fmla="*/ 0 h 1681468"/>
              <a:gd name="connsiteX2" fmla="*/ 3015964 w 3015964"/>
              <a:gd name="connsiteY2" fmla="*/ 52718 h 1681468"/>
              <a:gd name="connsiteX3" fmla="*/ 2982682 w 3015964"/>
              <a:gd name="connsiteY3" fmla="*/ 249186 h 1681468"/>
              <a:gd name="connsiteX4" fmla="*/ 1789950 w 3015964"/>
              <a:gd name="connsiteY4" fmla="*/ 1181800 h 1681468"/>
              <a:gd name="connsiteX5" fmla="*/ 1536391 w 3015964"/>
              <a:gd name="connsiteY5" fmla="*/ 1275909 h 1681468"/>
              <a:gd name="connsiteX6" fmla="*/ 1257206 w 3015964"/>
              <a:gd name="connsiteY6" fmla="*/ 1431287 h 1681468"/>
              <a:gd name="connsiteX7" fmla="*/ 990871 w 3015964"/>
              <a:gd name="connsiteY7" fmla="*/ 1669291 h 1681468"/>
              <a:gd name="connsiteX8" fmla="*/ 584900 w 3015964"/>
              <a:gd name="connsiteY8" fmla="*/ 1589975 h 1681468"/>
              <a:gd name="connsiteX9" fmla="*/ 32440 w 3015964"/>
              <a:gd name="connsiteY9" fmla="*/ 985257 h 1681468"/>
              <a:gd name="connsiteX10" fmla="*/ 98094 w 3015964"/>
              <a:gd name="connsiteY10" fmla="*/ 314136 h 1681468"/>
              <a:gd name="connsiteX11" fmla="*/ 37491 w 3015964"/>
              <a:gd name="connsiteY11" fmla="*/ 8555 h 168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15964" h="1681468">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Freeform: Shape 15">
            <a:extLst>
              <a:ext uri="{FF2B5EF4-FFF2-40B4-BE49-F238E27FC236}">
                <a16:creationId xmlns:a16="http://schemas.microsoft.com/office/drawing/2014/main" id="{0EC1D321-BAC2-4660-9A17-37B2A284DEA4}"/>
              </a:ext>
              <a:ext uri="{C183D7F6-B498-43B3-948B-1728B52AA6E4}">
                <adec:decorative xmlns:adec="http://schemas.microsoft.com/office/drawing/2017/decorative" val="1"/>
              </a:ext>
            </a:extLst>
          </p:cNvPr>
          <p:cNvSpPr/>
          <p:nvPr/>
        </p:nvSpPr>
        <p:spPr>
          <a:xfrm>
            <a:off x="1524" y="0"/>
            <a:ext cx="1577788" cy="980141"/>
          </a:xfrm>
          <a:custGeom>
            <a:avLst/>
            <a:gdLst>
              <a:gd name="connsiteX0" fmla="*/ 117137 w 1471018"/>
              <a:gd name="connsiteY0" fmla="*/ 759920 h 795676"/>
              <a:gd name="connsiteX1" fmla="*/ 130429 w 1471018"/>
              <a:gd name="connsiteY1" fmla="*/ 768654 h 795676"/>
              <a:gd name="connsiteX2" fmla="*/ 124353 w 1471018"/>
              <a:gd name="connsiteY2" fmla="*/ 792959 h 795676"/>
              <a:gd name="connsiteX3" fmla="*/ 100048 w 1471018"/>
              <a:gd name="connsiteY3" fmla="*/ 786883 h 795676"/>
              <a:gd name="connsiteX4" fmla="*/ 106124 w 1471018"/>
              <a:gd name="connsiteY4" fmla="*/ 762578 h 795676"/>
              <a:gd name="connsiteX5" fmla="*/ 117137 w 1471018"/>
              <a:gd name="connsiteY5" fmla="*/ 759920 h 795676"/>
              <a:gd name="connsiteX6" fmla="*/ 220419 w 1471018"/>
              <a:gd name="connsiteY6" fmla="*/ 753844 h 795676"/>
              <a:gd name="connsiteX7" fmla="*/ 233710 w 1471018"/>
              <a:gd name="connsiteY7" fmla="*/ 762578 h 795676"/>
              <a:gd name="connsiteX8" fmla="*/ 227634 w 1471018"/>
              <a:gd name="connsiteY8" fmla="*/ 786883 h 795676"/>
              <a:gd name="connsiteX9" fmla="*/ 203329 w 1471018"/>
              <a:gd name="connsiteY9" fmla="*/ 780807 h 795676"/>
              <a:gd name="connsiteX10" fmla="*/ 209405 w 1471018"/>
              <a:gd name="connsiteY10" fmla="*/ 756502 h 795676"/>
              <a:gd name="connsiteX11" fmla="*/ 220419 w 1471018"/>
              <a:gd name="connsiteY11" fmla="*/ 753844 h 795676"/>
              <a:gd name="connsiteX12" fmla="*/ 25999 w 1471018"/>
              <a:gd name="connsiteY12" fmla="*/ 741691 h 795676"/>
              <a:gd name="connsiteX13" fmla="*/ 39290 w 1471018"/>
              <a:gd name="connsiteY13" fmla="*/ 750425 h 795676"/>
              <a:gd name="connsiteX14" fmla="*/ 33214 w 1471018"/>
              <a:gd name="connsiteY14" fmla="*/ 774730 h 795676"/>
              <a:gd name="connsiteX15" fmla="*/ 8909 w 1471018"/>
              <a:gd name="connsiteY15" fmla="*/ 768654 h 795676"/>
              <a:gd name="connsiteX16" fmla="*/ 14985 w 1471018"/>
              <a:gd name="connsiteY16" fmla="*/ 744349 h 795676"/>
              <a:gd name="connsiteX17" fmla="*/ 25999 w 1471018"/>
              <a:gd name="connsiteY17" fmla="*/ 741691 h 795676"/>
              <a:gd name="connsiteX18" fmla="*/ 329796 w 1471018"/>
              <a:gd name="connsiteY18" fmla="*/ 735615 h 795676"/>
              <a:gd name="connsiteX19" fmla="*/ 343088 w 1471018"/>
              <a:gd name="connsiteY19" fmla="*/ 744349 h 795676"/>
              <a:gd name="connsiteX20" fmla="*/ 337012 w 1471018"/>
              <a:gd name="connsiteY20" fmla="*/ 768654 h 795676"/>
              <a:gd name="connsiteX21" fmla="*/ 312707 w 1471018"/>
              <a:gd name="connsiteY21" fmla="*/ 762578 h 795676"/>
              <a:gd name="connsiteX22" fmla="*/ 318783 w 1471018"/>
              <a:gd name="connsiteY22" fmla="*/ 738273 h 795676"/>
              <a:gd name="connsiteX23" fmla="*/ 329796 w 1471018"/>
              <a:gd name="connsiteY23" fmla="*/ 735615 h 795676"/>
              <a:gd name="connsiteX24" fmla="*/ 442198 w 1471018"/>
              <a:gd name="connsiteY24" fmla="*/ 702197 h 795676"/>
              <a:gd name="connsiteX25" fmla="*/ 455488 w 1471018"/>
              <a:gd name="connsiteY25" fmla="*/ 710931 h 795676"/>
              <a:gd name="connsiteX26" fmla="*/ 449413 w 1471018"/>
              <a:gd name="connsiteY26" fmla="*/ 735236 h 795676"/>
              <a:gd name="connsiteX27" fmla="*/ 425110 w 1471018"/>
              <a:gd name="connsiteY27" fmla="*/ 729160 h 795676"/>
              <a:gd name="connsiteX28" fmla="*/ 431186 w 1471018"/>
              <a:gd name="connsiteY28" fmla="*/ 704855 h 795676"/>
              <a:gd name="connsiteX29" fmla="*/ 442198 w 1471018"/>
              <a:gd name="connsiteY29" fmla="*/ 702197 h 795676"/>
              <a:gd name="connsiteX30" fmla="*/ 542453 w 1471018"/>
              <a:gd name="connsiteY30" fmla="*/ 668778 h 795676"/>
              <a:gd name="connsiteX31" fmla="*/ 555745 w 1471018"/>
              <a:gd name="connsiteY31" fmla="*/ 677512 h 795676"/>
              <a:gd name="connsiteX32" fmla="*/ 549669 w 1471018"/>
              <a:gd name="connsiteY32" fmla="*/ 701817 h 795676"/>
              <a:gd name="connsiteX33" fmla="*/ 525364 w 1471018"/>
              <a:gd name="connsiteY33" fmla="*/ 695741 h 795676"/>
              <a:gd name="connsiteX34" fmla="*/ 531440 w 1471018"/>
              <a:gd name="connsiteY34" fmla="*/ 671436 h 795676"/>
              <a:gd name="connsiteX35" fmla="*/ 542453 w 1471018"/>
              <a:gd name="connsiteY35" fmla="*/ 668778 h 795676"/>
              <a:gd name="connsiteX36" fmla="*/ 132328 w 1471018"/>
              <a:gd name="connsiteY36" fmla="*/ 650549 h 795676"/>
              <a:gd name="connsiteX37" fmla="*/ 145620 w 1471018"/>
              <a:gd name="connsiteY37" fmla="*/ 659283 h 795676"/>
              <a:gd name="connsiteX38" fmla="*/ 139544 w 1471018"/>
              <a:gd name="connsiteY38" fmla="*/ 683588 h 795676"/>
              <a:gd name="connsiteX39" fmla="*/ 115239 w 1471018"/>
              <a:gd name="connsiteY39" fmla="*/ 677512 h 795676"/>
              <a:gd name="connsiteX40" fmla="*/ 121315 w 1471018"/>
              <a:gd name="connsiteY40" fmla="*/ 653207 h 795676"/>
              <a:gd name="connsiteX41" fmla="*/ 132328 w 1471018"/>
              <a:gd name="connsiteY41" fmla="*/ 650549 h 795676"/>
              <a:gd name="connsiteX42" fmla="*/ 642709 w 1471018"/>
              <a:gd name="connsiteY42" fmla="*/ 641435 h 795676"/>
              <a:gd name="connsiteX43" fmla="*/ 656001 w 1471018"/>
              <a:gd name="connsiteY43" fmla="*/ 650169 h 795676"/>
              <a:gd name="connsiteX44" fmla="*/ 649925 w 1471018"/>
              <a:gd name="connsiteY44" fmla="*/ 674474 h 795676"/>
              <a:gd name="connsiteX45" fmla="*/ 625620 w 1471018"/>
              <a:gd name="connsiteY45" fmla="*/ 668398 h 795676"/>
              <a:gd name="connsiteX46" fmla="*/ 631696 w 1471018"/>
              <a:gd name="connsiteY46" fmla="*/ 644093 h 795676"/>
              <a:gd name="connsiteX47" fmla="*/ 642709 w 1471018"/>
              <a:gd name="connsiteY47" fmla="*/ 641435 h 795676"/>
              <a:gd name="connsiteX48" fmla="*/ 235618 w 1471018"/>
              <a:gd name="connsiteY48" fmla="*/ 641435 h 795676"/>
              <a:gd name="connsiteX49" fmla="*/ 248910 w 1471018"/>
              <a:gd name="connsiteY49" fmla="*/ 650169 h 795676"/>
              <a:gd name="connsiteX50" fmla="*/ 242833 w 1471018"/>
              <a:gd name="connsiteY50" fmla="*/ 674474 h 795676"/>
              <a:gd name="connsiteX51" fmla="*/ 218529 w 1471018"/>
              <a:gd name="connsiteY51" fmla="*/ 668398 h 795676"/>
              <a:gd name="connsiteX52" fmla="*/ 224605 w 1471018"/>
              <a:gd name="connsiteY52" fmla="*/ 644093 h 795676"/>
              <a:gd name="connsiteX53" fmla="*/ 235618 w 1471018"/>
              <a:gd name="connsiteY53" fmla="*/ 641435 h 795676"/>
              <a:gd name="connsiteX54" fmla="*/ 338904 w 1471018"/>
              <a:gd name="connsiteY54" fmla="*/ 629283 h 795676"/>
              <a:gd name="connsiteX55" fmla="*/ 352196 w 1471018"/>
              <a:gd name="connsiteY55" fmla="*/ 638017 h 795676"/>
              <a:gd name="connsiteX56" fmla="*/ 346120 w 1471018"/>
              <a:gd name="connsiteY56" fmla="*/ 662322 h 795676"/>
              <a:gd name="connsiteX57" fmla="*/ 321815 w 1471018"/>
              <a:gd name="connsiteY57" fmla="*/ 656246 h 795676"/>
              <a:gd name="connsiteX58" fmla="*/ 327891 w 1471018"/>
              <a:gd name="connsiteY58" fmla="*/ 631941 h 795676"/>
              <a:gd name="connsiteX59" fmla="*/ 338904 w 1471018"/>
              <a:gd name="connsiteY59" fmla="*/ 629283 h 795676"/>
              <a:gd name="connsiteX60" fmla="*/ 32070 w 1471018"/>
              <a:gd name="connsiteY60" fmla="*/ 601940 h 795676"/>
              <a:gd name="connsiteX61" fmla="*/ 45361 w 1471018"/>
              <a:gd name="connsiteY61" fmla="*/ 610674 h 795676"/>
              <a:gd name="connsiteX62" fmla="*/ 39285 w 1471018"/>
              <a:gd name="connsiteY62" fmla="*/ 634979 h 795676"/>
              <a:gd name="connsiteX63" fmla="*/ 14981 w 1471018"/>
              <a:gd name="connsiteY63" fmla="*/ 628903 h 795676"/>
              <a:gd name="connsiteX64" fmla="*/ 21056 w 1471018"/>
              <a:gd name="connsiteY64" fmla="*/ 604598 h 795676"/>
              <a:gd name="connsiteX65" fmla="*/ 32070 w 1471018"/>
              <a:gd name="connsiteY65" fmla="*/ 601940 h 795676"/>
              <a:gd name="connsiteX66" fmla="*/ 752079 w 1471018"/>
              <a:gd name="connsiteY66" fmla="*/ 586750 h 795676"/>
              <a:gd name="connsiteX67" fmla="*/ 765371 w 1471018"/>
              <a:gd name="connsiteY67" fmla="*/ 595484 h 795676"/>
              <a:gd name="connsiteX68" fmla="*/ 759295 w 1471018"/>
              <a:gd name="connsiteY68" fmla="*/ 619789 h 795676"/>
              <a:gd name="connsiteX69" fmla="*/ 734990 w 1471018"/>
              <a:gd name="connsiteY69" fmla="*/ 613713 h 795676"/>
              <a:gd name="connsiteX70" fmla="*/ 741066 w 1471018"/>
              <a:gd name="connsiteY70" fmla="*/ 589408 h 795676"/>
              <a:gd name="connsiteX71" fmla="*/ 752079 w 1471018"/>
              <a:gd name="connsiteY71" fmla="*/ 586750 h 795676"/>
              <a:gd name="connsiteX72" fmla="*/ 436123 w 1471018"/>
              <a:gd name="connsiteY72" fmla="*/ 583712 h 795676"/>
              <a:gd name="connsiteX73" fmla="*/ 449413 w 1471018"/>
              <a:gd name="connsiteY73" fmla="*/ 592446 h 795676"/>
              <a:gd name="connsiteX74" fmla="*/ 443339 w 1471018"/>
              <a:gd name="connsiteY74" fmla="*/ 616751 h 795676"/>
              <a:gd name="connsiteX75" fmla="*/ 419039 w 1471018"/>
              <a:gd name="connsiteY75" fmla="*/ 610675 h 795676"/>
              <a:gd name="connsiteX76" fmla="*/ 425114 w 1471018"/>
              <a:gd name="connsiteY76" fmla="*/ 586370 h 795676"/>
              <a:gd name="connsiteX77" fmla="*/ 436123 w 1471018"/>
              <a:gd name="connsiteY77" fmla="*/ 583712 h 795676"/>
              <a:gd name="connsiteX78" fmla="*/ 548529 w 1471018"/>
              <a:gd name="connsiteY78" fmla="*/ 556370 h 795676"/>
              <a:gd name="connsiteX79" fmla="*/ 561821 w 1471018"/>
              <a:gd name="connsiteY79" fmla="*/ 565104 h 795676"/>
              <a:gd name="connsiteX80" fmla="*/ 555745 w 1471018"/>
              <a:gd name="connsiteY80" fmla="*/ 589409 h 795676"/>
              <a:gd name="connsiteX81" fmla="*/ 531440 w 1471018"/>
              <a:gd name="connsiteY81" fmla="*/ 583333 h 795676"/>
              <a:gd name="connsiteX82" fmla="*/ 537516 w 1471018"/>
              <a:gd name="connsiteY82" fmla="*/ 559028 h 795676"/>
              <a:gd name="connsiteX83" fmla="*/ 548529 w 1471018"/>
              <a:gd name="connsiteY83" fmla="*/ 556370 h 795676"/>
              <a:gd name="connsiteX84" fmla="*/ 852335 w 1471018"/>
              <a:gd name="connsiteY84" fmla="*/ 550293 h 795676"/>
              <a:gd name="connsiteX85" fmla="*/ 865627 w 1471018"/>
              <a:gd name="connsiteY85" fmla="*/ 559027 h 795676"/>
              <a:gd name="connsiteX86" fmla="*/ 859551 w 1471018"/>
              <a:gd name="connsiteY86" fmla="*/ 583332 h 795676"/>
              <a:gd name="connsiteX87" fmla="*/ 835246 w 1471018"/>
              <a:gd name="connsiteY87" fmla="*/ 577256 h 795676"/>
              <a:gd name="connsiteX88" fmla="*/ 841322 w 1471018"/>
              <a:gd name="connsiteY88" fmla="*/ 552951 h 795676"/>
              <a:gd name="connsiteX89" fmla="*/ 852335 w 1471018"/>
              <a:gd name="connsiteY89" fmla="*/ 550293 h 795676"/>
              <a:gd name="connsiteX90" fmla="*/ 667013 w 1471018"/>
              <a:gd name="connsiteY90" fmla="*/ 532065 h 795676"/>
              <a:gd name="connsiteX91" fmla="*/ 680305 w 1471018"/>
              <a:gd name="connsiteY91" fmla="*/ 540799 h 795676"/>
              <a:gd name="connsiteX92" fmla="*/ 674229 w 1471018"/>
              <a:gd name="connsiteY92" fmla="*/ 565104 h 795676"/>
              <a:gd name="connsiteX93" fmla="*/ 649924 w 1471018"/>
              <a:gd name="connsiteY93" fmla="*/ 559028 h 795676"/>
              <a:gd name="connsiteX94" fmla="*/ 656000 w 1471018"/>
              <a:gd name="connsiteY94" fmla="*/ 534723 h 795676"/>
              <a:gd name="connsiteX95" fmla="*/ 667013 w 1471018"/>
              <a:gd name="connsiteY95" fmla="*/ 532065 h 795676"/>
              <a:gd name="connsiteX96" fmla="*/ 126251 w 1471018"/>
              <a:gd name="connsiteY96" fmla="*/ 532065 h 795676"/>
              <a:gd name="connsiteX97" fmla="*/ 139543 w 1471018"/>
              <a:gd name="connsiteY97" fmla="*/ 540799 h 795676"/>
              <a:gd name="connsiteX98" fmla="*/ 133467 w 1471018"/>
              <a:gd name="connsiteY98" fmla="*/ 565104 h 795676"/>
              <a:gd name="connsiteX99" fmla="*/ 109162 w 1471018"/>
              <a:gd name="connsiteY99" fmla="*/ 559028 h 795676"/>
              <a:gd name="connsiteX100" fmla="*/ 115238 w 1471018"/>
              <a:gd name="connsiteY100" fmla="*/ 534723 h 795676"/>
              <a:gd name="connsiteX101" fmla="*/ 126251 w 1471018"/>
              <a:gd name="connsiteY101" fmla="*/ 532065 h 795676"/>
              <a:gd name="connsiteX102" fmla="*/ 226503 w 1471018"/>
              <a:gd name="connsiteY102" fmla="*/ 529027 h 795676"/>
              <a:gd name="connsiteX103" fmla="*/ 239794 w 1471018"/>
              <a:gd name="connsiteY103" fmla="*/ 537761 h 795676"/>
              <a:gd name="connsiteX104" fmla="*/ 233718 w 1471018"/>
              <a:gd name="connsiteY104" fmla="*/ 562066 h 795676"/>
              <a:gd name="connsiteX105" fmla="*/ 209414 w 1471018"/>
              <a:gd name="connsiteY105" fmla="*/ 555990 h 795676"/>
              <a:gd name="connsiteX106" fmla="*/ 215490 w 1471018"/>
              <a:gd name="connsiteY106" fmla="*/ 531685 h 795676"/>
              <a:gd name="connsiteX107" fmla="*/ 226503 w 1471018"/>
              <a:gd name="connsiteY107" fmla="*/ 529027 h 795676"/>
              <a:gd name="connsiteX108" fmla="*/ 332836 w 1471018"/>
              <a:gd name="connsiteY108" fmla="*/ 519913 h 795676"/>
              <a:gd name="connsiteX109" fmla="*/ 346128 w 1471018"/>
              <a:gd name="connsiteY109" fmla="*/ 528647 h 795676"/>
              <a:gd name="connsiteX110" fmla="*/ 340052 w 1471018"/>
              <a:gd name="connsiteY110" fmla="*/ 552952 h 795676"/>
              <a:gd name="connsiteX111" fmla="*/ 315748 w 1471018"/>
              <a:gd name="connsiteY111" fmla="*/ 546876 h 795676"/>
              <a:gd name="connsiteX112" fmla="*/ 321823 w 1471018"/>
              <a:gd name="connsiteY112" fmla="*/ 522571 h 795676"/>
              <a:gd name="connsiteX113" fmla="*/ 332836 w 1471018"/>
              <a:gd name="connsiteY113" fmla="*/ 519913 h 795676"/>
              <a:gd name="connsiteX114" fmla="*/ 7768 w 1471018"/>
              <a:gd name="connsiteY114" fmla="*/ 507761 h 795676"/>
              <a:gd name="connsiteX115" fmla="*/ 21060 w 1471018"/>
              <a:gd name="connsiteY115" fmla="*/ 516495 h 795676"/>
              <a:gd name="connsiteX116" fmla="*/ 14984 w 1471018"/>
              <a:gd name="connsiteY116" fmla="*/ 540800 h 795676"/>
              <a:gd name="connsiteX117" fmla="*/ 2831 w 1471018"/>
              <a:gd name="connsiteY117" fmla="*/ 543458 h 795676"/>
              <a:gd name="connsiteX118" fmla="*/ 0 w 1471018"/>
              <a:gd name="connsiteY118" fmla="*/ 541423 h 795676"/>
              <a:gd name="connsiteX119" fmla="*/ 0 w 1471018"/>
              <a:gd name="connsiteY119" fmla="*/ 509636 h 795676"/>
              <a:gd name="connsiteX120" fmla="*/ 946515 w 1471018"/>
              <a:gd name="connsiteY120" fmla="*/ 486494 h 795676"/>
              <a:gd name="connsiteX121" fmla="*/ 959807 w 1471018"/>
              <a:gd name="connsiteY121" fmla="*/ 495228 h 795676"/>
              <a:gd name="connsiteX122" fmla="*/ 953731 w 1471018"/>
              <a:gd name="connsiteY122" fmla="*/ 519533 h 795676"/>
              <a:gd name="connsiteX123" fmla="*/ 929426 w 1471018"/>
              <a:gd name="connsiteY123" fmla="*/ 513457 h 795676"/>
              <a:gd name="connsiteX124" fmla="*/ 935502 w 1471018"/>
              <a:gd name="connsiteY124" fmla="*/ 489152 h 795676"/>
              <a:gd name="connsiteX125" fmla="*/ 946515 w 1471018"/>
              <a:gd name="connsiteY125" fmla="*/ 486494 h 795676"/>
              <a:gd name="connsiteX126" fmla="*/ 457386 w 1471018"/>
              <a:gd name="connsiteY126" fmla="*/ 483456 h 795676"/>
              <a:gd name="connsiteX127" fmla="*/ 470679 w 1471018"/>
              <a:gd name="connsiteY127" fmla="*/ 492190 h 795676"/>
              <a:gd name="connsiteX128" fmla="*/ 464601 w 1471018"/>
              <a:gd name="connsiteY128" fmla="*/ 516495 h 795676"/>
              <a:gd name="connsiteX129" fmla="*/ 440300 w 1471018"/>
              <a:gd name="connsiteY129" fmla="*/ 510419 h 795676"/>
              <a:gd name="connsiteX130" fmla="*/ 446374 w 1471018"/>
              <a:gd name="connsiteY130" fmla="*/ 486114 h 795676"/>
              <a:gd name="connsiteX131" fmla="*/ 457386 w 1471018"/>
              <a:gd name="connsiteY131" fmla="*/ 483456 h 795676"/>
              <a:gd name="connsiteX132" fmla="*/ 821954 w 1471018"/>
              <a:gd name="connsiteY132" fmla="*/ 456114 h 795676"/>
              <a:gd name="connsiteX133" fmla="*/ 835246 w 1471018"/>
              <a:gd name="connsiteY133" fmla="*/ 464848 h 795676"/>
              <a:gd name="connsiteX134" fmla="*/ 829170 w 1471018"/>
              <a:gd name="connsiteY134" fmla="*/ 489153 h 795676"/>
              <a:gd name="connsiteX135" fmla="*/ 804865 w 1471018"/>
              <a:gd name="connsiteY135" fmla="*/ 483077 h 795676"/>
              <a:gd name="connsiteX136" fmla="*/ 810941 w 1471018"/>
              <a:gd name="connsiteY136" fmla="*/ 458772 h 795676"/>
              <a:gd name="connsiteX137" fmla="*/ 821954 w 1471018"/>
              <a:gd name="connsiteY137" fmla="*/ 456114 h 795676"/>
              <a:gd name="connsiteX138" fmla="*/ 584986 w 1471018"/>
              <a:gd name="connsiteY138" fmla="*/ 456114 h 795676"/>
              <a:gd name="connsiteX139" fmla="*/ 598278 w 1471018"/>
              <a:gd name="connsiteY139" fmla="*/ 464848 h 795676"/>
              <a:gd name="connsiteX140" fmla="*/ 592202 w 1471018"/>
              <a:gd name="connsiteY140" fmla="*/ 489153 h 795676"/>
              <a:gd name="connsiteX141" fmla="*/ 567897 w 1471018"/>
              <a:gd name="connsiteY141" fmla="*/ 483077 h 795676"/>
              <a:gd name="connsiteX142" fmla="*/ 573973 w 1471018"/>
              <a:gd name="connsiteY142" fmla="*/ 458772 h 795676"/>
              <a:gd name="connsiteX143" fmla="*/ 584986 w 1471018"/>
              <a:gd name="connsiteY143" fmla="*/ 456114 h 795676"/>
              <a:gd name="connsiteX144" fmla="*/ 718660 w 1471018"/>
              <a:gd name="connsiteY144" fmla="*/ 443961 h 795676"/>
              <a:gd name="connsiteX145" fmla="*/ 731952 w 1471018"/>
              <a:gd name="connsiteY145" fmla="*/ 452695 h 795676"/>
              <a:gd name="connsiteX146" fmla="*/ 725876 w 1471018"/>
              <a:gd name="connsiteY146" fmla="*/ 477000 h 795676"/>
              <a:gd name="connsiteX147" fmla="*/ 701571 w 1471018"/>
              <a:gd name="connsiteY147" fmla="*/ 470924 h 795676"/>
              <a:gd name="connsiteX148" fmla="*/ 707647 w 1471018"/>
              <a:gd name="connsiteY148" fmla="*/ 446619 h 795676"/>
              <a:gd name="connsiteX149" fmla="*/ 718660 w 1471018"/>
              <a:gd name="connsiteY149" fmla="*/ 443961 h 795676"/>
              <a:gd name="connsiteX150" fmla="*/ 1016390 w 1471018"/>
              <a:gd name="connsiteY150" fmla="*/ 425733 h 795676"/>
              <a:gd name="connsiteX151" fmla="*/ 1029681 w 1471018"/>
              <a:gd name="connsiteY151" fmla="*/ 434467 h 795676"/>
              <a:gd name="connsiteX152" fmla="*/ 1023605 w 1471018"/>
              <a:gd name="connsiteY152" fmla="*/ 458772 h 795676"/>
              <a:gd name="connsiteX153" fmla="*/ 999301 w 1471018"/>
              <a:gd name="connsiteY153" fmla="*/ 452696 h 795676"/>
              <a:gd name="connsiteX154" fmla="*/ 1005377 w 1471018"/>
              <a:gd name="connsiteY154" fmla="*/ 428391 h 795676"/>
              <a:gd name="connsiteX155" fmla="*/ 1016390 w 1471018"/>
              <a:gd name="connsiteY155" fmla="*/ 425733 h 795676"/>
              <a:gd name="connsiteX156" fmla="*/ 250806 w 1471018"/>
              <a:gd name="connsiteY156" fmla="*/ 416619 h 795676"/>
              <a:gd name="connsiteX157" fmla="*/ 264098 w 1471018"/>
              <a:gd name="connsiteY157" fmla="*/ 425353 h 795676"/>
              <a:gd name="connsiteX158" fmla="*/ 258022 w 1471018"/>
              <a:gd name="connsiteY158" fmla="*/ 449658 h 795676"/>
              <a:gd name="connsiteX159" fmla="*/ 233717 w 1471018"/>
              <a:gd name="connsiteY159" fmla="*/ 443582 h 795676"/>
              <a:gd name="connsiteX160" fmla="*/ 239793 w 1471018"/>
              <a:gd name="connsiteY160" fmla="*/ 419277 h 795676"/>
              <a:gd name="connsiteX161" fmla="*/ 250806 w 1471018"/>
              <a:gd name="connsiteY161" fmla="*/ 416619 h 795676"/>
              <a:gd name="connsiteX162" fmla="*/ 144467 w 1471018"/>
              <a:gd name="connsiteY162" fmla="*/ 416619 h 795676"/>
              <a:gd name="connsiteX163" fmla="*/ 157759 w 1471018"/>
              <a:gd name="connsiteY163" fmla="*/ 425353 h 795676"/>
              <a:gd name="connsiteX164" fmla="*/ 151683 w 1471018"/>
              <a:gd name="connsiteY164" fmla="*/ 449658 h 795676"/>
              <a:gd name="connsiteX165" fmla="*/ 127378 w 1471018"/>
              <a:gd name="connsiteY165" fmla="*/ 443582 h 795676"/>
              <a:gd name="connsiteX166" fmla="*/ 133454 w 1471018"/>
              <a:gd name="connsiteY166" fmla="*/ 419277 h 795676"/>
              <a:gd name="connsiteX167" fmla="*/ 144467 w 1471018"/>
              <a:gd name="connsiteY167" fmla="*/ 416619 h 795676"/>
              <a:gd name="connsiteX168" fmla="*/ 29033 w 1471018"/>
              <a:gd name="connsiteY168" fmla="*/ 416619 h 795676"/>
              <a:gd name="connsiteX169" fmla="*/ 42324 w 1471018"/>
              <a:gd name="connsiteY169" fmla="*/ 425353 h 795676"/>
              <a:gd name="connsiteX170" fmla="*/ 36248 w 1471018"/>
              <a:gd name="connsiteY170" fmla="*/ 449658 h 795676"/>
              <a:gd name="connsiteX171" fmla="*/ 11944 w 1471018"/>
              <a:gd name="connsiteY171" fmla="*/ 443582 h 795676"/>
              <a:gd name="connsiteX172" fmla="*/ 18020 w 1471018"/>
              <a:gd name="connsiteY172" fmla="*/ 419277 h 795676"/>
              <a:gd name="connsiteX173" fmla="*/ 29033 w 1471018"/>
              <a:gd name="connsiteY173" fmla="*/ 416619 h 795676"/>
              <a:gd name="connsiteX174" fmla="*/ 360172 w 1471018"/>
              <a:gd name="connsiteY174" fmla="*/ 410543 h 795676"/>
              <a:gd name="connsiteX175" fmla="*/ 373464 w 1471018"/>
              <a:gd name="connsiteY175" fmla="*/ 419277 h 795676"/>
              <a:gd name="connsiteX176" fmla="*/ 367388 w 1471018"/>
              <a:gd name="connsiteY176" fmla="*/ 443582 h 795676"/>
              <a:gd name="connsiteX177" fmla="*/ 343083 w 1471018"/>
              <a:gd name="connsiteY177" fmla="*/ 437506 h 795676"/>
              <a:gd name="connsiteX178" fmla="*/ 349159 w 1471018"/>
              <a:gd name="connsiteY178" fmla="*/ 413201 h 795676"/>
              <a:gd name="connsiteX179" fmla="*/ 360172 w 1471018"/>
              <a:gd name="connsiteY179" fmla="*/ 410543 h 795676"/>
              <a:gd name="connsiteX180" fmla="*/ 1110570 w 1471018"/>
              <a:gd name="connsiteY180" fmla="*/ 389276 h 795676"/>
              <a:gd name="connsiteX181" fmla="*/ 1123862 w 1471018"/>
              <a:gd name="connsiteY181" fmla="*/ 398010 h 795676"/>
              <a:gd name="connsiteX182" fmla="*/ 1117786 w 1471018"/>
              <a:gd name="connsiteY182" fmla="*/ 422315 h 795676"/>
              <a:gd name="connsiteX183" fmla="*/ 1093481 w 1471018"/>
              <a:gd name="connsiteY183" fmla="*/ 416239 h 795676"/>
              <a:gd name="connsiteX184" fmla="*/ 1099557 w 1471018"/>
              <a:gd name="connsiteY184" fmla="*/ 391934 h 795676"/>
              <a:gd name="connsiteX185" fmla="*/ 1110570 w 1471018"/>
              <a:gd name="connsiteY185" fmla="*/ 389276 h 795676"/>
              <a:gd name="connsiteX186" fmla="*/ 490806 w 1471018"/>
              <a:gd name="connsiteY186" fmla="*/ 383200 h 795676"/>
              <a:gd name="connsiteX187" fmla="*/ 504098 w 1471018"/>
              <a:gd name="connsiteY187" fmla="*/ 391934 h 795676"/>
              <a:gd name="connsiteX188" fmla="*/ 498022 w 1471018"/>
              <a:gd name="connsiteY188" fmla="*/ 416239 h 795676"/>
              <a:gd name="connsiteX189" fmla="*/ 473717 w 1471018"/>
              <a:gd name="connsiteY189" fmla="*/ 410163 h 795676"/>
              <a:gd name="connsiteX190" fmla="*/ 479793 w 1471018"/>
              <a:gd name="connsiteY190" fmla="*/ 385858 h 795676"/>
              <a:gd name="connsiteX191" fmla="*/ 490806 w 1471018"/>
              <a:gd name="connsiteY191" fmla="*/ 383200 h 795676"/>
              <a:gd name="connsiteX192" fmla="*/ 900944 w 1471018"/>
              <a:gd name="connsiteY192" fmla="*/ 380162 h 795676"/>
              <a:gd name="connsiteX193" fmla="*/ 914236 w 1471018"/>
              <a:gd name="connsiteY193" fmla="*/ 388896 h 795676"/>
              <a:gd name="connsiteX194" fmla="*/ 908160 w 1471018"/>
              <a:gd name="connsiteY194" fmla="*/ 413201 h 795676"/>
              <a:gd name="connsiteX195" fmla="*/ 883855 w 1471018"/>
              <a:gd name="connsiteY195" fmla="*/ 407125 h 795676"/>
              <a:gd name="connsiteX196" fmla="*/ 889931 w 1471018"/>
              <a:gd name="connsiteY196" fmla="*/ 382820 h 795676"/>
              <a:gd name="connsiteX197" fmla="*/ 900944 w 1471018"/>
              <a:gd name="connsiteY197" fmla="*/ 380162 h 795676"/>
              <a:gd name="connsiteX198" fmla="*/ 618404 w 1471018"/>
              <a:gd name="connsiteY198" fmla="*/ 361934 h 795676"/>
              <a:gd name="connsiteX199" fmla="*/ 631696 w 1471018"/>
              <a:gd name="connsiteY199" fmla="*/ 370668 h 795676"/>
              <a:gd name="connsiteX200" fmla="*/ 625620 w 1471018"/>
              <a:gd name="connsiteY200" fmla="*/ 394973 h 795676"/>
              <a:gd name="connsiteX201" fmla="*/ 601315 w 1471018"/>
              <a:gd name="connsiteY201" fmla="*/ 388897 h 795676"/>
              <a:gd name="connsiteX202" fmla="*/ 607391 w 1471018"/>
              <a:gd name="connsiteY202" fmla="*/ 364592 h 795676"/>
              <a:gd name="connsiteX203" fmla="*/ 618404 w 1471018"/>
              <a:gd name="connsiteY203" fmla="*/ 361934 h 795676"/>
              <a:gd name="connsiteX204" fmla="*/ 749041 w 1471018"/>
              <a:gd name="connsiteY204" fmla="*/ 355858 h 795676"/>
              <a:gd name="connsiteX205" fmla="*/ 762333 w 1471018"/>
              <a:gd name="connsiteY205" fmla="*/ 364592 h 795676"/>
              <a:gd name="connsiteX206" fmla="*/ 756257 w 1471018"/>
              <a:gd name="connsiteY206" fmla="*/ 388897 h 795676"/>
              <a:gd name="connsiteX207" fmla="*/ 731952 w 1471018"/>
              <a:gd name="connsiteY207" fmla="*/ 382821 h 795676"/>
              <a:gd name="connsiteX208" fmla="*/ 738028 w 1471018"/>
              <a:gd name="connsiteY208" fmla="*/ 358516 h 795676"/>
              <a:gd name="connsiteX209" fmla="*/ 749041 w 1471018"/>
              <a:gd name="connsiteY209" fmla="*/ 355858 h 795676"/>
              <a:gd name="connsiteX210" fmla="*/ 10801 w 1471018"/>
              <a:gd name="connsiteY210" fmla="*/ 334591 h 795676"/>
              <a:gd name="connsiteX211" fmla="*/ 24093 w 1471018"/>
              <a:gd name="connsiteY211" fmla="*/ 343325 h 795676"/>
              <a:gd name="connsiteX212" fmla="*/ 18017 w 1471018"/>
              <a:gd name="connsiteY212" fmla="*/ 367630 h 795676"/>
              <a:gd name="connsiteX213" fmla="*/ 5865 w 1471018"/>
              <a:gd name="connsiteY213" fmla="*/ 370288 h 795676"/>
              <a:gd name="connsiteX214" fmla="*/ 0 w 1471018"/>
              <a:gd name="connsiteY214" fmla="*/ 366073 h 795676"/>
              <a:gd name="connsiteX215" fmla="*/ 0 w 1471018"/>
              <a:gd name="connsiteY215" fmla="*/ 337198 h 795676"/>
              <a:gd name="connsiteX216" fmla="*/ 1213864 w 1471018"/>
              <a:gd name="connsiteY216" fmla="*/ 313325 h 795676"/>
              <a:gd name="connsiteX217" fmla="*/ 1227156 w 1471018"/>
              <a:gd name="connsiteY217" fmla="*/ 322059 h 795676"/>
              <a:gd name="connsiteX218" fmla="*/ 1221080 w 1471018"/>
              <a:gd name="connsiteY218" fmla="*/ 346364 h 795676"/>
              <a:gd name="connsiteX219" fmla="*/ 1196775 w 1471018"/>
              <a:gd name="connsiteY219" fmla="*/ 340288 h 795676"/>
              <a:gd name="connsiteX220" fmla="*/ 1202851 w 1471018"/>
              <a:gd name="connsiteY220" fmla="*/ 315983 h 795676"/>
              <a:gd name="connsiteX221" fmla="*/ 1213864 w 1471018"/>
              <a:gd name="connsiteY221" fmla="*/ 313325 h 795676"/>
              <a:gd name="connsiteX222" fmla="*/ 211313 w 1471018"/>
              <a:gd name="connsiteY222" fmla="*/ 313325 h 795676"/>
              <a:gd name="connsiteX223" fmla="*/ 224605 w 1471018"/>
              <a:gd name="connsiteY223" fmla="*/ 322059 h 795676"/>
              <a:gd name="connsiteX224" fmla="*/ 218529 w 1471018"/>
              <a:gd name="connsiteY224" fmla="*/ 346364 h 795676"/>
              <a:gd name="connsiteX225" fmla="*/ 194224 w 1471018"/>
              <a:gd name="connsiteY225" fmla="*/ 340288 h 795676"/>
              <a:gd name="connsiteX226" fmla="*/ 200300 w 1471018"/>
              <a:gd name="connsiteY226" fmla="*/ 315983 h 795676"/>
              <a:gd name="connsiteX227" fmla="*/ 211313 w 1471018"/>
              <a:gd name="connsiteY227" fmla="*/ 313325 h 795676"/>
              <a:gd name="connsiteX228" fmla="*/ 314600 w 1471018"/>
              <a:gd name="connsiteY228" fmla="*/ 301172 h 795676"/>
              <a:gd name="connsiteX229" fmla="*/ 327892 w 1471018"/>
              <a:gd name="connsiteY229" fmla="*/ 309906 h 795676"/>
              <a:gd name="connsiteX230" fmla="*/ 321816 w 1471018"/>
              <a:gd name="connsiteY230" fmla="*/ 334211 h 795676"/>
              <a:gd name="connsiteX231" fmla="*/ 297511 w 1471018"/>
              <a:gd name="connsiteY231" fmla="*/ 328135 h 795676"/>
              <a:gd name="connsiteX232" fmla="*/ 303587 w 1471018"/>
              <a:gd name="connsiteY232" fmla="*/ 303830 h 795676"/>
              <a:gd name="connsiteX233" fmla="*/ 314600 w 1471018"/>
              <a:gd name="connsiteY233" fmla="*/ 301172 h 795676"/>
              <a:gd name="connsiteX234" fmla="*/ 982972 w 1471018"/>
              <a:gd name="connsiteY234" fmla="*/ 298134 h 795676"/>
              <a:gd name="connsiteX235" fmla="*/ 996264 w 1471018"/>
              <a:gd name="connsiteY235" fmla="*/ 306868 h 795676"/>
              <a:gd name="connsiteX236" fmla="*/ 990188 w 1471018"/>
              <a:gd name="connsiteY236" fmla="*/ 331173 h 795676"/>
              <a:gd name="connsiteX237" fmla="*/ 965883 w 1471018"/>
              <a:gd name="connsiteY237" fmla="*/ 325097 h 795676"/>
              <a:gd name="connsiteX238" fmla="*/ 971959 w 1471018"/>
              <a:gd name="connsiteY238" fmla="*/ 300792 h 795676"/>
              <a:gd name="connsiteX239" fmla="*/ 982972 w 1471018"/>
              <a:gd name="connsiteY239" fmla="*/ 298134 h 795676"/>
              <a:gd name="connsiteX240" fmla="*/ 417898 w 1471018"/>
              <a:gd name="connsiteY240" fmla="*/ 298134 h 795676"/>
              <a:gd name="connsiteX241" fmla="*/ 431187 w 1471018"/>
              <a:gd name="connsiteY241" fmla="*/ 306868 h 795676"/>
              <a:gd name="connsiteX242" fmla="*/ 425112 w 1471018"/>
              <a:gd name="connsiteY242" fmla="*/ 331173 h 795676"/>
              <a:gd name="connsiteX243" fmla="*/ 400806 w 1471018"/>
              <a:gd name="connsiteY243" fmla="*/ 325097 h 795676"/>
              <a:gd name="connsiteX244" fmla="*/ 406884 w 1471018"/>
              <a:gd name="connsiteY244" fmla="*/ 300792 h 795676"/>
              <a:gd name="connsiteX245" fmla="*/ 417898 w 1471018"/>
              <a:gd name="connsiteY245" fmla="*/ 298134 h 795676"/>
              <a:gd name="connsiteX246" fmla="*/ 858411 w 1471018"/>
              <a:gd name="connsiteY246" fmla="*/ 295096 h 795676"/>
              <a:gd name="connsiteX247" fmla="*/ 871703 w 1471018"/>
              <a:gd name="connsiteY247" fmla="*/ 303830 h 795676"/>
              <a:gd name="connsiteX248" fmla="*/ 865627 w 1471018"/>
              <a:gd name="connsiteY248" fmla="*/ 328135 h 795676"/>
              <a:gd name="connsiteX249" fmla="*/ 841322 w 1471018"/>
              <a:gd name="connsiteY249" fmla="*/ 322059 h 795676"/>
              <a:gd name="connsiteX250" fmla="*/ 847398 w 1471018"/>
              <a:gd name="connsiteY250" fmla="*/ 297754 h 795676"/>
              <a:gd name="connsiteX251" fmla="*/ 858411 w 1471018"/>
              <a:gd name="connsiteY251" fmla="*/ 295096 h 795676"/>
              <a:gd name="connsiteX252" fmla="*/ 1095380 w 1471018"/>
              <a:gd name="connsiteY252" fmla="*/ 292058 h 795676"/>
              <a:gd name="connsiteX253" fmla="*/ 1108672 w 1471018"/>
              <a:gd name="connsiteY253" fmla="*/ 300792 h 795676"/>
              <a:gd name="connsiteX254" fmla="*/ 1102596 w 1471018"/>
              <a:gd name="connsiteY254" fmla="*/ 325097 h 795676"/>
              <a:gd name="connsiteX255" fmla="*/ 1078291 w 1471018"/>
              <a:gd name="connsiteY255" fmla="*/ 319021 h 795676"/>
              <a:gd name="connsiteX256" fmla="*/ 1084367 w 1471018"/>
              <a:gd name="connsiteY256" fmla="*/ 294716 h 795676"/>
              <a:gd name="connsiteX257" fmla="*/ 1095380 w 1471018"/>
              <a:gd name="connsiteY257" fmla="*/ 292058 h 795676"/>
              <a:gd name="connsiteX258" fmla="*/ 108024 w 1471018"/>
              <a:gd name="connsiteY258" fmla="*/ 289020 h 795676"/>
              <a:gd name="connsiteX259" fmla="*/ 121316 w 1471018"/>
              <a:gd name="connsiteY259" fmla="*/ 297754 h 795676"/>
              <a:gd name="connsiteX260" fmla="*/ 115240 w 1471018"/>
              <a:gd name="connsiteY260" fmla="*/ 322059 h 795676"/>
              <a:gd name="connsiteX261" fmla="*/ 90935 w 1471018"/>
              <a:gd name="connsiteY261" fmla="*/ 315983 h 795676"/>
              <a:gd name="connsiteX262" fmla="*/ 97011 w 1471018"/>
              <a:gd name="connsiteY262" fmla="*/ 291678 h 795676"/>
              <a:gd name="connsiteX263" fmla="*/ 108024 w 1471018"/>
              <a:gd name="connsiteY263" fmla="*/ 289020 h 795676"/>
              <a:gd name="connsiteX264" fmla="*/ 533338 w 1471018"/>
              <a:gd name="connsiteY264" fmla="*/ 270792 h 795676"/>
              <a:gd name="connsiteX265" fmla="*/ 546630 w 1471018"/>
              <a:gd name="connsiteY265" fmla="*/ 279526 h 795676"/>
              <a:gd name="connsiteX266" fmla="*/ 540554 w 1471018"/>
              <a:gd name="connsiteY266" fmla="*/ 303831 h 795676"/>
              <a:gd name="connsiteX267" fmla="*/ 516251 w 1471018"/>
              <a:gd name="connsiteY267" fmla="*/ 297755 h 795676"/>
              <a:gd name="connsiteX268" fmla="*/ 522328 w 1471018"/>
              <a:gd name="connsiteY268" fmla="*/ 273450 h 795676"/>
              <a:gd name="connsiteX269" fmla="*/ 533338 w 1471018"/>
              <a:gd name="connsiteY269" fmla="*/ 270792 h 795676"/>
              <a:gd name="connsiteX270" fmla="*/ 633594 w 1471018"/>
              <a:gd name="connsiteY270" fmla="*/ 261678 h 795676"/>
              <a:gd name="connsiteX271" fmla="*/ 646886 w 1471018"/>
              <a:gd name="connsiteY271" fmla="*/ 270412 h 795676"/>
              <a:gd name="connsiteX272" fmla="*/ 640810 w 1471018"/>
              <a:gd name="connsiteY272" fmla="*/ 294717 h 795676"/>
              <a:gd name="connsiteX273" fmla="*/ 616505 w 1471018"/>
              <a:gd name="connsiteY273" fmla="*/ 288641 h 795676"/>
              <a:gd name="connsiteX274" fmla="*/ 622581 w 1471018"/>
              <a:gd name="connsiteY274" fmla="*/ 264336 h 795676"/>
              <a:gd name="connsiteX275" fmla="*/ 633594 w 1471018"/>
              <a:gd name="connsiteY275" fmla="*/ 261678 h 795676"/>
              <a:gd name="connsiteX276" fmla="*/ 746003 w 1471018"/>
              <a:gd name="connsiteY276" fmla="*/ 258640 h 795676"/>
              <a:gd name="connsiteX277" fmla="*/ 759295 w 1471018"/>
              <a:gd name="connsiteY277" fmla="*/ 267374 h 795676"/>
              <a:gd name="connsiteX278" fmla="*/ 753219 w 1471018"/>
              <a:gd name="connsiteY278" fmla="*/ 291679 h 795676"/>
              <a:gd name="connsiteX279" fmla="*/ 728914 w 1471018"/>
              <a:gd name="connsiteY279" fmla="*/ 285603 h 795676"/>
              <a:gd name="connsiteX280" fmla="*/ 734990 w 1471018"/>
              <a:gd name="connsiteY280" fmla="*/ 261298 h 795676"/>
              <a:gd name="connsiteX281" fmla="*/ 746003 w 1471018"/>
              <a:gd name="connsiteY281" fmla="*/ 258640 h 795676"/>
              <a:gd name="connsiteX282" fmla="*/ 1301968 w 1471018"/>
              <a:gd name="connsiteY282" fmla="*/ 225221 h 795676"/>
              <a:gd name="connsiteX283" fmla="*/ 1315260 w 1471018"/>
              <a:gd name="connsiteY283" fmla="*/ 233955 h 795676"/>
              <a:gd name="connsiteX284" fmla="*/ 1309184 w 1471018"/>
              <a:gd name="connsiteY284" fmla="*/ 258260 h 795676"/>
              <a:gd name="connsiteX285" fmla="*/ 1284879 w 1471018"/>
              <a:gd name="connsiteY285" fmla="*/ 252184 h 795676"/>
              <a:gd name="connsiteX286" fmla="*/ 1290955 w 1471018"/>
              <a:gd name="connsiteY286" fmla="*/ 227879 h 795676"/>
              <a:gd name="connsiteX287" fmla="*/ 1301968 w 1471018"/>
              <a:gd name="connsiteY287" fmla="*/ 225221 h 795676"/>
              <a:gd name="connsiteX288" fmla="*/ 7756 w 1471018"/>
              <a:gd name="connsiteY288" fmla="*/ 225221 h 795676"/>
              <a:gd name="connsiteX289" fmla="*/ 21048 w 1471018"/>
              <a:gd name="connsiteY289" fmla="*/ 233955 h 795676"/>
              <a:gd name="connsiteX290" fmla="*/ 14972 w 1471018"/>
              <a:gd name="connsiteY290" fmla="*/ 258260 h 795676"/>
              <a:gd name="connsiteX291" fmla="*/ 2819 w 1471018"/>
              <a:gd name="connsiteY291" fmla="*/ 260918 h 795676"/>
              <a:gd name="connsiteX292" fmla="*/ 0 w 1471018"/>
              <a:gd name="connsiteY292" fmla="*/ 258892 h 795676"/>
              <a:gd name="connsiteX293" fmla="*/ 0 w 1471018"/>
              <a:gd name="connsiteY293" fmla="*/ 227093 h 795676"/>
              <a:gd name="connsiteX294" fmla="*/ 180938 w 1471018"/>
              <a:gd name="connsiteY294" fmla="*/ 210031 h 795676"/>
              <a:gd name="connsiteX295" fmla="*/ 194229 w 1471018"/>
              <a:gd name="connsiteY295" fmla="*/ 218765 h 795676"/>
              <a:gd name="connsiteX296" fmla="*/ 188153 w 1471018"/>
              <a:gd name="connsiteY296" fmla="*/ 243070 h 795676"/>
              <a:gd name="connsiteX297" fmla="*/ 163849 w 1471018"/>
              <a:gd name="connsiteY297" fmla="*/ 236994 h 795676"/>
              <a:gd name="connsiteX298" fmla="*/ 169925 w 1471018"/>
              <a:gd name="connsiteY298" fmla="*/ 212689 h 795676"/>
              <a:gd name="connsiteX299" fmla="*/ 180938 w 1471018"/>
              <a:gd name="connsiteY299" fmla="*/ 210031 h 795676"/>
              <a:gd name="connsiteX300" fmla="*/ 1183484 w 1471018"/>
              <a:gd name="connsiteY300" fmla="*/ 203954 h 795676"/>
              <a:gd name="connsiteX301" fmla="*/ 1196776 w 1471018"/>
              <a:gd name="connsiteY301" fmla="*/ 212688 h 795676"/>
              <a:gd name="connsiteX302" fmla="*/ 1190700 w 1471018"/>
              <a:gd name="connsiteY302" fmla="*/ 236993 h 795676"/>
              <a:gd name="connsiteX303" fmla="*/ 1166395 w 1471018"/>
              <a:gd name="connsiteY303" fmla="*/ 230917 h 795676"/>
              <a:gd name="connsiteX304" fmla="*/ 1172471 w 1471018"/>
              <a:gd name="connsiteY304" fmla="*/ 206612 h 795676"/>
              <a:gd name="connsiteX305" fmla="*/ 1183484 w 1471018"/>
              <a:gd name="connsiteY305" fmla="*/ 203954 h 795676"/>
              <a:gd name="connsiteX306" fmla="*/ 946515 w 1471018"/>
              <a:gd name="connsiteY306" fmla="*/ 197878 h 795676"/>
              <a:gd name="connsiteX307" fmla="*/ 959807 w 1471018"/>
              <a:gd name="connsiteY307" fmla="*/ 206612 h 795676"/>
              <a:gd name="connsiteX308" fmla="*/ 953731 w 1471018"/>
              <a:gd name="connsiteY308" fmla="*/ 230917 h 795676"/>
              <a:gd name="connsiteX309" fmla="*/ 929426 w 1471018"/>
              <a:gd name="connsiteY309" fmla="*/ 224841 h 795676"/>
              <a:gd name="connsiteX310" fmla="*/ 935502 w 1471018"/>
              <a:gd name="connsiteY310" fmla="*/ 200536 h 795676"/>
              <a:gd name="connsiteX311" fmla="*/ 946515 w 1471018"/>
              <a:gd name="connsiteY311" fmla="*/ 197878 h 795676"/>
              <a:gd name="connsiteX312" fmla="*/ 466501 w 1471018"/>
              <a:gd name="connsiteY312" fmla="*/ 197878 h 795676"/>
              <a:gd name="connsiteX313" fmla="*/ 479793 w 1471018"/>
              <a:gd name="connsiteY313" fmla="*/ 206612 h 795676"/>
              <a:gd name="connsiteX314" fmla="*/ 473717 w 1471018"/>
              <a:gd name="connsiteY314" fmla="*/ 230917 h 795676"/>
              <a:gd name="connsiteX315" fmla="*/ 449412 w 1471018"/>
              <a:gd name="connsiteY315" fmla="*/ 224841 h 795676"/>
              <a:gd name="connsiteX316" fmla="*/ 455486 w 1471018"/>
              <a:gd name="connsiteY316" fmla="*/ 200536 h 795676"/>
              <a:gd name="connsiteX317" fmla="*/ 466501 w 1471018"/>
              <a:gd name="connsiteY317" fmla="*/ 197878 h 795676"/>
              <a:gd name="connsiteX318" fmla="*/ 323717 w 1471018"/>
              <a:gd name="connsiteY318" fmla="*/ 197878 h 795676"/>
              <a:gd name="connsiteX319" fmla="*/ 337009 w 1471018"/>
              <a:gd name="connsiteY319" fmla="*/ 206612 h 795676"/>
              <a:gd name="connsiteX320" fmla="*/ 330933 w 1471018"/>
              <a:gd name="connsiteY320" fmla="*/ 230917 h 795676"/>
              <a:gd name="connsiteX321" fmla="*/ 306628 w 1471018"/>
              <a:gd name="connsiteY321" fmla="*/ 224841 h 795676"/>
              <a:gd name="connsiteX322" fmla="*/ 312704 w 1471018"/>
              <a:gd name="connsiteY322" fmla="*/ 200536 h 795676"/>
              <a:gd name="connsiteX323" fmla="*/ 323717 w 1471018"/>
              <a:gd name="connsiteY323" fmla="*/ 197878 h 795676"/>
              <a:gd name="connsiteX324" fmla="*/ 1074113 w 1471018"/>
              <a:gd name="connsiteY324" fmla="*/ 188764 h 795676"/>
              <a:gd name="connsiteX325" fmla="*/ 1087405 w 1471018"/>
              <a:gd name="connsiteY325" fmla="*/ 197498 h 795676"/>
              <a:gd name="connsiteX326" fmla="*/ 1081329 w 1471018"/>
              <a:gd name="connsiteY326" fmla="*/ 221803 h 795676"/>
              <a:gd name="connsiteX327" fmla="*/ 1057024 w 1471018"/>
              <a:gd name="connsiteY327" fmla="*/ 215727 h 795676"/>
              <a:gd name="connsiteX328" fmla="*/ 1063100 w 1471018"/>
              <a:gd name="connsiteY328" fmla="*/ 191422 h 795676"/>
              <a:gd name="connsiteX329" fmla="*/ 1074113 w 1471018"/>
              <a:gd name="connsiteY329" fmla="*/ 188764 h 795676"/>
              <a:gd name="connsiteX330" fmla="*/ 846259 w 1471018"/>
              <a:gd name="connsiteY330" fmla="*/ 188764 h 795676"/>
              <a:gd name="connsiteX331" fmla="*/ 859551 w 1471018"/>
              <a:gd name="connsiteY331" fmla="*/ 197498 h 795676"/>
              <a:gd name="connsiteX332" fmla="*/ 853475 w 1471018"/>
              <a:gd name="connsiteY332" fmla="*/ 221803 h 795676"/>
              <a:gd name="connsiteX333" fmla="*/ 829170 w 1471018"/>
              <a:gd name="connsiteY333" fmla="*/ 215727 h 795676"/>
              <a:gd name="connsiteX334" fmla="*/ 835246 w 1471018"/>
              <a:gd name="connsiteY334" fmla="*/ 191422 h 795676"/>
              <a:gd name="connsiteX335" fmla="*/ 846259 w 1471018"/>
              <a:gd name="connsiteY335" fmla="*/ 188764 h 795676"/>
              <a:gd name="connsiteX336" fmla="*/ 694356 w 1471018"/>
              <a:gd name="connsiteY336" fmla="*/ 164460 h 795676"/>
              <a:gd name="connsiteX337" fmla="*/ 707648 w 1471018"/>
              <a:gd name="connsiteY337" fmla="*/ 173194 h 795676"/>
              <a:gd name="connsiteX338" fmla="*/ 701572 w 1471018"/>
              <a:gd name="connsiteY338" fmla="*/ 197499 h 795676"/>
              <a:gd name="connsiteX339" fmla="*/ 677267 w 1471018"/>
              <a:gd name="connsiteY339" fmla="*/ 191423 h 795676"/>
              <a:gd name="connsiteX340" fmla="*/ 683343 w 1471018"/>
              <a:gd name="connsiteY340" fmla="*/ 167118 h 795676"/>
              <a:gd name="connsiteX341" fmla="*/ 694356 w 1471018"/>
              <a:gd name="connsiteY341" fmla="*/ 164460 h 795676"/>
              <a:gd name="connsiteX342" fmla="*/ 77635 w 1471018"/>
              <a:gd name="connsiteY342" fmla="*/ 152307 h 795676"/>
              <a:gd name="connsiteX343" fmla="*/ 90926 w 1471018"/>
              <a:gd name="connsiteY343" fmla="*/ 161041 h 795676"/>
              <a:gd name="connsiteX344" fmla="*/ 84851 w 1471018"/>
              <a:gd name="connsiteY344" fmla="*/ 185346 h 795676"/>
              <a:gd name="connsiteX345" fmla="*/ 60546 w 1471018"/>
              <a:gd name="connsiteY345" fmla="*/ 179270 h 795676"/>
              <a:gd name="connsiteX346" fmla="*/ 66622 w 1471018"/>
              <a:gd name="connsiteY346" fmla="*/ 154965 h 795676"/>
              <a:gd name="connsiteX347" fmla="*/ 77635 w 1471018"/>
              <a:gd name="connsiteY347" fmla="*/ 152307 h 795676"/>
              <a:gd name="connsiteX348" fmla="*/ 1377919 w 1471018"/>
              <a:gd name="connsiteY348" fmla="*/ 146231 h 795676"/>
              <a:gd name="connsiteX349" fmla="*/ 1391211 w 1471018"/>
              <a:gd name="connsiteY349" fmla="*/ 154965 h 795676"/>
              <a:gd name="connsiteX350" fmla="*/ 1385135 w 1471018"/>
              <a:gd name="connsiteY350" fmla="*/ 179270 h 795676"/>
              <a:gd name="connsiteX351" fmla="*/ 1360830 w 1471018"/>
              <a:gd name="connsiteY351" fmla="*/ 173194 h 795676"/>
              <a:gd name="connsiteX352" fmla="*/ 1366906 w 1471018"/>
              <a:gd name="connsiteY352" fmla="*/ 148889 h 795676"/>
              <a:gd name="connsiteX353" fmla="*/ 1377919 w 1471018"/>
              <a:gd name="connsiteY353" fmla="*/ 146231 h 795676"/>
              <a:gd name="connsiteX354" fmla="*/ 588024 w 1471018"/>
              <a:gd name="connsiteY354" fmla="*/ 143193 h 795676"/>
              <a:gd name="connsiteX355" fmla="*/ 601316 w 1471018"/>
              <a:gd name="connsiteY355" fmla="*/ 151927 h 795676"/>
              <a:gd name="connsiteX356" fmla="*/ 595240 w 1471018"/>
              <a:gd name="connsiteY356" fmla="*/ 176232 h 795676"/>
              <a:gd name="connsiteX357" fmla="*/ 570935 w 1471018"/>
              <a:gd name="connsiteY357" fmla="*/ 170156 h 795676"/>
              <a:gd name="connsiteX358" fmla="*/ 577011 w 1471018"/>
              <a:gd name="connsiteY358" fmla="*/ 145851 h 795676"/>
              <a:gd name="connsiteX359" fmla="*/ 588024 w 1471018"/>
              <a:gd name="connsiteY359" fmla="*/ 143193 h 795676"/>
              <a:gd name="connsiteX360" fmla="*/ 241687 w 1471018"/>
              <a:gd name="connsiteY360" fmla="*/ 128003 h 795676"/>
              <a:gd name="connsiteX361" fmla="*/ 254979 w 1471018"/>
              <a:gd name="connsiteY361" fmla="*/ 136737 h 795676"/>
              <a:gd name="connsiteX362" fmla="*/ 248903 w 1471018"/>
              <a:gd name="connsiteY362" fmla="*/ 161042 h 795676"/>
              <a:gd name="connsiteX363" fmla="*/ 224598 w 1471018"/>
              <a:gd name="connsiteY363" fmla="*/ 154966 h 795676"/>
              <a:gd name="connsiteX364" fmla="*/ 230674 w 1471018"/>
              <a:gd name="connsiteY364" fmla="*/ 130661 h 795676"/>
              <a:gd name="connsiteX365" fmla="*/ 241687 w 1471018"/>
              <a:gd name="connsiteY365" fmla="*/ 128003 h 795676"/>
              <a:gd name="connsiteX366" fmla="*/ 1259435 w 1471018"/>
              <a:gd name="connsiteY366" fmla="*/ 124965 h 795676"/>
              <a:gd name="connsiteX367" fmla="*/ 1272727 w 1471018"/>
              <a:gd name="connsiteY367" fmla="*/ 133699 h 795676"/>
              <a:gd name="connsiteX368" fmla="*/ 1266651 w 1471018"/>
              <a:gd name="connsiteY368" fmla="*/ 158004 h 795676"/>
              <a:gd name="connsiteX369" fmla="*/ 1242346 w 1471018"/>
              <a:gd name="connsiteY369" fmla="*/ 151928 h 795676"/>
              <a:gd name="connsiteX370" fmla="*/ 1248422 w 1471018"/>
              <a:gd name="connsiteY370" fmla="*/ 127623 h 795676"/>
              <a:gd name="connsiteX371" fmla="*/ 1259435 w 1471018"/>
              <a:gd name="connsiteY371" fmla="*/ 124965 h 795676"/>
              <a:gd name="connsiteX372" fmla="*/ 399672 w 1471018"/>
              <a:gd name="connsiteY372" fmla="*/ 118889 h 795676"/>
              <a:gd name="connsiteX373" fmla="*/ 412966 w 1471018"/>
              <a:gd name="connsiteY373" fmla="*/ 127623 h 795676"/>
              <a:gd name="connsiteX374" fmla="*/ 406890 w 1471018"/>
              <a:gd name="connsiteY374" fmla="*/ 151928 h 795676"/>
              <a:gd name="connsiteX375" fmla="*/ 382584 w 1471018"/>
              <a:gd name="connsiteY375" fmla="*/ 145852 h 795676"/>
              <a:gd name="connsiteX376" fmla="*/ 388658 w 1471018"/>
              <a:gd name="connsiteY376" fmla="*/ 121547 h 795676"/>
              <a:gd name="connsiteX377" fmla="*/ 399672 w 1471018"/>
              <a:gd name="connsiteY377" fmla="*/ 118889 h 795676"/>
              <a:gd name="connsiteX378" fmla="*/ 1004238 w 1471018"/>
              <a:gd name="connsiteY378" fmla="*/ 112813 h 795676"/>
              <a:gd name="connsiteX379" fmla="*/ 1017530 w 1471018"/>
              <a:gd name="connsiteY379" fmla="*/ 121547 h 795676"/>
              <a:gd name="connsiteX380" fmla="*/ 1011454 w 1471018"/>
              <a:gd name="connsiteY380" fmla="*/ 145852 h 795676"/>
              <a:gd name="connsiteX381" fmla="*/ 987149 w 1471018"/>
              <a:gd name="connsiteY381" fmla="*/ 139776 h 795676"/>
              <a:gd name="connsiteX382" fmla="*/ 993225 w 1471018"/>
              <a:gd name="connsiteY382" fmla="*/ 115471 h 795676"/>
              <a:gd name="connsiteX383" fmla="*/ 1004238 w 1471018"/>
              <a:gd name="connsiteY383" fmla="*/ 112813 h 795676"/>
              <a:gd name="connsiteX384" fmla="*/ 800688 w 1471018"/>
              <a:gd name="connsiteY384" fmla="*/ 97622 h 795676"/>
              <a:gd name="connsiteX385" fmla="*/ 813980 w 1471018"/>
              <a:gd name="connsiteY385" fmla="*/ 106356 h 795676"/>
              <a:gd name="connsiteX386" fmla="*/ 807904 w 1471018"/>
              <a:gd name="connsiteY386" fmla="*/ 130661 h 795676"/>
              <a:gd name="connsiteX387" fmla="*/ 783599 w 1471018"/>
              <a:gd name="connsiteY387" fmla="*/ 124585 h 795676"/>
              <a:gd name="connsiteX388" fmla="*/ 789675 w 1471018"/>
              <a:gd name="connsiteY388" fmla="*/ 100280 h 795676"/>
              <a:gd name="connsiteX389" fmla="*/ 800688 w 1471018"/>
              <a:gd name="connsiteY389" fmla="*/ 97622 h 795676"/>
              <a:gd name="connsiteX390" fmla="*/ 1128799 w 1471018"/>
              <a:gd name="connsiteY390" fmla="*/ 85470 h 795676"/>
              <a:gd name="connsiteX391" fmla="*/ 1142090 w 1471018"/>
              <a:gd name="connsiteY391" fmla="*/ 94204 h 795676"/>
              <a:gd name="connsiteX392" fmla="*/ 1136014 w 1471018"/>
              <a:gd name="connsiteY392" fmla="*/ 118509 h 795676"/>
              <a:gd name="connsiteX393" fmla="*/ 1111709 w 1471018"/>
              <a:gd name="connsiteY393" fmla="*/ 112433 h 795676"/>
              <a:gd name="connsiteX394" fmla="*/ 1117785 w 1471018"/>
              <a:gd name="connsiteY394" fmla="*/ 88128 h 795676"/>
              <a:gd name="connsiteX395" fmla="*/ 1128799 w 1471018"/>
              <a:gd name="connsiteY395" fmla="*/ 85470 h 795676"/>
              <a:gd name="connsiteX396" fmla="*/ 515112 w 1471018"/>
              <a:gd name="connsiteY396" fmla="*/ 85470 h 795676"/>
              <a:gd name="connsiteX397" fmla="*/ 528402 w 1471018"/>
              <a:gd name="connsiteY397" fmla="*/ 94204 h 795676"/>
              <a:gd name="connsiteX398" fmla="*/ 522328 w 1471018"/>
              <a:gd name="connsiteY398" fmla="*/ 118509 h 795676"/>
              <a:gd name="connsiteX399" fmla="*/ 498023 w 1471018"/>
              <a:gd name="connsiteY399" fmla="*/ 112433 h 795676"/>
              <a:gd name="connsiteX400" fmla="*/ 504099 w 1471018"/>
              <a:gd name="connsiteY400" fmla="*/ 88128 h 795676"/>
              <a:gd name="connsiteX401" fmla="*/ 515112 w 1471018"/>
              <a:gd name="connsiteY401" fmla="*/ 85470 h 795676"/>
              <a:gd name="connsiteX402" fmla="*/ 682203 w 1471018"/>
              <a:gd name="connsiteY402" fmla="*/ 73318 h 795676"/>
              <a:gd name="connsiteX403" fmla="*/ 695495 w 1471018"/>
              <a:gd name="connsiteY403" fmla="*/ 82052 h 795676"/>
              <a:gd name="connsiteX404" fmla="*/ 689419 w 1471018"/>
              <a:gd name="connsiteY404" fmla="*/ 106357 h 795676"/>
              <a:gd name="connsiteX405" fmla="*/ 665114 w 1471018"/>
              <a:gd name="connsiteY405" fmla="*/ 100281 h 795676"/>
              <a:gd name="connsiteX406" fmla="*/ 671190 w 1471018"/>
              <a:gd name="connsiteY406" fmla="*/ 75976 h 795676"/>
              <a:gd name="connsiteX407" fmla="*/ 682203 w 1471018"/>
              <a:gd name="connsiteY407" fmla="*/ 73318 h 795676"/>
              <a:gd name="connsiteX408" fmla="*/ 159669 w 1471018"/>
              <a:gd name="connsiteY408" fmla="*/ 67242 h 795676"/>
              <a:gd name="connsiteX409" fmla="*/ 172960 w 1471018"/>
              <a:gd name="connsiteY409" fmla="*/ 75976 h 795676"/>
              <a:gd name="connsiteX410" fmla="*/ 166884 w 1471018"/>
              <a:gd name="connsiteY410" fmla="*/ 100281 h 795676"/>
              <a:gd name="connsiteX411" fmla="*/ 142579 w 1471018"/>
              <a:gd name="connsiteY411" fmla="*/ 94205 h 795676"/>
              <a:gd name="connsiteX412" fmla="*/ 148655 w 1471018"/>
              <a:gd name="connsiteY412" fmla="*/ 69900 h 795676"/>
              <a:gd name="connsiteX413" fmla="*/ 159669 w 1471018"/>
              <a:gd name="connsiteY413" fmla="*/ 67242 h 795676"/>
              <a:gd name="connsiteX414" fmla="*/ 1453871 w 1471018"/>
              <a:gd name="connsiteY414" fmla="*/ 58127 h 795676"/>
              <a:gd name="connsiteX415" fmla="*/ 1467163 w 1471018"/>
              <a:gd name="connsiteY415" fmla="*/ 66861 h 795676"/>
              <a:gd name="connsiteX416" fmla="*/ 1461087 w 1471018"/>
              <a:gd name="connsiteY416" fmla="*/ 91166 h 795676"/>
              <a:gd name="connsiteX417" fmla="*/ 1436782 w 1471018"/>
              <a:gd name="connsiteY417" fmla="*/ 85090 h 795676"/>
              <a:gd name="connsiteX418" fmla="*/ 1442858 w 1471018"/>
              <a:gd name="connsiteY418" fmla="*/ 60785 h 795676"/>
              <a:gd name="connsiteX419" fmla="*/ 1453871 w 1471018"/>
              <a:gd name="connsiteY419" fmla="*/ 58127 h 795676"/>
              <a:gd name="connsiteX420" fmla="*/ 47254 w 1471018"/>
              <a:gd name="connsiteY420" fmla="*/ 58127 h 795676"/>
              <a:gd name="connsiteX421" fmla="*/ 60546 w 1471018"/>
              <a:gd name="connsiteY421" fmla="*/ 66861 h 795676"/>
              <a:gd name="connsiteX422" fmla="*/ 54470 w 1471018"/>
              <a:gd name="connsiteY422" fmla="*/ 91166 h 795676"/>
              <a:gd name="connsiteX423" fmla="*/ 30165 w 1471018"/>
              <a:gd name="connsiteY423" fmla="*/ 85090 h 795676"/>
              <a:gd name="connsiteX424" fmla="*/ 36241 w 1471018"/>
              <a:gd name="connsiteY424" fmla="*/ 60785 h 795676"/>
              <a:gd name="connsiteX425" fmla="*/ 47254 w 1471018"/>
              <a:gd name="connsiteY425" fmla="*/ 58127 h 795676"/>
              <a:gd name="connsiteX426" fmla="*/ 314611 w 1471018"/>
              <a:gd name="connsiteY426" fmla="*/ 55089 h 795676"/>
              <a:gd name="connsiteX427" fmla="*/ 327903 w 1471018"/>
              <a:gd name="connsiteY427" fmla="*/ 63823 h 795676"/>
              <a:gd name="connsiteX428" fmla="*/ 321827 w 1471018"/>
              <a:gd name="connsiteY428" fmla="*/ 88128 h 795676"/>
              <a:gd name="connsiteX429" fmla="*/ 297522 w 1471018"/>
              <a:gd name="connsiteY429" fmla="*/ 82052 h 795676"/>
              <a:gd name="connsiteX430" fmla="*/ 303598 w 1471018"/>
              <a:gd name="connsiteY430" fmla="*/ 57747 h 795676"/>
              <a:gd name="connsiteX431" fmla="*/ 314611 w 1471018"/>
              <a:gd name="connsiteY431" fmla="*/ 55089 h 795676"/>
              <a:gd name="connsiteX432" fmla="*/ 885754 w 1471018"/>
              <a:gd name="connsiteY432" fmla="*/ 52051 h 795676"/>
              <a:gd name="connsiteX433" fmla="*/ 899046 w 1471018"/>
              <a:gd name="connsiteY433" fmla="*/ 60785 h 795676"/>
              <a:gd name="connsiteX434" fmla="*/ 892970 w 1471018"/>
              <a:gd name="connsiteY434" fmla="*/ 85090 h 795676"/>
              <a:gd name="connsiteX435" fmla="*/ 868665 w 1471018"/>
              <a:gd name="connsiteY435" fmla="*/ 79014 h 795676"/>
              <a:gd name="connsiteX436" fmla="*/ 874741 w 1471018"/>
              <a:gd name="connsiteY436" fmla="*/ 54709 h 795676"/>
              <a:gd name="connsiteX437" fmla="*/ 885754 w 1471018"/>
              <a:gd name="connsiteY437" fmla="*/ 52051 h 795676"/>
              <a:gd name="connsiteX438" fmla="*/ 1341464 w 1471018"/>
              <a:gd name="connsiteY438" fmla="*/ 39899 h 795676"/>
              <a:gd name="connsiteX439" fmla="*/ 1354755 w 1471018"/>
              <a:gd name="connsiteY439" fmla="*/ 48633 h 795676"/>
              <a:gd name="connsiteX440" fmla="*/ 1348679 w 1471018"/>
              <a:gd name="connsiteY440" fmla="*/ 72938 h 795676"/>
              <a:gd name="connsiteX441" fmla="*/ 1324374 w 1471018"/>
              <a:gd name="connsiteY441" fmla="*/ 66862 h 795676"/>
              <a:gd name="connsiteX442" fmla="*/ 1330450 w 1471018"/>
              <a:gd name="connsiteY442" fmla="*/ 42557 h 795676"/>
              <a:gd name="connsiteX443" fmla="*/ 1341464 w 1471018"/>
              <a:gd name="connsiteY443" fmla="*/ 39899 h 795676"/>
              <a:gd name="connsiteX444" fmla="*/ 1204751 w 1471018"/>
              <a:gd name="connsiteY444" fmla="*/ 27747 h 795676"/>
              <a:gd name="connsiteX445" fmla="*/ 1218042 w 1471018"/>
              <a:gd name="connsiteY445" fmla="*/ 36481 h 795676"/>
              <a:gd name="connsiteX446" fmla="*/ 1211966 w 1471018"/>
              <a:gd name="connsiteY446" fmla="*/ 60786 h 795676"/>
              <a:gd name="connsiteX447" fmla="*/ 1187661 w 1471018"/>
              <a:gd name="connsiteY447" fmla="*/ 54710 h 795676"/>
              <a:gd name="connsiteX448" fmla="*/ 1193737 w 1471018"/>
              <a:gd name="connsiteY448" fmla="*/ 30405 h 795676"/>
              <a:gd name="connsiteX449" fmla="*/ 1204751 w 1471018"/>
              <a:gd name="connsiteY449" fmla="*/ 27747 h 795676"/>
              <a:gd name="connsiteX450" fmla="*/ 979933 w 1471018"/>
              <a:gd name="connsiteY450" fmla="*/ 21671 h 795676"/>
              <a:gd name="connsiteX451" fmla="*/ 993225 w 1471018"/>
              <a:gd name="connsiteY451" fmla="*/ 30405 h 795676"/>
              <a:gd name="connsiteX452" fmla="*/ 987149 w 1471018"/>
              <a:gd name="connsiteY452" fmla="*/ 54710 h 795676"/>
              <a:gd name="connsiteX453" fmla="*/ 962844 w 1471018"/>
              <a:gd name="connsiteY453" fmla="*/ 48634 h 795676"/>
              <a:gd name="connsiteX454" fmla="*/ 968920 w 1471018"/>
              <a:gd name="connsiteY454" fmla="*/ 24329 h 795676"/>
              <a:gd name="connsiteX455" fmla="*/ 979933 w 1471018"/>
              <a:gd name="connsiteY455" fmla="*/ 21671 h 795676"/>
              <a:gd name="connsiteX456" fmla="*/ 451312 w 1471018"/>
              <a:gd name="connsiteY456" fmla="*/ 8759 h 795676"/>
              <a:gd name="connsiteX457" fmla="*/ 464603 w 1471018"/>
              <a:gd name="connsiteY457" fmla="*/ 21291 h 795676"/>
              <a:gd name="connsiteX458" fmla="*/ 458526 w 1471018"/>
              <a:gd name="connsiteY458" fmla="*/ 45596 h 795676"/>
              <a:gd name="connsiteX459" fmla="*/ 434225 w 1471018"/>
              <a:gd name="connsiteY459" fmla="*/ 39520 h 795676"/>
              <a:gd name="connsiteX460" fmla="*/ 440301 w 1471018"/>
              <a:gd name="connsiteY460" fmla="*/ 12177 h 795676"/>
              <a:gd name="connsiteX461" fmla="*/ 451312 w 1471018"/>
              <a:gd name="connsiteY461" fmla="*/ 8759 h 795676"/>
              <a:gd name="connsiteX462" fmla="*/ 1049824 w 1471018"/>
              <a:gd name="connsiteY462" fmla="*/ 0 h 795676"/>
              <a:gd name="connsiteX463" fmla="*/ 1083563 w 1471018"/>
              <a:gd name="connsiteY463" fmla="*/ 0 h 795676"/>
              <a:gd name="connsiteX464" fmla="*/ 1083987 w 1471018"/>
              <a:gd name="connsiteY464" fmla="*/ 2304 h 795676"/>
              <a:gd name="connsiteX465" fmla="*/ 1075253 w 1471018"/>
              <a:gd name="connsiteY465" fmla="*/ 12178 h 795676"/>
              <a:gd name="connsiteX466" fmla="*/ 1050948 w 1471018"/>
              <a:gd name="connsiteY466" fmla="*/ 6102 h 795676"/>
              <a:gd name="connsiteX467" fmla="*/ 773962 w 1471018"/>
              <a:gd name="connsiteY467" fmla="*/ 0 h 795676"/>
              <a:gd name="connsiteX468" fmla="*/ 806875 w 1471018"/>
              <a:gd name="connsiteY468" fmla="*/ 0 h 795676"/>
              <a:gd name="connsiteX469" fmla="*/ 798790 w 1471018"/>
              <a:gd name="connsiteY469" fmla="*/ 9140 h 795676"/>
              <a:gd name="connsiteX470" fmla="*/ 774485 w 1471018"/>
              <a:gd name="connsiteY470" fmla="*/ 3064 h 795676"/>
              <a:gd name="connsiteX471" fmla="*/ 659033 w 1471018"/>
              <a:gd name="connsiteY471" fmla="*/ 0 h 795676"/>
              <a:gd name="connsiteX472" fmla="*/ 688741 w 1471018"/>
              <a:gd name="connsiteY472" fmla="*/ 0 h 795676"/>
              <a:gd name="connsiteX473" fmla="*/ 683343 w 1471018"/>
              <a:gd name="connsiteY473" fmla="*/ 6102 h 795676"/>
              <a:gd name="connsiteX474" fmla="*/ 659038 w 1471018"/>
              <a:gd name="connsiteY474" fmla="*/ 26 h 795676"/>
              <a:gd name="connsiteX475" fmla="*/ 558807 w 1471018"/>
              <a:gd name="connsiteY475" fmla="*/ 0 h 795676"/>
              <a:gd name="connsiteX476" fmla="*/ 589125 w 1471018"/>
              <a:gd name="connsiteY476" fmla="*/ 0 h 795676"/>
              <a:gd name="connsiteX477" fmla="*/ 589163 w 1471018"/>
              <a:gd name="connsiteY477" fmla="*/ 25 h 795676"/>
              <a:gd name="connsiteX478" fmla="*/ 583087 w 1471018"/>
              <a:gd name="connsiteY478" fmla="*/ 24330 h 795676"/>
              <a:gd name="connsiteX479" fmla="*/ 558782 w 1471018"/>
              <a:gd name="connsiteY479" fmla="*/ 18254 h 795676"/>
              <a:gd name="connsiteX480" fmla="*/ 556124 w 1471018"/>
              <a:gd name="connsiteY480" fmla="*/ 2683 h 795676"/>
              <a:gd name="connsiteX481" fmla="*/ 189731 w 1471018"/>
              <a:gd name="connsiteY481" fmla="*/ 0 h 795676"/>
              <a:gd name="connsiteX482" fmla="*/ 223240 w 1471018"/>
              <a:gd name="connsiteY482" fmla="*/ 0 h 795676"/>
              <a:gd name="connsiteX483" fmla="*/ 224224 w 1471018"/>
              <a:gd name="connsiteY483" fmla="*/ 5342 h 795676"/>
              <a:gd name="connsiteX484" fmla="*/ 215490 w 1471018"/>
              <a:gd name="connsiteY484" fmla="*/ 15216 h 795676"/>
              <a:gd name="connsiteX485" fmla="*/ 191185 w 1471018"/>
              <a:gd name="connsiteY485" fmla="*/ 9140 h 79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Lst>
            <a:rect l="l" t="t" r="r" b="b"/>
            <a:pathLst>
              <a:path w="1471018" h="795676">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Title 10">
            <a:extLst>
              <a:ext uri="{FF2B5EF4-FFF2-40B4-BE49-F238E27FC236}">
                <a16:creationId xmlns:a16="http://schemas.microsoft.com/office/drawing/2014/main" id="{71FB0F73-8809-C3ED-8636-0096716B8DED}"/>
              </a:ext>
            </a:extLst>
          </p:cNvPr>
          <p:cNvSpPr>
            <a:spLocks noGrp="1"/>
          </p:cNvSpPr>
          <p:nvPr>
            <p:ph type="title"/>
          </p:nvPr>
        </p:nvSpPr>
        <p:spPr>
          <a:xfrm>
            <a:off x="581870" y="584115"/>
            <a:ext cx="11610129" cy="1068516"/>
          </a:xfrm>
        </p:spPr>
        <p:txBody>
          <a:bodyPr>
            <a:normAutofit/>
          </a:bodyPr>
          <a:lstStyle/>
          <a:p>
            <a:r>
              <a:rPr lang="vi-VN" sz="3600" b="1" i="0" dirty="0">
                <a:solidFill>
                  <a:srgbClr val="7030A0"/>
                </a:solidFill>
                <a:effectLst/>
                <a:latin typeface="Tahoma" panose="020B0604030504040204" pitchFamily="34" charset="0"/>
                <a:ea typeface="Tahoma" panose="020B0604030504040204" pitchFamily="34" charset="0"/>
                <a:cs typeface="Tahoma" panose="020B0604030504040204" pitchFamily="34" charset="0"/>
              </a:rPr>
              <a:t>1. Để trưởng thành, bạn phải học cách từ bỏ</a:t>
            </a:r>
            <a:endParaRPr lang="en-US" sz="3600" b="1" dirty="0">
              <a:solidFill>
                <a:srgbClr val="7030A0"/>
              </a:solidFill>
              <a:latin typeface="Tahoma" panose="020B0604030504040204" pitchFamily="34" charset="0"/>
              <a:ea typeface="Tahoma" panose="020B0604030504040204" pitchFamily="34" charset="0"/>
              <a:cs typeface="Tahoma" panose="020B0604030504040204" pitchFamily="34" charset="0"/>
            </a:endParaRPr>
          </a:p>
        </p:txBody>
      </p:sp>
      <p:sp>
        <p:nvSpPr>
          <p:cNvPr id="17" name="TextBox 16">
            <a:extLst>
              <a:ext uri="{FF2B5EF4-FFF2-40B4-BE49-F238E27FC236}">
                <a16:creationId xmlns:a16="http://schemas.microsoft.com/office/drawing/2014/main" id="{B85EB53D-CF43-1DA0-4778-C7B31A9807A1}"/>
              </a:ext>
            </a:extLst>
          </p:cNvPr>
          <p:cNvSpPr txBox="1"/>
          <p:nvPr/>
        </p:nvSpPr>
        <p:spPr>
          <a:xfrm>
            <a:off x="3985774" y="1660834"/>
            <a:ext cx="7925499" cy="4619854"/>
          </a:xfrm>
          <a:prstGeom prst="rect">
            <a:avLst/>
          </a:prstGeom>
          <a:noFill/>
        </p:spPr>
        <p:txBody>
          <a:bodyPr wrap="square">
            <a:spAutoFit/>
          </a:bodyPr>
          <a:lstStyle/>
          <a:p>
            <a:pPr marL="285750" indent="-285750" algn="just">
              <a:lnSpc>
                <a:spcPct val="150000"/>
              </a:lnSpc>
              <a:buFont typeface="Wingdings" panose="05000000000000000000" pitchFamily="2" charset="2"/>
              <a:buChar char="ü"/>
            </a:pPr>
            <a:r>
              <a:rPr lang="vi-VN" b="0" i="0" dirty="0">
                <a:solidFill>
                  <a:schemeClr val="bg1"/>
                </a:solidFill>
                <a:effectLst/>
                <a:latin typeface="inherit"/>
              </a:rPr>
              <a:t>Trên hành trình trưởng thành của mỗi người, cuộc sống ắt sẽ luôn tạo ra cho chúng ta rất nhiều ngã rẽ. Khi đứng trước các ngã rẽ, bạn sẽ luôn có 3 sự lựa chọn: Một là thêm vào, hai là bớt đi và ba là đánh đổi một thứ gì đó.</a:t>
            </a:r>
          </a:p>
          <a:p>
            <a:pPr marL="285750" indent="-285750" algn="just">
              <a:lnSpc>
                <a:spcPct val="150000"/>
              </a:lnSpc>
              <a:buFont typeface="Wingdings" panose="05000000000000000000" pitchFamily="2" charset="2"/>
              <a:buChar char="ü"/>
            </a:pPr>
            <a:r>
              <a:rPr lang="vi-VN" b="0" i="0" dirty="0">
                <a:solidFill>
                  <a:schemeClr val="bg1"/>
                </a:solidFill>
                <a:effectLst/>
                <a:latin typeface="inherit"/>
              </a:rPr>
              <a:t>Thực tế là hầu hết những người thành công là người sẵn sàng đánh đổi, họ chấp nhận một cái giá để đạt được điều mà bản thân mong muốn, phục vụ cho việc tiến gần hơn đến mục tiêu. Trong khi đó, những người không thành công lại xem đánh đổi là một việc rất khó khăn và hầu như không dám làm.</a:t>
            </a:r>
          </a:p>
          <a:p>
            <a:pPr marL="285750" indent="-285750" algn="just">
              <a:lnSpc>
                <a:spcPct val="150000"/>
              </a:lnSpc>
              <a:buFont typeface="Wingdings" panose="05000000000000000000" pitchFamily="2" charset="2"/>
              <a:buChar char="ü"/>
            </a:pPr>
            <a:r>
              <a:rPr lang="vi-VN" b="0" i="0" dirty="0">
                <a:solidFill>
                  <a:schemeClr val="bg1"/>
                </a:solidFill>
                <a:effectLst/>
                <a:latin typeface="inherit"/>
              </a:rPr>
              <a:t>Hãy xem sự đánh đổi là cơ hội để bạn được phát triển bản thân. Kể cả khi bạn không đạt được điều mình muốn thì ít nhất bạn cũng đã chiến thắng bản thân mình. Bởi việc lựa chọn con đường đánh đổi để phát triển bản thân cho thấy bạn đã tiến bộ hơn chính mình của ngày hôm qua một phần.</a:t>
            </a:r>
          </a:p>
        </p:txBody>
      </p:sp>
      <p:pic>
        <p:nvPicPr>
          <p:cNvPr id="1026" name="Picture 2" descr="1001+ Câu nói hay về nhân cách sống 2024 đáng đọc và suy ngẫm | Nguyễn Kim  Blog">
            <a:extLst>
              <a:ext uri="{FF2B5EF4-FFF2-40B4-BE49-F238E27FC236}">
                <a16:creationId xmlns:a16="http://schemas.microsoft.com/office/drawing/2014/main" id="{9EFA9717-5FA9-D6C2-7E95-7DEAA760172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1207515">
            <a:off x="280727" y="2362865"/>
            <a:ext cx="3428175" cy="2569862"/>
          </a:xfrm>
          <a:prstGeom prst="rect">
            <a:avLst/>
          </a:prstGeom>
          <a:noFill/>
          <a:effectLst>
            <a:glow rad="228600">
              <a:schemeClr val="accent3">
                <a:satMod val="175000"/>
                <a:alpha val="40000"/>
              </a:schemeClr>
            </a:glow>
          </a:effectLst>
          <a:extLst>
            <a:ext uri="{909E8E84-426E-40DD-AFC4-6F175D3DCCD1}">
              <a14:hiddenFill xmlns:a14="http://schemas.microsoft.com/office/drawing/2010/main">
                <a:solidFill>
                  <a:srgbClr val="FFFFFF"/>
                </a:solidFill>
              </a14:hiddenFill>
            </a:ext>
          </a:extLst>
        </p:spPr>
      </p:pic>
      <p:pic>
        <p:nvPicPr>
          <p:cNvPr id="18" name="Content Placeholder 18">
            <a:extLst>
              <a:ext uri="{FF2B5EF4-FFF2-40B4-BE49-F238E27FC236}">
                <a16:creationId xmlns:a16="http://schemas.microsoft.com/office/drawing/2014/main" id="{8C6D002F-9D68-8292-EC00-65E7DE6D067E}"/>
              </a:ext>
            </a:extLst>
          </p:cNvPr>
          <p:cNvPicPr>
            <a:picLocks noGrp="1" noChangeAspect="1"/>
          </p:cNvPicPr>
          <p:nvPr>
            <p:ph idx="1"/>
          </p:nvPr>
        </p:nvPicPr>
        <p:blipFill>
          <a:blip r:embed="rId3"/>
          <a:stretch>
            <a:fillRect/>
          </a:stretch>
        </p:blipFill>
        <p:spPr>
          <a:xfrm>
            <a:off x="11385627" y="91455"/>
            <a:ext cx="806373" cy="694146"/>
          </a:xfrm>
        </p:spPr>
      </p:pic>
    </p:spTree>
    <p:extLst>
      <p:ext uri="{BB962C8B-B14F-4D97-AF65-F5344CB8AC3E}">
        <p14:creationId xmlns:p14="http://schemas.microsoft.com/office/powerpoint/2010/main" val="24822703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barn(inVertical)">
                                      <p:cBhvr>
                                        <p:cTn id="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3217381-2578-4684-BFE6-FEB2520B5279}"/>
              </a:ext>
            </a:extLst>
          </p:cNvPr>
          <p:cNvSpPr>
            <a:spLocks noGrp="1"/>
          </p:cNvSpPr>
          <p:nvPr>
            <p:ph type="title"/>
          </p:nvPr>
        </p:nvSpPr>
        <p:spPr>
          <a:xfrm>
            <a:off x="613015" y="768350"/>
            <a:ext cx="10515600" cy="740854"/>
          </a:xfrm>
        </p:spPr>
        <p:txBody>
          <a:bodyPr>
            <a:normAutofit fontScale="90000"/>
          </a:bodyPr>
          <a:lstStyle/>
          <a:p>
            <a:r>
              <a:rPr lang="en-US" b="1" i="0" dirty="0">
                <a:solidFill>
                  <a:srgbClr val="7030A0"/>
                </a:solidFill>
                <a:effectLst/>
                <a:latin typeface="Tahoma" panose="020B0604030504040204" pitchFamily="34" charset="0"/>
                <a:ea typeface="Tahoma" panose="020B0604030504040204" pitchFamily="34" charset="0"/>
                <a:cs typeface="Tahoma" panose="020B0604030504040204" pitchFamily="34" charset="0"/>
              </a:rPr>
              <a:t>2. </a:t>
            </a:r>
            <a:r>
              <a:rPr lang="en-US" b="1" i="0" dirty="0" err="1">
                <a:solidFill>
                  <a:srgbClr val="7030A0"/>
                </a:solidFill>
                <a:effectLst/>
                <a:latin typeface="Tahoma" panose="020B0604030504040204" pitchFamily="34" charset="0"/>
                <a:ea typeface="Tahoma" panose="020B0604030504040204" pitchFamily="34" charset="0"/>
                <a:cs typeface="Tahoma" panose="020B0604030504040204" pitchFamily="34" charset="0"/>
              </a:rPr>
              <a:t>Bạn</a:t>
            </a:r>
            <a:r>
              <a:rPr lang="en-US" b="1" i="0" dirty="0">
                <a:solidFill>
                  <a:srgbClr val="7030A0"/>
                </a:solidFill>
                <a:effectLst/>
                <a:latin typeface="Tahoma" panose="020B0604030504040204" pitchFamily="34" charset="0"/>
                <a:ea typeface="Tahoma" panose="020B0604030504040204" pitchFamily="34" charset="0"/>
                <a:cs typeface="Tahoma" panose="020B0604030504040204" pitchFamily="34" charset="0"/>
              </a:rPr>
              <a:t> </a:t>
            </a:r>
            <a:r>
              <a:rPr lang="en-US" b="1" i="0" dirty="0" err="1">
                <a:solidFill>
                  <a:srgbClr val="7030A0"/>
                </a:solidFill>
                <a:effectLst/>
                <a:latin typeface="Tahoma" panose="020B0604030504040204" pitchFamily="34" charset="0"/>
                <a:ea typeface="Tahoma" panose="020B0604030504040204" pitchFamily="34" charset="0"/>
                <a:cs typeface="Tahoma" panose="020B0604030504040204" pitchFamily="34" charset="0"/>
              </a:rPr>
              <a:t>đánh</a:t>
            </a:r>
            <a:r>
              <a:rPr lang="en-US" b="1" i="0" dirty="0">
                <a:solidFill>
                  <a:srgbClr val="7030A0"/>
                </a:solidFill>
                <a:effectLst/>
                <a:latin typeface="Tahoma" panose="020B0604030504040204" pitchFamily="34" charset="0"/>
                <a:ea typeface="Tahoma" panose="020B0604030504040204" pitchFamily="34" charset="0"/>
                <a:cs typeface="Tahoma" panose="020B0604030504040204" pitchFamily="34" charset="0"/>
              </a:rPr>
              <a:t> </a:t>
            </a:r>
            <a:r>
              <a:rPr lang="en-US" b="1" i="0" dirty="0" err="1">
                <a:solidFill>
                  <a:srgbClr val="7030A0"/>
                </a:solidFill>
                <a:effectLst/>
                <a:latin typeface="Tahoma" panose="020B0604030504040204" pitchFamily="34" charset="0"/>
                <a:ea typeface="Tahoma" panose="020B0604030504040204" pitchFamily="34" charset="0"/>
                <a:cs typeface="Tahoma" panose="020B0604030504040204" pitchFamily="34" charset="0"/>
              </a:rPr>
              <a:t>đổi</a:t>
            </a:r>
            <a:r>
              <a:rPr lang="en-US" b="1" i="0" dirty="0">
                <a:solidFill>
                  <a:srgbClr val="7030A0"/>
                </a:solidFill>
                <a:effectLst/>
                <a:latin typeface="Tahoma" panose="020B0604030504040204" pitchFamily="34" charset="0"/>
                <a:ea typeface="Tahoma" panose="020B0604030504040204" pitchFamily="34" charset="0"/>
                <a:cs typeface="Tahoma" panose="020B0604030504040204" pitchFamily="34" charset="0"/>
              </a:rPr>
              <a:t> </a:t>
            </a:r>
            <a:r>
              <a:rPr lang="en-US" b="1" i="0" dirty="0" err="1">
                <a:solidFill>
                  <a:srgbClr val="7030A0"/>
                </a:solidFill>
                <a:effectLst/>
                <a:latin typeface="Tahoma" panose="020B0604030504040204" pitchFamily="34" charset="0"/>
                <a:ea typeface="Tahoma" panose="020B0604030504040204" pitchFamily="34" charset="0"/>
                <a:cs typeface="Tahoma" panose="020B0604030504040204" pitchFamily="34" charset="0"/>
              </a:rPr>
              <a:t>điều</a:t>
            </a:r>
            <a:r>
              <a:rPr lang="en-US" b="1" i="0" dirty="0">
                <a:solidFill>
                  <a:srgbClr val="7030A0"/>
                </a:solidFill>
                <a:effectLst/>
                <a:latin typeface="Tahoma" panose="020B0604030504040204" pitchFamily="34" charset="0"/>
                <a:ea typeface="Tahoma" panose="020B0604030504040204" pitchFamily="34" charset="0"/>
                <a:cs typeface="Tahoma" panose="020B0604030504040204" pitchFamily="34" charset="0"/>
              </a:rPr>
              <a:t> </a:t>
            </a:r>
            <a:r>
              <a:rPr lang="en-US" b="1" i="0" dirty="0" err="1">
                <a:solidFill>
                  <a:srgbClr val="7030A0"/>
                </a:solidFill>
                <a:effectLst/>
                <a:latin typeface="Tahoma" panose="020B0604030504040204" pitchFamily="34" charset="0"/>
                <a:ea typeface="Tahoma" panose="020B0604030504040204" pitchFamily="34" charset="0"/>
                <a:cs typeface="Tahoma" panose="020B0604030504040204" pitchFamily="34" charset="0"/>
              </a:rPr>
              <a:t>gì</a:t>
            </a:r>
            <a:r>
              <a:rPr lang="en-US" b="1" i="0" dirty="0">
                <a:solidFill>
                  <a:srgbClr val="7030A0"/>
                </a:solidFill>
                <a:effectLst/>
                <a:latin typeface="Tahoma" panose="020B0604030504040204" pitchFamily="34" charset="0"/>
                <a:ea typeface="Tahoma" panose="020B0604030504040204" pitchFamily="34" charset="0"/>
                <a:cs typeface="Tahoma" panose="020B0604030504040204" pitchFamily="34" charset="0"/>
              </a:rPr>
              <a:t>?</a:t>
            </a:r>
            <a:endParaRPr lang="en-US" b="1" dirty="0">
              <a:solidFill>
                <a:srgbClr val="7030A0"/>
              </a:solidFill>
              <a:latin typeface="Tahoma" panose="020B0604030504040204" pitchFamily="34" charset="0"/>
              <a:ea typeface="Tahoma" panose="020B0604030504040204" pitchFamily="34" charset="0"/>
              <a:cs typeface="Tahoma" panose="020B0604030504040204" pitchFamily="34" charset="0"/>
            </a:endParaRPr>
          </a:p>
        </p:txBody>
      </p:sp>
      <p:sp>
        <p:nvSpPr>
          <p:cNvPr id="8" name="Freeform: Shape 7">
            <a:extLst>
              <a:ext uri="{FF2B5EF4-FFF2-40B4-BE49-F238E27FC236}">
                <a16:creationId xmlns:a16="http://schemas.microsoft.com/office/drawing/2014/main" id="{823F2125-B7FF-4688-9116-57444C76102D}"/>
              </a:ext>
              <a:ext uri="{C183D7F6-B498-43B3-948B-1728B52AA6E4}">
                <adec:decorative xmlns:adec="http://schemas.microsoft.com/office/drawing/2017/decorative" val="1"/>
              </a:ext>
            </a:extLst>
          </p:cNvPr>
          <p:cNvSpPr/>
          <p:nvPr/>
        </p:nvSpPr>
        <p:spPr>
          <a:xfrm>
            <a:off x="27646" y="6015669"/>
            <a:ext cx="2605762" cy="842331"/>
          </a:xfrm>
          <a:custGeom>
            <a:avLst/>
            <a:gdLst>
              <a:gd name="connsiteX0" fmla="*/ 1151220 w 3180577"/>
              <a:gd name="connsiteY0" fmla="*/ 1105 h 1033951"/>
              <a:gd name="connsiteX1" fmla="*/ 1735251 w 3180577"/>
              <a:gd name="connsiteY1" fmla="*/ 77956 h 1033951"/>
              <a:gd name="connsiteX2" fmla="*/ 2001894 w 3180577"/>
              <a:gd name="connsiteY2" fmla="*/ 123235 h 1033951"/>
              <a:gd name="connsiteX3" fmla="*/ 2321364 w 3180577"/>
              <a:gd name="connsiteY3" fmla="*/ 128266 h 1033951"/>
              <a:gd name="connsiteX4" fmla="*/ 2671019 w 3180577"/>
              <a:gd name="connsiteY4" fmla="*/ 55316 h 1033951"/>
              <a:gd name="connsiteX5" fmla="*/ 2982942 w 3180577"/>
              <a:gd name="connsiteY5" fmla="*/ 326991 h 1033951"/>
              <a:gd name="connsiteX6" fmla="*/ 3176430 w 3180577"/>
              <a:gd name="connsiteY6" fmla="*/ 1024557 h 1033951"/>
              <a:gd name="connsiteX7" fmla="*/ 3174833 w 3180577"/>
              <a:gd name="connsiteY7" fmla="*/ 1033951 h 1033951"/>
              <a:gd name="connsiteX8" fmla="*/ 23630 w 3180577"/>
              <a:gd name="connsiteY8" fmla="*/ 1033951 h 1033951"/>
              <a:gd name="connsiteX9" fmla="*/ 11184 w 3180577"/>
              <a:gd name="connsiteY9" fmla="*/ 984167 h 1033951"/>
              <a:gd name="connsiteX10" fmla="*/ 236008 w 3180577"/>
              <a:gd name="connsiteY10" fmla="*/ 289258 h 1033951"/>
              <a:gd name="connsiteX11" fmla="*/ 1151220 w 3180577"/>
              <a:gd name="connsiteY11" fmla="*/ 1105 h 1033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0577" h="1033951">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dirty="0"/>
          </a:p>
        </p:txBody>
      </p:sp>
      <p:sp>
        <p:nvSpPr>
          <p:cNvPr id="9" name="Freeform: Shape 8">
            <a:extLst>
              <a:ext uri="{FF2B5EF4-FFF2-40B4-BE49-F238E27FC236}">
                <a16:creationId xmlns:a16="http://schemas.microsoft.com/office/drawing/2014/main" id="{C7C0D365-ED6E-4A76-B2B2-FD4DB8DD264C}"/>
              </a:ext>
              <a:ext uri="{C183D7F6-B498-43B3-948B-1728B52AA6E4}">
                <adec:decorative xmlns:adec="http://schemas.microsoft.com/office/drawing/2017/decorative" val="1"/>
              </a:ext>
            </a:extLst>
          </p:cNvPr>
          <p:cNvSpPr/>
          <p:nvPr/>
        </p:nvSpPr>
        <p:spPr>
          <a:xfrm>
            <a:off x="656708" y="5798001"/>
            <a:ext cx="2485581" cy="1059999"/>
          </a:xfrm>
          <a:custGeom>
            <a:avLst/>
            <a:gdLst>
              <a:gd name="connsiteX0" fmla="*/ 1553968 w 2449768"/>
              <a:gd name="connsiteY0" fmla="*/ 1045598 h 1050628"/>
              <a:gd name="connsiteX1" fmla="*/ 1561623 w 2449768"/>
              <a:gd name="connsiteY1" fmla="*/ 1050628 h 1050628"/>
              <a:gd name="connsiteX2" fmla="*/ 1540857 w 2449768"/>
              <a:gd name="connsiteY2" fmla="*/ 1050628 h 1050628"/>
              <a:gd name="connsiteX3" fmla="*/ 1542955 w 2449768"/>
              <a:gd name="connsiteY3" fmla="*/ 1048256 h 1050628"/>
              <a:gd name="connsiteX4" fmla="*/ 1553968 w 2449768"/>
              <a:gd name="connsiteY4" fmla="*/ 1045598 h 1050628"/>
              <a:gd name="connsiteX5" fmla="*/ 490647 w 2449768"/>
              <a:gd name="connsiteY5" fmla="*/ 1036483 h 1050628"/>
              <a:gd name="connsiteX6" fmla="*/ 503939 w 2449768"/>
              <a:gd name="connsiteY6" fmla="*/ 1045217 h 1050628"/>
              <a:gd name="connsiteX7" fmla="*/ 505485 w 2449768"/>
              <a:gd name="connsiteY7" fmla="*/ 1050628 h 1050628"/>
              <a:gd name="connsiteX8" fmla="*/ 470645 w 2449768"/>
              <a:gd name="connsiteY8" fmla="*/ 1050628 h 1050628"/>
              <a:gd name="connsiteX9" fmla="*/ 469761 w 2449768"/>
              <a:gd name="connsiteY9" fmla="*/ 1046736 h 1050628"/>
              <a:gd name="connsiteX10" fmla="*/ 479634 w 2449768"/>
              <a:gd name="connsiteY10" fmla="*/ 1039141 h 1050628"/>
              <a:gd name="connsiteX11" fmla="*/ 490647 w 2449768"/>
              <a:gd name="connsiteY11" fmla="*/ 1036483 h 1050628"/>
              <a:gd name="connsiteX12" fmla="*/ 326591 w 2449768"/>
              <a:gd name="connsiteY12" fmla="*/ 1030407 h 1050628"/>
              <a:gd name="connsiteX13" fmla="*/ 339883 w 2449768"/>
              <a:gd name="connsiteY13" fmla="*/ 1039141 h 1050628"/>
              <a:gd name="connsiteX14" fmla="*/ 341999 w 2449768"/>
              <a:gd name="connsiteY14" fmla="*/ 1050628 h 1050628"/>
              <a:gd name="connsiteX15" fmla="*/ 308260 w 2449768"/>
              <a:gd name="connsiteY15" fmla="*/ 1050628 h 1050628"/>
              <a:gd name="connsiteX16" fmla="*/ 306844 w 2449768"/>
              <a:gd name="connsiteY16" fmla="*/ 1042939 h 1050628"/>
              <a:gd name="connsiteX17" fmla="*/ 315578 w 2449768"/>
              <a:gd name="connsiteY17" fmla="*/ 1033065 h 1050628"/>
              <a:gd name="connsiteX18" fmla="*/ 326591 w 2449768"/>
              <a:gd name="connsiteY18" fmla="*/ 1030407 h 1050628"/>
              <a:gd name="connsiteX19" fmla="*/ 20886 w 2449768"/>
              <a:gd name="connsiteY19" fmla="*/ 1026229 h 1050628"/>
              <a:gd name="connsiteX20" fmla="*/ 33039 w 2449768"/>
              <a:gd name="connsiteY20" fmla="*/ 1036103 h 1050628"/>
              <a:gd name="connsiteX21" fmla="*/ 36837 w 2449768"/>
              <a:gd name="connsiteY21" fmla="*/ 1049395 h 1050628"/>
              <a:gd name="connsiteX22" fmla="*/ 35731 w 2449768"/>
              <a:gd name="connsiteY22" fmla="*/ 1050628 h 1050628"/>
              <a:gd name="connsiteX23" fmla="*/ 1976 w 2449768"/>
              <a:gd name="connsiteY23" fmla="*/ 1050628 h 1050628"/>
              <a:gd name="connsiteX24" fmla="*/ 0 w 2449768"/>
              <a:gd name="connsiteY24" fmla="*/ 1039901 h 1050628"/>
              <a:gd name="connsiteX25" fmla="*/ 8734 w 2449768"/>
              <a:gd name="connsiteY25" fmla="*/ 1030027 h 1050628"/>
              <a:gd name="connsiteX26" fmla="*/ 20886 w 2449768"/>
              <a:gd name="connsiteY26" fmla="*/ 1026229 h 1050628"/>
              <a:gd name="connsiteX27" fmla="*/ 2100819 w 2449768"/>
              <a:gd name="connsiteY27" fmla="*/ 1024331 h 1050628"/>
              <a:gd name="connsiteX28" fmla="*/ 2114111 w 2449768"/>
              <a:gd name="connsiteY28" fmla="*/ 1033065 h 1050628"/>
              <a:gd name="connsiteX29" fmla="*/ 2117909 w 2449768"/>
              <a:gd name="connsiteY29" fmla="*/ 1046357 h 1050628"/>
              <a:gd name="connsiteX30" fmla="*/ 2114079 w 2449768"/>
              <a:gd name="connsiteY30" fmla="*/ 1050628 h 1050628"/>
              <a:gd name="connsiteX31" fmla="*/ 2083616 w 2449768"/>
              <a:gd name="connsiteY31" fmla="*/ 1050628 h 1050628"/>
              <a:gd name="connsiteX32" fmla="*/ 2081072 w 2449768"/>
              <a:gd name="connsiteY32" fmla="*/ 1035724 h 1050628"/>
              <a:gd name="connsiteX33" fmla="*/ 2089806 w 2449768"/>
              <a:gd name="connsiteY33" fmla="*/ 1026989 h 1050628"/>
              <a:gd name="connsiteX34" fmla="*/ 2100819 w 2449768"/>
              <a:gd name="connsiteY34" fmla="*/ 1024331 h 1050628"/>
              <a:gd name="connsiteX35" fmla="*/ 1192439 w 2449768"/>
              <a:gd name="connsiteY35" fmla="*/ 1024331 h 1050628"/>
              <a:gd name="connsiteX36" fmla="*/ 1205731 w 2449768"/>
              <a:gd name="connsiteY36" fmla="*/ 1033065 h 1050628"/>
              <a:gd name="connsiteX37" fmla="*/ 1209529 w 2449768"/>
              <a:gd name="connsiteY37" fmla="*/ 1046357 h 1050628"/>
              <a:gd name="connsiteX38" fmla="*/ 1205699 w 2449768"/>
              <a:gd name="connsiteY38" fmla="*/ 1050628 h 1050628"/>
              <a:gd name="connsiteX39" fmla="*/ 1175227 w 2449768"/>
              <a:gd name="connsiteY39" fmla="*/ 1050628 h 1050628"/>
              <a:gd name="connsiteX40" fmla="*/ 1172692 w 2449768"/>
              <a:gd name="connsiteY40" fmla="*/ 1036863 h 1050628"/>
              <a:gd name="connsiteX41" fmla="*/ 1181426 w 2449768"/>
              <a:gd name="connsiteY41" fmla="*/ 1026989 h 1050628"/>
              <a:gd name="connsiteX42" fmla="*/ 1192439 w 2449768"/>
              <a:gd name="connsiteY42" fmla="*/ 1024331 h 1050628"/>
              <a:gd name="connsiteX43" fmla="*/ 788376 w 2449768"/>
              <a:gd name="connsiteY43" fmla="*/ 1024331 h 1050628"/>
              <a:gd name="connsiteX44" fmla="*/ 801668 w 2449768"/>
              <a:gd name="connsiteY44" fmla="*/ 1033065 h 1050628"/>
              <a:gd name="connsiteX45" fmla="*/ 805466 w 2449768"/>
              <a:gd name="connsiteY45" fmla="*/ 1046357 h 1050628"/>
              <a:gd name="connsiteX46" fmla="*/ 801636 w 2449768"/>
              <a:gd name="connsiteY46" fmla="*/ 1050628 h 1050628"/>
              <a:gd name="connsiteX47" fmla="*/ 771181 w 2449768"/>
              <a:gd name="connsiteY47" fmla="*/ 1050628 h 1050628"/>
              <a:gd name="connsiteX48" fmla="*/ 768629 w 2449768"/>
              <a:gd name="connsiteY48" fmla="*/ 1034584 h 1050628"/>
              <a:gd name="connsiteX49" fmla="*/ 777363 w 2449768"/>
              <a:gd name="connsiteY49" fmla="*/ 1026989 h 1050628"/>
              <a:gd name="connsiteX50" fmla="*/ 788376 w 2449768"/>
              <a:gd name="connsiteY50" fmla="*/ 1024331 h 1050628"/>
              <a:gd name="connsiteX51" fmla="*/ 138231 w 2449768"/>
              <a:gd name="connsiteY51" fmla="*/ 1024331 h 1050628"/>
              <a:gd name="connsiteX52" fmla="*/ 151523 w 2449768"/>
              <a:gd name="connsiteY52" fmla="*/ 1033065 h 1050628"/>
              <a:gd name="connsiteX53" fmla="*/ 154181 w 2449768"/>
              <a:gd name="connsiteY53" fmla="*/ 1047496 h 1050628"/>
              <a:gd name="connsiteX54" fmla="*/ 151411 w 2449768"/>
              <a:gd name="connsiteY54" fmla="*/ 1050628 h 1050628"/>
              <a:gd name="connsiteX55" fmla="*/ 121019 w 2449768"/>
              <a:gd name="connsiteY55" fmla="*/ 1050628 h 1050628"/>
              <a:gd name="connsiteX56" fmla="*/ 118484 w 2449768"/>
              <a:gd name="connsiteY56" fmla="*/ 1036863 h 1050628"/>
              <a:gd name="connsiteX57" fmla="*/ 127218 w 2449768"/>
              <a:gd name="connsiteY57" fmla="*/ 1026989 h 1050628"/>
              <a:gd name="connsiteX58" fmla="*/ 138231 w 2449768"/>
              <a:gd name="connsiteY58" fmla="*/ 1024331 h 1050628"/>
              <a:gd name="connsiteX59" fmla="*/ 894709 w 2449768"/>
              <a:gd name="connsiteY59" fmla="*/ 1021293 h 1050628"/>
              <a:gd name="connsiteX60" fmla="*/ 908001 w 2449768"/>
              <a:gd name="connsiteY60" fmla="*/ 1030027 h 1050628"/>
              <a:gd name="connsiteX61" fmla="*/ 911799 w 2449768"/>
              <a:gd name="connsiteY61" fmla="*/ 1043319 h 1050628"/>
              <a:gd name="connsiteX62" fmla="*/ 905246 w 2449768"/>
              <a:gd name="connsiteY62" fmla="*/ 1050628 h 1050628"/>
              <a:gd name="connsiteX63" fmla="*/ 880920 w 2449768"/>
              <a:gd name="connsiteY63" fmla="*/ 1050628 h 1050628"/>
              <a:gd name="connsiteX64" fmla="*/ 877620 w 2449768"/>
              <a:gd name="connsiteY64" fmla="*/ 1048256 h 1050628"/>
              <a:gd name="connsiteX65" fmla="*/ 883696 w 2449768"/>
              <a:gd name="connsiteY65" fmla="*/ 1023951 h 1050628"/>
              <a:gd name="connsiteX66" fmla="*/ 894709 w 2449768"/>
              <a:gd name="connsiteY66" fmla="*/ 1021293 h 1050628"/>
              <a:gd name="connsiteX67" fmla="*/ 694197 w 2449768"/>
              <a:gd name="connsiteY67" fmla="*/ 1021293 h 1050628"/>
              <a:gd name="connsiteX68" fmla="*/ 707488 w 2449768"/>
              <a:gd name="connsiteY68" fmla="*/ 1030027 h 1050628"/>
              <a:gd name="connsiteX69" fmla="*/ 711286 w 2449768"/>
              <a:gd name="connsiteY69" fmla="*/ 1043319 h 1050628"/>
              <a:gd name="connsiteX70" fmla="*/ 704733 w 2449768"/>
              <a:gd name="connsiteY70" fmla="*/ 1050628 h 1050628"/>
              <a:gd name="connsiteX71" fmla="*/ 680408 w 2449768"/>
              <a:gd name="connsiteY71" fmla="*/ 1050628 h 1050628"/>
              <a:gd name="connsiteX72" fmla="*/ 677108 w 2449768"/>
              <a:gd name="connsiteY72" fmla="*/ 1048256 h 1050628"/>
              <a:gd name="connsiteX73" fmla="*/ 683184 w 2449768"/>
              <a:gd name="connsiteY73" fmla="*/ 1023951 h 1050628"/>
              <a:gd name="connsiteX74" fmla="*/ 694197 w 2449768"/>
              <a:gd name="connsiteY74" fmla="*/ 1021293 h 1050628"/>
              <a:gd name="connsiteX75" fmla="*/ 596979 w 2449768"/>
              <a:gd name="connsiteY75" fmla="*/ 1021293 h 1050628"/>
              <a:gd name="connsiteX76" fmla="*/ 610271 w 2449768"/>
              <a:gd name="connsiteY76" fmla="*/ 1030027 h 1050628"/>
              <a:gd name="connsiteX77" fmla="*/ 614069 w 2449768"/>
              <a:gd name="connsiteY77" fmla="*/ 1043319 h 1050628"/>
              <a:gd name="connsiteX78" fmla="*/ 607516 w 2449768"/>
              <a:gd name="connsiteY78" fmla="*/ 1050628 h 1050628"/>
              <a:gd name="connsiteX79" fmla="*/ 583190 w 2449768"/>
              <a:gd name="connsiteY79" fmla="*/ 1050628 h 1050628"/>
              <a:gd name="connsiteX80" fmla="*/ 579890 w 2449768"/>
              <a:gd name="connsiteY80" fmla="*/ 1048256 h 1050628"/>
              <a:gd name="connsiteX81" fmla="*/ 585966 w 2449768"/>
              <a:gd name="connsiteY81" fmla="*/ 1023951 h 1050628"/>
              <a:gd name="connsiteX82" fmla="*/ 596979 w 2449768"/>
              <a:gd name="connsiteY82" fmla="*/ 1021293 h 1050628"/>
              <a:gd name="connsiteX83" fmla="*/ 1086106 w 2449768"/>
              <a:gd name="connsiteY83" fmla="*/ 1015217 h 1050628"/>
              <a:gd name="connsiteX84" fmla="*/ 1099398 w 2449768"/>
              <a:gd name="connsiteY84" fmla="*/ 1023951 h 1050628"/>
              <a:gd name="connsiteX85" fmla="*/ 1093322 w 2449768"/>
              <a:gd name="connsiteY85" fmla="*/ 1048256 h 1050628"/>
              <a:gd name="connsiteX86" fmla="*/ 1082478 w 2449768"/>
              <a:gd name="connsiteY86" fmla="*/ 1050628 h 1050628"/>
              <a:gd name="connsiteX87" fmla="*/ 1080771 w 2449768"/>
              <a:gd name="connsiteY87" fmla="*/ 1050628 h 1050628"/>
              <a:gd name="connsiteX88" fmla="*/ 1069017 w 2449768"/>
              <a:gd name="connsiteY88" fmla="*/ 1042180 h 1050628"/>
              <a:gd name="connsiteX89" fmla="*/ 1075093 w 2449768"/>
              <a:gd name="connsiteY89" fmla="*/ 1017875 h 1050628"/>
              <a:gd name="connsiteX90" fmla="*/ 1086106 w 2449768"/>
              <a:gd name="connsiteY90" fmla="*/ 1015217 h 1050628"/>
              <a:gd name="connsiteX91" fmla="*/ 1313961 w 2449768"/>
              <a:gd name="connsiteY91" fmla="*/ 1009141 h 1050628"/>
              <a:gd name="connsiteX92" fmla="*/ 1327253 w 2449768"/>
              <a:gd name="connsiteY92" fmla="*/ 1017875 h 1050628"/>
              <a:gd name="connsiteX93" fmla="*/ 1321177 w 2449768"/>
              <a:gd name="connsiteY93" fmla="*/ 1042180 h 1050628"/>
              <a:gd name="connsiteX94" fmla="*/ 1296872 w 2449768"/>
              <a:gd name="connsiteY94" fmla="*/ 1036104 h 1050628"/>
              <a:gd name="connsiteX95" fmla="*/ 1302948 w 2449768"/>
              <a:gd name="connsiteY95" fmla="*/ 1011799 h 1050628"/>
              <a:gd name="connsiteX96" fmla="*/ 1313961 w 2449768"/>
              <a:gd name="connsiteY96" fmla="*/ 1009141 h 1050628"/>
              <a:gd name="connsiteX97" fmla="*/ 2337788 w 2449768"/>
              <a:gd name="connsiteY97" fmla="*/ 996989 h 1050628"/>
              <a:gd name="connsiteX98" fmla="*/ 2351080 w 2449768"/>
              <a:gd name="connsiteY98" fmla="*/ 1005723 h 1050628"/>
              <a:gd name="connsiteX99" fmla="*/ 2345004 w 2449768"/>
              <a:gd name="connsiteY99" fmla="*/ 1030028 h 1050628"/>
              <a:gd name="connsiteX100" fmla="*/ 2320699 w 2449768"/>
              <a:gd name="connsiteY100" fmla="*/ 1023952 h 1050628"/>
              <a:gd name="connsiteX101" fmla="*/ 2326775 w 2449768"/>
              <a:gd name="connsiteY101" fmla="*/ 999647 h 1050628"/>
              <a:gd name="connsiteX102" fmla="*/ 2337788 w 2449768"/>
              <a:gd name="connsiteY102" fmla="*/ 996989 h 1050628"/>
              <a:gd name="connsiteX103" fmla="*/ 1429407 w 2449768"/>
              <a:gd name="connsiteY103" fmla="*/ 990912 h 1050628"/>
              <a:gd name="connsiteX104" fmla="*/ 1442699 w 2449768"/>
              <a:gd name="connsiteY104" fmla="*/ 999646 h 1050628"/>
              <a:gd name="connsiteX105" fmla="*/ 1436623 w 2449768"/>
              <a:gd name="connsiteY105" fmla="*/ 1023951 h 1050628"/>
              <a:gd name="connsiteX106" fmla="*/ 1412318 w 2449768"/>
              <a:gd name="connsiteY106" fmla="*/ 1017875 h 1050628"/>
              <a:gd name="connsiteX107" fmla="*/ 1418394 w 2449768"/>
              <a:gd name="connsiteY107" fmla="*/ 993570 h 1050628"/>
              <a:gd name="connsiteX108" fmla="*/ 1429407 w 2449768"/>
              <a:gd name="connsiteY108" fmla="*/ 990912 h 1050628"/>
              <a:gd name="connsiteX109" fmla="*/ 1672452 w 2449768"/>
              <a:gd name="connsiteY109" fmla="*/ 987874 h 1050628"/>
              <a:gd name="connsiteX110" fmla="*/ 1685744 w 2449768"/>
              <a:gd name="connsiteY110" fmla="*/ 996608 h 1050628"/>
              <a:gd name="connsiteX111" fmla="*/ 1679668 w 2449768"/>
              <a:gd name="connsiteY111" fmla="*/ 1020913 h 1050628"/>
              <a:gd name="connsiteX112" fmla="*/ 1655363 w 2449768"/>
              <a:gd name="connsiteY112" fmla="*/ 1014837 h 1050628"/>
              <a:gd name="connsiteX113" fmla="*/ 1661439 w 2449768"/>
              <a:gd name="connsiteY113" fmla="*/ 990532 h 1050628"/>
              <a:gd name="connsiteX114" fmla="*/ 1672452 w 2449768"/>
              <a:gd name="connsiteY114" fmla="*/ 987874 h 1050628"/>
              <a:gd name="connsiteX115" fmla="*/ 1803089 w 2449768"/>
              <a:gd name="connsiteY115" fmla="*/ 975722 h 1050628"/>
              <a:gd name="connsiteX116" fmla="*/ 1816381 w 2449768"/>
              <a:gd name="connsiteY116" fmla="*/ 984456 h 1050628"/>
              <a:gd name="connsiteX117" fmla="*/ 1810305 w 2449768"/>
              <a:gd name="connsiteY117" fmla="*/ 1008761 h 1050628"/>
              <a:gd name="connsiteX118" fmla="*/ 1786000 w 2449768"/>
              <a:gd name="connsiteY118" fmla="*/ 1002685 h 1050628"/>
              <a:gd name="connsiteX119" fmla="*/ 1792076 w 2449768"/>
              <a:gd name="connsiteY119" fmla="*/ 978380 h 1050628"/>
              <a:gd name="connsiteX120" fmla="*/ 1803089 w 2449768"/>
              <a:gd name="connsiteY120" fmla="*/ 975722 h 1050628"/>
              <a:gd name="connsiteX121" fmla="*/ 2030944 w 2449768"/>
              <a:gd name="connsiteY121" fmla="*/ 969646 h 1050628"/>
              <a:gd name="connsiteX122" fmla="*/ 2044236 w 2449768"/>
              <a:gd name="connsiteY122" fmla="*/ 978380 h 1050628"/>
              <a:gd name="connsiteX123" fmla="*/ 2038160 w 2449768"/>
              <a:gd name="connsiteY123" fmla="*/ 1002685 h 1050628"/>
              <a:gd name="connsiteX124" fmla="*/ 2013855 w 2449768"/>
              <a:gd name="connsiteY124" fmla="*/ 996609 h 1050628"/>
              <a:gd name="connsiteX125" fmla="*/ 2019931 w 2449768"/>
              <a:gd name="connsiteY125" fmla="*/ 972304 h 1050628"/>
              <a:gd name="connsiteX126" fmla="*/ 2030944 w 2449768"/>
              <a:gd name="connsiteY126" fmla="*/ 969646 h 1050628"/>
              <a:gd name="connsiteX127" fmla="*/ 405581 w 2449768"/>
              <a:gd name="connsiteY127" fmla="*/ 966608 h 1050628"/>
              <a:gd name="connsiteX128" fmla="*/ 418873 w 2449768"/>
              <a:gd name="connsiteY128" fmla="*/ 975342 h 1050628"/>
              <a:gd name="connsiteX129" fmla="*/ 412797 w 2449768"/>
              <a:gd name="connsiteY129" fmla="*/ 999647 h 1050628"/>
              <a:gd name="connsiteX130" fmla="*/ 388492 w 2449768"/>
              <a:gd name="connsiteY130" fmla="*/ 993571 h 1050628"/>
              <a:gd name="connsiteX131" fmla="*/ 394568 w 2449768"/>
              <a:gd name="connsiteY131" fmla="*/ 969266 h 1050628"/>
              <a:gd name="connsiteX132" fmla="*/ 405581 w 2449768"/>
              <a:gd name="connsiteY132" fmla="*/ 966608 h 1050628"/>
              <a:gd name="connsiteX133" fmla="*/ 2225380 w 2449768"/>
              <a:gd name="connsiteY133" fmla="*/ 957494 h 1050628"/>
              <a:gd name="connsiteX134" fmla="*/ 2238671 w 2449768"/>
              <a:gd name="connsiteY134" fmla="*/ 966228 h 1050628"/>
              <a:gd name="connsiteX135" fmla="*/ 2232595 w 2449768"/>
              <a:gd name="connsiteY135" fmla="*/ 990533 h 1050628"/>
              <a:gd name="connsiteX136" fmla="*/ 2208290 w 2449768"/>
              <a:gd name="connsiteY136" fmla="*/ 984457 h 1050628"/>
              <a:gd name="connsiteX137" fmla="*/ 2214366 w 2449768"/>
              <a:gd name="connsiteY137" fmla="*/ 960152 h 1050628"/>
              <a:gd name="connsiteX138" fmla="*/ 2225380 w 2449768"/>
              <a:gd name="connsiteY138" fmla="*/ 957494 h 1050628"/>
              <a:gd name="connsiteX139" fmla="*/ 1927649 w 2449768"/>
              <a:gd name="connsiteY139" fmla="*/ 954456 h 1050628"/>
              <a:gd name="connsiteX140" fmla="*/ 1940941 w 2449768"/>
              <a:gd name="connsiteY140" fmla="*/ 963190 h 1050628"/>
              <a:gd name="connsiteX141" fmla="*/ 1934865 w 2449768"/>
              <a:gd name="connsiteY141" fmla="*/ 987495 h 1050628"/>
              <a:gd name="connsiteX142" fmla="*/ 1910560 w 2449768"/>
              <a:gd name="connsiteY142" fmla="*/ 981419 h 1050628"/>
              <a:gd name="connsiteX143" fmla="*/ 1916636 w 2449768"/>
              <a:gd name="connsiteY143" fmla="*/ 957114 h 1050628"/>
              <a:gd name="connsiteX144" fmla="*/ 1927649 w 2449768"/>
              <a:gd name="connsiteY144" fmla="*/ 954456 h 1050628"/>
              <a:gd name="connsiteX145" fmla="*/ 244564 w 2449768"/>
              <a:gd name="connsiteY145" fmla="*/ 954456 h 1050628"/>
              <a:gd name="connsiteX146" fmla="*/ 257856 w 2449768"/>
              <a:gd name="connsiteY146" fmla="*/ 963190 h 1050628"/>
              <a:gd name="connsiteX147" fmla="*/ 251780 w 2449768"/>
              <a:gd name="connsiteY147" fmla="*/ 987495 h 1050628"/>
              <a:gd name="connsiteX148" fmla="*/ 227475 w 2449768"/>
              <a:gd name="connsiteY148" fmla="*/ 981419 h 1050628"/>
              <a:gd name="connsiteX149" fmla="*/ 233551 w 2449768"/>
              <a:gd name="connsiteY149" fmla="*/ 957114 h 1050628"/>
              <a:gd name="connsiteX150" fmla="*/ 244564 w 2449768"/>
              <a:gd name="connsiteY150" fmla="*/ 954456 h 1050628"/>
              <a:gd name="connsiteX151" fmla="*/ 2431968 w 2449768"/>
              <a:gd name="connsiteY151" fmla="*/ 951418 h 1050628"/>
              <a:gd name="connsiteX152" fmla="*/ 2445260 w 2449768"/>
              <a:gd name="connsiteY152" fmla="*/ 960152 h 1050628"/>
              <a:gd name="connsiteX153" fmla="*/ 2439184 w 2449768"/>
              <a:gd name="connsiteY153" fmla="*/ 984457 h 1050628"/>
              <a:gd name="connsiteX154" fmla="*/ 2414879 w 2449768"/>
              <a:gd name="connsiteY154" fmla="*/ 978381 h 1050628"/>
              <a:gd name="connsiteX155" fmla="*/ 2420955 w 2449768"/>
              <a:gd name="connsiteY155" fmla="*/ 954076 h 1050628"/>
              <a:gd name="connsiteX156" fmla="*/ 2431968 w 2449768"/>
              <a:gd name="connsiteY156" fmla="*/ 951418 h 1050628"/>
              <a:gd name="connsiteX157" fmla="*/ 1553968 w 2449768"/>
              <a:gd name="connsiteY157" fmla="*/ 948380 h 1050628"/>
              <a:gd name="connsiteX158" fmla="*/ 1567259 w 2449768"/>
              <a:gd name="connsiteY158" fmla="*/ 957114 h 1050628"/>
              <a:gd name="connsiteX159" fmla="*/ 1561183 w 2449768"/>
              <a:gd name="connsiteY159" fmla="*/ 981419 h 1050628"/>
              <a:gd name="connsiteX160" fmla="*/ 1536879 w 2449768"/>
              <a:gd name="connsiteY160" fmla="*/ 975343 h 1050628"/>
              <a:gd name="connsiteX161" fmla="*/ 1542955 w 2449768"/>
              <a:gd name="connsiteY161" fmla="*/ 951038 h 1050628"/>
              <a:gd name="connsiteX162" fmla="*/ 1553968 w 2449768"/>
              <a:gd name="connsiteY162" fmla="*/ 948380 h 1050628"/>
              <a:gd name="connsiteX163" fmla="*/ 1222819 w 2449768"/>
              <a:gd name="connsiteY163" fmla="*/ 933189 h 1050628"/>
              <a:gd name="connsiteX164" fmla="*/ 1236111 w 2449768"/>
              <a:gd name="connsiteY164" fmla="*/ 941923 h 1050628"/>
              <a:gd name="connsiteX165" fmla="*/ 1230035 w 2449768"/>
              <a:gd name="connsiteY165" fmla="*/ 966228 h 1050628"/>
              <a:gd name="connsiteX166" fmla="*/ 1205730 w 2449768"/>
              <a:gd name="connsiteY166" fmla="*/ 960152 h 1050628"/>
              <a:gd name="connsiteX167" fmla="*/ 1211806 w 2449768"/>
              <a:gd name="connsiteY167" fmla="*/ 935847 h 1050628"/>
              <a:gd name="connsiteX168" fmla="*/ 1222819 w 2449768"/>
              <a:gd name="connsiteY168" fmla="*/ 933189 h 1050628"/>
              <a:gd name="connsiteX169" fmla="*/ 1031421 w 2449768"/>
              <a:gd name="connsiteY169" fmla="*/ 930151 h 1050628"/>
              <a:gd name="connsiteX170" fmla="*/ 1044713 w 2449768"/>
              <a:gd name="connsiteY170" fmla="*/ 938885 h 1050628"/>
              <a:gd name="connsiteX171" fmla="*/ 1038637 w 2449768"/>
              <a:gd name="connsiteY171" fmla="*/ 963190 h 1050628"/>
              <a:gd name="connsiteX172" fmla="*/ 1014332 w 2449768"/>
              <a:gd name="connsiteY172" fmla="*/ 957114 h 1050628"/>
              <a:gd name="connsiteX173" fmla="*/ 1020408 w 2449768"/>
              <a:gd name="connsiteY173" fmla="*/ 932809 h 1050628"/>
              <a:gd name="connsiteX174" fmla="*/ 1031421 w 2449768"/>
              <a:gd name="connsiteY174" fmla="*/ 930151 h 1050628"/>
              <a:gd name="connsiteX175" fmla="*/ 931165 w 2449768"/>
              <a:gd name="connsiteY175" fmla="*/ 930151 h 1050628"/>
              <a:gd name="connsiteX176" fmla="*/ 944457 w 2449768"/>
              <a:gd name="connsiteY176" fmla="*/ 938885 h 1050628"/>
              <a:gd name="connsiteX177" fmla="*/ 938381 w 2449768"/>
              <a:gd name="connsiteY177" fmla="*/ 963190 h 1050628"/>
              <a:gd name="connsiteX178" fmla="*/ 914076 w 2449768"/>
              <a:gd name="connsiteY178" fmla="*/ 957114 h 1050628"/>
              <a:gd name="connsiteX179" fmla="*/ 920152 w 2449768"/>
              <a:gd name="connsiteY179" fmla="*/ 932809 h 1050628"/>
              <a:gd name="connsiteX180" fmla="*/ 931165 w 2449768"/>
              <a:gd name="connsiteY180" fmla="*/ 930151 h 1050628"/>
              <a:gd name="connsiteX181" fmla="*/ 123041 w 2449768"/>
              <a:gd name="connsiteY181" fmla="*/ 930151 h 1050628"/>
              <a:gd name="connsiteX182" fmla="*/ 136333 w 2449768"/>
              <a:gd name="connsiteY182" fmla="*/ 938885 h 1050628"/>
              <a:gd name="connsiteX183" fmla="*/ 130257 w 2449768"/>
              <a:gd name="connsiteY183" fmla="*/ 963190 h 1050628"/>
              <a:gd name="connsiteX184" fmla="*/ 105952 w 2449768"/>
              <a:gd name="connsiteY184" fmla="*/ 957114 h 1050628"/>
              <a:gd name="connsiteX185" fmla="*/ 112028 w 2449768"/>
              <a:gd name="connsiteY185" fmla="*/ 932809 h 1050628"/>
              <a:gd name="connsiteX186" fmla="*/ 123041 w 2449768"/>
              <a:gd name="connsiteY186" fmla="*/ 930151 h 1050628"/>
              <a:gd name="connsiteX187" fmla="*/ 524065 w 2449768"/>
              <a:gd name="connsiteY187" fmla="*/ 917999 h 1050628"/>
              <a:gd name="connsiteX188" fmla="*/ 537357 w 2449768"/>
              <a:gd name="connsiteY188" fmla="*/ 926733 h 1050628"/>
              <a:gd name="connsiteX189" fmla="*/ 531281 w 2449768"/>
              <a:gd name="connsiteY189" fmla="*/ 951038 h 1050628"/>
              <a:gd name="connsiteX190" fmla="*/ 506976 w 2449768"/>
              <a:gd name="connsiteY190" fmla="*/ 944962 h 1050628"/>
              <a:gd name="connsiteX191" fmla="*/ 513052 w 2449768"/>
              <a:gd name="connsiteY191" fmla="*/ 920657 h 1050628"/>
              <a:gd name="connsiteX192" fmla="*/ 524065 w 2449768"/>
              <a:gd name="connsiteY192" fmla="*/ 917999 h 1050628"/>
              <a:gd name="connsiteX193" fmla="*/ 824833 w 2449768"/>
              <a:gd name="connsiteY193" fmla="*/ 911923 h 1050628"/>
              <a:gd name="connsiteX194" fmla="*/ 838125 w 2449768"/>
              <a:gd name="connsiteY194" fmla="*/ 920657 h 1050628"/>
              <a:gd name="connsiteX195" fmla="*/ 832049 w 2449768"/>
              <a:gd name="connsiteY195" fmla="*/ 944962 h 1050628"/>
              <a:gd name="connsiteX196" fmla="*/ 807744 w 2449768"/>
              <a:gd name="connsiteY196" fmla="*/ 938886 h 1050628"/>
              <a:gd name="connsiteX197" fmla="*/ 813820 w 2449768"/>
              <a:gd name="connsiteY197" fmla="*/ 914581 h 1050628"/>
              <a:gd name="connsiteX198" fmla="*/ 824833 w 2449768"/>
              <a:gd name="connsiteY198" fmla="*/ 911923 h 1050628"/>
              <a:gd name="connsiteX199" fmla="*/ 2137276 w 2449768"/>
              <a:gd name="connsiteY199" fmla="*/ 905847 h 1050628"/>
              <a:gd name="connsiteX200" fmla="*/ 2150567 w 2449768"/>
              <a:gd name="connsiteY200" fmla="*/ 914581 h 1050628"/>
              <a:gd name="connsiteX201" fmla="*/ 2144491 w 2449768"/>
              <a:gd name="connsiteY201" fmla="*/ 938886 h 1050628"/>
              <a:gd name="connsiteX202" fmla="*/ 2120187 w 2449768"/>
              <a:gd name="connsiteY202" fmla="*/ 932810 h 1050628"/>
              <a:gd name="connsiteX203" fmla="*/ 2126263 w 2449768"/>
              <a:gd name="connsiteY203" fmla="*/ 908505 h 1050628"/>
              <a:gd name="connsiteX204" fmla="*/ 2137276 w 2449768"/>
              <a:gd name="connsiteY204" fmla="*/ 905847 h 1050628"/>
              <a:gd name="connsiteX205" fmla="*/ 630397 w 2449768"/>
              <a:gd name="connsiteY205" fmla="*/ 905847 h 1050628"/>
              <a:gd name="connsiteX206" fmla="*/ 643689 w 2449768"/>
              <a:gd name="connsiteY206" fmla="*/ 914581 h 1050628"/>
              <a:gd name="connsiteX207" fmla="*/ 637613 w 2449768"/>
              <a:gd name="connsiteY207" fmla="*/ 938886 h 1050628"/>
              <a:gd name="connsiteX208" fmla="*/ 613308 w 2449768"/>
              <a:gd name="connsiteY208" fmla="*/ 932810 h 1050628"/>
              <a:gd name="connsiteX209" fmla="*/ 619384 w 2449768"/>
              <a:gd name="connsiteY209" fmla="*/ 908505 h 1050628"/>
              <a:gd name="connsiteX210" fmla="*/ 630397 w 2449768"/>
              <a:gd name="connsiteY210" fmla="*/ 905847 h 1050628"/>
              <a:gd name="connsiteX211" fmla="*/ 1332189 w 2449768"/>
              <a:gd name="connsiteY211" fmla="*/ 896733 h 1050628"/>
              <a:gd name="connsiteX212" fmla="*/ 1345481 w 2449768"/>
              <a:gd name="connsiteY212" fmla="*/ 905467 h 1050628"/>
              <a:gd name="connsiteX213" fmla="*/ 1339405 w 2449768"/>
              <a:gd name="connsiteY213" fmla="*/ 929772 h 1050628"/>
              <a:gd name="connsiteX214" fmla="*/ 1315100 w 2449768"/>
              <a:gd name="connsiteY214" fmla="*/ 923696 h 1050628"/>
              <a:gd name="connsiteX215" fmla="*/ 1321176 w 2449768"/>
              <a:gd name="connsiteY215" fmla="*/ 899391 h 1050628"/>
              <a:gd name="connsiteX216" fmla="*/ 1332189 w 2449768"/>
              <a:gd name="connsiteY216" fmla="*/ 896733 h 1050628"/>
              <a:gd name="connsiteX217" fmla="*/ 724577 w 2449768"/>
              <a:gd name="connsiteY217" fmla="*/ 890656 h 1050628"/>
              <a:gd name="connsiteX218" fmla="*/ 737869 w 2449768"/>
              <a:gd name="connsiteY218" fmla="*/ 899390 h 1050628"/>
              <a:gd name="connsiteX219" fmla="*/ 731793 w 2449768"/>
              <a:gd name="connsiteY219" fmla="*/ 923695 h 1050628"/>
              <a:gd name="connsiteX220" fmla="*/ 707488 w 2449768"/>
              <a:gd name="connsiteY220" fmla="*/ 917619 h 1050628"/>
              <a:gd name="connsiteX221" fmla="*/ 713564 w 2449768"/>
              <a:gd name="connsiteY221" fmla="*/ 893314 h 1050628"/>
              <a:gd name="connsiteX222" fmla="*/ 724577 w 2449768"/>
              <a:gd name="connsiteY222" fmla="*/ 890656 h 1050628"/>
              <a:gd name="connsiteX223" fmla="*/ 1435484 w 2449768"/>
              <a:gd name="connsiteY223" fmla="*/ 884580 h 1050628"/>
              <a:gd name="connsiteX224" fmla="*/ 1448776 w 2449768"/>
              <a:gd name="connsiteY224" fmla="*/ 893314 h 1050628"/>
              <a:gd name="connsiteX225" fmla="*/ 1442700 w 2449768"/>
              <a:gd name="connsiteY225" fmla="*/ 917619 h 1050628"/>
              <a:gd name="connsiteX226" fmla="*/ 1418395 w 2449768"/>
              <a:gd name="connsiteY226" fmla="*/ 911543 h 1050628"/>
              <a:gd name="connsiteX227" fmla="*/ 1424471 w 2449768"/>
              <a:gd name="connsiteY227" fmla="*/ 887238 h 1050628"/>
              <a:gd name="connsiteX228" fmla="*/ 1435484 w 2449768"/>
              <a:gd name="connsiteY228" fmla="*/ 884580 h 1050628"/>
              <a:gd name="connsiteX229" fmla="*/ 1131677 w 2449768"/>
              <a:gd name="connsiteY229" fmla="*/ 884580 h 1050628"/>
              <a:gd name="connsiteX230" fmla="*/ 1144969 w 2449768"/>
              <a:gd name="connsiteY230" fmla="*/ 893314 h 1050628"/>
              <a:gd name="connsiteX231" fmla="*/ 1138893 w 2449768"/>
              <a:gd name="connsiteY231" fmla="*/ 917619 h 1050628"/>
              <a:gd name="connsiteX232" fmla="*/ 1114588 w 2449768"/>
              <a:gd name="connsiteY232" fmla="*/ 911543 h 1050628"/>
              <a:gd name="connsiteX233" fmla="*/ 1120664 w 2449768"/>
              <a:gd name="connsiteY233" fmla="*/ 887238 h 1050628"/>
              <a:gd name="connsiteX234" fmla="*/ 1131677 w 2449768"/>
              <a:gd name="connsiteY234" fmla="*/ 884580 h 1050628"/>
              <a:gd name="connsiteX235" fmla="*/ 1757518 w 2449768"/>
              <a:gd name="connsiteY235" fmla="*/ 881542 h 1050628"/>
              <a:gd name="connsiteX236" fmla="*/ 1770810 w 2449768"/>
              <a:gd name="connsiteY236" fmla="*/ 890276 h 1050628"/>
              <a:gd name="connsiteX237" fmla="*/ 1764734 w 2449768"/>
              <a:gd name="connsiteY237" fmla="*/ 914581 h 1050628"/>
              <a:gd name="connsiteX238" fmla="*/ 1740429 w 2449768"/>
              <a:gd name="connsiteY238" fmla="*/ 908505 h 1050628"/>
              <a:gd name="connsiteX239" fmla="*/ 1746505 w 2449768"/>
              <a:gd name="connsiteY239" fmla="*/ 884200 h 1050628"/>
              <a:gd name="connsiteX240" fmla="*/ 1757518 w 2449768"/>
              <a:gd name="connsiteY240" fmla="*/ 881542 h 1050628"/>
              <a:gd name="connsiteX241" fmla="*/ 1654224 w 2449768"/>
              <a:gd name="connsiteY241" fmla="*/ 881542 h 1050628"/>
              <a:gd name="connsiteX242" fmla="*/ 1667516 w 2449768"/>
              <a:gd name="connsiteY242" fmla="*/ 890276 h 1050628"/>
              <a:gd name="connsiteX243" fmla="*/ 1661440 w 2449768"/>
              <a:gd name="connsiteY243" fmla="*/ 914581 h 1050628"/>
              <a:gd name="connsiteX244" fmla="*/ 1637135 w 2449768"/>
              <a:gd name="connsiteY244" fmla="*/ 908505 h 1050628"/>
              <a:gd name="connsiteX245" fmla="*/ 1643211 w 2449768"/>
              <a:gd name="connsiteY245" fmla="*/ 884200 h 1050628"/>
              <a:gd name="connsiteX246" fmla="*/ 1654224 w 2449768"/>
              <a:gd name="connsiteY246" fmla="*/ 881542 h 1050628"/>
              <a:gd name="connsiteX247" fmla="*/ 2346903 w 2449768"/>
              <a:gd name="connsiteY247" fmla="*/ 878504 h 1050628"/>
              <a:gd name="connsiteX248" fmla="*/ 2360194 w 2449768"/>
              <a:gd name="connsiteY248" fmla="*/ 887238 h 1050628"/>
              <a:gd name="connsiteX249" fmla="*/ 2354118 w 2449768"/>
              <a:gd name="connsiteY249" fmla="*/ 911543 h 1050628"/>
              <a:gd name="connsiteX250" fmla="*/ 2329813 w 2449768"/>
              <a:gd name="connsiteY250" fmla="*/ 905467 h 1050628"/>
              <a:gd name="connsiteX251" fmla="*/ 2335889 w 2449768"/>
              <a:gd name="connsiteY251" fmla="*/ 881162 h 1050628"/>
              <a:gd name="connsiteX252" fmla="*/ 2346903 w 2449768"/>
              <a:gd name="connsiteY252" fmla="*/ 878504 h 1050628"/>
              <a:gd name="connsiteX253" fmla="*/ 320515 w 2449768"/>
              <a:gd name="connsiteY253" fmla="*/ 872428 h 1050628"/>
              <a:gd name="connsiteX254" fmla="*/ 333807 w 2449768"/>
              <a:gd name="connsiteY254" fmla="*/ 881162 h 1050628"/>
              <a:gd name="connsiteX255" fmla="*/ 327731 w 2449768"/>
              <a:gd name="connsiteY255" fmla="*/ 905467 h 1050628"/>
              <a:gd name="connsiteX256" fmla="*/ 303426 w 2449768"/>
              <a:gd name="connsiteY256" fmla="*/ 899391 h 1050628"/>
              <a:gd name="connsiteX257" fmla="*/ 309502 w 2449768"/>
              <a:gd name="connsiteY257" fmla="*/ 875086 h 1050628"/>
              <a:gd name="connsiteX258" fmla="*/ 320515 w 2449768"/>
              <a:gd name="connsiteY258" fmla="*/ 872428 h 1050628"/>
              <a:gd name="connsiteX259" fmla="*/ 1876003 w 2449768"/>
              <a:gd name="connsiteY259" fmla="*/ 866352 h 1050628"/>
              <a:gd name="connsiteX260" fmla="*/ 1889294 w 2449768"/>
              <a:gd name="connsiteY260" fmla="*/ 875086 h 1050628"/>
              <a:gd name="connsiteX261" fmla="*/ 1883218 w 2449768"/>
              <a:gd name="connsiteY261" fmla="*/ 899391 h 1050628"/>
              <a:gd name="connsiteX262" fmla="*/ 1858913 w 2449768"/>
              <a:gd name="connsiteY262" fmla="*/ 893315 h 1050628"/>
              <a:gd name="connsiteX263" fmla="*/ 1864989 w 2449768"/>
              <a:gd name="connsiteY263" fmla="*/ 869010 h 1050628"/>
              <a:gd name="connsiteX264" fmla="*/ 1876003 w 2449768"/>
              <a:gd name="connsiteY264" fmla="*/ 866352 h 1050628"/>
              <a:gd name="connsiteX265" fmla="*/ 2000563 w 2449768"/>
              <a:gd name="connsiteY265" fmla="*/ 857238 h 1050628"/>
              <a:gd name="connsiteX266" fmla="*/ 2013855 w 2449768"/>
              <a:gd name="connsiteY266" fmla="*/ 865972 h 1050628"/>
              <a:gd name="connsiteX267" fmla="*/ 2007779 w 2449768"/>
              <a:gd name="connsiteY267" fmla="*/ 890277 h 1050628"/>
              <a:gd name="connsiteX268" fmla="*/ 1983474 w 2449768"/>
              <a:gd name="connsiteY268" fmla="*/ 884201 h 1050628"/>
              <a:gd name="connsiteX269" fmla="*/ 1989550 w 2449768"/>
              <a:gd name="connsiteY269" fmla="*/ 859896 h 1050628"/>
              <a:gd name="connsiteX270" fmla="*/ 2000563 w 2449768"/>
              <a:gd name="connsiteY270" fmla="*/ 857238 h 1050628"/>
              <a:gd name="connsiteX271" fmla="*/ 420771 w 2449768"/>
              <a:gd name="connsiteY271" fmla="*/ 857238 h 1050628"/>
              <a:gd name="connsiteX272" fmla="*/ 434062 w 2449768"/>
              <a:gd name="connsiteY272" fmla="*/ 865972 h 1050628"/>
              <a:gd name="connsiteX273" fmla="*/ 427986 w 2449768"/>
              <a:gd name="connsiteY273" fmla="*/ 890277 h 1050628"/>
              <a:gd name="connsiteX274" fmla="*/ 403682 w 2449768"/>
              <a:gd name="connsiteY274" fmla="*/ 884201 h 1050628"/>
              <a:gd name="connsiteX275" fmla="*/ 409758 w 2449768"/>
              <a:gd name="connsiteY275" fmla="*/ 859896 h 1050628"/>
              <a:gd name="connsiteX276" fmla="*/ 420771 w 2449768"/>
              <a:gd name="connsiteY276" fmla="*/ 857238 h 1050628"/>
              <a:gd name="connsiteX277" fmla="*/ 2237532 w 2449768"/>
              <a:gd name="connsiteY277" fmla="*/ 848124 h 1050628"/>
              <a:gd name="connsiteX278" fmla="*/ 2250824 w 2449768"/>
              <a:gd name="connsiteY278" fmla="*/ 856858 h 1050628"/>
              <a:gd name="connsiteX279" fmla="*/ 2244748 w 2449768"/>
              <a:gd name="connsiteY279" fmla="*/ 881163 h 1050628"/>
              <a:gd name="connsiteX280" fmla="*/ 2220443 w 2449768"/>
              <a:gd name="connsiteY280" fmla="*/ 875087 h 1050628"/>
              <a:gd name="connsiteX281" fmla="*/ 2226519 w 2449768"/>
              <a:gd name="connsiteY281" fmla="*/ 850782 h 1050628"/>
              <a:gd name="connsiteX282" fmla="*/ 2237532 w 2449768"/>
              <a:gd name="connsiteY282" fmla="*/ 848124 h 1050628"/>
              <a:gd name="connsiteX283" fmla="*/ 211145 w 2449768"/>
              <a:gd name="connsiteY283" fmla="*/ 848124 h 1050628"/>
              <a:gd name="connsiteX284" fmla="*/ 224436 w 2449768"/>
              <a:gd name="connsiteY284" fmla="*/ 856858 h 1050628"/>
              <a:gd name="connsiteX285" fmla="*/ 218360 w 2449768"/>
              <a:gd name="connsiteY285" fmla="*/ 881163 h 1050628"/>
              <a:gd name="connsiteX286" fmla="*/ 194056 w 2449768"/>
              <a:gd name="connsiteY286" fmla="*/ 875087 h 1050628"/>
              <a:gd name="connsiteX287" fmla="*/ 200132 w 2449768"/>
              <a:gd name="connsiteY287" fmla="*/ 850782 h 1050628"/>
              <a:gd name="connsiteX288" fmla="*/ 211145 w 2449768"/>
              <a:gd name="connsiteY288" fmla="*/ 848124 h 1050628"/>
              <a:gd name="connsiteX289" fmla="*/ 1511435 w 2449768"/>
              <a:gd name="connsiteY289" fmla="*/ 839009 h 1050628"/>
              <a:gd name="connsiteX290" fmla="*/ 1524727 w 2449768"/>
              <a:gd name="connsiteY290" fmla="*/ 847743 h 1050628"/>
              <a:gd name="connsiteX291" fmla="*/ 1518651 w 2449768"/>
              <a:gd name="connsiteY291" fmla="*/ 872048 h 1050628"/>
              <a:gd name="connsiteX292" fmla="*/ 1494346 w 2449768"/>
              <a:gd name="connsiteY292" fmla="*/ 865972 h 1050628"/>
              <a:gd name="connsiteX293" fmla="*/ 1500422 w 2449768"/>
              <a:gd name="connsiteY293" fmla="*/ 841667 h 1050628"/>
              <a:gd name="connsiteX294" fmla="*/ 1511435 w 2449768"/>
              <a:gd name="connsiteY294" fmla="*/ 839009 h 1050628"/>
              <a:gd name="connsiteX295" fmla="*/ 1253200 w 2449768"/>
              <a:gd name="connsiteY295" fmla="*/ 826857 h 1050628"/>
              <a:gd name="connsiteX296" fmla="*/ 1266492 w 2449768"/>
              <a:gd name="connsiteY296" fmla="*/ 835591 h 1050628"/>
              <a:gd name="connsiteX297" fmla="*/ 1260416 w 2449768"/>
              <a:gd name="connsiteY297" fmla="*/ 859896 h 1050628"/>
              <a:gd name="connsiteX298" fmla="*/ 1236111 w 2449768"/>
              <a:gd name="connsiteY298" fmla="*/ 853820 h 1050628"/>
              <a:gd name="connsiteX299" fmla="*/ 1242187 w 2449768"/>
              <a:gd name="connsiteY299" fmla="*/ 829515 h 1050628"/>
              <a:gd name="connsiteX300" fmla="*/ 1253200 w 2449768"/>
              <a:gd name="connsiteY300" fmla="*/ 826857 h 1050628"/>
              <a:gd name="connsiteX301" fmla="*/ 2428930 w 2449768"/>
              <a:gd name="connsiteY301" fmla="*/ 814705 h 1050628"/>
              <a:gd name="connsiteX302" fmla="*/ 2442221 w 2449768"/>
              <a:gd name="connsiteY302" fmla="*/ 823439 h 1050628"/>
              <a:gd name="connsiteX303" fmla="*/ 2436145 w 2449768"/>
              <a:gd name="connsiteY303" fmla="*/ 847744 h 1050628"/>
              <a:gd name="connsiteX304" fmla="*/ 2411841 w 2449768"/>
              <a:gd name="connsiteY304" fmla="*/ 841668 h 1050628"/>
              <a:gd name="connsiteX305" fmla="*/ 2417917 w 2449768"/>
              <a:gd name="connsiteY305" fmla="*/ 817363 h 1050628"/>
              <a:gd name="connsiteX306" fmla="*/ 2428930 w 2449768"/>
              <a:gd name="connsiteY306" fmla="*/ 814705 h 1050628"/>
              <a:gd name="connsiteX307" fmla="*/ 991927 w 2449768"/>
              <a:gd name="connsiteY307" fmla="*/ 814705 h 1050628"/>
              <a:gd name="connsiteX308" fmla="*/ 1005218 w 2449768"/>
              <a:gd name="connsiteY308" fmla="*/ 823439 h 1050628"/>
              <a:gd name="connsiteX309" fmla="*/ 999142 w 2449768"/>
              <a:gd name="connsiteY309" fmla="*/ 847744 h 1050628"/>
              <a:gd name="connsiteX310" fmla="*/ 974838 w 2449768"/>
              <a:gd name="connsiteY310" fmla="*/ 841668 h 1050628"/>
              <a:gd name="connsiteX311" fmla="*/ 980914 w 2449768"/>
              <a:gd name="connsiteY311" fmla="*/ 817363 h 1050628"/>
              <a:gd name="connsiteX312" fmla="*/ 991927 w 2449768"/>
              <a:gd name="connsiteY312" fmla="*/ 814705 h 1050628"/>
              <a:gd name="connsiteX313" fmla="*/ 894709 w 2449768"/>
              <a:gd name="connsiteY313" fmla="*/ 814705 h 1050628"/>
              <a:gd name="connsiteX314" fmla="*/ 908001 w 2449768"/>
              <a:gd name="connsiteY314" fmla="*/ 823439 h 1050628"/>
              <a:gd name="connsiteX315" fmla="*/ 901925 w 2449768"/>
              <a:gd name="connsiteY315" fmla="*/ 847744 h 1050628"/>
              <a:gd name="connsiteX316" fmla="*/ 877620 w 2449768"/>
              <a:gd name="connsiteY316" fmla="*/ 841668 h 1050628"/>
              <a:gd name="connsiteX317" fmla="*/ 883696 w 2449768"/>
              <a:gd name="connsiteY317" fmla="*/ 817363 h 1050628"/>
              <a:gd name="connsiteX318" fmla="*/ 894709 w 2449768"/>
              <a:gd name="connsiteY318" fmla="*/ 814705 h 1050628"/>
              <a:gd name="connsiteX319" fmla="*/ 2088668 w 2449768"/>
              <a:gd name="connsiteY319" fmla="*/ 805591 h 1050628"/>
              <a:gd name="connsiteX320" fmla="*/ 2101959 w 2449768"/>
              <a:gd name="connsiteY320" fmla="*/ 814325 h 1050628"/>
              <a:gd name="connsiteX321" fmla="*/ 2095883 w 2449768"/>
              <a:gd name="connsiteY321" fmla="*/ 838630 h 1050628"/>
              <a:gd name="connsiteX322" fmla="*/ 2071578 w 2449768"/>
              <a:gd name="connsiteY322" fmla="*/ 832554 h 1050628"/>
              <a:gd name="connsiteX323" fmla="*/ 2077654 w 2449768"/>
              <a:gd name="connsiteY323" fmla="*/ 808249 h 1050628"/>
              <a:gd name="connsiteX324" fmla="*/ 2088668 w 2449768"/>
              <a:gd name="connsiteY324" fmla="*/ 805591 h 1050628"/>
              <a:gd name="connsiteX325" fmla="*/ 575712 w 2449768"/>
              <a:gd name="connsiteY325" fmla="*/ 802553 h 1050628"/>
              <a:gd name="connsiteX326" fmla="*/ 589004 w 2449768"/>
              <a:gd name="connsiteY326" fmla="*/ 811287 h 1050628"/>
              <a:gd name="connsiteX327" fmla="*/ 582928 w 2449768"/>
              <a:gd name="connsiteY327" fmla="*/ 835592 h 1050628"/>
              <a:gd name="connsiteX328" fmla="*/ 558623 w 2449768"/>
              <a:gd name="connsiteY328" fmla="*/ 829516 h 1050628"/>
              <a:gd name="connsiteX329" fmla="*/ 564699 w 2449768"/>
              <a:gd name="connsiteY329" fmla="*/ 805211 h 1050628"/>
              <a:gd name="connsiteX330" fmla="*/ 575712 w 2449768"/>
              <a:gd name="connsiteY330" fmla="*/ 802553 h 1050628"/>
              <a:gd name="connsiteX331" fmla="*/ 1602577 w 2449768"/>
              <a:gd name="connsiteY331" fmla="*/ 796477 h 1050628"/>
              <a:gd name="connsiteX332" fmla="*/ 1615869 w 2449768"/>
              <a:gd name="connsiteY332" fmla="*/ 805211 h 1050628"/>
              <a:gd name="connsiteX333" fmla="*/ 1609793 w 2449768"/>
              <a:gd name="connsiteY333" fmla="*/ 829516 h 1050628"/>
              <a:gd name="connsiteX334" fmla="*/ 1585488 w 2449768"/>
              <a:gd name="connsiteY334" fmla="*/ 823440 h 1050628"/>
              <a:gd name="connsiteX335" fmla="*/ 1591564 w 2449768"/>
              <a:gd name="connsiteY335" fmla="*/ 799135 h 1050628"/>
              <a:gd name="connsiteX336" fmla="*/ 1602577 w 2449768"/>
              <a:gd name="connsiteY336" fmla="*/ 796477 h 1050628"/>
              <a:gd name="connsiteX337" fmla="*/ 1104335 w 2449768"/>
              <a:gd name="connsiteY337" fmla="*/ 793438 h 1050628"/>
              <a:gd name="connsiteX338" fmla="*/ 1117627 w 2449768"/>
              <a:gd name="connsiteY338" fmla="*/ 802172 h 1050628"/>
              <a:gd name="connsiteX339" fmla="*/ 1111551 w 2449768"/>
              <a:gd name="connsiteY339" fmla="*/ 826477 h 1050628"/>
              <a:gd name="connsiteX340" fmla="*/ 1087246 w 2449768"/>
              <a:gd name="connsiteY340" fmla="*/ 820401 h 1050628"/>
              <a:gd name="connsiteX341" fmla="*/ 1093322 w 2449768"/>
              <a:gd name="connsiteY341" fmla="*/ 796096 h 1050628"/>
              <a:gd name="connsiteX342" fmla="*/ 1104335 w 2449768"/>
              <a:gd name="connsiteY342" fmla="*/ 793438 h 1050628"/>
              <a:gd name="connsiteX343" fmla="*/ 791415 w 2449768"/>
              <a:gd name="connsiteY343" fmla="*/ 793438 h 1050628"/>
              <a:gd name="connsiteX344" fmla="*/ 804707 w 2449768"/>
              <a:gd name="connsiteY344" fmla="*/ 802172 h 1050628"/>
              <a:gd name="connsiteX345" fmla="*/ 798631 w 2449768"/>
              <a:gd name="connsiteY345" fmla="*/ 826477 h 1050628"/>
              <a:gd name="connsiteX346" fmla="*/ 774326 w 2449768"/>
              <a:gd name="connsiteY346" fmla="*/ 820401 h 1050628"/>
              <a:gd name="connsiteX347" fmla="*/ 780402 w 2449768"/>
              <a:gd name="connsiteY347" fmla="*/ 796096 h 1050628"/>
              <a:gd name="connsiteX348" fmla="*/ 791415 w 2449768"/>
              <a:gd name="connsiteY348" fmla="*/ 793438 h 1050628"/>
              <a:gd name="connsiteX349" fmla="*/ 1371684 w 2449768"/>
              <a:gd name="connsiteY349" fmla="*/ 784324 h 1050628"/>
              <a:gd name="connsiteX350" fmla="*/ 1384976 w 2449768"/>
              <a:gd name="connsiteY350" fmla="*/ 793058 h 1050628"/>
              <a:gd name="connsiteX351" fmla="*/ 1378900 w 2449768"/>
              <a:gd name="connsiteY351" fmla="*/ 817363 h 1050628"/>
              <a:gd name="connsiteX352" fmla="*/ 1354595 w 2449768"/>
              <a:gd name="connsiteY352" fmla="*/ 811287 h 1050628"/>
              <a:gd name="connsiteX353" fmla="*/ 1360671 w 2449768"/>
              <a:gd name="connsiteY353" fmla="*/ 786982 h 1050628"/>
              <a:gd name="connsiteX354" fmla="*/ 1371684 w 2449768"/>
              <a:gd name="connsiteY354" fmla="*/ 784324 h 1050628"/>
              <a:gd name="connsiteX355" fmla="*/ 472418 w 2449768"/>
              <a:gd name="connsiteY355" fmla="*/ 781286 h 1050628"/>
              <a:gd name="connsiteX356" fmla="*/ 485710 w 2449768"/>
              <a:gd name="connsiteY356" fmla="*/ 790020 h 1050628"/>
              <a:gd name="connsiteX357" fmla="*/ 479634 w 2449768"/>
              <a:gd name="connsiteY357" fmla="*/ 814325 h 1050628"/>
              <a:gd name="connsiteX358" fmla="*/ 455329 w 2449768"/>
              <a:gd name="connsiteY358" fmla="*/ 808249 h 1050628"/>
              <a:gd name="connsiteX359" fmla="*/ 461405 w 2449768"/>
              <a:gd name="connsiteY359" fmla="*/ 783944 h 1050628"/>
              <a:gd name="connsiteX360" fmla="*/ 472418 w 2449768"/>
              <a:gd name="connsiteY360" fmla="*/ 781286 h 1050628"/>
              <a:gd name="connsiteX361" fmla="*/ 1803089 w 2449768"/>
              <a:gd name="connsiteY361" fmla="*/ 778248 h 1050628"/>
              <a:gd name="connsiteX362" fmla="*/ 1816381 w 2449768"/>
              <a:gd name="connsiteY362" fmla="*/ 786982 h 1050628"/>
              <a:gd name="connsiteX363" fmla="*/ 1810305 w 2449768"/>
              <a:gd name="connsiteY363" fmla="*/ 811287 h 1050628"/>
              <a:gd name="connsiteX364" fmla="*/ 1786000 w 2449768"/>
              <a:gd name="connsiteY364" fmla="*/ 805211 h 1050628"/>
              <a:gd name="connsiteX365" fmla="*/ 1792076 w 2449768"/>
              <a:gd name="connsiteY365" fmla="*/ 780906 h 1050628"/>
              <a:gd name="connsiteX366" fmla="*/ 1803089 w 2449768"/>
              <a:gd name="connsiteY366" fmla="*/ 778248 h 1050628"/>
              <a:gd name="connsiteX367" fmla="*/ 675968 w 2449768"/>
              <a:gd name="connsiteY367" fmla="*/ 772172 h 1050628"/>
              <a:gd name="connsiteX368" fmla="*/ 689260 w 2449768"/>
              <a:gd name="connsiteY368" fmla="*/ 780906 h 1050628"/>
              <a:gd name="connsiteX369" fmla="*/ 683184 w 2449768"/>
              <a:gd name="connsiteY369" fmla="*/ 805211 h 1050628"/>
              <a:gd name="connsiteX370" fmla="*/ 658879 w 2449768"/>
              <a:gd name="connsiteY370" fmla="*/ 799135 h 1050628"/>
              <a:gd name="connsiteX371" fmla="*/ 664955 w 2449768"/>
              <a:gd name="connsiteY371" fmla="*/ 774830 h 1050628"/>
              <a:gd name="connsiteX372" fmla="*/ 675968 w 2449768"/>
              <a:gd name="connsiteY372" fmla="*/ 772172 h 1050628"/>
              <a:gd name="connsiteX373" fmla="*/ 302287 w 2449768"/>
              <a:gd name="connsiteY373" fmla="*/ 769134 h 1050628"/>
              <a:gd name="connsiteX374" fmla="*/ 315579 w 2449768"/>
              <a:gd name="connsiteY374" fmla="*/ 777868 h 1050628"/>
              <a:gd name="connsiteX375" fmla="*/ 309503 w 2449768"/>
              <a:gd name="connsiteY375" fmla="*/ 802173 h 1050628"/>
              <a:gd name="connsiteX376" fmla="*/ 285198 w 2449768"/>
              <a:gd name="connsiteY376" fmla="*/ 796097 h 1050628"/>
              <a:gd name="connsiteX377" fmla="*/ 291274 w 2449768"/>
              <a:gd name="connsiteY377" fmla="*/ 771792 h 1050628"/>
              <a:gd name="connsiteX378" fmla="*/ 302287 w 2449768"/>
              <a:gd name="connsiteY378" fmla="*/ 769134 h 1050628"/>
              <a:gd name="connsiteX379" fmla="*/ 2313484 w 2449768"/>
              <a:gd name="connsiteY379" fmla="*/ 766096 h 1050628"/>
              <a:gd name="connsiteX380" fmla="*/ 2326775 w 2449768"/>
              <a:gd name="connsiteY380" fmla="*/ 774830 h 1050628"/>
              <a:gd name="connsiteX381" fmla="*/ 2320699 w 2449768"/>
              <a:gd name="connsiteY381" fmla="*/ 799135 h 1050628"/>
              <a:gd name="connsiteX382" fmla="*/ 2296395 w 2449768"/>
              <a:gd name="connsiteY382" fmla="*/ 793059 h 1050628"/>
              <a:gd name="connsiteX383" fmla="*/ 2302471 w 2449768"/>
              <a:gd name="connsiteY383" fmla="*/ 768754 h 1050628"/>
              <a:gd name="connsiteX384" fmla="*/ 2313484 w 2449768"/>
              <a:gd name="connsiteY384" fmla="*/ 766096 h 1050628"/>
              <a:gd name="connsiteX385" fmla="*/ 1921574 w 2449768"/>
              <a:gd name="connsiteY385" fmla="*/ 766096 h 1050628"/>
              <a:gd name="connsiteX386" fmla="*/ 1934865 w 2449768"/>
              <a:gd name="connsiteY386" fmla="*/ 774830 h 1050628"/>
              <a:gd name="connsiteX387" fmla="*/ 1928789 w 2449768"/>
              <a:gd name="connsiteY387" fmla="*/ 799135 h 1050628"/>
              <a:gd name="connsiteX388" fmla="*/ 1904485 w 2449768"/>
              <a:gd name="connsiteY388" fmla="*/ 793059 h 1050628"/>
              <a:gd name="connsiteX389" fmla="*/ 1910561 w 2449768"/>
              <a:gd name="connsiteY389" fmla="*/ 768754 h 1050628"/>
              <a:gd name="connsiteX390" fmla="*/ 1921574 w 2449768"/>
              <a:gd name="connsiteY390" fmla="*/ 766096 h 1050628"/>
              <a:gd name="connsiteX391" fmla="*/ 2176771 w 2449768"/>
              <a:gd name="connsiteY391" fmla="*/ 756982 h 1050628"/>
              <a:gd name="connsiteX392" fmla="*/ 2190062 w 2449768"/>
              <a:gd name="connsiteY392" fmla="*/ 765716 h 1050628"/>
              <a:gd name="connsiteX393" fmla="*/ 2183986 w 2449768"/>
              <a:gd name="connsiteY393" fmla="*/ 790021 h 1050628"/>
              <a:gd name="connsiteX394" fmla="*/ 2159682 w 2449768"/>
              <a:gd name="connsiteY394" fmla="*/ 783945 h 1050628"/>
              <a:gd name="connsiteX395" fmla="*/ 2165758 w 2449768"/>
              <a:gd name="connsiteY395" fmla="*/ 759640 h 1050628"/>
              <a:gd name="connsiteX396" fmla="*/ 2176771 w 2449768"/>
              <a:gd name="connsiteY396" fmla="*/ 756982 h 1050628"/>
              <a:gd name="connsiteX397" fmla="*/ 1702833 w 2449768"/>
              <a:gd name="connsiteY397" fmla="*/ 750906 h 1050628"/>
              <a:gd name="connsiteX398" fmla="*/ 1716125 w 2449768"/>
              <a:gd name="connsiteY398" fmla="*/ 759640 h 1050628"/>
              <a:gd name="connsiteX399" fmla="*/ 1710049 w 2449768"/>
              <a:gd name="connsiteY399" fmla="*/ 783945 h 1050628"/>
              <a:gd name="connsiteX400" fmla="*/ 1685744 w 2449768"/>
              <a:gd name="connsiteY400" fmla="*/ 777869 h 1050628"/>
              <a:gd name="connsiteX401" fmla="*/ 1691820 w 2449768"/>
              <a:gd name="connsiteY401" fmla="*/ 753564 h 1050628"/>
              <a:gd name="connsiteX402" fmla="*/ 1702833 w 2449768"/>
              <a:gd name="connsiteY402" fmla="*/ 750906 h 1050628"/>
              <a:gd name="connsiteX403" fmla="*/ 1210667 w 2449768"/>
              <a:gd name="connsiteY403" fmla="*/ 741791 h 1050628"/>
              <a:gd name="connsiteX404" fmla="*/ 1223959 w 2449768"/>
              <a:gd name="connsiteY404" fmla="*/ 750525 h 1050628"/>
              <a:gd name="connsiteX405" fmla="*/ 1217883 w 2449768"/>
              <a:gd name="connsiteY405" fmla="*/ 774830 h 1050628"/>
              <a:gd name="connsiteX406" fmla="*/ 1193578 w 2449768"/>
              <a:gd name="connsiteY406" fmla="*/ 768754 h 1050628"/>
              <a:gd name="connsiteX407" fmla="*/ 1199654 w 2449768"/>
              <a:gd name="connsiteY407" fmla="*/ 744449 h 1050628"/>
              <a:gd name="connsiteX408" fmla="*/ 1210667 w 2449768"/>
              <a:gd name="connsiteY408" fmla="*/ 741791 h 1050628"/>
              <a:gd name="connsiteX409" fmla="*/ 1450674 w 2449768"/>
              <a:gd name="connsiteY409" fmla="*/ 723563 h 1050628"/>
              <a:gd name="connsiteX410" fmla="*/ 1463966 w 2449768"/>
              <a:gd name="connsiteY410" fmla="*/ 732297 h 1050628"/>
              <a:gd name="connsiteX411" fmla="*/ 1457890 w 2449768"/>
              <a:gd name="connsiteY411" fmla="*/ 756602 h 1050628"/>
              <a:gd name="connsiteX412" fmla="*/ 1433585 w 2449768"/>
              <a:gd name="connsiteY412" fmla="*/ 750526 h 1050628"/>
              <a:gd name="connsiteX413" fmla="*/ 1439661 w 2449768"/>
              <a:gd name="connsiteY413" fmla="*/ 726221 h 1050628"/>
              <a:gd name="connsiteX414" fmla="*/ 1450674 w 2449768"/>
              <a:gd name="connsiteY414" fmla="*/ 723563 h 1050628"/>
              <a:gd name="connsiteX415" fmla="*/ 2021829 w 2449768"/>
              <a:gd name="connsiteY415" fmla="*/ 720525 h 1050628"/>
              <a:gd name="connsiteX416" fmla="*/ 2035121 w 2449768"/>
              <a:gd name="connsiteY416" fmla="*/ 729259 h 1050628"/>
              <a:gd name="connsiteX417" fmla="*/ 2029045 w 2449768"/>
              <a:gd name="connsiteY417" fmla="*/ 753564 h 1050628"/>
              <a:gd name="connsiteX418" fmla="*/ 2004740 w 2449768"/>
              <a:gd name="connsiteY418" fmla="*/ 747488 h 1050628"/>
              <a:gd name="connsiteX419" fmla="*/ 2010816 w 2449768"/>
              <a:gd name="connsiteY419" fmla="*/ 723183 h 1050628"/>
              <a:gd name="connsiteX420" fmla="*/ 2021829 w 2449768"/>
              <a:gd name="connsiteY420" fmla="*/ 720525 h 1050628"/>
              <a:gd name="connsiteX421" fmla="*/ 387352 w 2449768"/>
              <a:gd name="connsiteY421" fmla="*/ 720525 h 1050628"/>
              <a:gd name="connsiteX422" fmla="*/ 400644 w 2449768"/>
              <a:gd name="connsiteY422" fmla="*/ 729259 h 1050628"/>
              <a:gd name="connsiteX423" fmla="*/ 394568 w 2449768"/>
              <a:gd name="connsiteY423" fmla="*/ 753564 h 1050628"/>
              <a:gd name="connsiteX424" fmla="*/ 370263 w 2449768"/>
              <a:gd name="connsiteY424" fmla="*/ 747488 h 1050628"/>
              <a:gd name="connsiteX425" fmla="*/ 376339 w 2449768"/>
              <a:gd name="connsiteY425" fmla="*/ 723183 h 1050628"/>
              <a:gd name="connsiteX426" fmla="*/ 387352 w 2449768"/>
              <a:gd name="connsiteY426" fmla="*/ 720525 h 1050628"/>
              <a:gd name="connsiteX427" fmla="*/ 1049650 w 2449768"/>
              <a:gd name="connsiteY427" fmla="*/ 702297 h 1050628"/>
              <a:gd name="connsiteX428" fmla="*/ 1062942 w 2449768"/>
              <a:gd name="connsiteY428" fmla="*/ 711031 h 1050628"/>
              <a:gd name="connsiteX429" fmla="*/ 1056866 w 2449768"/>
              <a:gd name="connsiteY429" fmla="*/ 735336 h 1050628"/>
              <a:gd name="connsiteX430" fmla="*/ 1032561 w 2449768"/>
              <a:gd name="connsiteY430" fmla="*/ 729260 h 1050628"/>
              <a:gd name="connsiteX431" fmla="*/ 1038637 w 2449768"/>
              <a:gd name="connsiteY431" fmla="*/ 704955 h 1050628"/>
              <a:gd name="connsiteX432" fmla="*/ 1049650 w 2449768"/>
              <a:gd name="connsiteY432" fmla="*/ 702297 h 1050628"/>
              <a:gd name="connsiteX433" fmla="*/ 931165 w 2449768"/>
              <a:gd name="connsiteY433" fmla="*/ 702297 h 1050628"/>
              <a:gd name="connsiteX434" fmla="*/ 944457 w 2449768"/>
              <a:gd name="connsiteY434" fmla="*/ 711031 h 1050628"/>
              <a:gd name="connsiteX435" fmla="*/ 938381 w 2449768"/>
              <a:gd name="connsiteY435" fmla="*/ 735336 h 1050628"/>
              <a:gd name="connsiteX436" fmla="*/ 914076 w 2449768"/>
              <a:gd name="connsiteY436" fmla="*/ 729260 h 1050628"/>
              <a:gd name="connsiteX437" fmla="*/ 920152 w 2449768"/>
              <a:gd name="connsiteY437" fmla="*/ 704955 h 1050628"/>
              <a:gd name="connsiteX438" fmla="*/ 931165 w 2449768"/>
              <a:gd name="connsiteY438" fmla="*/ 702297 h 1050628"/>
              <a:gd name="connsiteX439" fmla="*/ 1547892 w 2449768"/>
              <a:gd name="connsiteY439" fmla="*/ 699259 h 1050628"/>
              <a:gd name="connsiteX440" fmla="*/ 1561184 w 2449768"/>
              <a:gd name="connsiteY440" fmla="*/ 707993 h 1050628"/>
              <a:gd name="connsiteX441" fmla="*/ 1555108 w 2449768"/>
              <a:gd name="connsiteY441" fmla="*/ 732298 h 1050628"/>
              <a:gd name="connsiteX442" fmla="*/ 1530803 w 2449768"/>
              <a:gd name="connsiteY442" fmla="*/ 726222 h 1050628"/>
              <a:gd name="connsiteX443" fmla="*/ 1536879 w 2449768"/>
              <a:gd name="connsiteY443" fmla="*/ 701917 h 1050628"/>
              <a:gd name="connsiteX444" fmla="*/ 1547892 w 2449768"/>
              <a:gd name="connsiteY444" fmla="*/ 699259 h 1050628"/>
              <a:gd name="connsiteX445" fmla="*/ 1313961 w 2449768"/>
              <a:gd name="connsiteY445" fmla="*/ 699259 h 1050628"/>
              <a:gd name="connsiteX446" fmla="*/ 1327253 w 2449768"/>
              <a:gd name="connsiteY446" fmla="*/ 707993 h 1050628"/>
              <a:gd name="connsiteX447" fmla="*/ 1321177 w 2449768"/>
              <a:gd name="connsiteY447" fmla="*/ 732298 h 1050628"/>
              <a:gd name="connsiteX448" fmla="*/ 1296872 w 2449768"/>
              <a:gd name="connsiteY448" fmla="*/ 726222 h 1050628"/>
              <a:gd name="connsiteX449" fmla="*/ 1302948 w 2449768"/>
              <a:gd name="connsiteY449" fmla="*/ 701917 h 1050628"/>
              <a:gd name="connsiteX450" fmla="*/ 1313961 w 2449768"/>
              <a:gd name="connsiteY450" fmla="*/ 699259 h 1050628"/>
              <a:gd name="connsiteX451" fmla="*/ 2413739 w 2449768"/>
              <a:gd name="connsiteY451" fmla="*/ 696220 h 1050628"/>
              <a:gd name="connsiteX452" fmla="*/ 2427031 w 2449768"/>
              <a:gd name="connsiteY452" fmla="*/ 704954 h 1050628"/>
              <a:gd name="connsiteX453" fmla="*/ 2420955 w 2449768"/>
              <a:gd name="connsiteY453" fmla="*/ 729259 h 1050628"/>
              <a:gd name="connsiteX454" fmla="*/ 2396650 w 2449768"/>
              <a:gd name="connsiteY454" fmla="*/ 723183 h 1050628"/>
              <a:gd name="connsiteX455" fmla="*/ 2402726 w 2449768"/>
              <a:gd name="connsiteY455" fmla="*/ 698878 h 1050628"/>
              <a:gd name="connsiteX456" fmla="*/ 2413739 w 2449768"/>
              <a:gd name="connsiteY456" fmla="*/ 696220 h 1050628"/>
              <a:gd name="connsiteX457" fmla="*/ 551408 w 2449768"/>
              <a:gd name="connsiteY457" fmla="*/ 690144 h 1050628"/>
              <a:gd name="connsiteX458" fmla="*/ 564699 w 2449768"/>
              <a:gd name="connsiteY458" fmla="*/ 698878 h 1050628"/>
              <a:gd name="connsiteX459" fmla="*/ 558623 w 2449768"/>
              <a:gd name="connsiteY459" fmla="*/ 723183 h 1050628"/>
              <a:gd name="connsiteX460" fmla="*/ 534319 w 2449768"/>
              <a:gd name="connsiteY460" fmla="*/ 717107 h 1050628"/>
              <a:gd name="connsiteX461" fmla="*/ 540395 w 2449768"/>
              <a:gd name="connsiteY461" fmla="*/ 692802 h 1050628"/>
              <a:gd name="connsiteX462" fmla="*/ 551408 w 2449768"/>
              <a:gd name="connsiteY462" fmla="*/ 690144 h 1050628"/>
              <a:gd name="connsiteX463" fmla="*/ 830909 w 2449768"/>
              <a:gd name="connsiteY463" fmla="*/ 684068 h 1050628"/>
              <a:gd name="connsiteX464" fmla="*/ 844201 w 2449768"/>
              <a:gd name="connsiteY464" fmla="*/ 692802 h 1050628"/>
              <a:gd name="connsiteX465" fmla="*/ 838125 w 2449768"/>
              <a:gd name="connsiteY465" fmla="*/ 717107 h 1050628"/>
              <a:gd name="connsiteX466" fmla="*/ 813820 w 2449768"/>
              <a:gd name="connsiteY466" fmla="*/ 711031 h 1050628"/>
              <a:gd name="connsiteX467" fmla="*/ 819896 w 2449768"/>
              <a:gd name="connsiteY467" fmla="*/ 686726 h 1050628"/>
              <a:gd name="connsiteX468" fmla="*/ 830909 w 2449768"/>
              <a:gd name="connsiteY468" fmla="*/ 684068 h 1050628"/>
              <a:gd name="connsiteX469" fmla="*/ 730653 w 2449768"/>
              <a:gd name="connsiteY469" fmla="*/ 677992 h 1050628"/>
              <a:gd name="connsiteX470" fmla="*/ 743945 w 2449768"/>
              <a:gd name="connsiteY470" fmla="*/ 686726 h 1050628"/>
              <a:gd name="connsiteX471" fmla="*/ 737869 w 2449768"/>
              <a:gd name="connsiteY471" fmla="*/ 711031 h 1050628"/>
              <a:gd name="connsiteX472" fmla="*/ 713564 w 2449768"/>
              <a:gd name="connsiteY472" fmla="*/ 704955 h 1050628"/>
              <a:gd name="connsiteX473" fmla="*/ 719640 w 2449768"/>
              <a:gd name="connsiteY473" fmla="*/ 680650 h 1050628"/>
              <a:gd name="connsiteX474" fmla="*/ 730653 w 2449768"/>
              <a:gd name="connsiteY474" fmla="*/ 677992 h 1050628"/>
              <a:gd name="connsiteX475" fmla="*/ 2228418 w 2449768"/>
              <a:gd name="connsiteY475" fmla="*/ 671916 h 1050628"/>
              <a:gd name="connsiteX476" fmla="*/ 2241710 w 2449768"/>
              <a:gd name="connsiteY476" fmla="*/ 680650 h 1050628"/>
              <a:gd name="connsiteX477" fmla="*/ 2235634 w 2449768"/>
              <a:gd name="connsiteY477" fmla="*/ 704955 h 1050628"/>
              <a:gd name="connsiteX478" fmla="*/ 2211329 w 2449768"/>
              <a:gd name="connsiteY478" fmla="*/ 698879 h 1050628"/>
              <a:gd name="connsiteX479" fmla="*/ 2217405 w 2449768"/>
              <a:gd name="connsiteY479" fmla="*/ 674574 h 1050628"/>
              <a:gd name="connsiteX480" fmla="*/ 2228418 w 2449768"/>
              <a:gd name="connsiteY480" fmla="*/ 671916 h 1050628"/>
              <a:gd name="connsiteX481" fmla="*/ 1839546 w 2449768"/>
              <a:gd name="connsiteY481" fmla="*/ 671916 h 1050628"/>
              <a:gd name="connsiteX482" fmla="*/ 1852838 w 2449768"/>
              <a:gd name="connsiteY482" fmla="*/ 680650 h 1050628"/>
              <a:gd name="connsiteX483" fmla="*/ 1846762 w 2449768"/>
              <a:gd name="connsiteY483" fmla="*/ 704955 h 1050628"/>
              <a:gd name="connsiteX484" fmla="*/ 1822457 w 2449768"/>
              <a:gd name="connsiteY484" fmla="*/ 698879 h 1050628"/>
              <a:gd name="connsiteX485" fmla="*/ 1828533 w 2449768"/>
              <a:gd name="connsiteY485" fmla="*/ 674574 h 1050628"/>
              <a:gd name="connsiteX486" fmla="*/ 1839546 w 2449768"/>
              <a:gd name="connsiteY486" fmla="*/ 671916 h 1050628"/>
              <a:gd name="connsiteX487" fmla="*/ 2109933 w 2449768"/>
              <a:gd name="connsiteY487" fmla="*/ 656726 h 1050628"/>
              <a:gd name="connsiteX488" fmla="*/ 2123225 w 2449768"/>
              <a:gd name="connsiteY488" fmla="*/ 665460 h 1050628"/>
              <a:gd name="connsiteX489" fmla="*/ 2117149 w 2449768"/>
              <a:gd name="connsiteY489" fmla="*/ 689765 h 1050628"/>
              <a:gd name="connsiteX490" fmla="*/ 2092844 w 2449768"/>
              <a:gd name="connsiteY490" fmla="*/ 683689 h 1050628"/>
              <a:gd name="connsiteX491" fmla="*/ 2098920 w 2449768"/>
              <a:gd name="connsiteY491" fmla="*/ 659384 h 1050628"/>
              <a:gd name="connsiteX492" fmla="*/ 2109933 w 2449768"/>
              <a:gd name="connsiteY492" fmla="*/ 656726 h 1050628"/>
              <a:gd name="connsiteX493" fmla="*/ 1632957 w 2449768"/>
              <a:gd name="connsiteY493" fmla="*/ 656726 h 1050628"/>
              <a:gd name="connsiteX494" fmla="*/ 1646249 w 2449768"/>
              <a:gd name="connsiteY494" fmla="*/ 665460 h 1050628"/>
              <a:gd name="connsiteX495" fmla="*/ 1640173 w 2449768"/>
              <a:gd name="connsiteY495" fmla="*/ 689765 h 1050628"/>
              <a:gd name="connsiteX496" fmla="*/ 1615868 w 2449768"/>
              <a:gd name="connsiteY496" fmla="*/ 683689 h 1050628"/>
              <a:gd name="connsiteX497" fmla="*/ 1621944 w 2449768"/>
              <a:gd name="connsiteY497" fmla="*/ 659384 h 1050628"/>
              <a:gd name="connsiteX498" fmla="*/ 1632957 w 2449768"/>
              <a:gd name="connsiteY498" fmla="*/ 656726 h 1050628"/>
              <a:gd name="connsiteX499" fmla="*/ 1165096 w 2449768"/>
              <a:gd name="connsiteY499" fmla="*/ 656726 h 1050628"/>
              <a:gd name="connsiteX500" fmla="*/ 1178387 w 2449768"/>
              <a:gd name="connsiteY500" fmla="*/ 665460 h 1050628"/>
              <a:gd name="connsiteX501" fmla="*/ 1172311 w 2449768"/>
              <a:gd name="connsiteY501" fmla="*/ 689765 h 1050628"/>
              <a:gd name="connsiteX502" fmla="*/ 1148007 w 2449768"/>
              <a:gd name="connsiteY502" fmla="*/ 683689 h 1050628"/>
              <a:gd name="connsiteX503" fmla="*/ 1154083 w 2449768"/>
              <a:gd name="connsiteY503" fmla="*/ 659384 h 1050628"/>
              <a:gd name="connsiteX504" fmla="*/ 1165096 w 2449768"/>
              <a:gd name="connsiteY504" fmla="*/ 656726 h 1050628"/>
              <a:gd name="connsiteX505" fmla="*/ 1948916 w 2449768"/>
              <a:gd name="connsiteY505" fmla="*/ 653688 h 1050628"/>
              <a:gd name="connsiteX506" fmla="*/ 1962208 w 2449768"/>
              <a:gd name="connsiteY506" fmla="*/ 662422 h 1050628"/>
              <a:gd name="connsiteX507" fmla="*/ 1956132 w 2449768"/>
              <a:gd name="connsiteY507" fmla="*/ 686727 h 1050628"/>
              <a:gd name="connsiteX508" fmla="*/ 1931827 w 2449768"/>
              <a:gd name="connsiteY508" fmla="*/ 680651 h 1050628"/>
              <a:gd name="connsiteX509" fmla="*/ 1937903 w 2449768"/>
              <a:gd name="connsiteY509" fmla="*/ 656346 h 1050628"/>
              <a:gd name="connsiteX510" fmla="*/ 1948916 w 2449768"/>
              <a:gd name="connsiteY510" fmla="*/ 653688 h 1050628"/>
              <a:gd name="connsiteX511" fmla="*/ 2328673 w 2449768"/>
              <a:gd name="connsiteY511" fmla="*/ 647611 h 1050628"/>
              <a:gd name="connsiteX512" fmla="*/ 2341965 w 2449768"/>
              <a:gd name="connsiteY512" fmla="*/ 656345 h 1050628"/>
              <a:gd name="connsiteX513" fmla="*/ 2335889 w 2449768"/>
              <a:gd name="connsiteY513" fmla="*/ 680650 h 1050628"/>
              <a:gd name="connsiteX514" fmla="*/ 2311584 w 2449768"/>
              <a:gd name="connsiteY514" fmla="*/ 674574 h 1050628"/>
              <a:gd name="connsiteX515" fmla="*/ 2317660 w 2449768"/>
              <a:gd name="connsiteY515" fmla="*/ 650269 h 1050628"/>
              <a:gd name="connsiteX516" fmla="*/ 2328673 w 2449768"/>
              <a:gd name="connsiteY516" fmla="*/ 647611 h 1050628"/>
              <a:gd name="connsiteX517" fmla="*/ 639512 w 2449768"/>
              <a:gd name="connsiteY517" fmla="*/ 641535 h 1050628"/>
              <a:gd name="connsiteX518" fmla="*/ 652804 w 2449768"/>
              <a:gd name="connsiteY518" fmla="*/ 650269 h 1050628"/>
              <a:gd name="connsiteX519" fmla="*/ 646728 w 2449768"/>
              <a:gd name="connsiteY519" fmla="*/ 674574 h 1050628"/>
              <a:gd name="connsiteX520" fmla="*/ 622423 w 2449768"/>
              <a:gd name="connsiteY520" fmla="*/ 668498 h 1050628"/>
              <a:gd name="connsiteX521" fmla="*/ 628499 w 2449768"/>
              <a:gd name="connsiteY521" fmla="*/ 644193 h 1050628"/>
              <a:gd name="connsiteX522" fmla="*/ 639512 w 2449768"/>
              <a:gd name="connsiteY522" fmla="*/ 641535 h 1050628"/>
              <a:gd name="connsiteX523" fmla="*/ 451152 w 2449768"/>
              <a:gd name="connsiteY523" fmla="*/ 641535 h 1050628"/>
              <a:gd name="connsiteX524" fmla="*/ 464444 w 2449768"/>
              <a:gd name="connsiteY524" fmla="*/ 650269 h 1050628"/>
              <a:gd name="connsiteX525" fmla="*/ 458368 w 2449768"/>
              <a:gd name="connsiteY525" fmla="*/ 674574 h 1050628"/>
              <a:gd name="connsiteX526" fmla="*/ 434063 w 2449768"/>
              <a:gd name="connsiteY526" fmla="*/ 668498 h 1050628"/>
              <a:gd name="connsiteX527" fmla="*/ 440139 w 2449768"/>
              <a:gd name="connsiteY527" fmla="*/ 644193 h 1050628"/>
              <a:gd name="connsiteX528" fmla="*/ 451152 w 2449768"/>
              <a:gd name="connsiteY528" fmla="*/ 641535 h 1050628"/>
              <a:gd name="connsiteX529" fmla="*/ 1739291 w 2449768"/>
              <a:gd name="connsiteY529" fmla="*/ 638497 h 1050628"/>
              <a:gd name="connsiteX530" fmla="*/ 1752582 w 2449768"/>
              <a:gd name="connsiteY530" fmla="*/ 647231 h 1050628"/>
              <a:gd name="connsiteX531" fmla="*/ 1746506 w 2449768"/>
              <a:gd name="connsiteY531" fmla="*/ 671536 h 1050628"/>
              <a:gd name="connsiteX532" fmla="*/ 1722201 w 2449768"/>
              <a:gd name="connsiteY532" fmla="*/ 665460 h 1050628"/>
              <a:gd name="connsiteX533" fmla="*/ 1728277 w 2449768"/>
              <a:gd name="connsiteY533" fmla="*/ 641155 h 1050628"/>
              <a:gd name="connsiteX534" fmla="*/ 1739291 w 2449768"/>
              <a:gd name="connsiteY534" fmla="*/ 638497 h 1050628"/>
              <a:gd name="connsiteX535" fmla="*/ 1429407 w 2449768"/>
              <a:gd name="connsiteY535" fmla="*/ 623307 h 1050628"/>
              <a:gd name="connsiteX536" fmla="*/ 1442699 w 2449768"/>
              <a:gd name="connsiteY536" fmla="*/ 632041 h 1050628"/>
              <a:gd name="connsiteX537" fmla="*/ 1436623 w 2449768"/>
              <a:gd name="connsiteY537" fmla="*/ 656346 h 1050628"/>
              <a:gd name="connsiteX538" fmla="*/ 1412318 w 2449768"/>
              <a:gd name="connsiteY538" fmla="*/ 650270 h 1050628"/>
              <a:gd name="connsiteX539" fmla="*/ 1418394 w 2449768"/>
              <a:gd name="connsiteY539" fmla="*/ 625965 h 1050628"/>
              <a:gd name="connsiteX540" fmla="*/ 1429407 w 2449768"/>
              <a:gd name="connsiteY540" fmla="*/ 623307 h 1050628"/>
              <a:gd name="connsiteX541" fmla="*/ 991927 w 2449768"/>
              <a:gd name="connsiteY541" fmla="*/ 614193 h 1050628"/>
              <a:gd name="connsiteX542" fmla="*/ 1005219 w 2449768"/>
              <a:gd name="connsiteY542" fmla="*/ 622927 h 1050628"/>
              <a:gd name="connsiteX543" fmla="*/ 999143 w 2449768"/>
              <a:gd name="connsiteY543" fmla="*/ 647232 h 1050628"/>
              <a:gd name="connsiteX544" fmla="*/ 974838 w 2449768"/>
              <a:gd name="connsiteY544" fmla="*/ 641156 h 1050628"/>
              <a:gd name="connsiteX545" fmla="*/ 980914 w 2449768"/>
              <a:gd name="connsiteY545" fmla="*/ 616851 h 1050628"/>
              <a:gd name="connsiteX546" fmla="*/ 991927 w 2449768"/>
              <a:gd name="connsiteY546" fmla="*/ 614193 h 1050628"/>
              <a:gd name="connsiteX547" fmla="*/ 1244086 w 2449768"/>
              <a:gd name="connsiteY547" fmla="*/ 589888 h 1050628"/>
              <a:gd name="connsiteX548" fmla="*/ 1257378 w 2449768"/>
              <a:gd name="connsiteY548" fmla="*/ 598622 h 1050628"/>
              <a:gd name="connsiteX549" fmla="*/ 1251302 w 2449768"/>
              <a:gd name="connsiteY549" fmla="*/ 622927 h 1050628"/>
              <a:gd name="connsiteX550" fmla="*/ 1226997 w 2449768"/>
              <a:gd name="connsiteY550" fmla="*/ 616851 h 1050628"/>
              <a:gd name="connsiteX551" fmla="*/ 1233073 w 2449768"/>
              <a:gd name="connsiteY551" fmla="*/ 592546 h 1050628"/>
              <a:gd name="connsiteX552" fmla="*/ 1244086 w 2449768"/>
              <a:gd name="connsiteY552" fmla="*/ 589888 h 1050628"/>
              <a:gd name="connsiteX553" fmla="*/ 1332189 w 2449768"/>
              <a:gd name="connsiteY553" fmla="*/ 586850 h 1050628"/>
              <a:gd name="connsiteX554" fmla="*/ 1345481 w 2449768"/>
              <a:gd name="connsiteY554" fmla="*/ 595584 h 1050628"/>
              <a:gd name="connsiteX555" fmla="*/ 1339405 w 2449768"/>
              <a:gd name="connsiteY555" fmla="*/ 619889 h 1050628"/>
              <a:gd name="connsiteX556" fmla="*/ 1315100 w 2449768"/>
              <a:gd name="connsiteY556" fmla="*/ 613813 h 1050628"/>
              <a:gd name="connsiteX557" fmla="*/ 1321176 w 2449768"/>
              <a:gd name="connsiteY557" fmla="*/ 589508 h 1050628"/>
              <a:gd name="connsiteX558" fmla="*/ 1332189 w 2449768"/>
              <a:gd name="connsiteY558" fmla="*/ 586850 h 1050628"/>
              <a:gd name="connsiteX559" fmla="*/ 867366 w 2449768"/>
              <a:gd name="connsiteY559" fmla="*/ 583812 h 1050628"/>
              <a:gd name="connsiteX560" fmla="*/ 880658 w 2449768"/>
              <a:gd name="connsiteY560" fmla="*/ 592546 h 1050628"/>
              <a:gd name="connsiteX561" fmla="*/ 874582 w 2449768"/>
              <a:gd name="connsiteY561" fmla="*/ 616851 h 1050628"/>
              <a:gd name="connsiteX562" fmla="*/ 850277 w 2449768"/>
              <a:gd name="connsiteY562" fmla="*/ 610775 h 1050628"/>
              <a:gd name="connsiteX563" fmla="*/ 856353 w 2449768"/>
              <a:gd name="connsiteY563" fmla="*/ 586470 h 1050628"/>
              <a:gd name="connsiteX564" fmla="*/ 867366 w 2449768"/>
              <a:gd name="connsiteY564" fmla="*/ 583812 h 1050628"/>
              <a:gd name="connsiteX565" fmla="*/ 2222342 w 2449768"/>
              <a:gd name="connsiteY565" fmla="*/ 576217 h 1050628"/>
              <a:gd name="connsiteX566" fmla="*/ 2235633 w 2449768"/>
              <a:gd name="connsiteY566" fmla="*/ 586470 h 1050628"/>
              <a:gd name="connsiteX567" fmla="*/ 2229557 w 2449768"/>
              <a:gd name="connsiteY567" fmla="*/ 610775 h 1050628"/>
              <a:gd name="connsiteX568" fmla="*/ 2205253 w 2449768"/>
              <a:gd name="connsiteY568" fmla="*/ 604698 h 1050628"/>
              <a:gd name="connsiteX569" fmla="*/ 2211329 w 2449768"/>
              <a:gd name="connsiteY569" fmla="*/ 577356 h 1050628"/>
              <a:gd name="connsiteX570" fmla="*/ 2222342 w 2449768"/>
              <a:gd name="connsiteY570" fmla="*/ 576217 h 1050628"/>
              <a:gd name="connsiteX571" fmla="*/ 1092183 w 2449768"/>
              <a:gd name="connsiteY571" fmla="*/ 571660 h 1050628"/>
              <a:gd name="connsiteX572" fmla="*/ 1105475 w 2449768"/>
              <a:gd name="connsiteY572" fmla="*/ 580394 h 1050628"/>
              <a:gd name="connsiteX573" fmla="*/ 1099399 w 2449768"/>
              <a:gd name="connsiteY573" fmla="*/ 604699 h 1050628"/>
              <a:gd name="connsiteX574" fmla="*/ 1075094 w 2449768"/>
              <a:gd name="connsiteY574" fmla="*/ 598623 h 1050628"/>
              <a:gd name="connsiteX575" fmla="*/ 1081170 w 2449768"/>
              <a:gd name="connsiteY575" fmla="*/ 574318 h 1050628"/>
              <a:gd name="connsiteX576" fmla="*/ 1092183 w 2449768"/>
              <a:gd name="connsiteY576" fmla="*/ 571660 h 1050628"/>
              <a:gd name="connsiteX577" fmla="*/ 2000563 w 2449768"/>
              <a:gd name="connsiteY577" fmla="*/ 568622 h 1050628"/>
              <a:gd name="connsiteX578" fmla="*/ 2013855 w 2449768"/>
              <a:gd name="connsiteY578" fmla="*/ 577356 h 1050628"/>
              <a:gd name="connsiteX579" fmla="*/ 2007779 w 2449768"/>
              <a:gd name="connsiteY579" fmla="*/ 601661 h 1050628"/>
              <a:gd name="connsiteX580" fmla="*/ 1983474 w 2449768"/>
              <a:gd name="connsiteY580" fmla="*/ 595585 h 1050628"/>
              <a:gd name="connsiteX581" fmla="*/ 1989550 w 2449768"/>
              <a:gd name="connsiteY581" fmla="*/ 571280 h 1050628"/>
              <a:gd name="connsiteX582" fmla="*/ 2000563 w 2449768"/>
              <a:gd name="connsiteY582" fmla="*/ 568622 h 1050628"/>
              <a:gd name="connsiteX583" fmla="*/ 745844 w 2449768"/>
              <a:gd name="connsiteY583" fmla="*/ 568622 h 1050628"/>
              <a:gd name="connsiteX584" fmla="*/ 759136 w 2449768"/>
              <a:gd name="connsiteY584" fmla="*/ 577356 h 1050628"/>
              <a:gd name="connsiteX585" fmla="*/ 753060 w 2449768"/>
              <a:gd name="connsiteY585" fmla="*/ 601661 h 1050628"/>
              <a:gd name="connsiteX586" fmla="*/ 728755 w 2449768"/>
              <a:gd name="connsiteY586" fmla="*/ 595585 h 1050628"/>
              <a:gd name="connsiteX587" fmla="*/ 734831 w 2449768"/>
              <a:gd name="connsiteY587" fmla="*/ 571280 h 1050628"/>
              <a:gd name="connsiteX588" fmla="*/ 745844 w 2449768"/>
              <a:gd name="connsiteY588" fmla="*/ 568622 h 1050628"/>
              <a:gd name="connsiteX589" fmla="*/ 533179 w 2449768"/>
              <a:gd name="connsiteY589" fmla="*/ 568622 h 1050628"/>
              <a:gd name="connsiteX590" fmla="*/ 546471 w 2449768"/>
              <a:gd name="connsiteY590" fmla="*/ 577356 h 1050628"/>
              <a:gd name="connsiteX591" fmla="*/ 540395 w 2449768"/>
              <a:gd name="connsiteY591" fmla="*/ 601661 h 1050628"/>
              <a:gd name="connsiteX592" fmla="*/ 516090 w 2449768"/>
              <a:gd name="connsiteY592" fmla="*/ 595585 h 1050628"/>
              <a:gd name="connsiteX593" fmla="*/ 522166 w 2449768"/>
              <a:gd name="connsiteY593" fmla="*/ 571280 h 1050628"/>
              <a:gd name="connsiteX594" fmla="*/ 533179 w 2449768"/>
              <a:gd name="connsiteY594" fmla="*/ 568622 h 1050628"/>
              <a:gd name="connsiteX595" fmla="*/ 1866889 w 2449768"/>
              <a:gd name="connsiteY595" fmla="*/ 565584 h 1050628"/>
              <a:gd name="connsiteX596" fmla="*/ 1880180 w 2449768"/>
              <a:gd name="connsiteY596" fmla="*/ 574318 h 1050628"/>
              <a:gd name="connsiteX597" fmla="*/ 1874104 w 2449768"/>
              <a:gd name="connsiteY597" fmla="*/ 598623 h 1050628"/>
              <a:gd name="connsiteX598" fmla="*/ 1849800 w 2449768"/>
              <a:gd name="connsiteY598" fmla="*/ 592547 h 1050628"/>
              <a:gd name="connsiteX599" fmla="*/ 1855876 w 2449768"/>
              <a:gd name="connsiteY599" fmla="*/ 568242 h 1050628"/>
              <a:gd name="connsiteX600" fmla="*/ 1866889 w 2449768"/>
              <a:gd name="connsiteY600" fmla="*/ 565584 h 1050628"/>
              <a:gd name="connsiteX601" fmla="*/ 1508397 w 2449768"/>
              <a:gd name="connsiteY601" fmla="*/ 565584 h 1050628"/>
              <a:gd name="connsiteX602" fmla="*/ 1521689 w 2449768"/>
              <a:gd name="connsiteY602" fmla="*/ 574318 h 1050628"/>
              <a:gd name="connsiteX603" fmla="*/ 1515613 w 2449768"/>
              <a:gd name="connsiteY603" fmla="*/ 598623 h 1050628"/>
              <a:gd name="connsiteX604" fmla="*/ 1491308 w 2449768"/>
              <a:gd name="connsiteY604" fmla="*/ 592547 h 1050628"/>
              <a:gd name="connsiteX605" fmla="*/ 1497384 w 2449768"/>
              <a:gd name="connsiteY605" fmla="*/ 568242 h 1050628"/>
              <a:gd name="connsiteX606" fmla="*/ 1508397 w 2449768"/>
              <a:gd name="connsiteY606" fmla="*/ 565584 h 1050628"/>
              <a:gd name="connsiteX607" fmla="*/ 2365130 w 2449768"/>
              <a:gd name="connsiteY607" fmla="*/ 556470 h 1050628"/>
              <a:gd name="connsiteX608" fmla="*/ 2378422 w 2449768"/>
              <a:gd name="connsiteY608" fmla="*/ 565204 h 1050628"/>
              <a:gd name="connsiteX609" fmla="*/ 2372346 w 2449768"/>
              <a:gd name="connsiteY609" fmla="*/ 589509 h 1050628"/>
              <a:gd name="connsiteX610" fmla="*/ 2348041 w 2449768"/>
              <a:gd name="connsiteY610" fmla="*/ 583433 h 1050628"/>
              <a:gd name="connsiteX611" fmla="*/ 2354117 w 2449768"/>
              <a:gd name="connsiteY611" fmla="*/ 559128 h 1050628"/>
              <a:gd name="connsiteX612" fmla="*/ 2365130 w 2449768"/>
              <a:gd name="connsiteY612" fmla="*/ 556470 h 1050628"/>
              <a:gd name="connsiteX613" fmla="*/ 1620805 w 2449768"/>
              <a:gd name="connsiteY613" fmla="*/ 550394 h 1050628"/>
              <a:gd name="connsiteX614" fmla="*/ 1634097 w 2449768"/>
              <a:gd name="connsiteY614" fmla="*/ 559128 h 1050628"/>
              <a:gd name="connsiteX615" fmla="*/ 1628021 w 2449768"/>
              <a:gd name="connsiteY615" fmla="*/ 583433 h 1050628"/>
              <a:gd name="connsiteX616" fmla="*/ 1603716 w 2449768"/>
              <a:gd name="connsiteY616" fmla="*/ 577357 h 1050628"/>
              <a:gd name="connsiteX617" fmla="*/ 1609792 w 2449768"/>
              <a:gd name="connsiteY617" fmla="*/ 553052 h 1050628"/>
              <a:gd name="connsiteX618" fmla="*/ 1620805 w 2449768"/>
              <a:gd name="connsiteY618" fmla="*/ 550394 h 1050628"/>
              <a:gd name="connsiteX619" fmla="*/ 2097781 w 2449768"/>
              <a:gd name="connsiteY619" fmla="*/ 544317 h 1050628"/>
              <a:gd name="connsiteX620" fmla="*/ 2111073 w 2449768"/>
              <a:gd name="connsiteY620" fmla="*/ 553051 h 1050628"/>
              <a:gd name="connsiteX621" fmla="*/ 2104997 w 2449768"/>
              <a:gd name="connsiteY621" fmla="*/ 577356 h 1050628"/>
              <a:gd name="connsiteX622" fmla="*/ 2080692 w 2449768"/>
              <a:gd name="connsiteY622" fmla="*/ 571280 h 1050628"/>
              <a:gd name="connsiteX623" fmla="*/ 2086768 w 2449768"/>
              <a:gd name="connsiteY623" fmla="*/ 546975 h 1050628"/>
              <a:gd name="connsiteX624" fmla="*/ 2097781 w 2449768"/>
              <a:gd name="connsiteY624" fmla="*/ 544317 h 1050628"/>
              <a:gd name="connsiteX625" fmla="*/ 1745366 w 2449768"/>
              <a:gd name="connsiteY625" fmla="*/ 538241 h 1050628"/>
              <a:gd name="connsiteX626" fmla="*/ 1758658 w 2449768"/>
              <a:gd name="connsiteY626" fmla="*/ 546975 h 1050628"/>
              <a:gd name="connsiteX627" fmla="*/ 1752582 w 2449768"/>
              <a:gd name="connsiteY627" fmla="*/ 571280 h 1050628"/>
              <a:gd name="connsiteX628" fmla="*/ 1728277 w 2449768"/>
              <a:gd name="connsiteY628" fmla="*/ 565204 h 1050628"/>
              <a:gd name="connsiteX629" fmla="*/ 1734353 w 2449768"/>
              <a:gd name="connsiteY629" fmla="*/ 540899 h 1050628"/>
              <a:gd name="connsiteX630" fmla="*/ 1745366 w 2449768"/>
              <a:gd name="connsiteY630" fmla="*/ 538241 h 1050628"/>
              <a:gd name="connsiteX631" fmla="*/ 624322 w 2449768"/>
              <a:gd name="connsiteY631" fmla="*/ 529127 h 1050628"/>
              <a:gd name="connsiteX632" fmla="*/ 637613 w 2449768"/>
              <a:gd name="connsiteY632" fmla="*/ 537861 h 1050628"/>
              <a:gd name="connsiteX633" fmla="*/ 631537 w 2449768"/>
              <a:gd name="connsiteY633" fmla="*/ 562166 h 1050628"/>
              <a:gd name="connsiteX634" fmla="*/ 607233 w 2449768"/>
              <a:gd name="connsiteY634" fmla="*/ 556090 h 1050628"/>
              <a:gd name="connsiteX635" fmla="*/ 613309 w 2449768"/>
              <a:gd name="connsiteY635" fmla="*/ 531785 h 1050628"/>
              <a:gd name="connsiteX636" fmla="*/ 624322 w 2449768"/>
              <a:gd name="connsiteY636" fmla="*/ 529127 h 1050628"/>
              <a:gd name="connsiteX637" fmla="*/ 958508 w 2449768"/>
              <a:gd name="connsiteY637" fmla="*/ 523051 h 1050628"/>
              <a:gd name="connsiteX638" fmla="*/ 971800 w 2449768"/>
              <a:gd name="connsiteY638" fmla="*/ 531785 h 1050628"/>
              <a:gd name="connsiteX639" fmla="*/ 965724 w 2449768"/>
              <a:gd name="connsiteY639" fmla="*/ 556090 h 1050628"/>
              <a:gd name="connsiteX640" fmla="*/ 941419 w 2449768"/>
              <a:gd name="connsiteY640" fmla="*/ 550014 h 1050628"/>
              <a:gd name="connsiteX641" fmla="*/ 947495 w 2449768"/>
              <a:gd name="connsiteY641" fmla="*/ 525709 h 1050628"/>
              <a:gd name="connsiteX642" fmla="*/ 958508 w 2449768"/>
              <a:gd name="connsiteY642" fmla="*/ 523051 h 1050628"/>
              <a:gd name="connsiteX643" fmla="*/ 1177248 w 2449768"/>
              <a:gd name="connsiteY643" fmla="*/ 507861 h 1050628"/>
              <a:gd name="connsiteX644" fmla="*/ 1190540 w 2449768"/>
              <a:gd name="connsiteY644" fmla="*/ 516595 h 1050628"/>
              <a:gd name="connsiteX645" fmla="*/ 1184464 w 2449768"/>
              <a:gd name="connsiteY645" fmla="*/ 540900 h 1050628"/>
              <a:gd name="connsiteX646" fmla="*/ 1160159 w 2449768"/>
              <a:gd name="connsiteY646" fmla="*/ 534824 h 1050628"/>
              <a:gd name="connsiteX647" fmla="*/ 1166235 w 2449768"/>
              <a:gd name="connsiteY647" fmla="*/ 510519 h 1050628"/>
              <a:gd name="connsiteX648" fmla="*/ 1177248 w 2449768"/>
              <a:gd name="connsiteY648" fmla="*/ 507861 h 1050628"/>
              <a:gd name="connsiteX649" fmla="*/ 1399027 w 2449768"/>
              <a:gd name="connsiteY649" fmla="*/ 504823 h 1050628"/>
              <a:gd name="connsiteX650" fmla="*/ 1412319 w 2449768"/>
              <a:gd name="connsiteY650" fmla="*/ 513557 h 1050628"/>
              <a:gd name="connsiteX651" fmla="*/ 1406243 w 2449768"/>
              <a:gd name="connsiteY651" fmla="*/ 537862 h 1050628"/>
              <a:gd name="connsiteX652" fmla="*/ 1381938 w 2449768"/>
              <a:gd name="connsiteY652" fmla="*/ 531786 h 1050628"/>
              <a:gd name="connsiteX653" fmla="*/ 1388014 w 2449768"/>
              <a:gd name="connsiteY653" fmla="*/ 507481 h 1050628"/>
              <a:gd name="connsiteX654" fmla="*/ 1399027 w 2449768"/>
              <a:gd name="connsiteY654" fmla="*/ 504823 h 1050628"/>
              <a:gd name="connsiteX655" fmla="*/ 2194999 w 2449768"/>
              <a:gd name="connsiteY655" fmla="*/ 492670 h 1050628"/>
              <a:gd name="connsiteX656" fmla="*/ 2208291 w 2449768"/>
              <a:gd name="connsiteY656" fmla="*/ 501404 h 1050628"/>
              <a:gd name="connsiteX657" fmla="*/ 2202214 w 2449768"/>
              <a:gd name="connsiteY657" fmla="*/ 525709 h 1050628"/>
              <a:gd name="connsiteX658" fmla="*/ 2177910 w 2449768"/>
              <a:gd name="connsiteY658" fmla="*/ 519633 h 1050628"/>
              <a:gd name="connsiteX659" fmla="*/ 2183986 w 2449768"/>
              <a:gd name="connsiteY659" fmla="*/ 495328 h 1050628"/>
              <a:gd name="connsiteX660" fmla="*/ 2194999 w 2449768"/>
              <a:gd name="connsiteY660" fmla="*/ 492670 h 1050628"/>
              <a:gd name="connsiteX661" fmla="*/ 1912459 w 2449768"/>
              <a:gd name="connsiteY661" fmla="*/ 480518 h 1050628"/>
              <a:gd name="connsiteX662" fmla="*/ 1925751 w 2449768"/>
              <a:gd name="connsiteY662" fmla="*/ 489252 h 1050628"/>
              <a:gd name="connsiteX663" fmla="*/ 1919675 w 2449768"/>
              <a:gd name="connsiteY663" fmla="*/ 513557 h 1050628"/>
              <a:gd name="connsiteX664" fmla="*/ 1895370 w 2449768"/>
              <a:gd name="connsiteY664" fmla="*/ 507481 h 1050628"/>
              <a:gd name="connsiteX665" fmla="*/ 1901446 w 2449768"/>
              <a:gd name="connsiteY665" fmla="*/ 483176 h 1050628"/>
              <a:gd name="connsiteX666" fmla="*/ 1912459 w 2449768"/>
              <a:gd name="connsiteY666" fmla="*/ 480518 h 1050628"/>
              <a:gd name="connsiteX667" fmla="*/ 803567 w 2449768"/>
              <a:gd name="connsiteY667" fmla="*/ 480518 h 1050628"/>
              <a:gd name="connsiteX668" fmla="*/ 816859 w 2449768"/>
              <a:gd name="connsiteY668" fmla="*/ 489252 h 1050628"/>
              <a:gd name="connsiteX669" fmla="*/ 810783 w 2449768"/>
              <a:gd name="connsiteY669" fmla="*/ 513557 h 1050628"/>
              <a:gd name="connsiteX670" fmla="*/ 786478 w 2449768"/>
              <a:gd name="connsiteY670" fmla="*/ 507481 h 1050628"/>
              <a:gd name="connsiteX671" fmla="*/ 792554 w 2449768"/>
              <a:gd name="connsiteY671" fmla="*/ 483176 h 1050628"/>
              <a:gd name="connsiteX672" fmla="*/ 803567 w 2449768"/>
              <a:gd name="connsiteY672" fmla="*/ 480518 h 1050628"/>
              <a:gd name="connsiteX673" fmla="*/ 1550930 w 2449768"/>
              <a:gd name="connsiteY673" fmla="*/ 471404 h 1050628"/>
              <a:gd name="connsiteX674" fmla="*/ 1564222 w 2449768"/>
              <a:gd name="connsiteY674" fmla="*/ 480138 h 1050628"/>
              <a:gd name="connsiteX675" fmla="*/ 1558146 w 2449768"/>
              <a:gd name="connsiteY675" fmla="*/ 504443 h 1050628"/>
              <a:gd name="connsiteX676" fmla="*/ 1533841 w 2449768"/>
              <a:gd name="connsiteY676" fmla="*/ 498367 h 1050628"/>
              <a:gd name="connsiteX677" fmla="*/ 1539917 w 2449768"/>
              <a:gd name="connsiteY677" fmla="*/ 474062 h 1050628"/>
              <a:gd name="connsiteX678" fmla="*/ 1550930 w 2449768"/>
              <a:gd name="connsiteY678" fmla="*/ 471404 h 1050628"/>
              <a:gd name="connsiteX679" fmla="*/ 2307407 w 2449768"/>
              <a:gd name="connsiteY679" fmla="*/ 465328 h 1050628"/>
              <a:gd name="connsiteX680" fmla="*/ 2320698 w 2449768"/>
              <a:gd name="connsiteY680" fmla="*/ 474062 h 1050628"/>
              <a:gd name="connsiteX681" fmla="*/ 2314622 w 2449768"/>
              <a:gd name="connsiteY681" fmla="*/ 498367 h 1050628"/>
              <a:gd name="connsiteX682" fmla="*/ 2290318 w 2449768"/>
              <a:gd name="connsiteY682" fmla="*/ 492291 h 1050628"/>
              <a:gd name="connsiteX683" fmla="*/ 2296394 w 2449768"/>
              <a:gd name="connsiteY683" fmla="*/ 467986 h 1050628"/>
              <a:gd name="connsiteX684" fmla="*/ 2307407 w 2449768"/>
              <a:gd name="connsiteY684" fmla="*/ 465328 h 1050628"/>
              <a:gd name="connsiteX685" fmla="*/ 1076992 w 2449768"/>
              <a:gd name="connsiteY685" fmla="*/ 462290 h 1050628"/>
              <a:gd name="connsiteX686" fmla="*/ 1090284 w 2449768"/>
              <a:gd name="connsiteY686" fmla="*/ 471024 h 1050628"/>
              <a:gd name="connsiteX687" fmla="*/ 1084208 w 2449768"/>
              <a:gd name="connsiteY687" fmla="*/ 495329 h 1050628"/>
              <a:gd name="connsiteX688" fmla="*/ 1059903 w 2449768"/>
              <a:gd name="connsiteY688" fmla="*/ 489253 h 1050628"/>
              <a:gd name="connsiteX689" fmla="*/ 1065979 w 2449768"/>
              <a:gd name="connsiteY689" fmla="*/ 464948 h 1050628"/>
              <a:gd name="connsiteX690" fmla="*/ 1076992 w 2449768"/>
              <a:gd name="connsiteY690" fmla="*/ 462290 h 1050628"/>
              <a:gd name="connsiteX691" fmla="*/ 2030944 w 2449768"/>
              <a:gd name="connsiteY691" fmla="*/ 456214 h 1050628"/>
              <a:gd name="connsiteX692" fmla="*/ 2044236 w 2449768"/>
              <a:gd name="connsiteY692" fmla="*/ 464948 h 1050628"/>
              <a:gd name="connsiteX693" fmla="*/ 2038160 w 2449768"/>
              <a:gd name="connsiteY693" fmla="*/ 489253 h 1050628"/>
              <a:gd name="connsiteX694" fmla="*/ 2013855 w 2449768"/>
              <a:gd name="connsiteY694" fmla="*/ 483177 h 1050628"/>
              <a:gd name="connsiteX695" fmla="*/ 2019931 w 2449768"/>
              <a:gd name="connsiteY695" fmla="*/ 458872 h 1050628"/>
              <a:gd name="connsiteX696" fmla="*/ 2030944 w 2449768"/>
              <a:gd name="connsiteY696" fmla="*/ 456214 h 1050628"/>
              <a:gd name="connsiteX697" fmla="*/ 1280542 w 2449768"/>
              <a:gd name="connsiteY697" fmla="*/ 453176 h 1050628"/>
              <a:gd name="connsiteX698" fmla="*/ 1293834 w 2449768"/>
              <a:gd name="connsiteY698" fmla="*/ 461910 h 1050628"/>
              <a:gd name="connsiteX699" fmla="*/ 1287758 w 2449768"/>
              <a:gd name="connsiteY699" fmla="*/ 486215 h 1050628"/>
              <a:gd name="connsiteX700" fmla="*/ 1263453 w 2449768"/>
              <a:gd name="connsiteY700" fmla="*/ 480139 h 1050628"/>
              <a:gd name="connsiteX701" fmla="*/ 1269529 w 2449768"/>
              <a:gd name="connsiteY701" fmla="*/ 455834 h 1050628"/>
              <a:gd name="connsiteX702" fmla="*/ 1280542 w 2449768"/>
              <a:gd name="connsiteY702" fmla="*/ 453176 h 1050628"/>
              <a:gd name="connsiteX703" fmla="*/ 679006 w 2449768"/>
              <a:gd name="connsiteY703" fmla="*/ 450138 h 1050628"/>
              <a:gd name="connsiteX704" fmla="*/ 692298 w 2449768"/>
              <a:gd name="connsiteY704" fmla="*/ 458872 h 1050628"/>
              <a:gd name="connsiteX705" fmla="*/ 686222 w 2449768"/>
              <a:gd name="connsiteY705" fmla="*/ 483177 h 1050628"/>
              <a:gd name="connsiteX706" fmla="*/ 661917 w 2449768"/>
              <a:gd name="connsiteY706" fmla="*/ 477101 h 1050628"/>
              <a:gd name="connsiteX707" fmla="*/ 667993 w 2449768"/>
              <a:gd name="connsiteY707" fmla="*/ 452796 h 1050628"/>
              <a:gd name="connsiteX708" fmla="*/ 679006 w 2449768"/>
              <a:gd name="connsiteY708" fmla="*/ 450138 h 1050628"/>
              <a:gd name="connsiteX709" fmla="*/ 1815242 w 2449768"/>
              <a:gd name="connsiteY709" fmla="*/ 447099 h 1050628"/>
              <a:gd name="connsiteX710" fmla="*/ 1828533 w 2449768"/>
              <a:gd name="connsiteY710" fmla="*/ 455833 h 1050628"/>
              <a:gd name="connsiteX711" fmla="*/ 1822457 w 2449768"/>
              <a:gd name="connsiteY711" fmla="*/ 480138 h 1050628"/>
              <a:gd name="connsiteX712" fmla="*/ 1798152 w 2449768"/>
              <a:gd name="connsiteY712" fmla="*/ 474062 h 1050628"/>
              <a:gd name="connsiteX713" fmla="*/ 1804228 w 2449768"/>
              <a:gd name="connsiteY713" fmla="*/ 449757 h 1050628"/>
              <a:gd name="connsiteX714" fmla="*/ 1815242 w 2449768"/>
              <a:gd name="connsiteY714" fmla="*/ 447099 h 1050628"/>
              <a:gd name="connsiteX715" fmla="*/ 1699795 w 2449768"/>
              <a:gd name="connsiteY715" fmla="*/ 444061 h 1050628"/>
              <a:gd name="connsiteX716" fmla="*/ 1713087 w 2449768"/>
              <a:gd name="connsiteY716" fmla="*/ 452795 h 1050628"/>
              <a:gd name="connsiteX717" fmla="*/ 1707011 w 2449768"/>
              <a:gd name="connsiteY717" fmla="*/ 477100 h 1050628"/>
              <a:gd name="connsiteX718" fmla="*/ 1682706 w 2449768"/>
              <a:gd name="connsiteY718" fmla="*/ 471024 h 1050628"/>
              <a:gd name="connsiteX719" fmla="*/ 1688782 w 2449768"/>
              <a:gd name="connsiteY719" fmla="*/ 446719 h 1050628"/>
              <a:gd name="connsiteX720" fmla="*/ 1699795 w 2449768"/>
              <a:gd name="connsiteY720" fmla="*/ 444061 h 1050628"/>
              <a:gd name="connsiteX721" fmla="*/ 888633 w 2449768"/>
              <a:gd name="connsiteY721" fmla="*/ 434947 h 1050628"/>
              <a:gd name="connsiteX722" fmla="*/ 901925 w 2449768"/>
              <a:gd name="connsiteY722" fmla="*/ 443681 h 1050628"/>
              <a:gd name="connsiteX723" fmla="*/ 895849 w 2449768"/>
              <a:gd name="connsiteY723" fmla="*/ 467986 h 1050628"/>
              <a:gd name="connsiteX724" fmla="*/ 871544 w 2449768"/>
              <a:gd name="connsiteY724" fmla="*/ 461910 h 1050628"/>
              <a:gd name="connsiteX725" fmla="*/ 877620 w 2449768"/>
              <a:gd name="connsiteY725" fmla="*/ 437605 h 1050628"/>
              <a:gd name="connsiteX726" fmla="*/ 888633 w 2449768"/>
              <a:gd name="connsiteY726" fmla="*/ 434947 h 1050628"/>
              <a:gd name="connsiteX727" fmla="*/ 2158542 w 2449768"/>
              <a:gd name="connsiteY727" fmla="*/ 407605 h 1050628"/>
              <a:gd name="connsiteX728" fmla="*/ 2171833 w 2449768"/>
              <a:gd name="connsiteY728" fmla="*/ 416339 h 1050628"/>
              <a:gd name="connsiteX729" fmla="*/ 2165757 w 2449768"/>
              <a:gd name="connsiteY729" fmla="*/ 440644 h 1050628"/>
              <a:gd name="connsiteX730" fmla="*/ 2141453 w 2449768"/>
              <a:gd name="connsiteY730" fmla="*/ 434568 h 1050628"/>
              <a:gd name="connsiteX731" fmla="*/ 2147529 w 2449768"/>
              <a:gd name="connsiteY731" fmla="*/ 410263 h 1050628"/>
              <a:gd name="connsiteX732" fmla="*/ 2158542 w 2449768"/>
              <a:gd name="connsiteY732" fmla="*/ 407605 h 1050628"/>
              <a:gd name="connsiteX733" fmla="*/ 1484092 w 2449768"/>
              <a:gd name="connsiteY733" fmla="*/ 407605 h 1050628"/>
              <a:gd name="connsiteX734" fmla="*/ 1497384 w 2449768"/>
              <a:gd name="connsiteY734" fmla="*/ 416339 h 1050628"/>
              <a:gd name="connsiteX735" fmla="*/ 1491308 w 2449768"/>
              <a:gd name="connsiteY735" fmla="*/ 440644 h 1050628"/>
              <a:gd name="connsiteX736" fmla="*/ 1467003 w 2449768"/>
              <a:gd name="connsiteY736" fmla="*/ 434568 h 1050628"/>
              <a:gd name="connsiteX737" fmla="*/ 1473079 w 2449768"/>
              <a:gd name="connsiteY737" fmla="*/ 410263 h 1050628"/>
              <a:gd name="connsiteX738" fmla="*/ 1484092 w 2449768"/>
              <a:gd name="connsiteY738" fmla="*/ 407605 h 1050628"/>
              <a:gd name="connsiteX739" fmla="*/ 1365608 w 2449768"/>
              <a:gd name="connsiteY739" fmla="*/ 404567 h 1050628"/>
              <a:gd name="connsiteX740" fmla="*/ 1378900 w 2449768"/>
              <a:gd name="connsiteY740" fmla="*/ 413301 h 1050628"/>
              <a:gd name="connsiteX741" fmla="*/ 1372824 w 2449768"/>
              <a:gd name="connsiteY741" fmla="*/ 437606 h 1050628"/>
              <a:gd name="connsiteX742" fmla="*/ 1348519 w 2449768"/>
              <a:gd name="connsiteY742" fmla="*/ 431530 h 1050628"/>
              <a:gd name="connsiteX743" fmla="*/ 1354595 w 2449768"/>
              <a:gd name="connsiteY743" fmla="*/ 407225 h 1050628"/>
              <a:gd name="connsiteX744" fmla="*/ 1365608 w 2449768"/>
              <a:gd name="connsiteY744" fmla="*/ 404567 h 1050628"/>
              <a:gd name="connsiteX745" fmla="*/ 988889 w 2449768"/>
              <a:gd name="connsiteY745" fmla="*/ 404567 h 1050628"/>
              <a:gd name="connsiteX746" fmla="*/ 1002180 w 2449768"/>
              <a:gd name="connsiteY746" fmla="*/ 413301 h 1050628"/>
              <a:gd name="connsiteX747" fmla="*/ 996104 w 2449768"/>
              <a:gd name="connsiteY747" fmla="*/ 437606 h 1050628"/>
              <a:gd name="connsiteX748" fmla="*/ 971800 w 2449768"/>
              <a:gd name="connsiteY748" fmla="*/ 431530 h 1050628"/>
              <a:gd name="connsiteX749" fmla="*/ 977876 w 2449768"/>
              <a:gd name="connsiteY749" fmla="*/ 407225 h 1050628"/>
              <a:gd name="connsiteX750" fmla="*/ 988889 w 2449768"/>
              <a:gd name="connsiteY750" fmla="*/ 404567 h 1050628"/>
              <a:gd name="connsiteX751" fmla="*/ 1182565 w 2449768"/>
              <a:gd name="connsiteY751" fmla="*/ 394312 h 1050628"/>
              <a:gd name="connsiteX752" fmla="*/ 1193578 w 2449768"/>
              <a:gd name="connsiteY752" fmla="*/ 404186 h 1050628"/>
              <a:gd name="connsiteX753" fmla="*/ 1187502 w 2449768"/>
              <a:gd name="connsiteY753" fmla="*/ 428491 h 1050628"/>
              <a:gd name="connsiteX754" fmla="*/ 1163197 w 2449768"/>
              <a:gd name="connsiteY754" fmla="*/ 422415 h 1050628"/>
              <a:gd name="connsiteX755" fmla="*/ 1169273 w 2449768"/>
              <a:gd name="connsiteY755" fmla="*/ 398110 h 1050628"/>
              <a:gd name="connsiteX756" fmla="*/ 1182565 w 2449768"/>
              <a:gd name="connsiteY756" fmla="*/ 394312 h 1050628"/>
              <a:gd name="connsiteX757" fmla="*/ 1620805 w 2449768"/>
              <a:gd name="connsiteY757" fmla="*/ 389376 h 1050628"/>
              <a:gd name="connsiteX758" fmla="*/ 1634097 w 2449768"/>
              <a:gd name="connsiteY758" fmla="*/ 398110 h 1050628"/>
              <a:gd name="connsiteX759" fmla="*/ 1628021 w 2449768"/>
              <a:gd name="connsiteY759" fmla="*/ 422415 h 1050628"/>
              <a:gd name="connsiteX760" fmla="*/ 1603716 w 2449768"/>
              <a:gd name="connsiteY760" fmla="*/ 416339 h 1050628"/>
              <a:gd name="connsiteX761" fmla="*/ 1609792 w 2449768"/>
              <a:gd name="connsiteY761" fmla="*/ 392034 h 1050628"/>
              <a:gd name="connsiteX762" fmla="*/ 1620805 w 2449768"/>
              <a:gd name="connsiteY762" fmla="*/ 389376 h 1050628"/>
              <a:gd name="connsiteX763" fmla="*/ 1961068 w 2449768"/>
              <a:gd name="connsiteY763" fmla="*/ 380262 h 1050628"/>
              <a:gd name="connsiteX764" fmla="*/ 1974360 w 2449768"/>
              <a:gd name="connsiteY764" fmla="*/ 388996 h 1050628"/>
              <a:gd name="connsiteX765" fmla="*/ 1968284 w 2449768"/>
              <a:gd name="connsiteY765" fmla="*/ 413301 h 1050628"/>
              <a:gd name="connsiteX766" fmla="*/ 1943979 w 2449768"/>
              <a:gd name="connsiteY766" fmla="*/ 407225 h 1050628"/>
              <a:gd name="connsiteX767" fmla="*/ 1950055 w 2449768"/>
              <a:gd name="connsiteY767" fmla="*/ 382920 h 1050628"/>
              <a:gd name="connsiteX768" fmla="*/ 1961068 w 2449768"/>
              <a:gd name="connsiteY768" fmla="*/ 380262 h 1050628"/>
              <a:gd name="connsiteX769" fmla="*/ 770148 w 2449768"/>
              <a:gd name="connsiteY769" fmla="*/ 380262 h 1050628"/>
              <a:gd name="connsiteX770" fmla="*/ 783440 w 2449768"/>
              <a:gd name="connsiteY770" fmla="*/ 388996 h 1050628"/>
              <a:gd name="connsiteX771" fmla="*/ 777364 w 2449768"/>
              <a:gd name="connsiteY771" fmla="*/ 413301 h 1050628"/>
              <a:gd name="connsiteX772" fmla="*/ 753059 w 2449768"/>
              <a:gd name="connsiteY772" fmla="*/ 407225 h 1050628"/>
              <a:gd name="connsiteX773" fmla="*/ 759135 w 2449768"/>
              <a:gd name="connsiteY773" fmla="*/ 382920 h 1050628"/>
              <a:gd name="connsiteX774" fmla="*/ 770148 w 2449768"/>
              <a:gd name="connsiteY774" fmla="*/ 380262 h 1050628"/>
              <a:gd name="connsiteX775" fmla="*/ 2240571 w 2449768"/>
              <a:gd name="connsiteY775" fmla="*/ 352920 h 1050628"/>
              <a:gd name="connsiteX776" fmla="*/ 2253862 w 2449768"/>
              <a:gd name="connsiteY776" fmla="*/ 361654 h 1050628"/>
              <a:gd name="connsiteX777" fmla="*/ 2247786 w 2449768"/>
              <a:gd name="connsiteY777" fmla="*/ 385959 h 1050628"/>
              <a:gd name="connsiteX778" fmla="*/ 2223481 w 2449768"/>
              <a:gd name="connsiteY778" fmla="*/ 379883 h 1050628"/>
              <a:gd name="connsiteX779" fmla="*/ 2229557 w 2449768"/>
              <a:gd name="connsiteY779" fmla="*/ 355578 h 1050628"/>
              <a:gd name="connsiteX780" fmla="*/ 2240571 w 2449768"/>
              <a:gd name="connsiteY780" fmla="*/ 352920 h 1050628"/>
              <a:gd name="connsiteX781" fmla="*/ 2082590 w 2449768"/>
              <a:gd name="connsiteY781" fmla="*/ 352920 h 1050628"/>
              <a:gd name="connsiteX782" fmla="*/ 2095882 w 2449768"/>
              <a:gd name="connsiteY782" fmla="*/ 361654 h 1050628"/>
              <a:gd name="connsiteX783" fmla="*/ 2089806 w 2449768"/>
              <a:gd name="connsiteY783" fmla="*/ 385959 h 1050628"/>
              <a:gd name="connsiteX784" fmla="*/ 2065501 w 2449768"/>
              <a:gd name="connsiteY784" fmla="*/ 379883 h 1050628"/>
              <a:gd name="connsiteX785" fmla="*/ 2071577 w 2449768"/>
              <a:gd name="connsiteY785" fmla="*/ 355578 h 1050628"/>
              <a:gd name="connsiteX786" fmla="*/ 2082590 w 2449768"/>
              <a:gd name="connsiteY786" fmla="*/ 352920 h 1050628"/>
              <a:gd name="connsiteX787" fmla="*/ 1080030 w 2449768"/>
              <a:gd name="connsiteY787" fmla="*/ 337729 h 1050628"/>
              <a:gd name="connsiteX788" fmla="*/ 1093322 w 2449768"/>
              <a:gd name="connsiteY788" fmla="*/ 346463 h 1050628"/>
              <a:gd name="connsiteX789" fmla="*/ 1087246 w 2449768"/>
              <a:gd name="connsiteY789" fmla="*/ 370768 h 1050628"/>
              <a:gd name="connsiteX790" fmla="*/ 1062941 w 2449768"/>
              <a:gd name="connsiteY790" fmla="*/ 364692 h 1050628"/>
              <a:gd name="connsiteX791" fmla="*/ 1069017 w 2449768"/>
              <a:gd name="connsiteY791" fmla="*/ 340387 h 1050628"/>
              <a:gd name="connsiteX792" fmla="*/ 1080030 w 2449768"/>
              <a:gd name="connsiteY792" fmla="*/ 337729 h 1050628"/>
              <a:gd name="connsiteX793" fmla="*/ 1787899 w 2449768"/>
              <a:gd name="connsiteY793" fmla="*/ 331653 h 1050628"/>
              <a:gd name="connsiteX794" fmla="*/ 1801191 w 2449768"/>
              <a:gd name="connsiteY794" fmla="*/ 340387 h 1050628"/>
              <a:gd name="connsiteX795" fmla="*/ 1795115 w 2449768"/>
              <a:gd name="connsiteY795" fmla="*/ 364692 h 1050628"/>
              <a:gd name="connsiteX796" fmla="*/ 1770810 w 2449768"/>
              <a:gd name="connsiteY796" fmla="*/ 358616 h 1050628"/>
              <a:gd name="connsiteX797" fmla="*/ 1776886 w 2449768"/>
              <a:gd name="connsiteY797" fmla="*/ 334311 h 1050628"/>
              <a:gd name="connsiteX798" fmla="*/ 1787899 w 2449768"/>
              <a:gd name="connsiteY798" fmla="*/ 331653 h 1050628"/>
              <a:gd name="connsiteX799" fmla="*/ 1879040 w 2449768"/>
              <a:gd name="connsiteY799" fmla="*/ 328615 h 1050628"/>
              <a:gd name="connsiteX800" fmla="*/ 1892332 w 2449768"/>
              <a:gd name="connsiteY800" fmla="*/ 337349 h 1050628"/>
              <a:gd name="connsiteX801" fmla="*/ 1886256 w 2449768"/>
              <a:gd name="connsiteY801" fmla="*/ 361654 h 1050628"/>
              <a:gd name="connsiteX802" fmla="*/ 1861951 w 2449768"/>
              <a:gd name="connsiteY802" fmla="*/ 355578 h 1050628"/>
              <a:gd name="connsiteX803" fmla="*/ 1868027 w 2449768"/>
              <a:gd name="connsiteY803" fmla="*/ 331273 h 1050628"/>
              <a:gd name="connsiteX804" fmla="*/ 1879040 w 2449768"/>
              <a:gd name="connsiteY804" fmla="*/ 328615 h 1050628"/>
              <a:gd name="connsiteX805" fmla="*/ 1265352 w 2449768"/>
              <a:gd name="connsiteY805" fmla="*/ 325577 h 1050628"/>
              <a:gd name="connsiteX806" fmla="*/ 1278644 w 2449768"/>
              <a:gd name="connsiteY806" fmla="*/ 334311 h 1050628"/>
              <a:gd name="connsiteX807" fmla="*/ 1272568 w 2449768"/>
              <a:gd name="connsiteY807" fmla="*/ 358616 h 1050628"/>
              <a:gd name="connsiteX808" fmla="*/ 1248263 w 2449768"/>
              <a:gd name="connsiteY808" fmla="*/ 352540 h 1050628"/>
              <a:gd name="connsiteX809" fmla="*/ 1254339 w 2449768"/>
              <a:gd name="connsiteY809" fmla="*/ 328235 h 1050628"/>
              <a:gd name="connsiteX810" fmla="*/ 1265352 w 2449768"/>
              <a:gd name="connsiteY810" fmla="*/ 325577 h 1050628"/>
              <a:gd name="connsiteX811" fmla="*/ 864328 w 2449768"/>
              <a:gd name="connsiteY811" fmla="*/ 319501 h 1050628"/>
              <a:gd name="connsiteX812" fmla="*/ 877620 w 2449768"/>
              <a:gd name="connsiteY812" fmla="*/ 328235 h 1050628"/>
              <a:gd name="connsiteX813" fmla="*/ 871544 w 2449768"/>
              <a:gd name="connsiteY813" fmla="*/ 352540 h 1050628"/>
              <a:gd name="connsiteX814" fmla="*/ 847239 w 2449768"/>
              <a:gd name="connsiteY814" fmla="*/ 346464 h 1050628"/>
              <a:gd name="connsiteX815" fmla="*/ 853315 w 2449768"/>
              <a:gd name="connsiteY815" fmla="*/ 322159 h 1050628"/>
              <a:gd name="connsiteX816" fmla="*/ 864328 w 2449768"/>
              <a:gd name="connsiteY816" fmla="*/ 319501 h 1050628"/>
              <a:gd name="connsiteX817" fmla="*/ 1459788 w 2449768"/>
              <a:gd name="connsiteY817" fmla="*/ 316463 h 1050628"/>
              <a:gd name="connsiteX818" fmla="*/ 1473080 w 2449768"/>
              <a:gd name="connsiteY818" fmla="*/ 325197 h 1050628"/>
              <a:gd name="connsiteX819" fmla="*/ 1467004 w 2449768"/>
              <a:gd name="connsiteY819" fmla="*/ 349502 h 1050628"/>
              <a:gd name="connsiteX820" fmla="*/ 1442699 w 2449768"/>
              <a:gd name="connsiteY820" fmla="*/ 343426 h 1050628"/>
              <a:gd name="connsiteX821" fmla="*/ 1448775 w 2449768"/>
              <a:gd name="connsiteY821" fmla="*/ 319121 h 1050628"/>
              <a:gd name="connsiteX822" fmla="*/ 1459788 w 2449768"/>
              <a:gd name="connsiteY822" fmla="*/ 316463 h 1050628"/>
              <a:gd name="connsiteX823" fmla="*/ 1702833 w 2449768"/>
              <a:gd name="connsiteY823" fmla="*/ 310387 h 1050628"/>
              <a:gd name="connsiteX824" fmla="*/ 1716125 w 2449768"/>
              <a:gd name="connsiteY824" fmla="*/ 319121 h 1050628"/>
              <a:gd name="connsiteX825" fmla="*/ 1710049 w 2449768"/>
              <a:gd name="connsiteY825" fmla="*/ 343426 h 1050628"/>
              <a:gd name="connsiteX826" fmla="*/ 1685744 w 2449768"/>
              <a:gd name="connsiteY826" fmla="*/ 337350 h 1050628"/>
              <a:gd name="connsiteX827" fmla="*/ 1691820 w 2449768"/>
              <a:gd name="connsiteY827" fmla="*/ 313045 h 1050628"/>
              <a:gd name="connsiteX828" fmla="*/ 1702833 w 2449768"/>
              <a:gd name="connsiteY828" fmla="*/ 310387 h 1050628"/>
              <a:gd name="connsiteX829" fmla="*/ 1577893 w 2449768"/>
              <a:gd name="connsiteY829" fmla="*/ 297095 h 1050628"/>
              <a:gd name="connsiteX830" fmla="*/ 1591565 w 2449768"/>
              <a:gd name="connsiteY830" fmla="*/ 306969 h 1050628"/>
              <a:gd name="connsiteX831" fmla="*/ 1585489 w 2449768"/>
              <a:gd name="connsiteY831" fmla="*/ 331274 h 1050628"/>
              <a:gd name="connsiteX832" fmla="*/ 1561184 w 2449768"/>
              <a:gd name="connsiteY832" fmla="*/ 325198 h 1050628"/>
              <a:gd name="connsiteX833" fmla="*/ 1564222 w 2449768"/>
              <a:gd name="connsiteY833" fmla="*/ 300893 h 1050628"/>
              <a:gd name="connsiteX834" fmla="*/ 1577893 w 2449768"/>
              <a:gd name="connsiteY834" fmla="*/ 297095 h 1050628"/>
              <a:gd name="connsiteX835" fmla="*/ 955470 w 2449768"/>
              <a:gd name="connsiteY835" fmla="*/ 295196 h 1050628"/>
              <a:gd name="connsiteX836" fmla="*/ 968762 w 2449768"/>
              <a:gd name="connsiteY836" fmla="*/ 303930 h 1050628"/>
              <a:gd name="connsiteX837" fmla="*/ 962686 w 2449768"/>
              <a:gd name="connsiteY837" fmla="*/ 328235 h 1050628"/>
              <a:gd name="connsiteX838" fmla="*/ 938381 w 2449768"/>
              <a:gd name="connsiteY838" fmla="*/ 322159 h 1050628"/>
              <a:gd name="connsiteX839" fmla="*/ 944457 w 2449768"/>
              <a:gd name="connsiteY839" fmla="*/ 297854 h 1050628"/>
              <a:gd name="connsiteX840" fmla="*/ 955470 w 2449768"/>
              <a:gd name="connsiteY840" fmla="*/ 295196 h 1050628"/>
              <a:gd name="connsiteX841" fmla="*/ 1365608 w 2449768"/>
              <a:gd name="connsiteY841" fmla="*/ 283044 h 1050628"/>
              <a:gd name="connsiteX842" fmla="*/ 1378900 w 2449768"/>
              <a:gd name="connsiteY842" fmla="*/ 291778 h 1050628"/>
              <a:gd name="connsiteX843" fmla="*/ 1372824 w 2449768"/>
              <a:gd name="connsiteY843" fmla="*/ 316083 h 1050628"/>
              <a:gd name="connsiteX844" fmla="*/ 1348519 w 2449768"/>
              <a:gd name="connsiteY844" fmla="*/ 310007 h 1050628"/>
              <a:gd name="connsiteX845" fmla="*/ 1354595 w 2449768"/>
              <a:gd name="connsiteY845" fmla="*/ 285702 h 1050628"/>
              <a:gd name="connsiteX846" fmla="*/ 1365608 w 2449768"/>
              <a:gd name="connsiteY846" fmla="*/ 283044 h 1050628"/>
              <a:gd name="connsiteX847" fmla="*/ 1979296 w 2449768"/>
              <a:gd name="connsiteY847" fmla="*/ 267854 h 1050628"/>
              <a:gd name="connsiteX848" fmla="*/ 1992588 w 2449768"/>
              <a:gd name="connsiteY848" fmla="*/ 276588 h 1050628"/>
              <a:gd name="connsiteX849" fmla="*/ 1986512 w 2449768"/>
              <a:gd name="connsiteY849" fmla="*/ 300893 h 1050628"/>
              <a:gd name="connsiteX850" fmla="*/ 1962207 w 2449768"/>
              <a:gd name="connsiteY850" fmla="*/ 294817 h 1050628"/>
              <a:gd name="connsiteX851" fmla="*/ 1968283 w 2449768"/>
              <a:gd name="connsiteY851" fmla="*/ 270512 h 1050628"/>
              <a:gd name="connsiteX852" fmla="*/ 1979296 w 2449768"/>
              <a:gd name="connsiteY852" fmla="*/ 267854 h 1050628"/>
              <a:gd name="connsiteX853" fmla="*/ 1173830 w 2449768"/>
              <a:gd name="connsiteY853" fmla="*/ 266714 h 1050628"/>
              <a:gd name="connsiteX854" fmla="*/ 1187502 w 2449768"/>
              <a:gd name="connsiteY854" fmla="*/ 276588 h 1050628"/>
              <a:gd name="connsiteX855" fmla="*/ 1181425 w 2449768"/>
              <a:gd name="connsiteY855" fmla="*/ 300893 h 1050628"/>
              <a:gd name="connsiteX856" fmla="*/ 1157121 w 2449768"/>
              <a:gd name="connsiteY856" fmla="*/ 294817 h 1050628"/>
              <a:gd name="connsiteX857" fmla="*/ 1160159 w 2449768"/>
              <a:gd name="connsiteY857" fmla="*/ 270512 h 1050628"/>
              <a:gd name="connsiteX858" fmla="*/ 1173830 w 2449768"/>
              <a:gd name="connsiteY858" fmla="*/ 266714 h 1050628"/>
              <a:gd name="connsiteX859" fmla="*/ 2167656 w 2449768"/>
              <a:gd name="connsiteY859" fmla="*/ 246587 h 1050628"/>
              <a:gd name="connsiteX860" fmla="*/ 2180948 w 2449768"/>
              <a:gd name="connsiteY860" fmla="*/ 255321 h 1050628"/>
              <a:gd name="connsiteX861" fmla="*/ 2174872 w 2449768"/>
              <a:gd name="connsiteY861" fmla="*/ 279626 h 1050628"/>
              <a:gd name="connsiteX862" fmla="*/ 2150567 w 2449768"/>
              <a:gd name="connsiteY862" fmla="*/ 273550 h 1050628"/>
              <a:gd name="connsiteX863" fmla="*/ 2156643 w 2449768"/>
              <a:gd name="connsiteY863" fmla="*/ 249245 h 1050628"/>
              <a:gd name="connsiteX864" fmla="*/ 2167656 w 2449768"/>
              <a:gd name="connsiteY864" fmla="*/ 246587 h 1050628"/>
              <a:gd name="connsiteX865" fmla="*/ 2073477 w 2449768"/>
              <a:gd name="connsiteY865" fmla="*/ 240511 h 1050628"/>
              <a:gd name="connsiteX866" fmla="*/ 2086768 w 2449768"/>
              <a:gd name="connsiteY866" fmla="*/ 249245 h 1050628"/>
              <a:gd name="connsiteX867" fmla="*/ 2080692 w 2449768"/>
              <a:gd name="connsiteY867" fmla="*/ 273550 h 1050628"/>
              <a:gd name="connsiteX868" fmla="*/ 2056387 w 2449768"/>
              <a:gd name="connsiteY868" fmla="*/ 267474 h 1050628"/>
              <a:gd name="connsiteX869" fmla="*/ 2062463 w 2449768"/>
              <a:gd name="connsiteY869" fmla="*/ 243169 h 1050628"/>
              <a:gd name="connsiteX870" fmla="*/ 2073477 w 2449768"/>
              <a:gd name="connsiteY870" fmla="*/ 240511 h 1050628"/>
              <a:gd name="connsiteX871" fmla="*/ 1505359 w 2449768"/>
              <a:gd name="connsiteY871" fmla="*/ 222283 h 1050628"/>
              <a:gd name="connsiteX872" fmla="*/ 1518651 w 2449768"/>
              <a:gd name="connsiteY872" fmla="*/ 231017 h 1050628"/>
              <a:gd name="connsiteX873" fmla="*/ 1512575 w 2449768"/>
              <a:gd name="connsiteY873" fmla="*/ 255322 h 1050628"/>
              <a:gd name="connsiteX874" fmla="*/ 1488270 w 2449768"/>
              <a:gd name="connsiteY874" fmla="*/ 249246 h 1050628"/>
              <a:gd name="connsiteX875" fmla="*/ 1494346 w 2449768"/>
              <a:gd name="connsiteY875" fmla="*/ 224941 h 1050628"/>
              <a:gd name="connsiteX876" fmla="*/ 1505359 w 2449768"/>
              <a:gd name="connsiteY876" fmla="*/ 222283 h 1050628"/>
              <a:gd name="connsiteX877" fmla="*/ 1007117 w 2449768"/>
              <a:gd name="connsiteY877" fmla="*/ 222283 h 1050628"/>
              <a:gd name="connsiteX878" fmla="*/ 1020409 w 2449768"/>
              <a:gd name="connsiteY878" fmla="*/ 231017 h 1050628"/>
              <a:gd name="connsiteX879" fmla="*/ 1014333 w 2449768"/>
              <a:gd name="connsiteY879" fmla="*/ 255322 h 1050628"/>
              <a:gd name="connsiteX880" fmla="*/ 990028 w 2449768"/>
              <a:gd name="connsiteY880" fmla="*/ 249246 h 1050628"/>
              <a:gd name="connsiteX881" fmla="*/ 996104 w 2449768"/>
              <a:gd name="connsiteY881" fmla="*/ 224941 h 1050628"/>
              <a:gd name="connsiteX882" fmla="*/ 1007117 w 2449768"/>
              <a:gd name="connsiteY882" fmla="*/ 222283 h 1050628"/>
              <a:gd name="connsiteX883" fmla="*/ 1298771 w 2449768"/>
              <a:gd name="connsiteY883" fmla="*/ 210131 h 1050628"/>
              <a:gd name="connsiteX884" fmla="*/ 1312063 w 2449768"/>
              <a:gd name="connsiteY884" fmla="*/ 218865 h 1050628"/>
              <a:gd name="connsiteX885" fmla="*/ 1305987 w 2449768"/>
              <a:gd name="connsiteY885" fmla="*/ 243170 h 1050628"/>
              <a:gd name="connsiteX886" fmla="*/ 1281682 w 2449768"/>
              <a:gd name="connsiteY886" fmla="*/ 237094 h 1050628"/>
              <a:gd name="connsiteX887" fmla="*/ 1287758 w 2449768"/>
              <a:gd name="connsiteY887" fmla="*/ 212789 h 1050628"/>
              <a:gd name="connsiteX888" fmla="*/ 1298771 w 2449768"/>
              <a:gd name="connsiteY888" fmla="*/ 210131 h 1050628"/>
              <a:gd name="connsiteX889" fmla="*/ 1881700 w 2449768"/>
              <a:gd name="connsiteY889" fmla="*/ 207472 h 1050628"/>
              <a:gd name="connsiteX890" fmla="*/ 1895371 w 2449768"/>
              <a:gd name="connsiteY890" fmla="*/ 218865 h 1050628"/>
              <a:gd name="connsiteX891" fmla="*/ 1889295 w 2449768"/>
              <a:gd name="connsiteY891" fmla="*/ 243170 h 1050628"/>
              <a:gd name="connsiteX892" fmla="*/ 1864990 w 2449768"/>
              <a:gd name="connsiteY892" fmla="*/ 237094 h 1050628"/>
              <a:gd name="connsiteX893" fmla="*/ 1868028 w 2449768"/>
              <a:gd name="connsiteY893" fmla="*/ 209751 h 1050628"/>
              <a:gd name="connsiteX894" fmla="*/ 1881700 w 2449768"/>
              <a:gd name="connsiteY894" fmla="*/ 207472 h 1050628"/>
              <a:gd name="connsiteX895" fmla="*/ 1657262 w 2449768"/>
              <a:gd name="connsiteY895" fmla="*/ 207093 h 1050628"/>
              <a:gd name="connsiteX896" fmla="*/ 1670554 w 2449768"/>
              <a:gd name="connsiteY896" fmla="*/ 215827 h 1050628"/>
              <a:gd name="connsiteX897" fmla="*/ 1664478 w 2449768"/>
              <a:gd name="connsiteY897" fmla="*/ 240132 h 1050628"/>
              <a:gd name="connsiteX898" fmla="*/ 1637135 w 2449768"/>
              <a:gd name="connsiteY898" fmla="*/ 234056 h 1050628"/>
              <a:gd name="connsiteX899" fmla="*/ 1646249 w 2449768"/>
              <a:gd name="connsiteY899" fmla="*/ 209751 h 1050628"/>
              <a:gd name="connsiteX900" fmla="*/ 1657262 w 2449768"/>
              <a:gd name="connsiteY900" fmla="*/ 207093 h 1050628"/>
              <a:gd name="connsiteX901" fmla="*/ 1769671 w 2449768"/>
              <a:gd name="connsiteY901" fmla="*/ 201017 h 1050628"/>
              <a:gd name="connsiteX902" fmla="*/ 1782962 w 2449768"/>
              <a:gd name="connsiteY902" fmla="*/ 209751 h 1050628"/>
              <a:gd name="connsiteX903" fmla="*/ 1776886 w 2449768"/>
              <a:gd name="connsiteY903" fmla="*/ 234056 h 1050628"/>
              <a:gd name="connsiteX904" fmla="*/ 1752581 w 2449768"/>
              <a:gd name="connsiteY904" fmla="*/ 227980 h 1050628"/>
              <a:gd name="connsiteX905" fmla="*/ 1758657 w 2449768"/>
              <a:gd name="connsiteY905" fmla="*/ 203675 h 1050628"/>
              <a:gd name="connsiteX906" fmla="*/ 1769671 w 2449768"/>
              <a:gd name="connsiteY906" fmla="*/ 201017 h 1050628"/>
              <a:gd name="connsiteX907" fmla="*/ 1089145 w 2449768"/>
              <a:gd name="connsiteY907" fmla="*/ 197978 h 1050628"/>
              <a:gd name="connsiteX908" fmla="*/ 1102437 w 2449768"/>
              <a:gd name="connsiteY908" fmla="*/ 206712 h 1050628"/>
              <a:gd name="connsiteX909" fmla="*/ 1096361 w 2449768"/>
              <a:gd name="connsiteY909" fmla="*/ 231017 h 1050628"/>
              <a:gd name="connsiteX910" fmla="*/ 1072056 w 2449768"/>
              <a:gd name="connsiteY910" fmla="*/ 224941 h 1050628"/>
              <a:gd name="connsiteX911" fmla="*/ 1078132 w 2449768"/>
              <a:gd name="connsiteY911" fmla="*/ 200636 h 1050628"/>
              <a:gd name="connsiteX912" fmla="*/ 1089145 w 2449768"/>
              <a:gd name="connsiteY912" fmla="*/ 197978 h 1050628"/>
              <a:gd name="connsiteX913" fmla="*/ 1395989 w 2449768"/>
              <a:gd name="connsiteY913" fmla="*/ 161522 h 1050628"/>
              <a:gd name="connsiteX914" fmla="*/ 1409281 w 2449768"/>
              <a:gd name="connsiteY914" fmla="*/ 170256 h 1050628"/>
              <a:gd name="connsiteX915" fmla="*/ 1403205 w 2449768"/>
              <a:gd name="connsiteY915" fmla="*/ 194561 h 1050628"/>
              <a:gd name="connsiteX916" fmla="*/ 1378900 w 2449768"/>
              <a:gd name="connsiteY916" fmla="*/ 188485 h 1050628"/>
              <a:gd name="connsiteX917" fmla="*/ 1384976 w 2449768"/>
              <a:gd name="connsiteY917" fmla="*/ 164180 h 1050628"/>
              <a:gd name="connsiteX918" fmla="*/ 1395989 w 2449768"/>
              <a:gd name="connsiteY918" fmla="*/ 161522 h 1050628"/>
              <a:gd name="connsiteX919" fmla="*/ 1967145 w 2449768"/>
              <a:gd name="connsiteY919" fmla="*/ 140255 h 1050628"/>
              <a:gd name="connsiteX920" fmla="*/ 1980436 w 2449768"/>
              <a:gd name="connsiteY920" fmla="*/ 148989 h 1050628"/>
              <a:gd name="connsiteX921" fmla="*/ 1974360 w 2449768"/>
              <a:gd name="connsiteY921" fmla="*/ 173294 h 1050628"/>
              <a:gd name="connsiteX922" fmla="*/ 1950055 w 2449768"/>
              <a:gd name="connsiteY922" fmla="*/ 170256 h 1050628"/>
              <a:gd name="connsiteX923" fmla="*/ 1956131 w 2449768"/>
              <a:gd name="connsiteY923" fmla="*/ 142913 h 1050628"/>
              <a:gd name="connsiteX924" fmla="*/ 1967145 w 2449768"/>
              <a:gd name="connsiteY924" fmla="*/ 140255 h 1050628"/>
              <a:gd name="connsiteX925" fmla="*/ 1234971 w 2449768"/>
              <a:gd name="connsiteY925" fmla="*/ 131141 h 1050628"/>
              <a:gd name="connsiteX926" fmla="*/ 1248263 w 2449768"/>
              <a:gd name="connsiteY926" fmla="*/ 139875 h 1050628"/>
              <a:gd name="connsiteX927" fmla="*/ 1242187 w 2449768"/>
              <a:gd name="connsiteY927" fmla="*/ 164180 h 1050628"/>
              <a:gd name="connsiteX928" fmla="*/ 1217882 w 2449768"/>
              <a:gd name="connsiteY928" fmla="*/ 158104 h 1050628"/>
              <a:gd name="connsiteX929" fmla="*/ 1223958 w 2449768"/>
              <a:gd name="connsiteY929" fmla="*/ 133799 h 1050628"/>
              <a:gd name="connsiteX930" fmla="*/ 1234971 w 2449768"/>
              <a:gd name="connsiteY930" fmla="*/ 131141 h 1050628"/>
              <a:gd name="connsiteX931" fmla="*/ 1149906 w 2449768"/>
              <a:gd name="connsiteY931" fmla="*/ 131141 h 1050628"/>
              <a:gd name="connsiteX932" fmla="*/ 1163198 w 2449768"/>
              <a:gd name="connsiteY932" fmla="*/ 139875 h 1050628"/>
              <a:gd name="connsiteX933" fmla="*/ 1157122 w 2449768"/>
              <a:gd name="connsiteY933" fmla="*/ 164180 h 1050628"/>
              <a:gd name="connsiteX934" fmla="*/ 1132817 w 2449768"/>
              <a:gd name="connsiteY934" fmla="*/ 158104 h 1050628"/>
              <a:gd name="connsiteX935" fmla="*/ 1138893 w 2449768"/>
              <a:gd name="connsiteY935" fmla="*/ 133799 h 1050628"/>
              <a:gd name="connsiteX936" fmla="*/ 1149906 w 2449768"/>
              <a:gd name="connsiteY936" fmla="*/ 131141 h 1050628"/>
              <a:gd name="connsiteX937" fmla="*/ 2064362 w 2449768"/>
              <a:gd name="connsiteY937" fmla="*/ 128103 h 1050628"/>
              <a:gd name="connsiteX938" fmla="*/ 2077654 w 2449768"/>
              <a:gd name="connsiteY938" fmla="*/ 136837 h 1050628"/>
              <a:gd name="connsiteX939" fmla="*/ 2071578 w 2449768"/>
              <a:gd name="connsiteY939" fmla="*/ 161142 h 1050628"/>
              <a:gd name="connsiteX940" fmla="*/ 2047273 w 2449768"/>
              <a:gd name="connsiteY940" fmla="*/ 155066 h 1050628"/>
              <a:gd name="connsiteX941" fmla="*/ 2053349 w 2449768"/>
              <a:gd name="connsiteY941" fmla="*/ 130761 h 1050628"/>
              <a:gd name="connsiteX942" fmla="*/ 2064362 w 2449768"/>
              <a:gd name="connsiteY942" fmla="*/ 128103 h 1050628"/>
              <a:gd name="connsiteX943" fmla="*/ 1496245 w 2449768"/>
              <a:gd name="connsiteY943" fmla="*/ 120887 h 1050628"/>
              <a:gd name="connsiteX944" fmla="*/ 1509537 w 2449768"/>
              <a:gd name="connsiteY944" fmla="*/ 130761 h 1050628"/>
              <a:gd name="connsiteX945" fmla="*/ 1503461 w 2449768"/>
              <a:gd name="connsiteY945" fmla="*/ 155066 h 1050628"/>
              <a:gd name="connsiteX946" fmla="*/ 1479156 w 2449768"/>
              <a:gd name="connsiteY946" fmla="*/ 148990 h 1050628"/>
              <a:gd name="connsiteX947" fmla="*/ 1485232 w 2449768"/>
              <a:gd name="connsiteY947" fmla="*/ 124685 h 1050628"/>
              <a:gd name="connsiteX948" fmla="*/ 1496245 w 2449768"/>
              <a:gd name="connsiteY948" fmla="*/ 120887 h 1050628"/>
              <a:gd name="connsiteX949" fmla="*/ 1599539 w 2449768"/>
              <a:gd name="connsiteY949" fmla="*/ 112913 h 1050628"/>
              <a:gd name="connsiteX950" fmla="*/ 1612831 w 2449768"/>
              <a:gd name="connsiteY950" fmla="*/ 121647 h 1050628"/>
              <a:gd name="connsiteX951" fmla="*/ 1606754 w 2449768"/>
              <a:gd name="connsiteY951" fmla="*/ 145952 h 1050628"/>
              <a:gd name="connsiteX952" fmla="*/ 1582450 w 2449768"/>
              <a:gd name="connsiteY952" fmla="*/ 139876 h 1050628"/>
              <a:gd name="connsiteX953" fmla="*/ 1588526 w 2449768"/>
              <a:gd name="connsiteY953" fmla="*/ 115571 h 1050628"/>
              <a:gd name="connsiteX954" fmla="*/ 1599539 w 2449768"/>
              <a:gd name="connsiteY954" fmla="*/ 112913 h 1050628"/>
              <a:gd name="connsiteX955" fmla="*/ 1836508 w 2449768"/>
              <a:gd name="connsiteY955" fmla="*/ 109875 h 1050628"/>
              <a:gd name="connsiteX956" fmla="*/ 1849800 w 2449768"/>
              <a:gd name="connsiteY956" fmla="*/ 118609 h 1050628"/>
              <a:gd name="connsiteX957" fmla="*/ 1843724 w 2449768"/>
              <a:gd name="connsiteY957" fmla="*/ 142914 h 1050628"/>
              <a:gd name="connsiteX958" fmla="*/ 1819419 w 2449768"/>
              <a:gd name="connsiteY958" fmla="*/ 136838 h 1050628"/>
              <a:gd name="connsiteX959" fmla="*/ 1825495 w 2449768"/>
              <a:gd name="connsiteY959" fmla="*/ 112533 h 1050628"/>
              <a:gd name="connsiteX960" fmla="*/ 1836508 w 2449768"/>
              <a:gd name="connsiteY960" fmla="*/ 109875 h 1050628"/>
              <a:gd name="connsiteX961" fmla="*/ 1708529 w 2449768"/>
              <a:gd name="connsiteY961" fmla="*/ 106837 h 1050628"/>
              <a:gd name="connsiteX962" fmla="*/ 1722201 w 2449768"/>
              <a:gd name="connsiteY962" fmla="*/ 115571 h 1050628"/>
              <a:gd name="connsiteX963" fmla="*/ 1716124 w 2449768"/>
              <a:gd name="connsiteY963" fmla="*/ 139876 h 1050628"/>
              <a:gd name="connsiteX964" fmla="*/ 1691820 w 2449768"/>
              <a:gd name="connsiteY964" fmla="*/ 133800 h 1050628"/>
              <a:gd name="connsiteX965" fmla="*/ 1694858 w 2449768"/>
              <a:gd name="connsiteY965" fmla="*/ 109495 h 1050628"/>
              <a:gd name="connsiteX966" fmla="*/ 1708529 w 2449768"/>
              <a:gd name="connsiteY966" fmla="*/ 106837 h 1050628"/>
              <a:gd name="connsiteX967" fmla="*/ 1301429 w 2449768"/>
              <a:gd name="connsiteY967" fmla="*/ 60126 h 1050628"/>
              <a:gd name="connsiteX968" fmla="*/ 1315101 w 2449768"/>
              <a:gd name="connsiteY968" fmla="*/ 70000 h 1050628"/>
              <a:gd name="connsiteX969" fmla="*/ 1309024 w 2449768"/>
              <a:gd name="connsiteY969" fmla="*/ 94305 h 1050628"/>
              <a:gd name="connsiteX970" fmla="*/ 1284720 w 2449768"/>
              <a:gd name="connsiteY970" fmla="*/ 88229 h 1050628"/>
              <a:gd name="connsiteX971" fmla="*/ 1287758 w 2449768"/>
              <a:gd name="connsiteY971" fmla="*/ 63924 h 1050628"/>
              <a:gd name="connsiteX972" fmla="*/ 1301429 w 2449768"/>
              <a:gd name="connsiteY972" fmla="*/ 60126 h 1050628"/>
              <a:gd name="connsiteX973" fmla="*/ 1930687 w 2449768"/>
              <a:gd name="connsiteY973" fmla="*/ 49113 h 1050628"/>
              <a:gd name="connsiteX974" fmla="*/ 1943979 w 2449768"/>
              <a:gd name="connsiteY974" fmla="*/ 57847 h 1050628"/>
              <a:gd name="connsiteX975" fmla="*/ 1937903 w 2449768"/>
              <a:gd name="connsiteY975" fmla="*/ 82152 h 1050628"/>
              <a:gd name="connsiteX976" fmla="*/ 1913598 w 2449768"/>
              <a:gd name="connsiteY976" fmla="*/ 76076 h 1050628"/>
              <a:gd name="connsiteX977" fmla="*/ 1919674 w 2449768"/>
              <a:gd name="connsiteY977" fmla="*/ 51771 h 1050628"/>
              <a:gd name="connsiteX978" fmla="*/ 1930687 w 2449768"/>
              <a:gd name="connsiteY978" fmla="*/ 49113 h 1050628"/>
              <a:gd name="connsiteX979" fmla="*/ 1402065 w 2449768"/>
              <a:gd name="connsiteY979" fmla="*/ 43037 h 1050628"/>
              <a:gd name="connsiteX980" fmla="*/ 1415357 w 2449768"/>
              <a:gd name="connsiteY980" fmla="*/ 51771 h 1050628"/>
              <a:gd name="connsiteX981" fmla="*/ 1409281 w 2449768"/>
              <a:gd name="connsiteY981" fmla="*/ 76076 h 1050628"/>
              <a:gd name="connsiteX982" fmla="*/ 1384976 w 2449768"/>
              <a:gd name="connsiteY982" fmla="*/ 70000 h 1050628"/>
              <a:gd name="connsiteX983" fmla="*/ 1391052 w 2449768"/>
              <a:gd name="connsiteY983" fmla="*/ 45695 h 1050628"/>
              <a:gd name="connsiteX984" fmla="*/ 1402065 w 2449768"/>
              <a:gd name="connsiteY984" fmla="*/ 43037 h 1050628"/>
              <a:gd name="connsiteX985" fmla="*/ 1806127 w 2449768"/>
              <a:gd name="connsiteY985" fmla="*/ 15695 h 1050628"/>
              <a:gd name="connsiteX986" fmla="*/ 1819419 w 2449768"/>
              <a:gd name="connsiteY986" fmla="*/ 24429 h 1050628"/>
              <a:gd name="connsiteX987" fmla="*/ 1813343 w 2449768"/>
              <a:gd name="connsiteY987" fmla="*/ 48734 h 1050628"/>
              <a:gd name="connsiteX988" fmla="*/ 1789038 w 2449768"/>
              <a:gd name="connsiteY988" fmla="*/ 42658 h 1050628"/>
              <a:gd name="connsiteX989" fmla="*/ 1795114 w 2449768"/>
              <a:gd name="connsiteY989" fmla="*/ 18353 h 1050628"/>
              <a:gd name="connsiteX990" fmla="*/ 1806127 w 2449768"/>
              <a:gd name="connsiteY990" fmla="*/ 15695 h 1050628"/>
              <a:gd name="connsiteX991" fmla="*/ 1499283 w 2449768"/>
              <a:gd name="connsiteY991" fmla="*/ 9619 h 1050628"/>
              <a:gd name="connsiteX992" fmla="*/ 1512575 w 2449768"/>
              <a:gd name="connsiteY992" fmla="*/ 18353 h 1050628"/>
              <a:gd name="connsiteX993" fmla="*/ 1506499 w 2449768"/>
              <a:gd name="connsiteY993" fmla="*/ 45696 h 1050628"/>
              <a:gd name="connsiteX994" fmla="*/ 1482194 w 2449768"/>
              <a:gd name="connsiteY994" fmla="*/ 39620 h 1050628"/>
              <a:gd name="connsiteX995" fmla="*/ 1488270 w 2449768"/>
              <a:gd name="connsiteY995" fmla="*/ 12277 h 1050628"/>
              <a:gd name="connsiteX996" fmla="*/ 1499283 w 2449768"/>
              <a:gd name="connsiteY996" fmla="*/ 9619 h 1050628"/>
              <a:gd name="connsiteX997" fmla="*/ 1699795 w 2449768"/>
              <a:gd name="connsiteY997" fmla="*/ 3543 h 1050628"/>
              <a:gd name="connsiteX998" fmla="*/ 1713087 w 2449768"/>
              <a:gd name="connsiteY998" fmla="*/ 12277 h 1050628"/>
              <a:gd name="connsiteX999" fmla="*/ 1707011 w 2449768"/>
              <a:gd name="connsiteY999" fmla="*/ 36582 h 1050628"/>
              <a:gd name="connsiteX1000" fmla="*/ 1682706 w 2449768"/>
              <a:gd name="connsiteY1000" fmla="*/ 30506 h 1050628"/>
              <a:gd name="connsiteX1001" fmla="*/ 1688782 w 2449768"/>
              <a:gd name="connsiteY1001" fmla="*/ 6201 h 1050628"/>
              <a:gd name="connsiteX1002" fmla="*/ 1699795 w 2449768"/>
              <a:gd name="connsiteY1002" fmla="*/ 3543 h 1050628"/>
              <a:gd name="connsiteX1003" fmla="*/ 1599539 w 2449768"/>
              <a:gd name="connsiteY1003" fmla="*/ 504 h 1050628"/>
              <a:gd name="connsiteX1004" fmla="*/ 1612831 w 2449768"/>
              <a:gd name="connsiteY1004" fmla="*/ 9238 h 1050628"/>
              <a:gd name="connsiteX1005" fmla="*/ 1606754 w 2449768"/>
              <a:gd name="connsiteY1005" fmla="*/ 33543 h 1050628"/>
              <a:gd name="connsiteX1006" fmla="*/ 1582450 w 2449768"/>
              <a:gd name="connsiteY1006" fmla="*/ 27467 h 1050628"/>
              <a:gd name="connsiteX1007" fmla="*/ 1588526 w 2449768"/>
              <a:gd name="connsiteY1007" fmla="*/ 3162 h 1050628"/>
              <a:gd name="connsiteX1008" fmla="*/ 1599539 w 2449768"/>
              <a:gd name="connsiteY1008" fmla="*/ 504 h 105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Lst>
            <a:rect l="l" t="t" r="r" b="b"/>
            <a:pathLst>
              <a:path w="2449768" h="1050628">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dirty="0"/>
          </a:p>
        </p:txBody>
      </p:sp>
      <p:sp>
        <p:nvSpPr>
          <p:cNvPr id="10" name="Freeform: Shape 9">
            <a:extLst>
              <a:ext uri="{FF2B5EF4-FFF2-40B4-BE49-F238E27FC236}">
                <a16:creationId xmlns:a16="http://schemas.microsoft.com/office/drawing/2014/main" id="{7C78E424-3A9D-4075-ACDB-A8AA017BFA7F}"/>
              </a:ext>
              <a:ext uri="{C183D7F6-B498-43B3-948B-1728B52AA6E4}">
                <adec:decorative xmlns:adec="http://schemas.microsoft.com/office/drawing/2017/decorative" val="1"/>
              </a:ext>
            </a:extLst>
          </p:cNvPr>
          <p:cNvSpPr/>
          <p:nvPr/>
        </p:nvSpPr>
        <p:spPr>
          <a:xfrm>
            <a:off x="3476244" y="0"/>
            <a:ext cx="6177282" cy="1778750"/>
          </a:xfrm>
          <a:custGeom>
            <a:avLst/>
            <a:gdLst>
              <a:gd name="connsiteX0" fmla="*/ 4421987 w 6386648"/>
              <a:gd name="connsiteY0" fmla="*/ 1813377 h 1849426"/>
              <a:gd name="connsiteX1" fmla="*/ 4440012 w 6386648"/>
              <a:gd name="connsiteY1" fmla="*/ 1831401 h 1849426"/>
              <a:gd name="connsiteX2" fmla="*/ 4421987 w 6386648"/>
              <a:gd name="connsiteY2" fmla="*/ 1849426 h 1849426"/>
              <a:gd name="connsiteX3" fmla="*/ 4403963 w 6386648"/>
              <a:gd name="connsiteY3" fmla="*/ 1831401 h 1849426"/>
              <a:gd name="connsiteX4" fmla="*/ 4421987 w 6386648"/>
              <a:gd name="connsiteY4" fmla="*/ 1813377 h 1849426"/>
              <a:gd name="connsiteX5" fmla="*/ 4235735 w 6386648"/>
              <a:gd name="connsiteY5" fmla="*/ 1807369 h 1849426"/>
              <a:gd name="connsiteX6" fmla="*/ 4253760 w 6386648"/>
              <a:gd name="connsiteY6" fmla="*/ 1825393 h 1849426"/>
              <a:gd name="connsiteX7" fmla="*/ 4235735 w 6386648"/>
              <a:gd name="connsiteY7" fmla="*/ 1843418 h 1849426"/>
              <a:gd name="connsiteX8" fmla="*/ 4217711 w 6386648"/>
              <a:gd name="connsiteY8" fmla="*/ 1825393 h 1849426"/>
              <a:gd name="connsiteX9" fmla="*/ 4235735 w 6386648"/>
              <a:gd name="connsiteY9" fmla="*/ 1807369 h 1849426"/>
              <a:gd name="connsiteX10" fmla="*/ 4566182 w 6386648"/>
              <a:gd name="connsiteY10" fmla="*/ 1795353 h 1849426"/>
              <a:gd name="connsiteX11" fmla="*/ 4584207 w 6386648"/>
              <a:gd name="connsiteY11" fmla="*/ 1813377 h 1849426"/>
              <a:gd name="connsiteX12" fmla="*/ 4566182 w 6386648"/>
              <a:gd name="connsiteY12" fmla="*/ 1831402 h 1849426"/>
              <a:gd name="connsiteX13" fmla="*/ 4548158 w 6386648"/>
              <a:gd name="connsiteY13" fmla="*/ 1813377 h 1849426"/>
              <a:gd name="connsiteX14" fmla="*/ 4566182 w 6386648"/>
              <a:gd name="connsiteY14" fmla="*/ 1795353 h 1849426"/>
              <a:gd name="connsiteX15" fmla="*/ 4698361 w 6386648"/>
              <a:gd name="connsiteY15" fmla="*/ 1777329 h 1849426"/>
              <a:gd name="connsiteX16" fmla="*/ 4716386 w 6386648"/>
              <a:gd name="connsiteY16" fmla="*/ 1795353 h 1849426"/>
              <a:gd name="connsiteX17" fmla="*/ 4698361 w 6386648"/>
              <a:gd name="connsiteY17" fmla="*/ 1813378 h 1849426"/>
              <a:gd name="connsiteX18" fmla="*/ 4680336 w 6386648"/>
              <a:gd name="connsiteY18" fmla="*/ 1795353 h 1849426"/>
              <a:gd name="connsiteX19" fmla="*/ 4698361 w 6386648"/>
              <a:gd name="connsiteY19" fmla="*/ 1777329 h 1849426"/>
              <a:gd name="connsiteX20" fmla="*/ 4085531 w 6386648"/>
              <a:gd name="connsiteY20" fmla="*/ 1759304 h 1849426"/>
              <a:gd name="connsiteX21" fmla="*/ 4103556 w 6386648"/>
              <a:gd name="connsiteY21" fmla="*/ 1777329 h 1849426"/>
              <a:gd name="connsiteX22" fmla="*/ 4085531 w 6386648"/>
              <a:gd name="connsiteY22" fmla="*/ 1795353 h 1849426"/>
              <a:gd name="connsiteX23" fmla="*/ 4067507 w 6386648"/>
              <a:gd name="connsiteY23" fmla="*/ 1777329 h 1849426"/>
              <a:gd name="connsiteX24" fmla="*/ 4085531 w 6386648"/>
              <a:gd name="connsiteY24" fmla="*/ 1759304 h 1849426"/>
              <a:gd name="connsiteX25" fmla="*/ 4301824 w 6386648"/>
              <a:gd name="connsiteY25" fmla="*/ 1723255 h 1849426"/>
              <a:gd name="connsiteX26" fmla="*/ 4319849 w 6386648"/>
              <a:gd name="connsiteY26" fmla="*/ 1741279 h 1849426"/>
              <a:gd name="connsiteX27" fmla="*/ 4301824 w 6386648"/>
              <a:gd name="connsiteY27" fmla="*/ 1759304 h 1849426"/>
              <a:gd name="connsiteX28" fmla="*/ 4283800 w 6386648"/>
              <a:gd name="connsiteY28" fmla="*/ 1741279 h 1849426"/>
              <a:gd name="connsiteX29" fmla="*/ 4301824 w 6386648"/>
              <a:gd name="connsiteY29" fmla="*/ 1723255 h 1849426"/>
              <a:gd name="connsiteX30" fmla="*/ 4440011 w 6386648"/>
              <a:gd name="connsiteY30" fmla="*/ 1717247 h 1849426"/>
              <a:gd name="connsiteX31" fmla="*/ 4458036 w 6386648"/>
              <a:gd name="connsiteY31" fmla="*/ 1735271 h 1849426"/>
              <a:gd name="connsiteX32" fmla="*/ 4440011 w 6386648"/>
              <a:gd name="connsiteY32" fmla="*/ 1753296 h 1849426"/>
              <a:gd name="connsiteX33" fmla="*/ 4421987 w 6386648"/>
              <a:gd name="connsiteY33" fmla="*/ 1735271 h 1849426"/>
              <a:gd name="connsiteX34" fmla="*/ 4440011 w 6386648"/>
              <a:gd name="connsiteY34" fmla="*/ 1717247 h 1849426"/>
              <a:gd name="connsiteX35" fmla="*/ 3965369 w 6386648"/>
              <a:gd name="connsiteY35" fmla="*/ 1711239 h 1849426"/>
              <a:gd name="connsiteX36" fmla="*/ 3983394 w 6386648"/>
              <a:gd name="connsiteY36" fmla="*/ 1729263 h 1849426"/>
              <a:gd name="connsiteX37" fmla="*/ 3965369 w 6386648"/>
              <a:gd name="connsiteY37" fmla="*/ 1747288 h 1849426"/>
              <a:gd name="connsiteX38" fmla="*/ 3947345 w 6386648"/>
              <a:gd name="connsiteY38" fmla="*/ 1729263 h 1849426"/>
              <a:gd name="connsiteX39" fmla="*/ 3965369 w 6386648"/>
              <a:gd name="connsiteY39" fmla="*/ 1711239 h 1849426"/>
              <a:gd name="connsiteX40" fmla="*/ 4836548 w 6386648"/>
              <a:gd name="connsiteY40" fmla="*/ 1705231 h 1849426"/>
              <a:gd name="connsiteX41" fmla="*/ 4854573 w 6386648"/>
              <a:gd name="connsiteY41" fmla="*/ 1723255 h 1849426"/>
              <a:gd name="connsiteX42" fmla="*/ 4836548 w 6386648"/>
              <a:gd name="connsiteY42" fmla="*/ 1741280 h 1849426"/>
              <a:gd name="connsiteX43" fmla="*/ 4818524 w 6386648"/>
              <a:gd name="connsiteY43" fmla="*/ 1723255 h 1849426"/>
              <a:gd name="connsiteX44" fmla="*/ 4836548 w 6386648"/>
              <a:gd name="connsiteY44" fmla="*/ 1705231 h 1849426"/>
              <a:gd name="connsiteX45" fmla="*/ 4175653 w 6386648"/>
              <a:gd name="connsiteY45" fmla="*/ 1681198 h 1849426"/>
              <a:gd name="connsiteX46" fmla="*/ 4193678 w 6386648"/>
              <a:gd name="connsiteY46" fmla="*/ 1699222 h 1849426"/>
              <a:gd name="connsiteX47" fmla="*/ 4175653 w 6386648"/>
              <a:gd name="connsiteY47" fmla="*/ 1717247 h 1849426"/>
              <a:gd name="connsiteX48" fmla="*/ 4157629 w 6386648"/>
              <a:gd name="connsiteY48" fmla="*/ 1699222 h 1849426"/>
              <a:gd name="connsiteX49" fmla="*/ 4175653 w 6386648"/>
              <a:gd name="connsiteY49" fmla="*/ 1681198 h 1849426"/>
              <a:gd name="connsiteX50" fmla="*/ 4602231 w 6386648"/>
              <a:gd name="connsiteY50" fmla="*/ 1675190 h 1849426"/>
              <a:gd name="connsiteX51" fmla="*/ 4620256 w 6386648"/>
              <a:gd name="connsiteY51" fmla="*/ 1693214 h 1849426"/>
              <a:gd name="connsiteX52" fmla="*/ 4602231 w 6386648"/>
              <a:gd name="connsiteY52" fmla="*/ 1711239 h 1849426"/>
              <a:gd name="connsiteX53" fmla="*/ 4584207 w 6386648"/>
              <a:gd name="connsiteY53" fmla="*/ 1693214 h 1849426"/>
              <a:gd name="connsiteX54" fmla="*/ 4602231 w 6386648"/>
              <a:gd name="connsiteY54" fmla="*/ 1675190 h 1849426"/>
              <a:gd name="connsiteX55" fmla="*/ 4734410 w 6386648"/>
              <a:gd name="connsiteY55" fmla="*/ 1663174 h 1849426"/>
              <a:gd name="connsiteX56" fmla="*/ 4752435 w 6386648"/>
              <a:gd name="connsiteY56" fmla="*/ 1681198 h 1849426"/>
              <a:gd name="connsiteX57" fmla="*/ 4734410 w 6386648"/>
              <a:gd name="connsiteY57" fmla="*/ 1699223 h 1849426"/>
              <a:gd name="connsiteX58" fmla="*/ 4716386 w 6386648"/>
              <a:gd name="connsiteY58" fmla="*/ 1681198 h 1849426"/>
              <a:gd name="connsiteX59" fmla="*/ 4734410 w 6386648"/>
              <a:gd name="connsiteY59" fmla="*/ 1663174 h 1849426"/>
              <a:gd name="connsiteX60" fmla="*/ 3851214 w 6386648"/>
              <a:gd name="connsiteY60" fmla="*/ 1663174 h 1849426"/>
              <a:gd name="connsiteX61" fmla="*/ 3869239 w 6386648"/>
              <a:gd name="connsiteY61" fmla="*/ 1681198 h 1849426"/>
              <a:gd name="connsiteX62" fmla="*/ 3851214 w 6386648"/>
              <a:gd name="connsiteY62" fmla="*/ 1699223 h 1849426"/>
              <a:gd name="connsiteX63" fmla="*/ 3833190 w 6386648"/>
              <a:gd name="connsiteY63" fmla="*/ 1681198 h 1849426"/>
              <a:gd name="connsiteX64" fmla="*/ 3851214 w 6386648"/>
              <a:gd name="connsiteY64" fmla="*/ 1663174 h 1849426"/>
              <a:gd name="connsiteX65" fmla="*/ 4061499 w 6386648"/>
              <a:gd name="connsiteY65" fmla="*/ 1627125 h 1849426"/>
              <a:gd name="connsiteX66" fmla="*/ 4079524 w 6386648"/>
              <a:gd name="connsiteY66" fmla="*/ 1645149 h 1849426"/>
              <a:gd name="connsiteX67" fmla="*/ 4061499 w 6386648"/>
              <a:gd name="connsiteY67" fmla="*/ 1663174 h 1849426"/>
              <a:gd name="connsiteX68" fmla="*/ 4043475 w 6386648"/>
              <a:gd name="connsiteY68" fmla="*/ 1645149 h 1849426"/>
              <a:gd name="connsiteX69" fmla="*/ 4061499 w 6386648"/>
              <a:gd name="connsiteY69" fmla="*/ 1627125 h 1849426"/>
              <a:gd name="connsiteX70" fmla="*/ 4482068 w 6386648"/>
              <a:gd name="connsiteY70" fmla="*/ 1621117 h 1849426"/>
              <a:gd name="connsiteX71" fmla="*/ 4500093 w 6386648"/>
              <a:gd name="connsiteY71" fmla="*/ 1639141 h 1849426"/>
              <a:gd name="connsiteX72" fmla="*/ 4482068 w 6386648"/>
              <a:gd name="connsiteY72" fmla="*/ 1657166 h 1849426"/>
              <a:gd name="connsiteX73" fmla="*/ 4464044 w 6386648"/>
              <a:gd name="connsiteY73" fmla="*/ 1639141 h 1849426"/>
              <a:gd name="connsiteX74" fmla="*/ 4482068 w 6386648"/>
              <a:gd name="connsiteY74" fmla="*/ 1621117 h 1849426"/>
              <a:gd name="connsiteX75" fmla="*/ 4926670 w 6386648"/>
              <a:gd name="connsiteY75" fmla="*/ 1615109 h 1849426"/>
              <a:gd name="connsiteX76" fmla="*/ 4944695 w 6386648"/>
              <a:gd name="connsiteY76" fmla="*/ 1633133 h 1849426"/>
              <a:gd name="connsiteX77" fmla="*/ 4926670 w 6386648"/>
              <a:gd name="connsiteY77" fmla="*/ 1651158 h 1849426"/>
              <a:gd name="connsiteX78" fmla="*/ 4908646 w 6386648"/>
              <a:gd name="connsiteY78" fmla="*/ 1633133 h 1849426"/>
              <a:gd name="connsiteX79" fmla="*/ 4926670 w 6386648"/>
              <a:gd name="connsiteY79" fmla="*/ 1615109 h 1849426"/>
              <a:gd name="connsiteX80" fmla="*/ 3719035 w 6386648"/>
              <a:gd name="connsiteY80" fmla="*/ 1615109 h 1849426"/>
              <a:gd name="connsiteX81" fmla="*/ 3737060 w 6386648"/>
              <a:gd name="connsiteY81" fmla="*/ 1633133 h 1849426"/>
              <a:gd name="connsiteX82" fmla="*/ 3719035 w 6386648"/>
              <a:gd name="connsiteY82" fmla="*/ 1651158 h 1849426"/>
              <a:gd name="connsiteX83" fmla="*/ 3701011 w 6386648"/>
              <a:gd name="connsiteY83" fmla="*/ 1633133 h 1849426"/>
              <a:gd name="connsiteX84" fmla="*/ 3719035 w 6386648"/>
              <a:gd name="connsiteY84" fmla="*/ 1615109 h 1849426"/>
              <a:gd name="connsiteX85" fmla="*/ 4343881 w 6386648"/>
              <a:gd name="connsiteY85" fmla="*/ 1603093 h 1849426"/>
              <a:gd name="connsiteX86" fmla="*/ 4361906 w 6386648"/>
              <a:gd name="connsiteY86" fmla="*/ 1621117 h 1849426"/>
              <a:gd name="connsiteX87" fmla="*/ 4343881 w 6386648"/>
              <a:gd name="connsiteY87" fmla="*/ 1639142 h 1849426"/>
              <a:gd name="connsiteX88" fmla="*/ 4325857 w 6386648"/>
              <a:gd name="connsiteY88" fmla="*/ 1621117 h 1849426"/>
              <a:gd name="connsiteX89" fmla="*/ 4343881 w 6386648"/>
              <a:gd name="connsiteY89" fmla="*/ 1603093 h 1849426"/>
              <a:gd name="connsiteX90" fmla="*/ 4235735 w 6386648"/>
              <a:gd name="connsiteY90" fmla="*/ 1579060 h 1849426"/>
              <a:gd name="connsiteX91" fmla="*/ 4253760 w 6386648"/>
              <a:gd name="connsiteY91" fmla="*/ 1597085 h 1849426"/>
              <a:gd name="connsiteX92" fmla="*/ 4235735 w 6386648"/>
              <a:gd name="connsiteY92" fmla="*/ 1615109 h 1849426"/>
              <a:gd name="connsiteX93" fmla="*/ 4217711 w 6386648"/>
              <a:gd name="connsiteY93" fmla="*/ 1597085 h 1849426"/>
              <a:gd name="connsiteX94" fmla="*/ 4235735 w 6386648"/>
              <a:gd name="connsiteY94" fmla="*/ 1579060 h 1849426"/>
              <a:gd name="connsiteX95" fmla="*/ 3941336 w 6386648"/>
              <a:gd name="connsiteY95" fmla="*/ 1573052 h 1849426"/>
              <a:gd name="connsiteX96" fmla="*/ 3959361 w 6386648"/>
              <a:gd name="connsiteY96" fmla="*/ 1591076 h 1849426"/>
              <a:gd name="connsiteX97" fmla="*/ 3941336 w 6386648"/>
              <a:gd name="connsiteY97" fmla="*/ 1609101 h 1849426"/>
              <a:gd name="connsiteX98" fmla="*/ 3923312 w 6386648"/>
              <a:gd name="connsiteY98" fmla="*/ 1591076 h 1849426"/>
              <a:gd name="connsiteX99" fmla="*/ 3941336 w 6386648"/>
              <a:gd name="connsiteY99" fmla="*/ 1573052 h 1849426"/>
              <a:gd name="connsiteX100" fmla="*/ 1057431 w 6386648"/>
              <a:gd name="connsiteY100" fmla="*/ 1567044 h 1849426"/>
              <a:gd name="connsiteX101" fmla="*/ 1075456 w 6386648"/>
              <a:gd name="connsiteY101" fmla="*/ 1585068 h 1849426"/>
              <a:gd name="connsiteX102" fmla="*/ 1057431 w 6386648"/>
              <a:gd name="connsiteY102" fmla="*/ 1603093 h 1849426"/>
              <a:gd name="connsiteX103" fmla="*/ 1039407 w 6386648"/>
              <a:gd name="connsiteY103" fmla="*/ 1585068 h 1849426"/>
              <a:gd name="connsiteX104" fmla="*/ 1057431 w 6386648"/>
              <a:gd name="connsiteY104" fmla="*/ 1567044 h 1849426"/>
              <a:gd name="connsiteX105" fmla="*/ 1201626 w 6386648"/>
              <a:gd name="connsiteY105" fmla="*/ 1561036 h 1849426"/>
              <a:gd name="connsiteX106" fmla="*/ 1219651 w 6386648"/>
              <a:gd name="connsiteY106" fmla="*/ 1579060 h 1849426"/>
              <a:gd name="connsiteX107" fmla="*/ 1201626 w 6386648"/>
              <a:gd name="connsiteY107" fmla="*/ 1597085 h 1849426"/>
              <a:gd name="connsiteX108" fmla="*/ 1183602 w 6386648"/>
              <a:gd name="connsiteY108" fmla="*/ 1579060 h 1849426"/>
              <a:gd name="connsiteX109" fmla="*/ 1201626 w 6386648"/>
              <a:gd name="connsiteY109" fmla="*/ 1561036 h 1849426"/>
              <a:gd name="connsiteX110" fmla="*/ 4716385 w 6386648"/>
              <a:gd name="connsiteY110" fmla="*/ 1555028 h 1849426"/>
              <a:gd name="connsiteX111" fmla="*/ 4734410 w 6386648"/>
              <a:gd name="connsiteY111" fmla="*/ 1573052 h 1849426"/>
              <a:gd name="connsiteX112" fmla="*/ 4716385 w 6386648"/>
              <a:gd name="connsiteY112" fmla="*/ 1591077 h 1849426"/>
              <a:gd name="connsiteX113" fmla="*/ 4698361 w 6386648"/>
              <a:gd name="connsiteY113" fmla="*/ 1573052 h 1849426"/>
              <a:gd name="connsiteX114" fmla="*/ 4716385 w 6386648"/>
              <a:gd name="connsiteY114" fmla="*/ 1555028 h 1849426"/>
              <a:gd name="connsiteX115" fmla="*/ 4578198 w 6386648"/>
              <a:gd name="connsiteY115" fmla="*/ 1555028 h 1849426"/>
              <a:gd name="connsiteX116" fmla="*/ 4596223 w 6386648"/>
              <a:gd name="connsiteY116" fmla="*/ 1573052 h 1849426"/>
              <a:gd name="connsiteX117" fmla="*/ 4578198 w 6386648"/>
              <a:gd name="connsiteY117" fmla="*/ 1591077 h 1849426"/>
              <a:gd name="connsiteX118" fmla="*/ 4560173 w 6386648"/>
              <a:gd name="connsiteY118" fmla="*/ 1573052 h 1849426"/>
              <a:gd name="connsiteX119" fmla="*/ 4578198 w 6386648"/>
              <a:gd name="connsiteY119" fmla="*/ 1555028 h 1849426"/>
              <a:gd name="connsiteX120" fmla="*/ 1333805 w 6386648"/>
              <a:gd name="connsiteY120" fmla="*/ 1555028 h 1849426"/>
              <a:gd name="connsiteX121" fmla="*/ 1351830 w 6386648"/>
              <a:gd name="connsiteY121" fmla="*/ 1573052 h 1849426"/>
              <a:gd name="connsiteX122" fmla="*/ 1333805 w 6386648"/>
              <a:gd name="connsiteY122" fmla="*/ 1591077 h 1849426"/>
              <a:gd name="connsiteX123" fmla="*/ 1315781 w 6386648"/>
              <a:gd name="connsiteY123" fmla="*/ 1573052 h 1849426"/>
              <a:gd name="connsiteX124" fmla="*/ 1333805 w 6386648"/>
              <a:gd name="connsiteY124" fmla="*/ 1555028 h 1849426"/>
              <a:gd name="connsiteX125" fmla="*/ 4842556 w 6386648"/>
              <a:gd name="connsiteY125" fmla="*/ 1543011 h 1849426"/>
              <a:gd name="connsiteX126" fmla="*/ 4860581 w 6386648"/>
              <a:gd name="connsiteY126" fmla="*/ 1561035 h 1849426"/>
              <a:gd name="connsiteX127" fmla="*/ 4842556 w 6386648"/>
              <a:gd name="connsiteY127" fmla="*/ 1579060 h 1849426"/>
              <a:gd name="connsiteX128" fmla="*/ 4824532 w 6386648"/>
              <a:gd name="connsiteY128" fmla="*/ 1561035 h 1849426"/>
              <a:gd name="connsiteX129" fmla="*/ 4842556 w 6386648"/>
              <a:gd name="connsiteY129" fmla="*/ 1543011 h 1849426"/>
              <a:gd name="connsiteX130" fmla="*/ 3803149 w 6386648"/>
              <a:gd name="connsiteY130" fmla="*/ 1537003 h 1849426"/>
              <a:gd name="connsiteX131" fmla="*/ 3821174 w 6386648"/>
              <a:gd name="connsiteY131" fmla="*/ 1555027 h 1849426"/>
              <a:gd name="connsiteX132" fmla="*/ 3803149 w 6386648"/>
              <a:gd name="connsiteY132" fmla="*/ 1573052 h 1849426"/>
              <a:gd name="connsiteX133" fmla="*/ 3785125 w 6386648"/>
              <a:gd name="connsiteY133" fmla="*/ 1555027 h 1849426"/>
              <a:gd name="connsiteX134" fmla="*/ 3803149 w 6386648"/>
              <a:gd name="connsiteY134" fmla="*/ 1537003 h 1849426"/>
              <a:gd name="connsiteX135" fmla="*/ 4127588 w 6386648"/>
              <a:gd name="connsiteY135" fmla="*/ 1530995 h 1849426"/>
              <a:gd name="connsiteX136" fmla="*/ 4145613 w 6386648"/>
              <a:gd name="connsiteY136" fmla="*/ 1549019 h 1849426"/>
              <a:gd name="connsiteX137" fmla="*/ 4127588 w 6386648"/>
              <a:gd name="connsiteY137" fmla="*/ 1567044 h 1849426"/>
              <a:gd name="connsiteX138" fmla="*/ 4109563 w 6386648"/>
              <a:gd name="connsiteY138" fmla="*/ 1549019 h 1849426"/>
              <a:gd name="connsiteX139" fmla="*/ 4127588 w 6386648"/>
              <a:gd name="connsiteY139" fmla="*/ 1530995 h 1849426"/>
              <a:gd name="connsiteX140" fmla="*/ 3634921 w 6386648"/>
              <a:gd name="connsiteY140" fmla="*/ 1530995 h 1849426"/>
              <a:gd name="connsiteX141" fmla="*/ 3652946 w 6386648"/>
              <a:gd name="connsiteY141" fmla="*/ 1549019 h 1849426"/>
              <a:gd name="connsiteX142" fmla="*/ 3634921 w 6386648"/>
              <a:gd name="connsiteY142" fmla="*/ 1567044 h 1849426"/>
              <a:gd name="connsiteX143" fmla="*/ 3616897 w 6386648"/>
              <a:gd name="connsiteY143" fmla="*/ 1549019 h 1849426"/>
              <a:gd name="connsiteX144" fmla="*/ 3634921 w 6386648"/>
              <a:gd name="connsiteY144" fmla="*/ 1530995 h 1849426"/>
              <a:gd name="connsiteX145" fmla="*/ 3532783 w 6386648"/>
              <a:gd name="connsiteY145" fmla="*/ 1530995 h 1849426"/>
              <a:gd name="connsiteX146" fmla="*/ 3550808 w 6386648"/>
              <a:gd name="connsiteY146" fmla="*/ 1549019 h 1849426"/>
              <a:gd name="connsiteX147" fmla="*/ 3532783 w 6386648"/>
              <a:gd name="connsiteY147" fmla="*/ 1567044 h 1849426"/>
              <a:gd name="connsiteX148" fmla="*/ 3514759 w 6386648"/>
              <a:gd name="connsiteY148" fmla="*/ 1549019 h 1849426"/>
              <a:gd name="connsiteX149" fmla="*/ 3532783 w 6386648"/>
              <a:gd name="connsiteY149" fmla="*/ 1530995 h 1849426"/>
              <a:gd name="connsiteX150" fmla="*/ 1478000 w 6386648"/>
              <a:gd name="connsiteY150" fmla="*/ 1530995 h 1849426"/>
              <a:gd name="connsiteX151" fmla="*/ 1496025 w 6386648"/>
              <a:gd name="connsiteY151" fmla="*/ 1549019 h 1849426"/>
              <a:gd name="connsiteX152" fmla="*/ 1478000 w 6386648"/>
              <a:gd name="connsiteY152" fmla="*/ 1567044 h 1849426"/>
              <a:gd name="connsiteX153" fmla="*/ 1459976 w 6386648"/>
              <a:gd name="connsiteY153" fmla="*/ 1549019 h 1849426"/>
              <a:gd name="connsiteX154" fmla="*/ 1478000 w 6386648"/>
              <a:gd name="connsiteY154" fmla="*/ 1530995 h 1849426"/>
              <a:gd name="connsiteX155" fmla="*/ 4427995 w 6386648"/>
              <a:gd name="connsiteY155" fmla="*/ 1518979 h 1849426"/>
              <a:gd name="connsiteX156" fmla="*/ 4446020 w 6386648"/>
              <a:gd name="connsiteY156" fmla="*/ 1537004 h 1849426"/>
              <a:gd name="connsiteX157" fmla="*/ 4427995 w 6386648"/>
              <a:gd name="connsiteY157" fmla="*/ 1555028 h 1849426"/>
              <a:gd name="connsiteX158" fmla="*/ 4409970 w 6386648"/>
              <a:gd name="connsiteY158" fmla="*/ 1537004 h 1849426"/>
              <a:gd name="connsiteX159" fmla="*/ 4427995 w 6386648"/>
              <a:gd name="connsiteY159" fmla="*/ 1518979 h 1849426"/>
              <a:gd name="connsiteX160" fmla="*/ 4980743 w 6386648"/>
              <a:gd name="connsiteY160" fmla="*/ 1506962 h 1849426"/>
              <a:gd name="connsiteX161" fmla="*/ 4998768 w 6386648"/>
              <a:gd name="connsiteY161" fmla="*/ 1524986 h 1849426"/>
              <a:gd name="connsiteX162" fmla="*/ 4980743 w 6386648"/>
              <a:gd name="connsiteY162" fmla="*/ 1543011 h 1849426"/>
              <a:gd name="connsiteX163" fmla="*/ 4962719 w 6386648"/>
              <a:gd name="connsiteY163" fmla="*/ 1524986 h 1849426"/>
              <a:gd name="connsiteX164" fmla="*/ 4980743 w 6386648"/>
              <a:gd name="connsiteY164" fmla="*/ 1506962 h 1849426"/>
              <a:gd name="connsiteX165" fmla="*/ 961301 w 6386648"/>
              <a:gd name="connsiteY165" fmla="*/ 1506962 h 1849426"/>
              <a:gd name="connsiteX166" fmla="*/ 979326 w 6386648"/>
              <a:gd name="connsiteY166" fmla="*/ 1524986 h 1849426"/>
              <a:gd name="connsiteX167" fmla="*/ 961301 w 6386648"/>
              <a:gd name="connsiteY167" fmla="*/ 1543011 h 1849426"/>
              <a:gd name="connsiteX168" fmla="*/ 943277 w 6386648"/>
              <a:gd name="connsiteY168" fmla="*/ 1524986 h 1849426"/>
              <a:gd name="connsiteX169" fmla="*/ 961301 w 6386648"/>
              <a:gd name="connsiteY169" fmla="*/ 1506962 h 1849426"/>
              <a:gd name="connsiteX170" fmla="*/ 859163 w 6386648"/>
              <a:gd name="connsiteY170" fmla="*/ 1500954 h 1849426"/>
              <a:gd name="connsiteX171" fmla="*/ 877188 w 6386648"/>
              <a:gd name="connsiteY171" fmla="*/ 1518978 h 1849426"/>
              <a:gd name="connsiteX172" fmla="*/ 859163 w 6386648"/>
              <a:gd name="connsiteY172" fmla="*/ 1537003 h 1849426"/>
              <a:gd name="connsiteX173" fmla="*/ 841139 w 6386648"/>
              <a:gd name="connsiteY173" fmla="*/ 1518978 h 1849426"/>
              <a:gd name="connsiteX174" fmla="*/ 859163 w 6386648"/>
              <a:gd name="connsiteY174" fmla="*/ 1500954 h 1849426"/>
              <a:gd name="connsiteX175" fmla="*/ 4013434 w 6386648"/>
              <a:gd name="connsiteY175" fmla="*/ 1482930 h 1849426"/>
              <a:gd name="connsiteX176" fmla="*/ 4031459 w 6386648"/>
              <a:gd name="connsiteY176" fmla="*/ 1500954 h 1849426"/>
              <a:gd name="connsiteX177" fmla="*/ 4013434 w 6386648"/>
              <a:gd name="connsiteY177" fmla="*/ 1518979 h 1849426"/>
              <a:gd name="connsiteX178" fmla="*/ 3995410 w 6386648"/>
              <a:gd name="connsiteY178" fmla="*/ 1500954 h 1849426"/>
              <a:gd name="connsiteX179" fmla="*/ 4013434 w 6386648"/>
              <a:gd name="connsiteY179" fmla="*/ 1482930 h 1849426"/>
              <a:gd name="connsiteX180" fmla="*/ 3412620 w 6386648"/>
              <a:gd name="connsiteY180" fmla="*/ 1482930 h 1849426"/>
              <a:gd name="connsiteX181" fmla="*/ 3430645 w 6386648"/>
              <a:gd name="connsiteY181" fmla="*/ 1500954 h 1849426"/>
              <a:gd name="connsiteX182" fmla="*/ 3412620 w 6386648"/>
              <a:gd name="connsiteY182" fmla="*/ 1518979 h 1849426"/>
              <a:gd name="connsiteX183" fmla="*/ 3394596 w 6386648"/>
              <a:gd name="connsiteY183" fmla="*/ 1500954 h 1849426"/>
              <a:gd name="connsiteX184" fmla="*/ 3412620 w 6386648"/>
              <a:gd name="connsiteY184" fmla="*/ 1482930 h 1849426"/>
              <a:gd name="connsiteX185" fmla="*/ 1586148 w 6386648"/>
              <a:gd name="connsiteY185" fmla="*/ 1476922 h 1849426"/>
              <a:gd name="connsiteX186" fmla="*/ 1604172 w 6386648"/>
              <a:gd name="connsiteY186" fmla="*/ 1494946 h 1849426"/>
              <a:gd name="connsiteX187" fmla="*/ 1586148 w 6386648"/>
              <a:gd name="connsiteY187" fmla="*/ 1512971 h 1849426"/>
              <a:gd name="connsiteX188" fmla="*/ 1568123 w 6386648"/>
              <a:gd name="connsiteY188" fmla="*/ 1494946 h 1849426"/>
              <a:gd name="connsiteX189" fmla="*/ 1586148 w 6386648"/>
              <a:gd name="connsiteY189" fmla="*/ 1476922 h 1849426"/>
              <a:gd name="connsiteX190" fmla="*/ 4271783 w 6386648"/>
              <a:gd name="connsiteY190" fmla="*/ 1464906 h 1849426"/>
              <a:gd name="connsiteX191" fmla="*/ 4289808 w 6386648"/>
              <a:gd name="connsiteY191" fmla="*/ 1482930 h 1849426"/>
              <a:gd name="connsiteX192" fmla="*/ 4271783 w 6386648"/>
              <a:gd name="connsiteY192" fmla="*/ 1500955 h 1849426"/>
              <a:gd name="connsiteX193" fmla="*/ 4253759 w 6386648"/>
              <a:gd name="connsiteY193" fmla="*/ 1482930 h 1849426"/>
              <a:gd name="connsiteX194" fmla="*/ 4271783 w 6386648"/>
              <a:gd name="connsiteY194" fmla="*/ 1464906 h 1849426"/>
              <a:gd name="connsiteX195" fmla="*/ 1105497 w 6386648"/>
              <a:gd name="connsiteY195" fmla="*/ 1464906 h 1849426"/>
              <a:gd name="connsiteX196" fmla="*/ 1123521 w 6386648"/>
              <a:gd name="connsiteY196" fmla="*/ 1482930 h 1849426"/>
              <a:gd name="connsiteX197" fmla="*/ 1105497 w 6386648"/>
              <a:gd name="connsiteY197" fmla="*/ 1500955 h 1849426"/>
              <a:gd name="connsiteX198" fmla="*/ 1087472 w 6386648"/>
              <a:gd name="connsiteY198" fmla="*/ 1482930 h 1849426"/>
              <a:gd name="connsiteX199" fmla="*/ 1105497 w 6386648"/>
              <a:gd name="connsiteY199" fmla="*/ 1464906 h 1849426"/>
              <a:gd name="connsiteX200" fmla="*/ 4602231 w 6386648"/>
              <a:gd name="connsiteY200" fmla="*/ 1452889 h 1849426"/>
              <a:gd name="connsiteX201" fmla="*/ 4620256 w 6386648"/>
              <a:gd name="connsiteY201" fmla="*/ 1470913 h 1849426"/>
              <a:gd name="connsiteX202" fmla="*/ 4602231 w 6386648"/>
              <a:gd name="connsiteY202" fmla="*/ 1488938 h 1849426"/>
              <a:gd name="connsiteX203" fmla="*/ 4584207 w 6386648"/>
              <a:gd name="connsiteY203" fmla="*/ 1470913 h 1849426"/>
              <a:gd name="connsiteX204" fmla="*/ 4602231 w 6386648"/>
              <a:gd name="connsiteY204" fmla="*/ 1452889 h 1849426"/>
              <a:gd name="connsiteX205" fmla="*/ 3875247 w 6386648"/>
              <a:gd name="connsiteY205" fmla="*/ 1452889 h 1849426"/>
              <a:gd name="connsiteX206" fmla="*/ 3893272 w 6386648"/>
              <a:gd name="connsiteY206" fmla="*/ 1470913 h 1849426"/>
              <a:gd name="connsiteX207" fmla="*/ 3875247 w 6386648"/>
              <a:gd name="connsiteY207" fmla="*/ 1488938 h 1849426"/>
              <a:gd name="connsiteX208" fmla="*/ 3857223 w 6386648"/>
              <a:gd name="connsiteY208" fmla="*/ 1470913 h 1849426"/>
              <a:gd name="connsiteX209" fmla="*/ 3875247 w 6386648"/>
              <a:gd name="connsiteY209" fmla="*/ 1452889 h 1849426"/>
              <a:gd name="connsiteX210" fmla="*/ 1706311 w 6386648"/>
              <a:gd name="connsiteY210" fmla="*/ 1452889 h 1849426"/>
              <a:gd name="connsiteX211" fmla="*/ 1724335 w 6386648"/>
              <a:gd name="connsiteY211" fmla="*/ 1470913 h 1849426"/>
              <a:gd name="connsiteX212" fmla="*/ 1706311 w 6386648"/>
              <a:gd name="connsiteY212" fmla="*/ 1488938 h 1849426"/>
              <a:gd name="connsiteX213" fmla="*/ 1688286 w 6386648"/>
              <a:gd name="connsiteY213" fmla="*/ 1470913 h 1849426"/>
              <a:gd name="connsiteX214" fmla="*/ 1706311 w 6386648"/>
              <a:gd name="connsiteY214" fmla="*/ 1452889 h 1849426"/>
              <a:gd name="connsiteX215" fmla="*/ 1411911 w 6386648"/>
              <a:gd name="connsiteY215" fmla="*/ 1452889 h 1849426"/>
              <a:gd name="connsiteX216" fmla="*/ 1429936 w 6386648"/>
              <a:gd name="connsiteY216" fmla="*/ 1470913 h 1849426"/>
              <a:gd name="connsiteX217" fmla="*/ 1411911 w 6386648"/>
              <a:gd name="connsiteY217" fmla="*/ 1488938 h 1849426"/>
              <a:gd name="connsiteX218" fmla="*/ 1393887 w 6386648"/>
              <a:gd name="connsiteY218" fmla="*/ 1470913 h 1849426"/>
              <a:gd name="connsiteX219" fmla="*/ 1411911 w 6386648"/>
              <a:gd name="connsiteY219" fmla="*/ 1452889 h 1849426"/>
              <a:gd name="connsiteX220" fmla="*/ 1249691 w 6386648"/>
              <a:gd name="connsiteY220" fmla="*/ 1452889 h 1849426"/>
              <a:gd name="connsiteX221" fmla="*/ 1267716 w 6386648"/>
              <a:gd name="connsiteY221" fmla="*/ 1470913 h 1849426"/>
              <a:gd name="connsiteX222" fmla="*/ 1249691 w 6386648"/>
              <a:gd name="connsiteY222" fmla="*/ 1488938 h 1849426"/>
              <a:gd name="connsiteX223" fmla="*/ 1231667 w 6386648"/>
              <a:gd name="connsiteY223" fmla="*/ 1470913 h 1849426"/>
              <a:gd name="connsiteX224" fmla="*/ 1249691 w 6386648"/>
              <a:gd name="connsiteY224" fmla="*/ 1452889 h 1849426"/>
              <a:gd name="connsiteX225" fmla="*/ 4764451 w 6386648"/>
              <a:gd name="connsiteY225" fmla="*/ 1446881 h 1849426"/>
              <a:gd name="connsiteX226" fmla="*/ 4782476 w 6386648"/>
              <a:gd name="connsiteY226" fmla="*/ 1464905 h 1849426"/>
              <a:gd name="connsiteX227" fmla="*/ 4764451 w 6386648"/>
              <a:gd name="connsiteY227" fmla="*/ 1482930 h 1849426"/>
              <a:gd name="connsiteX228" fmla="*/ 4746427 w 6386648"/>
              <a:gd name="connsiteY228" fmla="*/ 1464905 h 1849426"/>
              <a:gd name="connsiteX229" fmla="*/ 4764451 w 6386648"/>
              <a:gd name="connsiteY229" fmla="*/ 1446881 h 1849426"/>
              <a:gd name="connsiteX230" fmla="*/ 763032 w 6386648"/>
              <a:gd name="connsiteY230" fmla="*/ 1446881 h 1849426"/>
              <a:gd name="connsiteX231" fmla="*/ 781057 w 6386648"/>
              <a:gd name="connsiteY231" fmla="*/ 1464905 h 1849426"/>
              <a:gd name="connsiteX232" fmla="*/ 763032 w 6386648"/>
              <a:gd name="connsiteY232" fmla="*/ 1482930 h 1849426"/>
              <a:gd name="connsiteX233" fmla="*/ 745008 w 6386648"/>
              <a:gd name="connsiteY233" fmla="*/ 1464905 h 1849426"/>
              <a:gd name="connsiteX234" fmla="*/ 763032 w 6386648"/>
              <a:gd name="connsiteY234" fmla="*/ 1446881 h 1849426"/>
              <a:gd name="connsiteX235" fmla="*/ 3731051 w 6386648"/>
              <a:gd name="connsiteY235" fmla="*/ 1434865 h 1849426"/>
              <a:gd name="connsiteX236" fmla="*/ 3749076 w 6386648"/>
              <a:gd name="connsiteY236" fmla="*/ 1452889 h 1849426"/>
              <a:gd name="connsiteX237" fmla="*/ 3731051 w 6386648"/>
              <a:gd name="connsiteY237" fmla="*/ 1470914 h 1849426"/>
              <a:gd name="connsiteX238" fmla="*/ 3713027 w 6386648"/>
              <a:gd name="connsiteY238" fmla="*/ 1452889 h 1849426"/>
              <a:gd name="connsiteX239" fmla="*/ 3731051 w 6386648"/>
              <a:gd name="connsiteY239" fmla="*/ 1434865 h 1849426"/>
              <a:gd name="connsiteX240" fmla="*/ 3304474 w 6386648"/>
              <a:gd name="connsiteY240" fmla="*/ 1422849 h 1849426"/>
              <a:gd name="connsiteX241" fmla="*/ 3322499 w 6386648"/>
              <a:gd name="connsiteY241" fmla="*/ 1440873 h 1849426"/>
              <a:gd name="connsiteX242" fmla="*/ 3304474 w 6386648"/>
              <a:gd name="connsiteY242" fmla="*/ 1458898 h 1849426"/>
              <a:gd name="connsiteX243" fmla="*/ 3286450 w 6386648"/>
              <a:gd name="connsiteY243" fmla="*/ 1440873 h 1849426"/>
              <a:gd name="connsiteX244" fmla="*/ 3304474 w 6386648"/>
              <a:gd name="connsiteY244" fmla="*/ 1422849 h 1849426"/>
              <a:gd name="connsiteX245" fmla="*/ 4890621 w 6386648"/>
              <a:gd name="connsiteY245" fmla="*/ 1416840 h 1849426"/>
              <a:gd name="connsiteX246" fmla="*/ 4908646 w 6386648"/>
              <a:gd name="connsiteY246" fmla="*/ 1434864 h 1849426"/>
              <a:gd name="connsiteX247" fmla="*/ 4890621 w 6386648"/>
              <a:gd name="connsiteY247" fmla="*/ 1452889 h 1849426"/>
              <a:gd name="connsiteX248" fmla="*/ 4872597 w 6386648"/>
              <a:gd name="connsiteY248" fmla="*/ 1434864 h 1849426"/>
              <a:gd name="connsiteX249" fmla="*/ 4890621 w 6386648"/>
              <a:gd name="connsiteY249" fmla="*/ 1416840 h 1849426"/>
              <a:gd name="connsiteX250" fmla="*/ 3544799 w 6386648"/>
              <a:gd name="connsiteY250" fmla="*/ 1410832 h 1849426"/>
              <a:gd name="connsiteX251" fmla="*/ 3562824 w 6386648"/>
              <a:gd name="connsiteY251" fmla="*/ 1428856 h 1849426"/>
              <a:gd name="connsiteX252" fmla="*/ 3544799 w 6386648"/>
              <a:gd name="connsiteY252" fmla="*/ 1446881 h 1849426"/>
              <a:gd name="connsiteX253" fmla="*/ 3526775 w 6386648"/>
              <a:gd name="connsiteY253" fmla="*/ 1428856 h 1849426"/>
              <a:gd name="connsiteX254" fmla="*/ 3544799 w 6386648"/>
              <a:gd name="connsiteY254" fmla="*/ 1410832 h 1849426"/>
              <a:gd name="connsiteX255" fmla="*/ 4488076 w 6386648"/>
              <a:gd name="connsiteY255" fmla="*/ 1404824 h 1849426"/>
              <a:gd name="connsiteX256" fmla="*/ 4506101 w 6386648"/>
              <a:gd name="connsiteY256" fmla="*/ 1422848 h 1849426"/>
              <a:gd name="connsiteX257" fmla="*/ 4488076 w 6386648"/>
              <a:gd name="connsiteY257" fmla="*/ 1440873 h 1849426"/>
              <a:gd name="connsiteX258" fmla="*/ 4470051 w 6386648"/>
              <a:gd name="connsiteY258" fmla="*/ 1422848 h 1849426"/>
              <a:gd name="connsiteX259" fmla="*/ 4488076 w 6386648"/>
              <a:gd name="connsiteY259" fmla="*/ 1404824 h 1849426"/>
              <a:gd name="connsiteX260" fmla="*/ 5028808 w 6386648"/>
              <a:gd name="connsiteY260" fmla="*/ 1398816 h 1849426"/>
              <a:gd name="connsiteX261" fmla="*/ 5046833 w 6386648"/>
              <a:gd name="connsiteY261" fmla="*/ 1416841 h 1849426"/>
              <a:gd name="connsiteX262" fmla="*/ 5028808 w 6386648"/>
              <a:gd name="connsiteY262" fmla="*/ 1434865 h 1849426"/>
              <a:gd name="connsiteX263" fmla="*/ 5010783 w 6386648"/>
              <a:gd name="connsiteY263" fmla="*/ 1416841 h 1849426"/>
              <a:gd name="connsiteX264" fmla="*/ 5028808 w 6386648"/>
              <a:gd name="connsiteY264" fmla="*/ 1398816 h 1849426"/>
              <a:gd name="connsiteX265" fmla="*/ 4367914 w 6386648"/>
              <a:gd name="connsiteY265" fmla="*/ 1398816 h 1849426"/>
              <a:gd name="connsiteX266" fmla="*/ 4385939 w 6386648"/>
              <a:gd name="connsiteY266" fmla="*/ 1416841 h 1849426"/>
              <a:gd name="connsiteX267" fmla="*/ 4367914 w 6386648"/>
              <a:gd name="connsiteY267" fmla="*/ 1434865 h 1849426"/>
              <a:gd name="connsiteX268" fmla="*/ 4349889 w 6386648"/>
              <a:gd name="connsiteY268" fmla="*/ 1416841 h 1849426"/>
              <a:gd name="connsiteX269" fmla="*/ 4367914 w 6386648"/>
              <a:gd name="connsiteY269" fmla="*/ 1398816 h 1849426"/>
              <a:gd name="connsiteX270" fmla="*/ 4163637 w 6386648"/>
              <a:gd name="connsiteY270" fmla="*/ 1398816 h 1849426"/>
              <a:gd name="connsiteX271" fmla="*/ 4181662 w 6386648"/>
              <a:gd name="connsiteY271" fmla="*/ 1416841 h 1849426"/>
              <a:gd name="connsiteX272" fmla="*/ 4163637 w 6386648"/>
              <a:gd name="connsiteY272" fmla="*/ 1434865 h 1849426"/>
              <a:gd name="connsiteX273" fmla="*/ 4145613 w 6386648"/>
              <a:gd name="connsiteY273" fmla="*/ 1416841 h 1849426"/>
              <a:gd name="connsiteX274" fmla="*/ 4163637 w 6386648"/>
              <a:gd name="connsiteY274" fmla="*/ 1398816 h 1849426"/>
              <a:gd name="connsiteX275" fmla="*/ 672910 w 6386648"/>
              <a:gd name="connsiteY275" fmla="*/ 1398816 h 1849426"/>
              <a:gd name="connsiteX276" fmla="*/ 690935 w 6386648"/>
              <a:gd name="connsiteY276" fmla="*/ 1416841 h 1849426"/>
              <a:gd name="connsiteX277" fmla="*/ 672910 w 6386648"/>
              <a:gd name="connsiteY277" fmla="*/ 1434865 h 1849426"/>
              <a:gd name="connsiteX278" fmla="*/ 654886 w 6386648"/>
              <a:gd name="connsiteY278" fmla="*/ 1416841 h 1849426"/>
              <a:gd name="connsiteX279" fmla="*/ 672910 w 6386648"/>
              <a:gd name="connsiteY279" fmla="*/ 1398816 h 1849426"/>
              <a:gd name="connsiteX280" fmla="*/ 3190319 w 6386648"/>
              <a:gd name="connsiteY280" fmla="*/ 1392808 h 1849426"/>
              <a:gd name="connsiteX281" fmla="*/ 3208344 w 6386648"/>
              <a:gd name="connsiteY281" fmla="*/ 1410832 h 1849426"/>
              <a:gd name="connsiteX282" fmla="*/ 3190319 w 6386648"/>
              <a:gd name="connsiteY282" fmla="*/ 1428857 h 1849426"/>
              <a:gd name="connsiteX283" fmla="*/ 3172295 w 6386648"/>
              <a:gd name="connsiteY283" fmla="*/ 1410832 h 1849426"/>
              <a:gd name="connsiteX284" fmla="*/ 3190319 w 6386648"/>
              <a:gd name="connsiteY284" fmla="*/ 1392808 h 1849426"/>
              <a:gd name="connsiteX285" fmla="*/ 1814456 w 6386648"/>
              <a:gd name="connsiteY285" fmla="*/ 1392808 h 1849426"/>
              <a:gd name="connsiteX286" fmla="*/ 1832481 w 6386648"/>
              <a:gd name="connsiteY286" fmla="*/ 1410832 h 1849426"/>
              <a:gd name="connsiteX287" fmla="*/ 1814456 w 6386648"/>
              <a:gd name="connsiteY287" fmla="*/ 1428857 h 1849426"/>
              <a:gd name="connsiteX288" fmla="*/ 1796432 w 6386648"/>
              <a:gd name="connsiteY288" fmla="*/ 1410832 h 1849426"/>
              <a:gd name="connsiteX289" fmla="*/ 1814456 w 6386648"/>
              <a:gd name="connsiteY289" fmla="*/ 1392808 h 1849426"/>
              <a:gd name="connsiteX290" fmla="*/ 967309 w 6386648"/>
              <a:gd name="connsiteY290" fmla="*/ 1386800 h 1849426"/>
              <a:gd name="connsiteX291" fmla="*/ 985334 w 6386648"/>
              <a:gd name="connsiteY291" fmla="*/ 1404824 h 1849426"/>
              <a:gd name="connsiteX292" fmla="*/ 967309 w 6386648"/>
              <a:gd name="connsiteY292" fmla="*/ 1422849 h 1849426"/>
              <a:gd name="connsiteX293" fmla="*/ 949285 w 6386648"/>
              <a:gd name="connsiteY293" fmla="*/ 1404824 h 1849426"/>
              <a:gd name="connsiteX294" fmla="*/ 967309 w 6386648"/>
              <a:gd name="connsiteY294" fmla="*/ 1386800 h 1849426"/>
              <a:gd name="connsiteX295" fmla="*/ 4049482 w 6386648"/>
              <a:gd name="connsiteY295" fmla="*/ 1374784 h 1849426"/>
              <a:gd name="connsiteX296" fmla="*/ 4067507 w 6386648"/>
              <a:gd name="connsiteY296" fmla="*/ 1392808 h 1849426"/>
              <a:gd name="connsiteX297" fmla="*/ 4049482 w 6386648"/>
              <a:gd name="connsiteY297" fmla="*/ 1410833 h 1849426"/>
              <a:gd name="connsiteX298" fmla="*/ 4031458 w 6386648"/>
              <a:gd name="connsiteY298" fmla="*/ 1392808 h 1849426"/>
              <a:gd name="connsiteX299" fmla="*/ 4049482 w 6386648"/>
              <a:gd name="connsiteY299" fmla="*/ 1374784 h 1849426"/>
              <a:gd name="connsiteX300" fmla="*/ 4674329 w 6386648"/>
              <a:gd name="connsiteY300" fmla="*/ 1368775 h 1849426"/>
              <a:gd name="connsiteX301" fmla="*/ 4692354 w 6386648"/>
              <a:gd name="connsiteY301" fmla="*/ 1386800 h 1849426"/>
              <a:gd name="connsiteX302" fmla="*/ 4674329 w 6386648"/>
              <a:gd name="connsiteY302" fmla="*/ 1404824 h 1849426"/>
              <a:gd name="connsiteX303" fmla="*/ 4656305 w 6386648"/>
              <a:gd name="connsiteY303" fmla="*/ 1386800 h 1849426"/>
              <a:gd name="connsiteX304" fmla="*/ 4674329 w 6386648"/>
              <a:gd name="connsiteY304" fmla="*/ 1368775 h 1849426"/>
              <a:gd name="connsiteX305" fmla="*/ 1526067 w 6386648"/>
              <a:gd name="connsiteY305" fmla="*/ 1368775 h 1849426"/>
              <a:gd name="connsiteX306" fmla="*/ 1544091 w 6386648"/>
              <a:gd name="connsiteY306" fmla="*/ 1386800 h 1849426"/>
              <a:gd name="connsiteX307" fmla="*/ 1526067 w 6386648"/>
              <a:gd name="connsiteY307" fmla="*/ 1404824 h 1849426"/>
              <a:gd name="connsiteX308" fmla="*/ 1508042 w 6386648"/>
              <a:gd name="connsiteY308" fmla="*/ 1386800 h 1849426"/>
              <a:gd name="connsiteX309" fmla="*/ 1526067 w 6386648"/>
              <a:gd name="connsiteY309" fmla="*/ 1368775 h 1849426"/>
              <a:gd name="connsiteX310" fmla="*/ 1369854 w 6386648"/>
              <a:gd name="connsiteY310" fmla="*/ 1368775 h 1849426"/>
              <a:gd name="connsiteX311" fmla="*/ 1387879 w 6386648"/>
              <a:gd name="connsiteY311" fmla="*/ 1386800 h 1849426"/>
              <a:gd name="connsiteX312" fmla="*/ 1369854 w 6386648"/>
              <a:gd name="connsiteY312" fmla="*/ 1404824 h 1849426"/>
              <a:gd name="connsiteX313" fmla="*/ 1351830 w 6386648"/>
              <a:gd name="connsiteY313" fmla="*/ 1386800 h 1849426"/>
              <a:gd name="connsiteX314" fmla="*/ 1369854 w 6386648"/>
              <a:gd name="connsiteY314" fmla="*/ 1368775 h 1849426"/>
              <a:gd name="connsiteX315" fmla="*/ 3418628 w 6386648"/>
              <a:gd name="connsiteY315" fmla="*/ 1362767 h 1849426"/>
              <a:gd name="connsiteX316" fmla="*/ 3436653 w 6386648"/>
              <a:gd name="connsiteY316" fmla="*/ 1380791 h 1849426"/>
              <a:gd name="connsiteX317" fmla="*/ 3418628 w 6386648"/>
              <a:gd name="connsiteY317" fmla="*/ 1398816 h 1849426"/>
              <a:gd name="connsiteX318" fmla="*/ 3400604 w 6386648"/>
              <a:gd name="connsiteY318" fmla="*/ 1380791 h 1849426"/>
              <a:gd name="connsiteX319" fmla="*/ 3418628 w 6386648"/>
              <a:gd name="connsiteY319" fmla="*/ 1362767 h 1849426"/>
              <a:gd name="connsiteX320" fmla="*/ 1147553 w 6386648"/>
              <a:gd name="connsiteY320" fmla="*/ 1362767 h 1849426"/>
              <a:gd name="connsiteX321" fmla="*/ 1165578 w 6386648"/>
              <a:gd name="connsiteY321" fmla="*/ 1380791 h 1849426"/>
              <a:gd name="connsiteX322" fmla="*/ 1147553 w 6386648"/>
              <a:gd name="connsiteY322" fmla="*/ 1398816 h 1849426"/>
              <a:gd name="connsiteX323" fmla="*/ 1129529 w 6386648"/>
              <a:gd name="connsiteY323" fmla="*/ 1380791 h 1849426"/>
              <a:gd name="connsiteX324" fmla="*/ 1147553 w 6386648"/>
              <a:gd name="connsiteY324" fmla="*/ 1362767 h 1849426"/>
              <a:gd name="connsiteX325" fmla="*/ 3646937 w 6386648"/>
              <a:gd name="connsiteY325" fmla="*/ 1356759 h 1849426"/>
              <a:gd name="connsiteX326" fmla="*/ 3664962 w 6386648"/>
              <a:gd name="connsiteY326" fmla="*/ 1374783 h 1849426"/>
              <a:gd name="connsiteX327" fmla="*/ 3646937 w 6386648"/>
              <a:gd name="connsiteY327" fmla="*/ 1392808 h 1849426"/>
              <a:gd name="connsiteX328" fmla="*/ 3628912 w 6386648"/>
              <a:gd name="connsiteY328" fmla="*/ 1374783 h 1849426"/>
              <a:gd name="connsiteX329" fmla="*/ 3646937 w 6386648"/>
              <a:gd name="connsiteY329" fmla="*/ 1356759 h 1849426"/>
              <a:gd name="connsiteX330" fmla="*/ 1946636 w 6386648"/>
              <a:gd name="connsiteY330" fmla="*/ 1356759 h 1849426"/>
              <a:gd name="connsiteX331" fmla="*/ 1964660 w 6386648"/>
              <a:gd name="connsiteY331" fmla="*/ 1374783 h 1849426"/>
              <a:gd name="connsiteX332" fmla="*/ 1946636 w 6386648"/>
              <a:gd name="connsiteY332" fmla="*/ 1392808 h 1849426"/>
              <a:gd name="connsiteX333" fmla="*/ 1928611 w 6386648"/>
              <a:gd name="connsiteY333" fmla="*/ 1374783 h 1849426"/>
              <a:gd name="connsiteX334" fmla="*/ 1946636 w 6386648"/>
              <a:gd name="connsiteY334" fmla="*/ 1356759 h 1849426"/>
              <a:gd name="connsiteX335" fmla="*/ 1658245 w 6386648"/>
              <a:gd name="connsiteY335" fmla="*/ 1350751 h 1849426"/>
              <a:gd name="connsiteX336" fmla="*/ 1676270 w 6386648"/>
              <a:gd name="connsiteY336" fmla="*/ 1368775 h 1849426"/>
              <a:gd name="connsiteX337" fmla="*/ 1658245 w 6386648"/>
              <a:gd name="connsiteY337" fmla="*/ 1386800 h 1849426"/>
              <a:gd name="connsiteX338" fmla="*/ 1640221 w 6386648"/>
              <a:gd name="connsiteY338" fmla="*/ 1368775 h 1849426"/>
              <a:gd name="connsiteX339" fmla="*/ 1658245 w 6386648"/>
              <a:gd name="connsiteY339" fmla="*/ 1350751 h 1849426"/>
              <a:gd name="connsiteX340" fmla="*/ 3929320 w 6386648"/>
              <a:gd name="connsiteY340" fmla="*/ 1344743 h 1849426"/>
              <a:gd name="connsiteX341" fmla="*/ 3947345 w 6386648"/>
              <a:gd name="connsiteY341" fmla="*/ 1362767 h 1849426"/>
              <a:gd name="connsiteX342" fmla="*/ 3929320 w 6386648"/>
              <a:gd name="connsiteY342" fmla="*/ 1380792 h 1849426"/>
              <a:gd name="connsiteX343" fmla="*/ 3911296 w 6386648"/>
              <a:gd name="connsiteY343" fmla="*/ 1362767 h 1849426"/>
              <a:gd name="connsiteX344" fmla="*/ 3929320 w 6386648"/>
              <a:gd name="connsiteY344" fmla="*/ 1344743 h 1849426"/>
              <a:gd name="connsiteX345" fmla="*/ 3088181 w 6386648"/>
              <a:gd name="connsiteY345" fmla="*/ 1344743 h 1849426"/>
              <a:gd name="connsiteX346" fmla="*/ 3106206 w 6386648"/>
              <a:gd name="connsiteY346" fmla="*/ 1362767 h 1849426"/>
              <a:gd name="connsiteX347" fmla="*/ 3088181 w 6386648"/>
              <a:gd name="connsiteY347" fmla="*/ 1380792 h 1849426"/>
              <a:gd name="connsiteX348" fmla="*/ 3070157 w 6386648"/>
              <a:gd name="connsiteY348" fmla="*/ 1362767 h 1849426"/>
              <a:gd name="connsiteX349" fmla="*/ 3088181 w 6386648"/>
              <a:gd name="connsiteY349" fmla="*/ 1344743 h 1849426"/>
              <a:gd name="connsiteX350" fmla="*/ 853154 w 6386648"/>
              <a:gd name="connsiteY350" fmla="*/ 1344743 h 1849426"/>
              <a:gd name="connsiteX351" fmla="*/ 871179 w 6386648"/>
              <a:gd name="connsiteY351" fmla="*/ 1362767 h 1849426"/>
              <a:gd name="connsiteX352" fmla="*/ 853154 w 6386648"/>
              <a:gd name="connsiteY352" fmla="*/ 1380792 h 1849426"/>
              <a:gd name="connsiteX353" fmla="*/ 835130 w 6386648"/>
              <a:gd name="connsiteY353" fmla="*/ 1362767 h 1849426"/>
              <a:gd name="connsiteX354" fmla="*/ 853154 w 6386648"/>
              <a:gd name="connsiteY354" fmla="*/ 1344743 h 1849426"/>
              <a:gd name="connsiteX355" fmla="*/ 4283800 w 6386648"/>
              <a:gd name="connsiteY355" fmla="*/ 1326718 h 1849426"/>
              <a:gd name="connsiteX356" fmla="*/ 4301825 w 6386648"/>
              <a:gd name="connsiteY356" fmla="*/ 1344742 h 1849426"/>
              <a:gd name="connsiteX357" fmla="*/ 4283800 w 6386648"/>
              <a:gd name="connsiteY357" fmla="*/ 1362767 h 1849426"/>
              <a:gd name="connsiteX358" fmla="*/ 4265776 w 6386648"/>
              <a:gd name="connsiteY358" fmla="*/ 1344742 h 1849426"/>
              <a:gd name="connsiteX359" fmla="*/ 4283800 w 6386648"/>
              <a:gd name="connsiteY359" fmla="*/ 1326718 h 1849426"/>
              <a:gd name="connsiteX360" fmla="*/ 3815165 w 6386648"/>
              <a:gd name="connsiteY360" fmla="*/ 1326718 h 1849426"/>
              <a:gd name="connsiteX361" fmla="*/ 3833190 w 6386648"/>
              <a:gd name="connsiteY361" fmla="*/ 1344742 h 1849426"/>
              <a:gd name="connsiteX362" fmla="*/ 3815165 w 6386648"/>
              <a:gd name="connsiteY362" fmla="*/ 1362767 h 1849426"/>
              <a:gd name="connsiteX363" fmla="*/ 3797141 w 6386648"/>
              <a:gd name="connsiteY363" fmla="*/ 1344742 h 1849426"/>
              <a:gd name="connsiteX364" fmla="*/ 3815165 w 6386648"/>
              <a:gd name="connsiteY364" fmla="*/ 1326718 h 1849426"/>
              <a:gd name="connsiteX365" fmla="*/ 2980034 w 6386648"/>
              <a:gd name="connsiteY365" fmla="*/ 1326718 h 1849426"/>
              <a:gd name="connsiteX366" fmla="*/ 2998059 w 6386648"/>
              <a:gd name="connsiteY366" fmla="*/ 1344742 h 1849426"/>
              <a:gd name="connsiteX367" fmla="*/ 2980034 w 6386648"/>
              <a:gd name="connsiteY367" fmla="*/ 1362767 h 1849426"/>
              <a:gd name="connsiteX368" fmla="*/ 2962010 w 6386648"/>
              <a:gd name="connsiteY368" fmla="*/ 1344742 h 1849426"/>
              <a:gd name="connsiteX369" fmla="*/ 2980034 w 6386648"/>
              <a:gd name="connsiteY369" fmla="*/ 1326718 h 1849426"/>
              <a:gd name="connsiteX370" fmla="*/ 594806 w 6386648"/>
              <a:gd name="connsiteY370" fmla="*/ 1326718 h 1849426"/>
              <a:gd name="connsiteX371" fmla="*/ 612830 w 6386648"/>
              <a:gd name="connsiteY371" fmla="*/ 1344742 h 1849426"/>
              <a:gd name="connsiteX372" fmla="*/ 594806 w 6386648"/>
              <a:gd name="connsiteY372" fmla="*/ 1362767 h 1849426"/>
              <a:gd name="connsiteX373" fmla="*/ 576781 w 6386648"/>
              <a:gd name="connsiteY373" fmla="*/ 1344742 h 1849426"/>
              <a:gd name="connsiteX374" fmla="*/ 594806 w 6386648"/>
              <a:gd name="connsiteY374" fmla="*/ 1326718 h 1849426"/>
              <a:gd name="connsiteX375" fmla="*/ 4836548 w 6386648"/>
              <a:gd name="connsiteY375" fmla="*/ 1314702 h 1849426"/>
              <a:gd name="connsiteX376" fmla="*/ 4854573 w 6386648"/>
              <a:gd name="connsiteY376" fmla="*/ 1332726 h 1849426"/>
              <a:gd name="connsiteX377" fmla="*/ 4836548 w 6386648"/>
              <a:gd name="connsiteY377" fmla="*/ 1350751 h 1849426"/>
              <a:gd name="connsiteX378" fmla="*/ 4818524 w 6386648"/>
              <a:gd name="connsiteY378" fmla="*/ 1332726 h 1849426"/>
              <a:gd name="connsiteX379" fmla="*/ 4836548 w 6386648"/>
              <a:gd name="connsiteY379" fmla="*/ 1314702 h 1849426"/>
              <a:gd name="connsiteX380" fmla="*/ 4980743 w 6386648"/>
              <a:gd name="connsiteY380" fmla="*/ 1308694 h 1849426"/>
              <a:gd name="connsiteX381" fmla="*/ 4998768 w 6386648"/>
              <a:gd name="connsiteY381" fmla="*/ 1326719 h 1849426"/>
              <a:gd name="connsiteX382" fmla="*/ 4980743 w 6386648"/>
              <a:gd name="connsiteY382" fmla="*/ 1344743 h 1849426"/>
              <a:gd name="connsiteX383" fmla="*/ 4962719 w 6386648"/>
              <a:gd name="connsiteY383" fmla="*/ 1326719 h 1849426"/>
              <a:gd name="connsiteX384" fmla="*/ 4980743 w 6386648"/>
              <a:gd name="connsiteY384" fmla="*/ 1308694 h 1849426"/>
              <a:gd name="connsiteX385" fmla="*/ 2871888 w 6386648"/>
              <a:gd name="connsiteY385" fmla="*/ 1302686 h 1849426"/>
              <a:gd name="connsiteX386" fmla="*/ 2889913 w 6386648"/>
              <a:gd name="connsiteY386" fmla="*/ 1320710 h 1849426"/>
              <a:gd name="connsiteX387" fmla="*/ 2871888 w 6386648"/>
              <a:gd name="connsiteY387" fmla="*/ 1338735 h 1849426"/>
              <a:gd name="connsiteX388" fmla="*/ 2853864 w 6386648"/>
              <a:gd name="connsiteY388" fmla="*/ 1320710 h 1849426"/>
              <a:gd name="connsiteX389" fmla="*/ 2871888 w 6386648"/>
              <a:gd name="connsiteY389" fmla="*/ 1302686 h 1849426"/>
              <a:gd name="connsiteX390" fmla="*/ 2102847 w 6386648"/>
              <a:gd name="connsiteY390" fmla="*/ 1302686 h 1849426"/>
              <a:gd name="connsiteX391" fmla="*/ 2120872 w 6386648"/>
              <a:gd name="connsiteY391" fmla="*/ 1320710 h 1849426"/>
              <a:gd name="connsiteX392" fmla="*/ 2102847 w 6386648"/>
              <a:gd name="connsiteY392" fmla="*/ 1338735 h 1849426"/>
              <a:gd name="connsiteX393" fmla="*/ 2084823 w 6386648"/>
              <a:gd name="connsiteY393" fmla="*/ 1320710 h 1849426"/>
              <a:gd name="connsiteX394" fmla="*/ 2102847 w 6386648"/>
              <a:gd name="connsiteY394" fmla="*/ 1302686 h 1849426"/>
              <a:gd name="connsiteX395" fmla="*/ 1273724 w 6386648"/>
              <a:gd name="connsiteY395" fmla="*/ 1302686 h 1849426"/>
              <a:gd name="connsiteX396" fmla="*/ 1291749 w 6386648"/>
              <a:gd name="connsiteY396" fmla="*/ 1320710 h 1849426"/>
              <a:gd name="connsiteX397" fmla="*/ 1273724 w 6386648"/>
              <a:gd name="connsiteY397" fmla="*/ 1338735 h 1849426"/>
              <a:gd name="connsiteX398" fmla="*/ 1255700 w 6386648"/>
              <a:gd name="connsiteY398" fmla="*/ 1320710 h 1849426"/>
              <a:gd name="connsiteX399" fmla="*/ 1273724 w 6386648"/>
              <a:gd name="connsiteY399" fmla="*/ 1302686 h 1849426"/>
              <a:gd name="connsiteX400" fmla="*/ 1033398 w 6386648"/>
              <a:gd name="connsiteY400" fmla="*/ 1302686 h 1849426"/>
              <a:gd name="connsiteX401" fmla="*/ 1051423 w 6386648"/>
              <a:gd name="connsiteY401" fmla="*/ 1320710 h 1849426"/>
              <a:gd name="connsiteX402" fmla="*/ 1033398 w 6386648"/>
              <a:gd name="connsiteY402" fmla="*/ 1338735 h 1849426"/>
              <a:gd name="connsiteX403" fmla="*/ 1015374 w 6386648"/>
              <a:gd name="connsiteY403" fmla="*/ 1320710 h 1849426"/>
              <a:gd name="connsiteX404" fmla="*/ 1033398 w 6386648"/>
              <a:gd name="connsiteY404" fmla="*/ 1302686 h 1849426"/>
              <a:gd name="connsiteX405" fmla="*/ 4548158 w 6386648"/>
              <a:gd name="connsiteY405" fmla="*/ 1296678 h 1849426"/>
              <a:gd name="connsiteX406" fmla="*/ 4566183 w 6386648"/>
              <a:gd name="connsiteY406" fmla="*/ 1314702 h 1849426"/>
              <a:gd name="connsiteX407" fmla="*/ 4548158 w 6386648"/>
              <a:gd name="connsiteY407" fmla="*/ 1332727 h 1849426"/>
              <a:gd name="connsiteX408" fmla="*/ 4530133 w 6386648"/>
              <a:gd name="connsiteY408" fmla="*/ 1314702 h 1849426"/>
              <a:gd name="connsiteX409" fmla="*/ 4548158 w 6386648"/>
              <a:gd name="connsiteY409" fmla="*/ 1296678 h 1849426"/>
              <a:gd name="connsiteX410" fmla="*/ 3520767 w 6386648"/>
              <a:gd name="connsiteY410" fmla="*/ 1290670 h 1849426"/>
              <a:gd name="connsiteX411" fmla="*/ 3538792 w 6386648"/>
              <a:gd name="connsiteY411" fmla="*/ 1308694 h 1849426"/>
              <a:gd name="connsiteX412" fmla="*/ 3520767 w 6386648"/>
              <a:gd name="connsiteY412" fmla="*/ 1326719 h 1849426"/>
              <a:gd name="connsiteX413" fmla="*/ 3502743 w 6386648"/>
              <a:gd name="connsiteY413" fmla="*/ 1308694 h 1849426"/>
              <a:gd name="connsiteX414" fmla="*/ 3520767 w 6386648"/>
              <a:gd name="connsiteY414" fmla="*/ 1290670 h 1849426"/>
              <a:gd name="connsiteX415" fmla="*/ 3244392 w 6386648"/>
              <a:gd name="connsiteY415" fmla="*/ 1290670 h 1849426"/>
              <a:gd name="connsiteX416" fmla="*/ 3262417 w 6386648"/>
              <a:gd name="connsiteY416" fmla="*/ 1308694 h 1849426"/>
              <a:gd name="connsiteX417" fmla="*/ 3244392 w 6386648"/>
              <a:gd name="connsiteY417" fmla="*/ 1326719 h 1849426"/>
              <a:gd name="connsiteX418" fmla="*/ 3226368 w 6386648"/>
              <a:gd name="connsiteY418" fmla="*/ 1308694 h 1849426"/>
              <a:gd name="connsiteX419" fmla="*/ 3244392 w 6386648"/>
              <a:gd name="connsiteY419" fmla="*/ 1290670 h 1849426"/>
              <a:gd name="connsiteX420" fmla="*/ 757024 w 6386648"/>
              <a:gd name="connsiteY420" fmla="*/ 1290670 h 1849426"/>
              <a:gd name="connsiteX421" fmla="*/ 775049 w 6386648"/>
              <a:gd name="connsiteY421" fmla="*/ 1308694 h 1849426"/>
              <a:gd name="connsiteX422" fmla="*/ 757024 w 6386648"/>
              <a:gd name="connsiteY422" fmla="*/ 1326719 h 1849426"/>
              <a:gd name="connsiteX423" fmla="*/ 739000 w 6386648"/>
              <a:gd name="connsiteY423" fmla="*/ 1308694 h 1849426"/>
              <a:gd name="connsiteX424" fmla="*/ 757024 w 6386648"/>
              <a:gd name="connsiteY424" fmla="*/ 1290670 h 1849426"/>
              <a:gd name="connsiteX425" fmla="*/ 4427995 w 6386648"/>
              <a:gd name="connsiteY425" fmla="*/ 1284661 h 1849426"/>
              <a:gd name="connsiteX426" fmla="*/ 4446020 w 6386648"/>
              <a:gd name="connsiteY426" fmla="*/ 1302685 h 1849426"/>
              <a:gd name="connsiteX427" fmla="*/ 4427995 w 6386648"/>
              <a:gd name="connsiteY427" fmla="*/ 1320710 h 1849426"/>
              <a:gd name="connsiteX428" fmla="*/ 4409970 w 6386648"/>
              <a:gd name="connsiteY428" fmla="*/ 1302685 h 1849426"/>
              <a:gd name="connsiteX429" fmla="*/ 4427995 w 6386648"/>
              <a:gd name="connsiteY429" fmla="*/ 1284661 h 1849426"/>
              <a:gd name="connsiteX430" fmla="*/ 2763741 w 6386648"/>
              <a:gd name="connsiteY430" fmla="*/ 1278653 h 1849426"/>
              <a:gd name="connsiteX431" fmla="*/ 2781766 w 6386648"/>
              <a:gd name="connsiteY431" fmla="*/ 1296678 h 1849426"/>
              <a:gd name="connsiteX432" fmla="*/ 2763741 w 6386648"/>
              <a:gd name="connsiteY432" fmla="*/ 1314702 h 1849426"/>
              <a:gd name="connsiteX433" fmla="*/ 2745717 w 6386648"/>
              <a:gd name="connsiteY433" fmla="*/ 1296678 h 1849426"/>
              <a:gd name="connsiteX434" fmla="*/ 2763741 w 6386648"/>
              <a:gd name="connsiteY434" fmla="*/ 1278653 h 1849426"/>
              <a:gd name="connsiteX435" fmla="*/ 2217002 w 6386648"/>
              <a:gd name="connsiteY435" fmla="*/ 1272645 h 1849426"/>
              <a:gd name="connsiteX436" fmla="*/ 2235026 w 6386648"/>
              <a:gd name="connsiteY436" fmla="*/ 1290669 h 1849426"/>
              <a:gd name="connsiteX437" fmla="*/ 2217002 w 6386648"/>
              <a:gd name="connsiteY437" fmla="*/ 1308694 h 1849426"/>
              <a:gd name="connsiteX438" fmla="*/ 2198977 w 6386648"/>
              <a:gd name="connsiteY438" fmla="*/ 1290669 h 1849426"/>
              <a:gd name="connsiteX439" fmla="*/ 2217002 w 6386648"/>
              <a:gd name="connsiteY439" fmla="*/ 1272645 h 1849426"/>
              <a:gd name="connsiteX440" fmla="*/ 1874537 w 6386648"/>
              <a:gd name="connsiteY440" fmla="*/ 1272645 h 1849426"/>
              <a:gd name="connsiteX441" fmla="*/ 1892562 w 6386648"/>
              <a:gd name="connsiteY441" fmla="*/ 1290669 h 1849426"/>
              <a:gd name="connsiteX442" fmla="*/ 1874537 w 6386648"/>
              <a:gd name="connsiteY442" fmla="*/ 1308694 h 1849426"/>
              <a:gd name="connsiteX443" fmla="*/ 1856513 w 6386648"/>
              <a:gd name="connsiteY443" fmla="*/ 1290669 h 1849426"/>
              <a:gd name="connsiteX444" fmla="*/ 1874537 w 6386648"/>
              <a:gd name="connsiteY444" fmla="*/ 1272645 h 1849426"/>
              <a:gd name="connsiteX445" fmla="*/ 3376571 w 6386648"/>
              <a:gd name="connsiteY445" fmla="*/ 1266637 h 1849426"/>
              <a:gd name="connsiteX446" fmla="*/ 3394596 w 6386648"/>
              <a:gd name="connsiteY446" fmla="*/ 1284661 h 1849426"/>
              <a:gd name="connsiteX447" fmla="*/ 3376571 w 6386648"/>
              <a:gd name="connsiteY447" fmla="*/ 1302686 h 1849426"/>
              <a:gd name="connsiteX448" fmla="*/ 3358546 w 6386648"/>
              <a:gd name="connsiteY448" fmla="*/ 1284661 h 1849426"/>
              <a:gd name="connsiteX449" fmla="*/ 3376571 w 6386648"/>
              <a:gd name="connsiteY449" fmla="*/ 1266637 h 1849426"/>
              <a:gd name="connsiteX450" fmla="*/ 2643579 w 6386648"/>
              <a:gd name="connsiteY450" fmla="*/ 1266637 h 1849426"/>
              <a:gd name="connsiteX451" fmla="*/ 2661604 w 6386648"/>
              <a:gd name="connsiteY451" fmla="*/ 1284661 h 1849426"/>
              <a:gd name="connsiteX452" fmla="*/ 2643579 w 6386648"/>
              <a:gd name="connsiteY452" fmla="*/ 1302686 h 1849426"/>
              <a:gd name="connsiteX453" fmla="*/ 2625555 w 6386648"/>
              <a:gd name="connsiteY453" fmla="*/ 1284661 h 1849426"/>
              <a:gd name="connsiteX454" fmla="*/ 2643579 w 6386648"/>
              <a:gd name="connsiteY454" fmla="*/ 1266637 h 1849426"/>
              <a:gd name="connsiteX455" fmla="*/ 1754375 w 6386648"/>
              <a:gd name="connsiteY455" fmla="*/ 1266637 h 1849426"/>
              <a:gd name="connsiteX456" fmla="*/ 1772400 w 6386648"/>
              <a:gd name="connsiteY456" fmla="*/ 1284661 h 1849426"/>
              <a:gd name="connsiteX457" fmla="*/ 1754375 w 6386648"/>
              <a:gd name="connsiteY457" fmla="*/ 1302686 h 1849426"/>
              <a:gd name="connsiteX458" fmla="*/ 1736351 w 6386648"/>
              <a:gd name="connsiteY458" fmla="*/ 1284661 h 1849426"/>
              <a:gd name="connsiteX459" fmla="*/ 1754375 w 6386648"/>
              <a:gd name="connsiteY459" fmla="*/ 1266637 h 1849426"/>
              <a:gd name="connsiteX460" fmla="*/ 4740418 w 6386648"/>
              <a:gd name="connsiteY460" fmla="*/ 1260629 h 1849426"/>
              <a:gd name="connsiteX461" fmla="*/ 4758443 w 6386648"/>
              <a:gd name="connsiteY461" fmla="*/ 1278653 h 1849426"/>
              <a:gd name="connsiteX462" fmla="*/ 4740418 w 6386648"/>
              <a:gd name="connsiteY462" fmla="*/ 1296678 h 1849426"/>
              <a:gd name="connsiteX463" fmla="*/ 4722394 w 6386648"/>
              <a:gd name="connsiteY463" fmla="*/ 1278653 h 1849426"/>
              <a:gd name="connsiteX464" fmla="*/ 4740418 w 6386648"/>
              <a:gd name="connsiteY464" fmla="*/ 1260629 h 1849426"/>
              <a:gd name="connsiteX465" fmla="*/ 4103556 w 6386648"/>
              <a:gd name="connsiteY465" fmla="*/ 1260629 h 1849426"/>
              <a:gd name="connsiteX466" fmla="*/ 4121581 w 6386648"/>
              <a:gd name="connsiteY466" fmla="*/ 1278653 h 1849426"/>
              <a:gd name="connsiteX467" fmla="*/ 4103556 w 6386648"/>
              <a:gd name="connsiteY467" fmla="*/ 1296678 h 1849426"/>
              <a:gd name="connsiteX468" fmla="*/ 4085532 w 6386648"/>
              <a:gd name="connsiteY468" fmla="*/ 1278653 h 1849426"/>
              <a:gd name="connsiteX469" fmla="*/ 4103556 w 6386648"/>
              <a:gd name="connsiteY469" fmla="*/ 1260629 h 1849426"/>
              <a:gd name="connsiteX470" fmla="*/ 3725043 w 6386648"/>
              <a:gd name="connsiteY470" fmla="*/ 1260629 h 1849426"/>
              <a:gd name="connsiteX471" fmla="*/ 3743068 w 6386648"/>
              <a:gd name="connsiteY471" fmla="*/ 1278653 h 1849426"/>
              <a:gd name="connsiteX472" fmla="*/ 3725043 w 6386648"/>
              <a:gd name="connsiteY472" fmla="*/ 1296678 h 1849426"/>
              <a:gd name="connsiteX473" fmla="*/ 3707019 w 6386648"/>
              <a:gd name="connsiteY473" fmla="*/ 1278653 h 1849426"/>
              <a:gd name="connsiteX474" fmla="*/ 3725043 w 6386648"/>
              <a:gd name="connsiteY474" fmla="*/ 1260629 h 1849426"/>
              <a:gd name="connsiteX475" fmla="*/ 1405904 w 6386648"/>
              <a:gd name="connsiteY475" fmla="*/ 1260629 h 1849426"/>
              <a:gd name="connsiteX476" fmla="*/ 1423928 w 6386648"/>
              <a:gd name="connsiteY476" fmla="*/ 1278653 h 1849426"/>
              <a:gd name="connsiteX477" fmla="*/ 1405904 w 6386648"/>
              <a:gd name="connsiteY477" fmla="*/ 1296678 h 1849426"/>
              <a:gd name="connsiteX478" fmla="*/ 1387879 w 6386648"/>
              <a:gd name="connsiteY478" fmla="*/ 1278653 h 1849426"/>
              <a:gd name="connsiteX479" fmla="*/ 1405904 w 6386648"/>
              <a:gd name="connsiteY479" fmla="*/ 1260629 h 1849426"/>
              <a:gd name="connsiteX480" fmla="*/ 492666 w 6386648"/>
              <a:gd name="connsiteY480" fmla="*/ 1260629 h 1849426"/>
              <a:gd name="connsiteX481" fmla="*/ 510691 w 6386648"/>
              <a:gd name="connsiteY481" fmla="*/ 1278653 h 1849426"/>
              <a:gd name="connsiteX482" fmla="*/ 492666 w 6386648"/>
              <a:gd name="connsiteY482" fmla="*/ 1296678 h 1849426"/>
              <a:gd name="connsiteX483" fmla="*/ 474642 w 6386648"/>
              <a:gd name="connsiteY483" fmla="*/ 1278653 h 1849426"/>
              <a:gd name="connsiteX484" fmla="*/ 492666 w 6386648"/>
              <a:gd name="connsiteY484" fmla="*/ 1260629 h 1849426"/>
              <a:gd name="connsiteX485" fmla="*/ 4229726 w 6386648"/>
              <a:gd name="connsiteY485" fmla="*/ 1248613 h 1849426"/>
              <a:gd name="connsiteX486" fmla="*/ 4247751 w 6386648"/>
              <a:gd name="connsiteY486" fmla="*/ 1266638 h 1849426"/>
              <a:gd name="connsiteX487" fmla="*/ 4229726 w 6386648"/>
              <a:gd name="connsiteY487" fmla="*/ 1284662 h 1849426"/>
              <a:gd name="connsiteX488" fmla="*/ 4211702 w 6386648"/>
              <a:gd name="connsiteY488" fmla="*/ 1266638 h 1849426"/>
              <a:gd name="connsiteX489" fmla="*/ 4229726 w 6386648"/>
              <a:gd name="connsiteY489" fmla="*/ 1248613 h 1849426"/>
              <a:gd name="connsiteX490" fmla="*/ 2439302 w 6386648"/>
              <a:gd name="connsiteY490" fmla="*/ 1248613 h 1849426"/>
              <a:gd name="connsiteX491" fmla="*/ 2457327 w 6386648"/>
              <a:gd name="connsiteY491" fmla="*/ 1266638 h 1849426"/>
              <a:gd name="connsiteX492" fmla="*/ 2439302 w 6386648"/>
              <a:gd name="connsiteY492" fmla="*/ 1284662 h 1849426"/>
              <a:gd name="connsiteX493" fmla="*/ 2421278 w 6386648"/>
              <a:gd name="connsiteY493" fmla="*/ 1266638 h 1849426"/>
              <a:gd name="connsiteX494" fmla="*/ 2439302 w 6386648"/>
              <a:gd name="connsiteY494" fmla="*/ 1248613 h 1849426"/>
              <a:gd name="connsiteX495" fmla="*/ 2337165 w 6386648"/>
              <a:gd name="connsiteY495" fmla="*/ 1248613 h 1849426"/>
              <a:gd name="connsiteX496" fmla="*/ 2355189 w 6386648"/>
              <a:gd name="connsiteY496" fmla="*/ 1266638 h 1849426"/>
              <a:gd name="connsiteX497" fmla="*/ 2337165 w 6386648"/>
              <a:gd name="connsiteY497" fmla="*/ 1284662 h 1849426"/>
              <a:gd name="connsiteX498" fmla="*/ 2319140 w 6386648"/>
              <a:gd name="connsiteY498" fmla="*/ 1266638 h 1849426"/>
              <a:gd name="connsiteX499" fmla="*/ 2337165 w 6386648"/>
              <a:gd name="connsiteY499" fmla="*/ 1248613 h 1849426"/>
              <a:gd name="connsiteX500" fmla="*/ 2012725 w 6386648"/>
              <a:gd name="connsiteY500" fmla="*/ 1248613 h 1849426"/>
              <a:gd name="connsiteX501" fmla="*/ 2030750 w 6386648"/>
              <a:gd name="connsiteY501" fmla="*/ 1266638 h 1849426"/>
              <a:gd name="connsiteX502" fmla="*/ 2012725 w 6386648"/>
              <a:gd name="connsiteY502" fmla="*/ 1284662 h 1849426"/>
              <a:gd name="connsiteX503" fmla="*/ 1994701 w 6386648"/>
              <a:gd name="connsiteY503" fmla="*/ 1266638 h 1849426"/>
              <a:gd name="connsiteX504" fmla="*/ 2012725 w 6386648"/>
              <a:gd name="connsiteY504" fmla="*/ 1248613 h 1849426"/>
              <a:gd name="connsiteX505" fmla="*/ 1165578 w 6386648"/>
              <a:gd name="connsiteY505" fmla="*/ 1248613 h 1849426"/>
              <a:gd name="connsiteX506" fmla="*/ 1183602 w 6386648"/>
              <a:gd name="connsiteY506" fmla="*/ 1266638 h 1849426"/>
              <a:gd name="connsiteX507" fmla="*/ 1165578 w 6386648"/>
              <a:gd name="connsiteY507" fmla="*/ 1284662 h 1849426"/>
              <a:gd name="connsiteX508" fmla="*/ 1147553 w 6386648"/>
              <a:gd name="connsiteY508" fmla="*/ 1266638 h 1849426"/>
              <a:gd name="connsiteX509" fmla="*/ 1165578 w 6386648"/>
              <a:gd name="connsiteY509" fmla="*/ 1248613 h 1849426"/>
              <a:gd name="connsiteX510" fmla="*/ 3989401 w 6386648"/>
              <a:gd name="connsiteY510" fmla="*/ 1242605 h 1849426"/>
              <a:gd name="connsiteX511" fmla="*/ 4007426 w 6386648"/>
              <a:gd name="connsiteY511" fmla="*/ 1260629 h 1849426"/>
              <a:gd name="connsiteX512" fmla="*/ 3989401 w 6386648"/>
              <a:gd name="connsiteY512" fmla="*/ 1278654 h 1849426"/>
              <a:gd name="connsiteX513" fmla="*/ 3971377 w 6386648"/>
              <a:gd name="connsiteY513" fmla="*/ 1260629 h 1849426"/>
              <a:gd name="connsiteX514" fmla="*/ 3989401 w 6386648"/>
              <a:gd name="connsiteY514" fmla="*/ 1242605 h 1849426"/>
              <a:gd name="connsiteX515" fmla="*/ 1514049 w 6386648"/>
              <a:gd name="connsiteY515" fmla="*/ 1242605 h 1849426"/>
              <a:gd name="connsiteX516" fmla="*/ 1532074 w 6386648"/>
              <a:gd name="connsiteY516" fmla="*/ 1260629 h 1849426"/>
              <a:gd name="connsiteX517" fmla="*/ 1514049 w 6386648"/>
              <a:gd name="connsiteY517" fmla="*/ 1278654 h 1849426"/>
              <a:gd name="connsiteX518" fmla="*/ 1496025 w 6386648"/>
              <a:gd name="connsiteY518" fmla="*/ 1260629 h 1849426"/>
              <a:gd name="connsiteX519" fmla="*/ 1514049 w 6386648"/>
              <a:gd name="connsiteY519" fmla="*/ 1242605 h 1849426"/>
              <a:gd name="connsiteX520" fmla="*/ 3088181 w 6386648"/>
              <a:gd name="connsiteY520" fmla="*/ 1230588 h 1849426"/>
              <a:gd name="connsiteX521" fmla="*/ 3106206 w 6386648"/>
              <a:gd name="connsiteY521" fmla="*/ 1248612 h 1849426"/>
              <a:gd name="connsiteX522" fmla="*/ 3088181 w 6386648"/>
              <a:gd name="connsiteY522" fmla="*/ 1266637 h 1849426"/>
              <a:gd name="connsiteX523" fmla="*/ 3070157 w 6386648"/>
              <a:gd name="connsiteY523" fmla="*/ 1248612 h 1849426"/>
              <a:gd name="connsiteX524" fmla="*/ 3088181 w 6386648"/>
              <a:gd name="connsiteY524" fmla="*/ 1230588 h 1849426"/>
              <a:gd name="connsiteX525" fmla="*/ 895212 w 6386648"/>
              <a:gd name="connsiteY525" fmla="*/ 1230588 h 1849426"/>
              <a:gd name="connsiteX526" fmla="*/ 913236 w 6386648"/>
              <a:gd name="connsiteY526" fmla="*/ 1248612 h 1849426"/>
              <a:gd name="connsiteX527" fmla="*/ 895212 w 6386648"/>
              <a:gd name="connsiteY527" fmla="*/ 1266637 h 1849426"/>
              <a:gd name="connsiteX528" fmla="*/ 877187 w 6386648"/>
              <a:gd name="connsiteY528" fmla="*/ 1248612 h 1849426"/>
              <a:gd name="connsiteX529" fmla="*/ 895212 w 6386648"/>
              <a:gd name="connsiteY529" fmla="*/ 1230588 h 1849426"/>
              <a:gd name="connsiteX530" fmla="*/ 4626263 w 6386648"/>
              <a:gd name="connsiteY530" fmla="*/ 1224580 h 1849426"/>
              <a:gd name="connsiteX531" fmla="*/ 4644288 w 6386648"/>
              <a:gd name="connsiteY531" fmla="*/ 1242604 h 1849426"/>
              <a:gd name="connsiteX532" fmla="*/ 4626263 w 6386648"/>
              <a:gd name="connsiteY532" fmla="*/ 1260629 h 1849426"/>
              <a:gd name="connsiteX533" fmla="*/ 4608239 w 6386648"/>
              <a:gd name="connsiteY533" fmla="*/ 1242604 h 1849426"/>
              <a:gd name="connsiteX534" fmla="*/ 4626263 w 6386648"/>
              <a:gd name="connsiteY534" fmla="*/ 1224580 h 1849426"/>
              <a:gd name="connsiteX535" fmla="*/ 2547449 w 6386648"/>
              <a:gd name="connsiteY535" fmla="*/ 1224580 h 1849426"/>
              <a:gd name="connsiteX536" fmla="*/ 2565474 w 6386648"/>
              <a:gd name="connsiteY536" fmla="*/ 1242604 h 1849426"/>
              <a:gd name="connsiteX537" fmla="*/ 2547449 w 6386648"/>
              <a:gd name="connsiteY537" fmla="*/ 1260629 h 1849426"/>
              <a:gd name="connsiteX538" fmla="*/ 2529425 w 6386648"/>
              <a:gd name="connsiteY538" fmla="*/ 1242604 h 1849426"/>
              <a:gd name="connsiteX539" fmla="*/ 2547449 w 6386648"/>
              <a:gd name="connsiteY539" fmla="*/ 1224580 h 1849426"/>
              <a:gd name="connsiteX540" fmla="*/ 1628204 w 6386648"/>
              <a:gd name="connsiteY540" fmla="*/ 1224580 h 1849426"/>
              <a:gd name="connsiteX541" fmla="*/ 1646229 w 6386648"/>
              <a:gd name="connsiteY541" fmla="*/ 1242604 h 1849426"/>
              <a:gd name="connsiteX542" fmla="*/ 1628204 w 6386648"/>
              <a:gd name="connsiteY542" fmla="*/ 1260629 h 1849426"/>
              <a:gd name="connsiteX543" fmla="*/ 1610180 w 6386648"/>
              <a:gd name="connsiteY543" fmla="*/ 1242604 h 1849426"/>
              <a:gd name="connsiteX544" fmla="*/ 1628204 w 6386648"/>
              <a:gd name="connsiteY544" fmla="*/ 1224580 h 1849426"/>
              <a:gd name="connsiteX545" fmla="*/ 5052841 w 6386648"/>
              <a:gd name="connsiteY545" fmla="*/ 1212564 h 1849426"/>
              <a:gd name="connsiteX546" fmla="*/ 5070866 w 6386648"/>
              <a:gd name="connsiteY546" fmla="*/ 1230588 h 1849426"/>
              <a:gd name="connsiteX547" fmla="*/ 5052841 w 6386648"/>
              <a:gd name="connsiteY547" fmla="*/ 1248613 h 1849426"/>
              <a:gd name="connsiteX548" fmla="*/ 5034817 w 6386648"/>
              <a:gd name="connsiteY548" fmla="*/ 1230588 h 1849426"/>
              <a:gd name="connsiteX549" fmla="*/ 5052841 w 6386648"/>
              <a:gd name="connsiteY549" fmla="*/ 1212564 h 1849426"/>
              <a:gd name="connsiteX550" fmla="*/ 3845206 w 6386648"/>
              <a:gd name="connsiteY550" fmla="*/ 1206556 h 1849426"/>
              <a:gd name="connsiteX551" fmla="*/ 3863231 w 6386648"/>
              <a:gd name="connsiteY551" fmla="*/ 1224580 h 1849426"/>
              <a:gd name="connsiteX552" fmla="*/ 3845206 w 6386648"/>
              <a:gd name="connsiteY552" fmla="*/ 1242605 h 1849426"/>
              <a:gd name="connsiteX553" fmla="*/ 3827182 w 6386648"/>
              <a:gd name="connsiteY553" fmla="*/ 1224580 h 1849426"/>
              <a:gd name="connsiteX554" fmla="*/ 3845206 w 6386648"/>
              <a:gd name="connsiteY554" fmla="*/ 1206556 h 1849426"/>
              <a:gd name="connsiteX555" fmla="*/ 3604880 w 6386648"/>
              <a:gd name="connsiteY555" fmla="*/ 1206556 h 1849426"/>
              <a:gd name="connsiteX556" fmla="*/ 3622905 w 6386648"/>
              <a:gd name="connsiteY556" fmla="*/ 1224580 h 1849426"/>
              <a:gd name="connsiteX557" fmla="*/ 3604880 w 6386648"/>
              <a:gd name="connsiteY557" fmla="*/ 1242605 h 1849426"/>
              <a:gd name="connsiteX558" fmla="*/ 3586856 w 6386648"/>
              <a:gd name="connsiteY558" fmla="*/ 1224580 h 1849426"/>
              <a:gd name="connsiteX559" fmla="*/ 3604880 w 6386648"/>
              <a:gd name="connsiteY559" fmla="*/ 1206556 h 1849426"/>
              <a:gd name="connsiteX560" fmla="*/ 600813 w 6386648"/>
              <a:gd name="connsiteY560" fmla="*/ 1200548 h 1849426"/>
              <a:gd name="connsiteX561" fmla="*/ 618838 w 6386648"/>
              <a:gd name="connsiteY561" fmla="*/ 1218572 h 1849426"/>
              <a:gd name="connsiteX562" fmla="*/ 600813 w 6386648"/>
              <a:gd name="connsiteY562" fmla="*/ 1236597 h 1849426"/>
              <a:gd name="connsiteX563" fmla="*/ 582789 w 6386648"/>
              <a:gd name="connsiteY563" fmla="*/ 1218572 h 1849426"/>
              <a:gd name="connsiteX564" fmla="*/ 600813 w 6386648"/>
              <a:gd name="connsiteY564" fmla="*/ 1200548 h 1849426"/>
              <a:gd name="connsiteX565" fmla="*/ 2949994 w 6386648"/>
              <a:gd name="connsiteY565" fmla="*/ 1194539 h 1849426"/>
              <a:gd name="connsiteX566" fmla="*/ 2968019 w 6386648"/>
              <a:gd name="connsiteY566" fmla="*/ 1212563 h 1849426"/>
              <a:gd name="connsiteX567" fmla="*/ 2949994 w 6386648"/>
              <a:gd name="connsiteY567" fmla="*/ 1230588 h 1849426"/>
              <a:gd name="connsiteX568" fmla="*/ 2931970 w 6386648"/>
              <a:gd name="connsiteY568" fmla="*/ 1212563 h 1849426"/>
              <a:gd name="connsiteX569" fmla="*/ 2949994 w 6386648"/>
              <a:gd name="connsiteY569" fmla="*/ 1194539 h 1849426"/>
              <a:gd name="connsiteX570" fmla="*/ 1009366 w 6386648"/>
              <a:gd name="connsiteY570" fmla="*/ 1194539 h 1849426"/>
              <a:gd name="connsiteX571" fmla="*/ 1027391 w 6386648"/>
              <a:gd name="connsiteY571" fmla="*/ 1212563 h 1849426"/>
              <a:gd name="connsiteX572" fmla="*/ 1009366 w 6386648"/>
              <a:gd name="connsiteY572" fmla="*/ 1230588 h 1849426"/>
              <a:gd name="connsiteX573" fmla="*/ 991342 w 6386648"/>
              <a:gd name="connsiteY573" fmla="*/ 1212563 h 1849426"/>
              <a:gd name="connsiteX574" fmla="*/ 1009366 w 6386648"/>
              <a:gd name="connsiteY574" fmla="*/ 1194539 h 1849426"/>
              <a:gd name="connsiteX575" fmla="*/ 4932678 w 6386648"/>
              <a:gd name="connsiteY575" fmla="*/ 1188531 h 1849426"/>
              <a:gd name="connsiteX576" fmla="*/ 4950703 w 6386648"/>
              <a:gd name="connsiteY576" fmla="*/ 1206556 h 1849426"/>
              <a:gd name="connsiteX577" fmla="*/ 4932678 w 6386648"/>
              <a:gd name="connsiteY577" fmla="*/ 1224580 h 1849426"/>
              <a:gd name="connsiteX578" fmla="*/ 4914654 w 6386648"/>
              <a:gd name="connsiteY578" fmla="*/ 1206556 h 1849426"/>
              <a:gd name="connsiteX579" fmla="*/ 4932678 w 6386648"/>
              <a:gd name="connsiteY579" fmla="*/ 1188531 h 1849426"/>
              <a:gd name="connsiteX580" fmla="*/ 4361905 w 6386648"/>
              <a:gd name="connsiteY580" fmla="*/ 1188531 h 1849426"/>
              <a:gd name="connsiteX581" fmla="*/ 4379930 w 6386648"/>
              <a:gd name="connsiteY581" fmla="*/ 1206556 h 1849426"/>
              <a:gd name="connsiteX582" fmla="*/ 4361905 w 6386648"/>
              <a:gd name="connsiteY582" fmla="*/ 1224580 h 1849426"/>
              <a:gd name="connsiteX583" fmla="*/ 4343881 w 6386648"/>
              <a:gd name="connsiteY583" fmla="*/ 1206556 h 1849426"/>
              <a:gd name="connsiteX584" fmla="*/ 4361905 w 6386648"/>
              <a:gd name="connsiteY584" fmla="*/ 1188531 h 1849426"/>
              <a:gd name="connsiteX585" fmla="*/ 3220360 w 6386648"/>
              <a:gd name="connsiteY585" fmla="*/ 1188531 h 1849426"/>
              <a:gd name="connsiteX586" fmla="*/ 3238385 w 6386648"/>
              <a:gd name="connsiteY586" fmla="*/ 1206556 h 1849426"/>
              <a:gd name="connsiteX587" fmla="*/ 3220360 w 6386648"/>
              <a:gd name="connsiteY587" fmla="*/ 1224580 h 1849426"/>
              <a:gd name="connsiteX588" fmla="*/ 3202336 w 6386648"/>
              <a:gd name="connsiteY588" fmla="*/ 1206556 h 1849426"/>
              <a:gd name="connsiteX589" fmla="*/ 3220360 w 6386648"/>
              <a:gd name="connsiteY589" fmla="*/ 1188531 h 1849426"/>
              <a:gd name="connsiteX590" fmla="*/ 708959 w 6386648"/>
              <a:gd name="connsiteY590" fmla="*/ 1188531 h 1849426"/>
              <a:gd name="connsiteX591" fmla="*/ 726984 w 6386648"/>
              <a:gd name="connsiteY591" fmla="*/ 1206556 h 1849426"/>
              <a:gd name="connsiteX592" fmla="*/ 708959 w 6386648"/>
              <a:gd name="connsiteY592" fmla="*/ 1224580 h 1849426"/>
              <a:gd name="connsiteX593" fmla="*/ 690935 w 6386648"/>
              <a:gd name="connsiteY593" fmla="*/ 1206556 h 1849426"/>
              <a:gd name="connsiteX594" fmla="*/ 708959 w 6386648"/>
              <a:gd name="connsiteY594" fmla="*/ 1188531 h 1849426"/>
              <a:gd name="connsiteX595" fmla="*/ 4824532 w 6386648"/>
              <a:gd name="connsiteY595" fmla="*/ 1182523 h 1849426"/>
              <a:gd name="connsiteX596" fmla="*/ 4842557 w 6386648"/>
              <a:gd name="connsiteY596" fmla="*/ 1200547 h 1849426"/>
              <a:gd name="connsiteX597" fmla="*/ 4824532 w 6386648"/>
              <a:gd name="connsiteY597" fmla="*/ 1218572 h 1849426"/>
              <a:gd name="connsiteX598" fmla="*/ 4806508 w 6386648"/>
              <a:gd name="connsiteY598" fmla="*/ 1200547 h 1849426"/>
              <a:gd name="connsiteX599" fmla="*/ 4824532 w 6386648"/>
              <a:gd name="connsiteY599" fmla="*/ 1182523 h 1849426"/>
              <a:gd name="connsiteX600" fmla="*/ 1279732 w 6386648"/>
              <a:gd name="connsiteY600" fmla="*/ 1170507 h 1849426"/>
              <a:gd name="connsiteX601" fmla="*/ 1297757 w 6386648"/>
              <a:gd name="connsiteY601" fmla="*/ 1188531 h 1849426"/>
              <a:gd name="connsiteX602" fmla="*/ 1279732 w 6386648"/>
              <a:gd name="connsiteY602" fmla="*/ 1206556 h 1849426"/>
              <a:gd name="connsiteX603" fmla="*/ 1261708 w 6386648"/>
              <a:gd name="connsiteY603" fmla="*/ 1188531 h 1849426"/>
              <a:gd name="connsiteX604" fmla="*/ 1279732 w 6386648"/>
              <a:gd name="connsiteY604" fmla="*/ 1170507 h 1849426"/>
              <a:gd name="connsiteX605" fmla="*/ 3478710 w 6386648"/>
              <a:gd name="connsiteY605" fmla="*/ 1164499 h 1849426"/>
              <a:gd name="connsiteX606" fmla="*/ 3496735 w 6386648"/>
              <a:gd name="connsiteY606" fmla="*/ 1182523 h 1849426"/>
              <a:gd name="connsiteX607" fmla="*/ 3478710 w 6386648"/>
              <a:gd name="connsiteY607" fmla="*/ 1200548 h 1849426"/>
              <a:gd name="connsiteX608" fmla="*/ 3460686 w 6386648"/>
              <a:gd name="connsiteY608" fmla="*/ 1182523 h 1849426"/>
              <a:gd name="connsiteX609" fmla="*/ 3478710 w 6386648"/>
              <a:gd name="connsiteY609" fmla="*/ 1164499 h 1849426"/>
              <a:gd name="connsiteX610" fmla="*/ 2703660 w 6386648"/>
              <a:gd name="connsiteY610" fmla="*/ 1164499 h 1849426"/>
              <a:gd name="connsiteX611" fmla="*/ 2721685 w 6386648"/>
              <a:gd name="connsiteY611" fmla="*/ 1182523 h 1849426"/>
              <a:gd name="connsiteX612" fmla="*/ 2703660 w 6386648"/>
              <a:gd name="connsiteY612" fmla="*/ 1200548 h 1849426"/>
              <a:gd name="connsiteX613" fmla="*/ 2685636 w 6386648"/>
              <a:gd name="connsiteY613" fmla="*/ 1182523 h 1849426"/>
              <a:gd name="connsiteX614" fmla="*/ 2703660 w 6386648"/>
              <a:gd name="connsiteY614" fmla="*/ 1164499 h 1849426"/>
              <a:gd name="connsiteX615" fmla="*/ 4500093 w 6386648"/>
              <a:gd name="connsiteY615" fmla="*/ 1158491 h 1849426"/>
              <a:gd name="connsiteX616" fmla="*/ 4518118 w 6386648"/>
              <a:gd name="connsiteY616" fmla="*/ 1176516 h 1849426"/>
              <a:gd name="connsiteX617" fmla="*/ 4500093 w 6386648"/>
              <a:gd name="connsiteY617" fmla="*/ 1194540 h 1849426"/>
              <a:gd name="connsiteX618" fmla="*/ 4482069 w 6386648"/>
              <a:gd name="connsiteY618" fmla="*/ 1176516 h 1849426"/>
              <a:gd name="connsiteX619" fmla="*/ 4500093 w 6386648"/>
              <a:gd name="connsiteY619" fmla="*/ 1158491 h 1849426"/>
              <a:gd name="connsiteX620" fmla="*/ 4199686 w 6386648"/>
              <a:gd name="connsiteY620" fmla="*/ 1158491 h 1849426"/>
              <a:gd name="connsiteX621" fmla="*/ 4217711 w 6386648"/>
              <a:gd name="connsiteY621" fmla="*/ 1176516 h 1849426"/>
              <a:gd name="connsiteX622" fmla="*/ 4199686 w 6386648"/>
              <a:gd name="connsiteY622" fmla="*/ 1194540 h 1849426"/>
              <a:gd name="connsiteX623" fmla="*/ 4181662 w 6386648"/>
              <a:gd name="connsiteY623" fmla="*/ 1176516 h 1849426"/>
              <a:gd name="connsiteX624" fmla="*/ 4199686 w 6386648"/>
              <a:gd name="connsiteY624" fmla="*/ 1158491 h 1849426"/>
              <a:gd name="connsiteX625" fmla="*/ 2132887 w 6386648"/>
              <a:gd name="connsiteY625" fmla="*/ 1158491 h 1849426"/>
              <a:gd name="connsiteX626" fmla="*/ 2150912 w 6386648"/>
              <a:gd name="connsiteY626" fmla="*/ 1176516 h 1849426"/>
              <a:gd name="connsiteX627" fmla="*/ 2132887 w 6386648"/>
              <a:gd name="connsiteY627" fmla="*/ 1194540 h 1849426"/>
              <a:gd name="connsiteX628" fmla="*/ 2114863 w 6386648"/>
              <a:gd name="connsiteY628" fmla="*/ 1176516 h 1849426"/>
              <a:gd name="connsiteX629" fmla="*/ 2132887 w 6386648"/>
              <a:gd name="connsiteY629" fmla="*/ 1158491 h 1849426"/>
              <a:gd name="connsiteX630" fmla="*/ 1850505 w 6386648"/>
              <a:gd name="connsiteY630" fmla="*/ 1158491 h 1849426"/>
              <a:gd name="connsiteX631" fmla="*/ 1868530 w 6386648"/>
              <a:gd name="connsiteY631" fmla="*/ 1176516 h 1849426"/>
              <a:gd name="connsiteX632" fmla="*/ 1850505 w 6386648"/>
              <a:gd name="connsiteY632" fmla="*/ 1194540 h 1849426"/>
              <a:gd name="connsiteX633" fmla="*/ 1832481 w 6386648"/>
              <a:gd name="connsiteY633" fmla="*/ 1176516 h 1849426"/>
              <a:gd name="connsiteX634" fmla="*/ 1850505 w 6386648"/>
              <a:gd name="connsiteY634" fmla="*/ 1158491 h 1849426"/>
              <a:gd name="connsiteX635" fmla="*/ 3340522 w 6386648"/>
              <a:gd name="connsiteY635" fmla="*/ 1152483 h 1849426"/>
              <a:gd name="connsiteX636" fmla="*/ 3358547 w 6386648"/>
              <a:gd name="connsiteY636" fmla="*/ 1170507 h 1849426"/>
              <a:gd name="connsiteX637" fmla="*/ 3340522 w 6386648"/>
              <a:gd name="connsiteY637" fmla="*/ 1188532 h 1849426"/>
              <a:gd name="connsiteX638" fmla="*/ 3322498 w 6386648"/>
              <a:gd name="connsiteY638" fmla="*/ 1170507 h 1849426"/>
              <a:gd name="connsiteX639" fmla="*/ 3340522 w 6386648"/>
              <a:gd name="connsiteY639" fmla="*/ 1152483 h 1849426"/>
              <a:gd name="connsiteX640" fmla="*/ 2829831 w 6386648"/>
              <a:gd name="connsiteY640" fmla="*/ 1152483 h 1849426"/>
              <a:gd name="connsiteX641" fmla="*/ 2847856 w 6386648"/>
              <a:gd name="connsiteY641" fmla="*/ 1170507 h 1849426"/>
              <a:gd name="connsiteX642" fmla="*/ 2829831 w 6386648"/>
              <a:gd name="connsiteY642" fmla="*/ 1188532 h 1849426"/>
              <a:gd name="connsiteX643" fmla="*/ 2811807 w 6386648"/>
              <a:gd name="connsiteY643" fmla="*/ 1170507 h 1849426"/>
              <a:gd name="connsiteX644" fmla="*/ 2829831 w 6386648"/>
              <a:gd name="connsiteY644" fmla="*/ 1152483 h 1849426"/>
              <a:gd name="connsiteX645" fmla="*/ 2253050 w 6386648"/>
              <a:gd name="connsiteY645" fmla="*/ 1152483 h 1849426"/>
              <a:gd name="connsiteX646" fmla="*/ 2271075 w 6386648"/>
              <a:gd name="connsiteY646" fmla="*/ 1170507 h 1849426"/>
              <a:gd name="connsiteX647" fmla="*/ 2253050 w 6386648"/>
              <a:gd name="connsiteY647" fmla="*/ 1188532 h 1849426"/>
              <a:gd name="connsiteX648" fmla="*/ 2235026 w 6386648"/>
              <a:gd name="connsiteY648" fmla="*/ 1170507 h 1849426"/>
              <a:gd name="connsiteX649" fmla="*/ 2253050 w 6386648"/>
              <a:gd name="connsiteY649" fmla="*/ 1152483 h 1849426"/>
              <a:gd name="connsiteX650" fmla="*/ 1994700 w 6386648"/>
              <a:gd name="connsiteY650" fmla="*/ 1146474 h 1849426"/>
              <a:gd name="connsiteX651" fmla="*/ 2012725 w 6386648"/>
              <a:gd name="connsiteY651" fmla="*/ 1164498 h 1849426"/>
              <a:gd name="connsiteX652" fmla="*/ 1994700 w 6386648"/>
              <a:gd name="connsiteY652" fmla="*/ 1182523 h 1849426"/>
              <a:gd name="connsiteX653" fmla="*/ 1976676 w 6386648"/>
              <a:gd name="connsiteY653" fmla="*/ 1164498 h 1849426"/>
              <a:gd name="connsiteX654" fmla="*/ 1994700 w 6386648"/>
              <a:gd name="connsiteY654" fmla="*/ 1146474 h 1849426"/>
              <a:gd name="connsiteX655" fmla="*/ 1718326 w 6386648"/>
              <a:gd name="connsiteY655" fmla="*/ 1146474 h 1849426"/>
              <a:gd name="connsiteX656" fmla="*/ 1736351 w 6386648"/>
              <a:gd name="connsiteY656" fmla="*/ 1164498 h 1849426"/>
              <a:gd name="connsiteX657" fmla="*/ 1718326 w 6386648"/>
              <a:gd name="connsiteY657" fmla="*/ 1182523 h 1849426"/>
              <a:gd name="connsiteX658" fmla="*/ 1700302 w 6386648"/>
              <a:gd name="connsiteY658" fmla="*/ 1164498 h 1849426"/>
              <a:gd name="connsiteX659" fmla="*/ 1718326 w 6386648"/>
              <a:gd name="connsiteY659" fmla="*/ 1146474 h 1849426"/>
              <a:gd name="connsiteX660" fmla="*/ 1129529 w 6386648"/>
              <a:gd name="connsiteY660" fmla="*/ 1146474 h 1849426"/>
              <a:gd name="connsiteX661" fmla="*/ 1147554 w 6386648"/>
              <a:gd name="connsiteY661" fmla="*/ 1164498 h 1849426"/>
              <a:gd name="connsiteX662" fmla="*/ 1129529 w 6386648"/>
              <a:gd name="connsiteY662" fmla="*/ 1182523 h 1849426"/>
              <a:gd name="connsiteX663" fmla="*/ 1111505 w 6386648"/>
              <a:gd name="connsiteY663" fmla="*/ 1164498 h 1849426"/>
              <a:gd name="connsiteX664" fmla="*/ 1129529 w 6386648"/>
              <a:gd name="connsiteY664" fmla="*/ 1146474 h 1849426"/>
              <a:gd name="connsiteX665" fmla="*/ 498674 w 6386648"/>
              <a:gd name="connsiteY665" fmla="*/ 1140466 h 1849426"/>
              <a:gd name="connsiteX666" fmla="*/ 516699 w 6386648"/>
              <a:gd name="connsiteY666" fmla="*/ 1158490 h 1849426"/>
              <a:gd name="connsiteX667" fmla="*/ 498674 w 6386648"/>
              <a:gd name="connsiteY667" fmla="*/ 1176515 h 1849426"/>
              <a:gd name="connsiteX668" fmla="*/ 480650 w 6386648"/>
              <a:gd name="connsiteY668" fmla="*/ 1158490 h 1849426"/>
              <a:gd name="connsiteX669" fmla="*/ 498674 w 6386648"/>
              <a:gd name="connsiteY669" fmla="*/ 1140466 h 1849426"/>
              <a:gd name="connsiteX670" fmla="*/ 3707019 w 6386648"/>
              <a:gd name="connsiteY670" fmla="*/ 1134458 h 1849426"/>
              <a:gd name="connsiteX671" fmla="*/ 3725044 w 6386648"/>
              <a:gd name="connsiteY671" fmla="*/ 1152482 h 1849426"/>
              <a:gd name="connsiteX672" fmla="*/ 3707019 w 6386648"/>
              <a:gd name="connsiteY672" fmla="*/ 1170507 h 1849426"/>
              <a:gd name="connsiteX673" fmla="*/ 3688994 w 6386648"/>
              <a:gd name="connsiteY673" fmla="*/ 1152482 h 1849426"/>
              <a:gd name="connsiteX674" fmla="*/ 3707019 w 6386648"/>
              <a:gd name="connsiteY674" fmla="*/ 1134458 h 1849426"/>
              <a:gd name="connsiteX675" fmla="*/ 799081 w 6386648"/>
              <a:gd name="connsiteY675" fmla="*/ 1134458 h 1849426"/>
              <a:gd name="connsiteX676" fmla="*/ 817106 w 6386648"/>
              <a:gd name="connsiteY676" fmla="*/ 1152482 h 1849426"/>
              <a:gd name="connsiteX677" fmla="*/ 799081 w 6386648"/>
              <a:gd name="connsiteY677" fmla="*/ 1170507 h 1849426"/>
              <a:gd name="connsiteX678" fmla="*/ 781057 w 6386648"/>
              <a:gd name="connsiteY678" fmla="*/ 1152482 h 1849426"/>
              <a:gd name="connsiteX679" fmla="*/ 799081 w 6386648"/>
              <a:gd name="connsiteY679" fmla="*/ 1134458 h 1849426"/>
              <a:gd name="connsiteX680" fmla="*/ 384520 w 6386648"/>
              <a:gd name="connsiteY680" fmla="*/ 1134458 h 1849426"/>
              <a:gd name="connsiteX681" fmla="*/ 402545 w 6386648"/>
              <a:gd name="connsiteY681" fmla="*/ 1152482 h 1849426"/>
              <a:gd name="connsiteX682" fmla="*/ 384520 w 6386648"/>
              <a:gd name="connsiteY682" fmla="*/ 1170507 h 1849426"/>
              <a:gd name="connsiteX683" fmla="*/ 366496 w 6386648"/>
              <a:gd name="connsiteY683" fmla="*/ 1152482 h 1849426"/>
              <a:gd name="connsiteX684" fmla="*/ 384520 w 6386648"/>
              <a:gd name="connsiteY684" fmla="*/ 1134458 h 1849426"/>
              <a:gd name="connsiteX685" fmla="*/ 3935328 w 6386648"/>
              <a:gd name="connsiteY685" fmla="*/ 1128450 h 1849426"/>
              <a:gd name="connsiteX686" fmla="*/ 3953353 w 6386648"/>
              <a:gd name="connsiteY686" fmla="*/ 1146475 h 1849426"/>
              <a:gd name="connsiteX687" fmla="*/ 3935328 w 6386648"/>
              <a:gd name="connsiteY687" fmla="*/ 1164499 h 1849426"/>
              <a:gd name="connsiteX688" fmla="*/ 3917304 w 6386648"/>
              <a:gd name="connsiteY688" fmla="*/ 1146475 h 1849426"/>
              <a:gd name="connsiteX689" fmla="*/ 3935328 w 6386648"/>
              <a:gd name="connsiteY689" fmla="*/ 1128450 h 1849426"/>
              <a:gd name="connsiteX690" fmla="*/ 1514049 w 6386648"/>
              <a:gd name="connsiteY690" fmla="*/ 1128450 h 1849426"/>
              <a:gd name="connsiteX691" fmla="*/ 1532074 w 6386648"/>
              <a:gd name="connsiteY691" fmla="*/ 1146475 h 1849426"/>
              <a:gd name="connsiteX692" fmla="*/ 1514049 w 6386648"/>
              <a:gd name="connsiteY692" fmla="*/ 1164499 h 1849426"/>
              <a:gd name="connsiteX693" fmla="*/ 1496025 w 6386648"/>
              <a:gd name="connsiteY693" fmla="*/ 1146475 h 1849426"/>
              <a:gd name="connsiteX694" fmla="*/ 1514049 w 6386648"/>
              <a:gd name="connsiteY694" fmla="*/ 1128450 h 1849426"/>
              <a:gd name="connsiteX695" fmla="*/ 4650296 w 6386648"/>
              <a:gd name="connsiteY695" fmla="*/ 1122442 h 1849426"/>
              <a:gd name="connsiteX696" fmla="*/ 4668321 w 6386648"/>
              <a:gd name="connsiteY696" fmla="*/ 1140466 h 1849426"/>
              <a:gd name="connsiteX697" fmla="*/ 4650296 w 6386648"/>
              <a:gd name="connsiteY697" fmla="*/ 1158491 h 1849426"/>
              <a:gd name="connsiteX698" fmla="*/ 4632272 w 6386648"/>
              <a:gd name="connsiteY698" fmla="*/ 1140466 h 1849426"/>
              <a:gd name="connsiteX699" fmla="*/ 4650296 w 6386648"/>
              <a:gd name="connsiteY699" fmla="*/ 1122442 h 1849426"/>
              <a:gd name="connsiteX700" fmla="*/ 4073515 w 6386648"/>
              <a:gd name="connsiteY700" fmla="*/ 1122442 h 1849426"/>
              <a:gd name="connsiteX701" fmla="*/ 4091540 w 6386648"/>
              <a:gd name="connsiteY701" fmla="*/ 1140466 h 1849426"/>
              <a:gd name="connsiteX702" fmla="*/ 4073515 w 6386648"/>
              <a:gd name="connsiteY702" fmla="*/ 1158491 h 1849426"/>
              <a:gd name="connsiteX703" fmla="*/ 4055491 w 6386648"/>
              <a:gd name="connsiteY703" fmla="*/ 1140466 h 1849426"/>
              <a:gd name="connsiteX704" fmla="*/ 4073515 w 6386648"/>
              <a:gd name="connsiteY704" fmla="*/ 1122442 h 1849426"/>
              <a:gd name="connsiteX705" fmla="*/ 2475351 w 6386648"/>
              <a:gd name="connsiteY705" fmla="*/ 1122442 h 1849426"/>
              <a:gd name="connsiteX706" fmla="*/ 2493376 w 6386648"/>
              <a:gd name="connsiteY706" fmla="*/ 1140466 h 1849426"/>
              <a:gd name="connsiteX707" fmla="*/ 2475351 w 6386648"/>
              <a:gd name="connsiteY707" fmla="*/ 1158491 h 1849426"/>
              <a:gd name="connsiteX708" fmla="*/ 2457326 w 6386648"/>
              <a:gd name="connsiteY708" fmla="*/ 1140466 h 1849426"/>
              <a:gd name="connsiteX709" fmla="*/ 2475351 w 6386648"/>
              <a:gd name="connsiteY709" fmla="*/ 1122442 h 1849426"/>
              <a:gd name="connsiteX710" fmla="*/ 1393887 w 6386648"/>
              <a:gd name="connsiteY710" fmla="*/ 1122442 h 1849426"/>
              <a:gd name="connsiteX711" fmla="*/ 1411912 w 6386648"/>
              <a:gd name="connsiteY711" fmla="*/ 1140466 h 1849426"/>
              <a:gd name="connsiteX712" fmla="*/ 1393887 w 6386648"/>
              <a:gd name="connsiteY712" fmla="*/ 1158491 h 1849426"/>
              <a:gd name="connsiteX713" fmla="*/ 1375863 w 6386648"/>
              <a:gd name="connsiteY713" fmla="*/ 1140466 h 1849426"/>
              <a:gd name="connsiteX714" fmla="*/ 1393887 w 6386648"/>
              <a:gd name="connsiteY714" fmla="*/ 1122442 h 1849426"/>
              <a:gd name="connsiteX715" fmla="*/ 3058140 w 6386648"/>
              <a:gd name="connsiteY715" fmla="*/ 1116434 h 1849426"/>
              <a:gd name="connsiteX716" fmla="*/ 3076165 w 6386648"/>
              <a:gd name="connsiteY716" fmla="*/ 1134458 h 1849426"/>
              <a:gd name="connsiteX717" fmla="*/ 3058140 w 6386648"/>
              <a:gd name="connsiteY717" fmla="*/ 1152483 h 1849426"/>
              <a:gd name="connsiteX718" fmla="*/ 3040116 w 6386648"/>
              <a:gd name="connsiteY718" fmla="*/ 1134458 h 1849426"/>
              <a:gd name="connsiteX719" fmla="*/ 3058140 w 6386648"/>
              <a:gd name="connsiteY719" fmla="*/ 1116434 h 1849426"/>
              <a:gd name="connsiteX720" fmla="*/ 4800499 w 6386648"/>
              <a:gd name="connsiteY720" fmla="*/ 1092401 h 1849426"/>
              <a:gd name="connsiteX721" fmla="*/ 4818524 w 6386648"/>
              <a:gd name="connsiteY721" fmla="*/ 1110425 h 1849426"/>
              <a:gd name="connsiteX722" fmla="*/ 4800499 w 6386648"/>
              <a:gd name="connsiteY722" fmla="*/ 1128450 h 1849426"/>
              <a:gd name="connsiteX723" fmla="*/ 4782475 w 6386648"/>
              <a:gd name="connsiteY723" fmla="*/ 1110425 h 1849426"/>
              <a:gd name="connsiteX724" fmla="*/ 4800499 w 6386648"/>
              <a:gd name="connsiteY724" fmla="*/ 1092401 h 1849426"/>
              <a:gd name="connsiteX725" fmla="*/ 2349180 w 6386648"/>
              <a:gd name="connsiteY725" fmla="*/ 1092401 h 1849426"/>
              <a:gd name="connsiteX726" fmla="*/ 2367205 w 6386648"/>
              <a:gd name="connsiteY726" fmla="*/ 1110425 h 1849426"/>
              <a:gd name="connsiteX727" fmla="*/ 2349180 w 6386648"/>
              <a:gd name="connsiteY727" fmla="*/ 1128450 h 1849426"/>
              <a:gd name="connsiteX728" fmla="*/ 2331156 w 6386648"/>
              <a:gd name="connsiteY728" fmla="*/ 1110425 h 1849426"/>
              <a:gd name="connsiteX729" fmla="*/ 2349180 w 6386648"/>
              <a:gd name="connsiteY729" fmla="*/ 1092401 h 1849426"/>
              <a:gd name="connsiteX730" fmla="*/ 931260 w 6386648"/>
              <a:gd name="connsiteY730" fmla="*/ 1092401 h 1849426"/>
              <a:gd name="connsiteX731" fmla="*/ 949285 w 6386648"/>
              <a:gd name="connsiteY731" fmla="*/ 1110425 h 1849426"/>
              <a:gd name="connsiteX732" fmla="*/ 931260 w 6386648"/>
              <a:gd name="connsiteY732" fmla="*/ 1128450 h 1849426"/>
              <a:gd name="connsiteX733" fmla="*/ 913236 w 6386648"/>
              <a:gd name="connsiteY733" fmla="*/ 1110425 h 1849426"/>
              <a:gd name="connsiteX734" fmla="*/ 931260 w 6386648"/>
              <a:gd name="connsiteY734" fmla="*/ 1092401 h 1849426"/>
              <a:gd name="connsiteX735" fmla="*/ 4986752 w 6386648"/>
              <a:gd name="connsiteY735" fmla="*/ 1086393 h 1849426"/>
              <a:gd name="connsiteX736" fmla="*/ 5004777 w 6386648"/>
              <a:gd name="connsiteY736" fmla="*/ 1104417 h 1849426"/>
              <a:gd name="connsiteX737" fmla="*/ 4986752 w 6386648"/>
              <a:gd name="connsiteY737" fmla="*/ 1122442 h 1849426"/>
              <a:gd name="connsiteX738" fmla="*/ 4968728 w 6386648"/>
              <a:gd name="connsiteY738" fmla="*/ 1104417 h 1849426"/>
              <a:gd name="connsiteX739" fmla="*/ 4986752 w 6386648"/>
              <a:gd name="connsiteY739" fmla="*/ 1086393 h 1849426"/>
              <a:gd name="connsiteX740" fmla="*/ 3815165 w 6386648"/>
              <a:gd name="connsiteY740" fmla="*/ 1086393 h 1849426"/>
              <a:gd name="connsiteX741" fmla="*/ 3833190 w 6386648"/>
              <a:gd name="connsiteY741" fmla="*/ 1104417 h 1849426"/>
              <a:gd name="connsiteX742" fmla="*/ 3815165 w 6386648"/>
              <a:gd name="connsiteY742" fmla="*/ 1122442 h 1849426"/>
              <a:gd name="connsiteX743" fmla="*/ 3797141 w 6386648"/>
              <a:gd name="connsiteY743" fmla="*/ 1104417 h 1849426"/>
              <a:gd name="connsiteX744" fmla="*/ 3815165 w 6386648"/>
              <a:gd name="connsiteY744" fmla="*/ 1086393 h 1849426"/>
              <a:gd name="connsiteX745" fmla="*/ 3586856 w 6386648"/>
              <a:gd name="connsiteY745" fmla="*/ 1086393 h 1849426"/>
              <a:gd name="connsiteX746" fmla="*/ 3604881 w 6386648"/>
              <a:gd name="connsiteY746" fmla="*/ 1104417 h 1849426"/>
              <a:gd name="connsiteX747" fmla="*/ 3586856 w 6386648"/>
              <a:gd name="connsiteY747" fmla="*/ 1122442 h 1849426"/>
              <a:gd name="connsiteX748" fmla="*/ 3568831 w 6386648"/>
              <a:gd name="connsiteY748" fmla="*/ 1104417 h 1849426"/>
              <a:gd name="connsiteX749" fmla="*/ 3586856 w 6386648"/>
              <a:gd name="connsiteY749" fmla="*/ 1086393 h 1849426"/>
              <a:gd name="connsiteX750" fmla="*/ 3166287 w 6386648"/>
              <a:gd name="connsiteY750" fmla="*/ 1086393 h 1849426"/>
              <a:gd name="connsiteX751" fmla="*/ 3184312 w 6386648"/>
              <a:gd name="connsiteY751" fmla="*/ 1104417 h 1849426"/>
              <a:gd name="connsiteX752" fmla="*/ 3166287 w 6386648"/>
              <a:gd name="connsiteY752" fmla="*/ 1122442 h 1849426"/>
              <a:gd name="connsiteX753" fmla="*/ 3148262 w 6386648"/>
              <a:gd name="connsiteY753" fmla="*/ 1104417 h 1849426"/>
              <a:gd name="connsiteX754" fmla="*/ 3166287 w 6386648"/>
              <a:gd name="connsiteY754" fmla="*/ 1086393 h 1849426"/>
              <a:gd name="connsiteX755" fmla="*/ 2595514 w 6386648"/>
              <a:gd name="connsiteY755" fmla="*/ 1086393 h 1849426"/>
              <a:gd name="connsiteX756" fmla="*/ 2613539 w 6386648"/>
              <a:gd name="connsiteY756" fmla="*/ 1104417 h 1849426"/>
              <a:gd name="connsiteX757" fmla="*/ 2595514 w 6386648"/>
              <a:gd name="connsiteY757" fmla="*/ 1122442 h 1849426"/>
              <a:gd name="connsiteX758" fmla="*/ 2577489 w 6386648"/>
              <a:gd name="connsiteY758" fmla="*/ 1104417 h 1849426"/>
              <a:gd name="connsiteX759" fmla="*/ 2595514 w 6386648"/>
              <a:gd name="connsiteY759" fmla="*/ 1086393 h 1849426"/>
              <a:gd name="connsiteX760" fmla="*/ 1628204 w 6386648"/>
              <a:gd name="connsiteY760" fmla="*/ 1074377 h 1849426"/>
              <a:gd name="connsiteX761" fmla="*/ 1646229 w 6386648"/>
              <a:gd name="connsiteY761" fmla="*/ 1092401 h 1849426"/>
              <a:gd name="connsiteX762" fmla="*/ 1628204 w 6386648"/>
              <a:gd name="connsiteY762" fmla="*/ 1110426 h 1849426"/>
              <a:gd name="connsiteX763" fmla="*/ 1610180 w 6386648"/>
              <a:gd name="connsiteY763" fmla="*/ 1092401 h 1849426"/>
              <a:gd name="connsiteX764" fmla="*/ 1628204 w 6386648"/>
              <a:gd name="connsiteY764" fmla="*/ 1074377 h 1849426"/>
              <a:gd name="connsiteX765" fmla="*/ 642870 w 6386648"/>
              <a:gd name="connsiteY765" fmla="*/ 1074377 h 1849426"/>
              <a:gd name="connsiteX766" fmla="*/ 660895 w 6386648"/>
              <a:gd name="connsiteY766" fmla="*/ 1092401 h 1849426"/>
              <a:gd name="connsiteX767" fmla="*/ 642870 w 6386648"/>
              <a:gd name="connsiteY767" fmla="*/ 1110426 h 1849426"/>
              <a:gd name="connsiteX768" fmla="*/ 624846 w 6386648"/>
              <a:gd name="connsiteY768" fmla="*/ 1092401 h 1849426"/>
              <a:gd name="connsiteX769" fmla="*/ 642870 w 6386648"/>
              <a:gd name="connsiteY769" fmla="*/ 1074377 h 1849426"/>
              <a:gd name="connsiteX770" fmla="*/ 2925961 w 6386648"/>
              <a:gd name="connsiteY770" fmla="*/ 1068369 h 1849426"/>
              <a:gd name="connsiteX771" fmla="*/ 2943986 w 6386648"/>
              <a:gd name="connsiteY771" fmla="*/ 1086394 h 1849426"/>
              <a:gd name="connsiteX772" fmla="*/ 2925961 w 6386648"/>
              <a:gd name="connsiteY772" fmla="*/ 1104418 h 1849426"/>
              <a:gd name="connsiteX773" fmla="*/ 2907936 w 6386648"/>
              <a:gd name="connsiteY773" fmla="*/ 1086394 h 1849426"/>
              <a:gd name="connsiteX774" fmla="*/ 2925961 w 6386648"/>
              <a:gd name="connsiteY774" fmla="*/ 1068369 h 1849426"/>
              <a:gd name="connsiteX775" fmla="*/ 3424636 w 6386648"/>
              <a:gd name="connsiteY775" fmla="*/ 1062360 h 1849426"/>
              <a:gd name="connsiteX776" fmla="*/ 3442661 w 6386648"/>
              <a:gd name="connsiteY776" fmla="*/ 1080384 h 1849426"/>
              <a:gd name="connsiteX777" fmla="*/ 3424636 w 6386648"/>
              <a:gd name="connsiteY777" fmla="*/ 1098409 h 1849426"/>
              <a:gd name="connsiteX778" fmla="*/ 3406612 w 6386648"/>
              <a:gd name="connsiteY778" fmla="*/ 1080384 h 1849426"/>
              <a:gd name="connsiteX779" fmla="*/ 3424636 w 6386648"/>
              <a:gd name="connsiteY779" fmla="*/ 1062360 h 1849426"/>
              <a:gd name="connsiteX780" fmla="*/ 1249691 w 6386648"/>
              <a:gd name="connsiteY780" fmla="*/ 1062360 h 1849426"/>
              <a:gd name="connsiteX781" fmla="*/ 1267716 w 6386648"/>
              <a:gd name="connsiteY781" fmla="*/ 1080384 h 1849426"/>
              <a:gd name="connsiteX782" fmla="*/ 1249691 w 6386648"/>
              <a:gd name="connsiteY782" fmla="*/ 1098409 h 1849426"/>
              <a:gd name="connsiteX783" fmla="*/ 1231667 w 6386648"/>
              <a:gd name="connsiteY783" fmla="*/ 1080384 h 1849426"/>
              <a:gd name="connsiteX784" fmla="*/ 1249691 w 6386648"/>
              <a:gd name="connsiteY784" fmla="*/ 1062360 h 1849426"/>
              <a:gd name="connsiteX785" fmla="*/ 1075456 w 6386648"/>
              <a:gd name="connsiteY785" fmla="*/ 1062360 h 1849426"/>
              <a:gd name="connsiteX786" fmla="*/ 1093480 w 6386648"/>
              <a:gd name="connsiteY786" fmla="*/ 1080384 h 1849426"/>
              <a:gd name="connsiteX787" fmla="*/ 1075456 w 6386648"/>
              <a:gd name="connsiteY787" fmla="*/ 1098409 h 1849426"/>
              <a:gd name="connsiteX788" fmla="*/ 1057431 w 6386648"/>
              <a:gd name="connsiteY788" fmla="*/ 1080384 h 1849426"/>
              <a:gd name="connsiteX789" fmla="*/ 1075456 w 6386648"/>
              <a:gd name="connsiteY789" fmla="*/ 1062360 h 1849426"/>
              <a:gd name="connsiteX790" fmla="*/ 1928611 w 6386648"/>
              <a:gd name="connsiteY790" fmla="*/ 1056352 h 1849426"/>
              <a:gd name="connsiteX791" fmla="*/ 1946636 w 6386648"/>
              <a:gd name="connsiteY791" fmla="*/ 1074376 h 1849426"/>
              <a:gd name="connsiteX792" fmla="*/ 1928611 w 6386648"/>
              <a:gd name="connsiteY792" fmla="*/ 1092401 h 1849426"/>
              <a:gd name="connsiteX793" fmla="*/ 1910587 w 6386648"/>
              <a:gd name="connsiteY793" fmla="*/ 1074376 h 1849426"/>
              <a:gd name="connsiteX794" fmla="*/ 1928611 w 6386648"/>
              <a:gd name="connsiteY794" fmla="*/ 1056352 h 1849426"/>
              <a:gd name="connsiteX795" fmla="*/ 2709668 w 6386648"/>
              <a:gd name="connsiteY795" fmla="*/ 1044336 h 1849426"/>
              <a:gd name="connsiteX796" fmla="*/ 2727693 w 6386648"/>
              <a:gd name="connsiteY796" fmla="*/ 1062360 h 1849426"/>
              <a:gd name="connsiteX797" fmla="*/ 2709668 w 6386648"/>
              <a:gd name="connsiteY797" fmla="*/ 1080385 h 1849426"/>
              <a:gd name="connsiteX798" fmla="*/ 2691644 w 6386648"/>
              <a:gd name="connsiteY798" fmla="*/ 1062360 h 1849426"/>
              <a:gd name="connsiteX799" fmla="*/ 2709668 w 6386648"/>
              <a:gd name="connsiteY799" fmla="*/ 1044336 h 1849426"/>
              <a:gd name="connsiteX800" fmla="*/ 1784415 w 6386648"/>
              <a:gd name="connsiteY800" fmla="*/ 1044336 h 1849426"/>
              <a:gd name="connsiteX801" fmla="*/ 1802440 w 6386648"/>
              <a:gd name="connsiteY801" fmla="*/ 1062360 h 1849426"/>
              <a:gd name="connsiteX802" fmla="*/ 1784415 w 6386648"/>
              <a:gd name="connsiteY802" fmla="*/ 1080385 h 1849426"/>
              <a:gd name="connsiteX803" fmla="*/ 1766391 w 6386648"/>
              <a:gd name="connsiteY803" fmla="*/ 1062360 h 1849426"/>
              <a:gd name="connsiteX804" fmla="*/ 1784415 w 6386648"/>
              <a:gd name="connsiteY804" fmla="*/ 1044336 h 1849426"/>
              <a:gd name="connsiteX805" fmla="*/ 3292457 w 6386648"/>
              <a:gd name="connsiteY805" fmla="*/ 1038328 h 1849426"/>
              <a:gd name="connsiteX806" fmla="*/ 3310482 w 6386648"/>
              <a:gd name="connsiteY806" fmla="*/ 1056353 h 1849426"/>
              <a:gd name="connsiteX807" fmla="*/ 3292457 w 6386648"/>
              <a:gd name="connsiteY807" fmla="*/ 1074377 h 1849426"/>
              <a:gd name="connsiteX808" fmla="*/ 3274433 w 6386648"/>
              <a:gd name="connsiteY808" fmla="*/ 1056353 h 1849426"/>
              <a:gd name="connsiteX809" fmla="*/ 3292457 w 6386648"/>
              <a:gd name="connsiteY809" fmla="*/ 1038328 h 1849426"/>
              <a:gd name="connsiteX810" fmla="*/ 2198977 w 6386648"/>
              <a:gd name="connsiteY810" fmla="*/ 1038328 h 1849426"/>
              <a:gd name="connsiteX811" fmla="*/ 2217002 w 6386648"/>
              <a:gd name="connsiteY811" fmla="*/ 1056353 h 1849426"/>
              <a:gd name="connsiteX812" fmla="*/ 2198977 w 6386648"/>
              <a:gd name="connsiteY812" fmla="*/ 1074377 h 1849426"/>
              <a:gd name="connsiteX813" fmla="*/ 2180953 w 6386648"/>
              <a:gd name="connsiteY813" fmla="*/ 1056353 h 1849426"/>
              <a:gd name="connsiteX814" fmla="*/ 2198977 w 6386648"/>
              <a:gd name="connsiteY814" fmla="*/ 1038328 h 1849426"/>
              <a:gd name="connsiteX815" fmla="*/ 2078814 w 6386648"/>
              <a:gd name="connsiteY815" fmla="*/ 1032320 h 1849426"/>
              <a:gd name="connsiteX816" fmla="*/ 2096839 w 6386648"/>
              <a:gd name="connsiteY816" fmla="*/ 1050344 h 1849426"/>
              <a:gd name="connsiteX817" fmla="*/ 2078814 w 6386648"/>
              <a:gd name="connsiteY817" fmla="*/ 1068369 h 1849426"/>
              <a:gd name="connsiteX818" fmla="*/ 2060790 w 6386648"/>
              <a:gd name="connsiteY818" fmla="*/ 1050344 h 1849426"/>
              <a:gd name="connsiteX819" fmla="*/ 2078814 w 6386648"/>
              <a:gd name="connsiteY819" fmla="*/ 1032320 h 1849426"/>
              <a:gd name="connsiteX820" fmla="*/ 3983393 w 6386648"/>
              <a:gd name="connsiteY820" fmla="*/ 1026312 h 1849426"/>
              <a:gd name="connsiteX821" fmla="*/ 4001418 w 6386648"/>
              <a:gd name="connsiteY821" fmla="*/ 1044336 h 1849426"/>
              <a:gd name="connsiteX822" fmla="*/ 3983393 w 6386648"/>
              <a:gd name="connsiteY822" fmla="*/ 1062361 h 1849426"/>
              <a:gd name="connsiteX823" fmla="*/ 3965369 w 6386648"/>
              <a:gd name="connsiteY823" fmla="*/ 1044336 h 1849426"/>
              <a:gd name="connsiteX824" fmla="*/ 3983393 w 6386648"/>
              <a:gd name="connsiteY824" fmla="*/ 1026312 h 1849426"/>
              <a:gd name="connsiteX825" fmla="*/ 817106 w 6386648"/>
              <a:gd name="connsiteY825" fmla="*/ 1020304 h 1849426"/>
              <a:gd name="connsiteX826" fmla="*/ 829123 w 6386648"/>
              <a:gd name="connsiteY826" fmla="*/ 1032320 h 1849426"/>
              <a:gd name="connsiteX827" fmla="*/ 817106 w 6386648"/>
              <a:gd name="connsiteY827" fmla="*/ 1044336 h 1849426"/>
              <a:gd name="connsiteX828" fmla="*/ 805090 w 6386648"/>
              <a:gd name="connsiteY828" fmla="*/ 1032320 h 1849426"/>
              <a:gd name="connsiteX829" fmla="*/ 817106 w 6386648"/>
              <a:gd name="connsiteY829" fmla="*/ 1020304 h 1849426"/>
              <a:gd name="connsiteX830" fmla="*/ 2817815 w 6386648"/>
              <a:gd name="connsiteY830" fmla="*/ 1014295 h 1849426"/>
              <a:gd name="connsiteX831" fmla="*/ 2835840 w 6386648"/>
              <a:gd name="connsiteY831" fmla="*/ 1032319 h 1849426"/>
              <a:gd name="connsiteX832" fmla="*/ 2817815 w 6386648"/>
              <a:gd name="connsiteY832" fmla="*/ 1050344 h 1849426"/>
              <a:gd name="connsiteX833" fmla="*/ 2799791 w 6386648"/>
              <a:gd name="connsiteY833" fmla="*/ 1032319 h 1849426"/>
              <a:gd name="connsiteX834" fmla="*/ 2817815 w 6386648"/>
              <a:gd name="connsiteY834" fmla="*/ 1014295 h 1849426"/>
              <a:gd name="connsiteX835" fmla="*/ 2445310 w 6386648"/>
              <a:gd name="connsiteY835" fmla="*/ 1014295 h 1849426"/>
              <a:gd name="connsiteX836" fmla="*/ 2463335 w 6386648"/>
              <a:gd name="connsiteY836" fmla="*/ 1032319 h 1849426"/>
              <a:gd name="connsiteX837" fmla="*/ 2445310 w 6386648"/>
              <a:gd name="connsiteY837" fmla="*/ 1050344 h 1849426"/>
              <a:gd name="connsiteX838" fmla="*/ 2427285 w 6386648"/>
              <a:gd name="connsiteY838" fmla="*/ 1032319 h 1849426"/>
              <a:gd name="connsiteX839" fmla="*/ 2445310 w 6386648"/>
              <a:gd name="connsiteY839" fmla="*/ 1014295 h 1849426"/>
              <a:gd name="connsiteX840" fmla="*/ 420569 w 6386648"/>
              <a:gd name="connsiteY840" fmla="*/ 1014295 h 1849426"/>
              <a:gd name="connsiteX841" fmla="*/ 438594 w 6386648"/>
              <a:gd name="connsiteY841" fmla="*/ 1032319 h 1849426"/>
              <a:gd name="connsiteX842" fmla="*/ 420569 w 6386648"/>
              <a:gd name="connsiteY842" fmla="*/ 1050344 h 1849426"/>
              <a:gd name="connsiteX843" fmla="*/ 402545 w 6386648"/>
              <a:gd name="connsiteY843" fmla="*/ 1032319 h 1849426"/>
              <a:gd name="connsiteX844" fmla="*/ 420569 w 6386648"/>
              <a:gd name="connsiteY844" fmla="*/ 1014295 h 1849426"/>
              <a:gd name="connsiteX845" fmla="*/ 1520057 w 6386648"/>
              <a:gd name="connsiteY845" fmla="*/ 1008287 h 1849426"/>
              <a:gd name="connsiteX846" fmla="*/ 1538082 w 6386648"/>
              <a:gd name="connsiteY846" fmla="*/ 1026312 h 1849426"/>
              <a:gd name="connsiteX847" fmla="*/ 1520057 w 6386648"/>
              <a:gd name="connsiteY847" fmla="*/ 1044336 h 1849426"/>
              <a:gd name="connsiteX848" fmla="*/ 1502033 w 6386648"/>
              <a:gd name="connsiteY848" fmla="*/ 1026312 h 1849426"/>
              <a:gd name="connsiteX849" fmla="*/ 1520057 w 6386648"/>
              <a:gd name="connsiteY849" fmla="*/ 1008287 h 1849426"/>
              <a:gd name="connsiteX850" fmla="*/ 1387878 w 6386648"/>
              <a:gd name="connsiteY850" fmla="*/ 1008287 h 1849426"/>
              <a:gd name="connsiteX851" fmla="*/ 1405903 w 6386648"/>
              <a:gd name="connsiteY851" fmla="*/ 1026312 h 1849426"/>
              <a:gd name="connsiteX852" fmla="*/ 1387878 w 6386648"/>
              <a:gd name="connsiteY852" fmla="*/ 1044336 h 1849426"/>
              <a:gd name="connsiteX853" fmla="*/ 1369854 w 6386648"/>
              <a:gd name="connsiteY853" fmla="*/ 1026312 h 1849426"/>
              <a:gd name="connsiteX854" fmla="*/ 1387878 w 6386648"/>
              <a:gd name="connsiteY854" fmla="*/ 1008287 h 1849426"/>
              <a:gd name="connsiteX855" fmla="*/ 534724 w 6386648"/>
              <a:gd name="connsiteY855" fmla="*/ 1008287 h 1849426"/>
              <a:gd name="connsiteX856" fmla="*/ 552748 w 6386648"/>
              <a:gd name="connsiteY856" fmla="*/ 1026312 h 1849426"/>
              <a:gd name="connsiteX857" fmla="*/ 534724 w 6386648"/>
              <a:gd name="connsiteY857" fmla="*/ 1044336 h 1849426"/>
              <a:gd name="connsiteX858" fmla="*/ 516699 w 6386648"/>
              <a:gd name="connsiteY858" fmla="*/ 1026312 h 1849426"/>
              <a:gd name="connsiteX859" fmla="*/ 534724 w 6386648"/>
              <a:gd name="connsiteY859" fmla="*/ 1008287 h 1849426"/>
              <a:gd name="connsiteX860" fmla="*/ 3016083 w 6386648"/>
              <a:gd name="connsiteY860" fmla="*/ 1002279 h 1849426"/>
              <a:gd name="connsiteX861" fmla="*/ 3034108 w 6386648"/>
              <a:gd name="connsiteY861" fmla="*/ 1020303 h 1849426"/>
              <a:gd name="connsiteX862" fmla="*/ 3016083 w 6386648"/>
              <a:gd name="connsiteY862" fmla="*/ 1038328 h 1849426"/>
              <a:gd name="connsiteX863" fmla="*/ 2998058 w 6386648"/>
              <a:gd name="connsiteY863" fmla="*/ 1020303 h 1849426"/>
              <a:gd name="connsiteX864" fmla="*/ 3016083 w 6386648"/>
              <a:gd name="connsiteY864" fmla="*/ 1002279 h 1849426"/>
              <a:gd name="connsiteX865" fmla="*/ 294398 w 6386648"/>
              <a:gd name="connsiteY865" fmla="*/ 996271 h 1849426"/>
              <a:gd name="connsiteX866" fmla="*/ 312423 w 6386648"/>
              <a:gd name="connsiteY866" fmla="*/ 1014295 h 1849426"/>
              <a:gd name="connsiteX867" fmla="*/ 294398 w 6386648"/>
              <a:gd name="connsiteY867" fmla="*/ 1032320 h 1849426"/>
              <a:gd name="connsiteX868" fmla="*/ 276374 w 6386648"/>
              <a:gd name="connsiteY868" fmla="*/ 1014295 h 1849426"/>
              <a:gd name="connsiteX869" fmla="*/ 294398 w 6386648"/>
              <a:gd name="connsiteY869" fmla="*/ 996271 h 1849426"/>
              <a:gd name="connsiteX870" fmla="*/ 3676978 w 6386648"/>
              <a:gd name="connsiteY870" fmla="*/ 990263 h 1849426"/>
              <a:gd name="connsiteX871" fmla="*/ 3695003 w 6386648"/>
              <a:gd name="connsiteY871" fmla="*/ 1008287 h 1849426"/>
              <a:gd name="connsiteX872" fmla="*/ 3676978 w 6386648"/>
              <a:gd name="connsiteY872" fmla="*/ 1026312 h 1849426"/>
              <a:gd name="connsiteX873" fmla="*/ 3658953 w 6386648"/>
              <a:gd name="connsiteY873" fmla="*/ 1008287 h 1849426"/>
              <a:gd name="connsiteX874" fmla="*/ 3676978 w 6386648"/>
              <a:gd name="connsiteY874" fmla="*/ 990263 h 1849426"/>
              <a:gd name="connsiteX875" fmla="*/ 3544799 w 6386648"/>
              <a:gd name="connsiteY875" fmla="*/ 984255 h 1849426"/>
              <a:gd name="connsiteX876" fmla="*/ 3562824 w 6386648"/>
              <a:gd name="connsiteY876" fmla="*/ 1002279 h 1849426"/>
              <a:gd name="connsiteX877" fmla="*/ 3544799 w 6386648"/>
              <a:gd name="connsiteY877" fmla="*/ 1020304 h 1849426"/>
              <a:gd name="connsiteX878" fmla="*/ 3526775 w 6386648"/>
              <a:gd name="connsiteY878" fmla="*/ 1002279 h 1849426"/>
              <a:gd name="connsiteX879" fmla="*/ 3544799 w 6386648"/>
              <a:gd name="connsiteY879" fmla="*/ 984255 h 1849426"/>
              <a:gd name="connsiteX880" fmla="*/ 708959 w 6386648"/>
              <a:gd name="connsiteY880" fmla="*/ 984255 h 1849426"/>
              <a:gd name="connsiteX881" fmla="*/ 726984 w 6386648"/>
              <a:gd name="connsiteY881" fmla="*/ 1002279 h 1849426"/>
              <a:gd name="connsiteX882" fmla="*/ 708959 w 6386648"/>
              <a:gd name="connsiteY882" fmla="*/ 1020304 h 1849426"/>
              <a:gd name="connsiteX883" fmla="*/ 690935 w 6386648"/>
              <a:gd name="connsiteY883" fmla="*/ 1002279 h 1849426"/>
              <a:gd name="connsiteX884" fmla="*/ 708959 w 6386648"/>
              <a:gd name="connsiteY884" fmla="*/ 984255 h 1849426"/>
              <a:gd name="connsiteX885" fmla="*/ 3803149 w 6386648"/>
              <a:gd name="connsiteY885" fmla="*/ 978247 h 1849426"/>
              <a:gd name="connsiteX886" fmla="*/ 3821174 w 6386648"/>
              <a:gd name="connsiteY886" fmla="*/ 996272 h 1849426"/>
              <a:gd name="connsiteX887" fmla="*/ 3803149 w 6386648"/>
              <a:gd name="connsiteY887" fmla="*/ 1014296 h 1849426"/>
              <a:gd name="connsiteX888" fmla="*/ 3785125 w 6386648"/>
              <a:gd name="connsiteY888" fmla="*/ 996272 h 1849426"/>
              <a:gd name="connsiteX889" fmla="*/ 3803149 w 6386648"/>
              <a:gd name="connsiteY889" fmla="*/ 978247 h 1849426"/>
              <a:gd name="connsiteX890" fmla="*/ 1003358 w 6386648"/>
              <a:gd name="connsiteY890" fmla="*/ 978247 h 1849426"/>
              <a:gd name="connsiteX891" fmla="*/ 1021383 w 6386648"/>
              <a:gd name="connsiteY891" fmla="*/ 996272 h 1849426"/>
              <a:gd name="connsiteX892" fmla="*/ 1003358 w 6386648"/>
              <a:gd name="connsiteY892" fmla="*/ 1014296 h 1849426"/>
              <a:gd name="connsiteX893" fmla="*/ 985334 w 6386648"/>
              <a:gd name="connsiteY893" fmla="*/ 996272 h 1849426"/>
              <a:gd name="connsiteX894" fmla="*/ 1003358 w 6386648"/>
              <a:gd name="connsiteY894" fmla="*/ 978247 h 1849426"/>
              <a:gd name="connsiteX895" fmla="*/ 3196327 w 6386648"/>
              <a:gd name="connsiteY895" fmla="*/ 972238 h 1849426"/>
              <a:gd name="connsiteX896" fmla="*/ 3214352 w 6386648"/>
              <a:gd name="connsiteY896" fmla="*/ 990262 h 1849426"/>
              <a:gd name="connsiteX897" fmla="*/ 3196327 w 6386648"/>
              <a:gd name="connsiteY897" fmla="*/ 1008287 h 1849426"/>
              <a:gd name="connsiteX898" fmla="*/ 3178302 w 6386648"/>
              <a:gd name="connsiteY898" fmla="*/ 990262 h 1849426"/>
              <a:gd name="connsiteX899" fmla="*/ 3196327 w 6386648"/>
              <a:gd name="connsiteY899" fmla="*/ 972238 h 1849426"/>
              <a:gd name="connsiteX900" fmla="*/ 1183602 w 6386648"/>
              <a:gd name="connsiteY900" fmla="*/ 972238 h 1849426"/>
              <a:gd name="connsiteX901" fmla="*/ 1201627 w 6386648"/>
              <a:gd name="connsiteY901" fmla="*/ 990262 h 1849426"/>
              <a:gd name="connsiteX902" fmla="*/ 1183602 w 6386648"/>
              <a:gd name="connsiteY902" fmla="*/ 1008287 h 1849426"/>
              <a:gd name="connsiteX903" fmla="*/ 1165578 w 6386648"/>
              <a:gd name="connsiteY903" fmla="*/ 990262 h 1849426"/>
              <a:gd name="connsiteX904" fmla="*/ 1183602 w 6386648"/>
              <a:gd name="connsiteY904" fmla="*/ 972238 h 1849426"/>
              <a:gd name="connsiteX905" fmla="*/ 2271074 w 6386648"/>
              <a:gd name="connsiteY905" fmla="*/ 960222 h 1849426"/>
              <a:gd name="connsiteX906" fmla="*/ 2289099 w 6386648"/>
              <a:gd name="connsiteY906" fmla="*/ 978246 h 1849426"/>
              <a:gd name="connsiteX907" fmla="*/ 2271074 w 6386648"/>
              <a:gd name="connsiteY907" fmla="*/ 996271 h 1849426"/>
              <a:gd name="connsiteX908" fmla="*/ 2253050 w 6386648"/>
              <a:gd name="connsiteY908" fmla="*/ 978246 h 1849426"/>
              <a:gd name="connsiteX909" fmla="*/ 2271074 w 6386648"/>
              <a:gd name="connsiteY909" fmla="*/ 960222 h 1849426"/>
              <a:gd name="connsiteX910" fmla="*/ 1658245 w 6386648"/>
              <a:gd name="connsiteY910" fmla="*/ 960222 h 1849426"/>
              <a:gd name="connsiteX911" fmla="*/ 1676270 w 6386648"/>
              <a:gd name="connsiteY911" fmla="*/ 978246 h 1849426"/>
              <a:gd name="connsiteX912" fmla="*/ 1658245 w 6386648"/>
              <a:gd name="connsiteY912" fmla="*/ 996271 h 1849426"/>
              <a:gd name="connsiteX913" fmla="*/ 1640221 w 6386648"/>
              <a:gd name="connsiteY913" fmla="*/ 978246 h 1849426"/>
              <a:gd name="connsiteX914" fmla="*/ 1658245 w 6386648"/>
              <a:gd name="connsiteY914" fmla="*/ 960222 h 1849426"/>
              <a:gd name="connsiteX915" fmla="*/ 1958651 w 6386648"/>
              <a:gd name="connsiteY915" fmla="*/ 954214 h 1849426"/>
              <a:gd name="connsiteX916" fmla="*/ 1976676 w 6386648"/>
              <a:gd name="connsiteY916" fmla="*/ 972238 h 1849426"/>
              <a:gd name="connsiteX917" fmla="*/ 1958651 w 6386648"/>
              <a:gd name="connsiteY917" fmla="*/ 990263 h 1849426"/>
              <a:gd name="connsiteX918" fmla="*/ 1940627 w 6386648"/>
              <a:gd name="connsiteY918" fmla="*/ 972238 h 1849426"/>
              <a:gd name="connsiteX919" fmla="*/ 1958651 w 6386648"/>
              <a:gd name="connsiteY919" fmla="*/ 954214 h 1849426"/>
              <a:gd name="connsiteX920" fmla="*/ 2631562 w 6386648"/>
              <a:gd name="connsiteY920" fmla="*/ 948206 h 1849426"/>
              <a:gd name="connsiteX921" fmla="*/ 2649587 w 6386648"/>
              <a:gd name="connsiteY921" fmla="*/ 966231 h 1849426"/>
              <a:gd name="connsiteX922" fmla="*/ 2631562 w 6386648"/>
              <a:gd name="connsiteY922" fmla="*/ 984255 h 1849426"/>
              <a:gd name="connsiteX923" fmla="*/ 2613538 w 6386648"/>
              <a:gd name="connsiteY923" fmla="*/ 966231 h 1849426"/>
              <a:gd name="connsiteX924" fmla="*/ 2631562 w 6386648"/>
              <a:gd name="connsiteY924" fmla="*/ 948206 h 1849426"/>
              <a:gd name="connsiteX925" fmla="*/ 1838489 w 6386648"/>
              <a:gd name="connsiteY925" fmla="*/ 948206 h 1849426"/>
              <a:gd name="connsiteX926" fmla="*/ 1856514 w 6386648"/>
              <a:gd name="connsiteY926" fmla="*/ 966231 h 1849426"/>
              <a:gd name="connsiteX927" fmla="*/ 1838489 w 6386648"/>
              <a:gd name="connsiteY927" fmla="*/ 984255 h 1849426"/>
              <a:gd name="connsiteX928" fmla="*/ 1820465 w 6386648"/>
              <a:gd name="connsiteY928" fmla="*/ 966231 h 1849426"/>
              <a:gd name="connsiteX929" fmla="*/ 1838489 w 6386648"/>
              <a:gd name="connsiteY929" fmla="*/ 948206 h 1849426"/>
              <a:gd name="connsiteX930" fmla="*/ 3430644 w 6386648"/>
              <a:gd name="connsiteY930" fmla="*/ 942198 h 1849426"/>
              <a:gd name="connsiteX931" fmla="*/ 3448669 w 6386648"/>
              <a:gd name="connsiteY931" fmla="*/ 960222 h 1849426"/>
              <a:gd name="connsiteX932" fmla="*/ 3430644 w 6386648"/>
              <a:gd name="connsiteY932" fmla="*/ 978247 h 1849426"/>
              <a:gd name="connsiteX933" fmla="*/ 3412620 w 6386648"/>
              <a:gd name="connsiteY933" fmla="*/ 960222 h 1849426"/>
              <a:gd name="connsiteX934" fmla="*/ 3430644 w 6386648"/>
              <a:gd name="connsiteY934" fmla="*/ 942198 h 1849426"/>
              <a:gd name="connsiteX935" fmla="*/ 2529424 w 6386648"/>
              <a:gd name="connsiteY935" fmla="*/ 942198 h 1849426"/>
              <a:gd name="connsiteX936" fmla="*/ 2547449 w 6386648"/>
              <a:gd name="connsiteY936" fmla="*/ 960222 h 1849426"/>
              <a:gd name="connsiteX937" fmla="*/ 2529424 w 6386648"/>
              <a:gd name="connsiteY937" fmla="*/ 978247 h 1849426"/>
              <a:gd name="connsiteX938" fmla="*/ 2511400 w 6386648"/>
              <a:gd name="connsiteY938" fmla="*/ 960222 h 1849426"/>
              <a:gd name="connsiteX939" fmla="*/ 2529424 w 6386648"/>
              <a:gd name="connsiteY939" fmla="*/ 942198 h 1849426"/>
              <a:gd name="connsiteX940" fmla="*/ 889203 w 6386648"/>
              <a:gd name="connsiteY940" fmla="*/ 942198 h 1849426"/>
              <a:gd name="connsiteX941" fmla="*/ 907228 w 6386648"/>
              <a:gd name="connsiteY941" fmla="*/ 960222 h 1849426"/>
              <a:gd name="connsiteX942" fmla="*/ 889203 w 6386648"/>
              <a:gd name="connsiteY942" fmla="*/ 978247 h 1849426"/>
              <a:gd name="connsiteX943" fmla="*/ 871179 w 6386648"/>
              <a:gd name="connsiteY943" fmla="*/ 960222 h 1849426"/>
              <a:gd name="connsiteX944" fmla="*/ 889203 w 6386648"/>
              <a:gd name="connsiteY944" fmla="*/ 942198 h 1849426"/>
              <a:gd name="connsiteX945" fmla="*/ 3935328 w 6386648"/>
              <a:gd name="connsiteY945" fmla="*/ 936190 h 1849426"/>
              <a:gd name="connsiteX946" fmla="*/ 3953353 w 6386648"/>
              <a:gd name="connsiteY946" fmla="*/ 954214 h 1849426"/>
              <a:gd name="connsiteX947" fmla="*/ 3935328 w 6386648"/>
              <a:gd name="connsiteY947" fmla="*/ 972239 h 1849426"/>
              <a:gd name="connsiteX948" fmla="*/ 3917304 w 6386648"/>
              <a:gd name="connsiteY948" fmla="*/ 954214 h 1849426"/>
              <a:gd name="connsiteX949" fmla="*/ 3935328 w 6386648"/>
              <a:gd name="connsiteY949" fmla="*/ 936190 h 1849426"/>
              <a:gd name="connsiteX950" fmla="*/ 1303765 w 6386648"/>
              <a:gd name="connsiteY950" fmla="*/ 936190 h 1849426"/>
              <a:gd name="connsiteX951" fmla="*/ 1321790 w 6386648"/>
              <a:gd name="connsiteY951" fmla="*/ 954214 h 1849426"/>
              <a:gd name="connsiteX952" fmla="*/ 1303765 w 6386648"/>
              <a:gd name="connsiteY952" fmla="*/ 972239 h 1849426"/>
              <a:gd name="connsiteX953" fmla="*/ 1285741 w 6386648"/>
              <a:gd name="connsiteY953" fmla="*/ 954214 h 1849426"/>
              <a:gd name="connsiteX954" fmla="*/ 1303765 w 6386648"/>
              <a:gd name="connsiteY954" fmla="*/ 936190 h 1849426"/>
              <a:gd name="connsiteX955" fmla="*/ 600813 w 6386648"/>
              <a:gd name="connsiteY955" fmla="*/ 924173 h 1849426"/>
              <a:gd name="connsiteX956" fmla="*/ 618838 w 6386648"/>
              <a:gd name="connsiteY956" fmla="*/ 942197 h 1849426"/>
              <a:gd name="connsiteX957" fmla="*/ 600813 w 6386648"/>
              <a:gd name="connsiteY957" fmla="*/ 960222 h 1849426"/>
              <a:gd name="connsiteX958" fmla="*/ 582789 w 6386648"/>
              <a:gd name="connsiteY958" fmla="*/ 942197 h 1849426"/>
              <a:gd name="connsiteX959" fmla="*/ 600813 w 6386648"/>
              <a:gd name="connsiteY959" fmla="*/ 924173 h 1849426"/>
              <a:gd name="connsiteX960" fmla="*/ 3088181 w 6386648"/>
              <a:gd name="connsiteY960" fmla="*/ 918165 h 1849426"/>
              <a:gd name="connsiteX961" fmla="*/ 3106206 w 6386648"/>
              <a:gd name="connsiteY961" fmla="*/ 936190 h 1849426"/>
              <a:gd name="connsiteX962" fmla="*/ 3088181 w 6386648"/>
              <a:gd name="connsiteY962" fmla="*/ 954214 h 1849426"/>
              <a:gd name="connsiteX963" fmla="*/ 3070157 w 6386648"/>
              <a:gd name="connsiteY963" fmla="*/ 936190 h 1849426"/>
              <a:gd name="connsiteX964" fmla="*/ 3088181 w 6386648"/>
              <a:gd name="connsiteY964" fmla="*/ 918165 h 1849426"/>
              <a:gd name="connsiteX965" fmla="*/ 2883904 w 6386648"/>
              <a:gd name="connsiteY965" fmla="*/ 918165 h 1849426"/>
              <a:gd name="connsiteX966" fmla="*/ 2901929 w 6386648"/>
              <a:gd name="connsiteY966" fmla="*/ 936190 h 1849426"/>
              <a:gd name="connsiteX967" fmla="*/ 2883904 w 6386648"/>
              <a:gd name="connsiteY967" fmla="*/ 954214 h 1849426"/>
              <a:gd name="connsiteX968" fmla="*/ 2865880 w 6386648"/>
              <a:gd name="connsiteY968" fmla="*/ 936190 h 1849426"/>
              <a:gd name="connsiteX969" fmla="*/ 2883904 w 6386648"/>
              <a:gd name="connsiteY969" fmla="*/ 918165 h 1849426"/>
              <a:gd name="connsiteX970" fmla="*/ 2379221 w 6386648"/>
              <a:gd name="connsiteY970" fmla="*/ 918165 h 1849426"/>
              <a:gd name="connsiteX971" fmla="*/ 2397246 w 6386648"/>
              <a:gd name="connsiteY971" fmla="*/ 936190 h 1849426"/>
              <a:gd name="connsiteX972" fmla="*/ 2379221 w 6386648"/>
              <a:gd name="connsiteY972" fmla="*/ 954214 h 1849426"/>
              <a:gd name="connsiteX973" fmla="*/ 2361197 w 6386648"/>
              <a:gd name="connsiteY973" fmla="*/ 936190 h 1849426"/>
              <a:gd name="connsiteX974" fmla="*/ 2379221 w 6386648"/>
              <a:gd name="connsiteY974" fmla="*/ 918165 h 1849426"/>
              <a:gd name="connsiteX975" fmla="*/ 2120871 w 6386648"/>
              <a:gd name="connsiteY975" fmla="*/ 918165 h 1849426"/>
              <a:gd name="connsiteX976" fmla="*/ 2138896 w 6386648"/>
              <a:gd name="connsiteY976" fmla="*/ 936190 h 1849426"/>
              <a:gd name="connsiteX977" fmla="*/ 2120871 w 6386648"/>
              <a:gd name="connsiteY977" fmla="*/ 954214 h 1849426"/>
              <a:gd name="connsiteX978" fmla="*/ 2102847 w 6386648"/>
              <a:gd name="connsiteY978" fmla="*/ 936190 h 1849426"/>
              <a:gd name="connsiteX979" fmla="*/ 2120871 w 6386648"/>
              <a:gd name="connsiteY979" fmla="*/ 918165 h 1849426"/>
              <a:gd name="connsiteX980" fmla="*/ 3328506 w 6386648"/>
              <a:gd name="connsiteY980" fmla="*/ 906149 h 1849426"/>
              <a:gd name="connsiteX981" fmla="*/ 3346531 w 6386648"/>
              <a:gd name="connsiteY981" fmla="*/ 924173 h 1849426"/>
              <a:gd name="connsiteX982" fmla="*/ 3328506 w 6386648"/>
              <a:gd name="connsiteY982" fmla="*/ 942198 h 1849426"/>
              <a:gd name="connsiteX983" fmla="*/ 3310482 w 6386648"/>
              <a:gd name="connsiteY983" fmla="*/ 924173 h 1849426"/>
              <a:gd name="connsiteX984" fmla="*/ 3328506 w 6386648"/>
              <a:gd name="connsiteY984" fmla="*/ 906149 h 1849426"/>
              <a:gd name="connsiteX985" fmla="*/ 1508041 w 6386648"/>
              <a:gd name="connsiteY985" fmla="*/ 900141 h 1849426"/>
              <a:gd name="connsiteX986" fmla="*/ 1526066 w 6386648"/>
              <a:gd name="connsiteY986" fmla="*/ 918165 h 1849426"/>
              <a:gd name="connsiteX987" fmla="*/ 1508041 w 6386648"/>
              <a:gd name="connsiteY987" fmla="*/ 936190 h 1849426"/>
              <a:gd name="connsiteX988" fmla="*/ 1490017 w 6386648"/>
              <a:gd name="connsiteY988" fmla="*/ 918165 h 1849426"/>
              <a:gd name="connsiteX989" fmla="*/ 1508041 w 6386648"/>
              <a:gd name="connsiteY989" fmla="*/ 900141 h 1849426"/>
              <a:gd name="connsiteX990" fmla="*/ 2739709 w 6386648"/>
              <a:gd name="connsiteY990" fmla="*/ 894133 h 1849426"/>
              <a:gd name="connsiteX991" fmla="*/ 2757734 w 6386648"/>
              <a:gd name="connsiteY991" fmla="*/ 912157 h 1849426"/>
              <a:gd name="connsiteX992" fmla="*/ 2739709 w 6386648"/>
              <a:gd name="connsiteY992" fmla="*/ 930182 h 1849426"/>
              <a:gd name="connsiteX993" fmla="*/ 2721685 w 6386648"/>
              <a:gd name="connsiteY993" fmla="*/ 912157 h 1849426"/>
              <a:gd name="connsiteX994" fmla="*/ 2739709 w 6386648"/>
              <a:gd name="connsiteY994" fmla="*/ 894133 h 1849426"/>
              <a:gd name="connsiteX995" fmla="*/ 360487 w 6386648"/>
              <a:gd name="connsiteY995" fmla="*/ 894133 h 1849426"/>
              <a:gd name="connsiteX996" fmla="*/ 378512 w 6386648"/>
              <a:gd name="connsiteY996" fmla="*/ 912157 h 1849426"/>
              <a:gd name="connsiteX997" fmla="*/ 360487 w 6386648"/>
              <a:gd name="connsiteY997" fmla="*/ 930182 h 1849426"/>
              <a:gd name="connsiteX998" fmla="*/ 342463 w 6386648"/>
              <a:gd name="connsiteY998" fmla="*/ 912157 h 1849426"/>
              <a:gd name="connsiteX999" fmla="*/ 360487 w 6386648"/>
              <a:gd name="connsiteY999" fmla="*/ 894133 h 1849426"/>
              <a:gd name="connsiteX1000" fmla="*/ 1093480 w 6386648"/>
              <a:gd name="connsiteY1000" fmla="*/ 888125 h 1849426"/>
              <a:gd name="connsiteX1001" fmla="*/ 1111505 w 6386648"/>
              <a:gd name="connsiteY1001" fmla="*/ 906150 h 1849426"/>
              <a:gd name="connsiteX1002" fmla="*/ 1093480 w 6386648"/>
              <a:gd name="connsiteY1002" fmla="*/ 924174 h 1849426"/>
              <a:gd name="connsiteX1003" fmla="*/ 1075456 w 6386648"/>
              <a:gd name="connsiteY1003" fmla="*/ 906150 h 1849426"/>
              <a:gd name="connsiteX1004" fmla="*/ 1093480 w 6386648"/>
              <a:gd name="connsiteY1004" fmla="*/ 888125 h 1849426"/>
              <a:gd name="connsiteX1005" fmla="*/ 3707019 w 6386648"/>
              <a:gd name="connsiteY1005" fmla="*/ 882116 h 1849426"/>
              <a:gd name="connsiteX1006" fmla="*/ 3725044 w 6386648"/>
              <a:gd name="connsiteY1006" fmla="*/ 900140 h 1849426"/>
              <a:gd name="connsiteX1007" fmla="*/ 3707019 w 6386648"/>
              <a:gd name="connsiteY1007" fmla="*/ 918165 h 1849426"/>
              <a:gd name="connsiteX1008" fmla="*/ 3688994 w 6386648"/>
              <a:gd name="connsiteY1008" fmla="*/ 900140 h 1849426"/>
              <a:gd name="connsiteX1009" fmla="*/ 3707019 w 6386648"/>
              <a:gd name="connsiteY1009" fmla="*/ 882116 h 1849426"/>
              <a:gd name="connsiteX1010" fmla="*/ 1742358 w 6386648"/>
              <a:gd name="connsiteY1010" fmla="*/ 882116 h 1849426"/>
              <a:gd name="connsiteX1011" fmla="*/ 1760383 w 6386648"/>
              <a:gd name="connsiteY1011" fmla="*/ 900140 h 1849426"/>
              <a:gd name="connsiteX1012" fmla="*/ 1742358 w 6386648"/>
              <a:gd name="connsiteY1012" fmla="*/ 918165 h 1849426"/>
              <a:gd name="connsiteX1013" fmla="*/ 1724334 w 6386648"/>
              <a:gd name="connsiteY1013" fmla="*/ 900140 h 1849426"/>
              <a:gd name="connsiteX1014" fmla="*/ 1742358 w 6386648"/>
              <a:gd name="connsiteY1014" fmla="*/ 882116 h 1849426"/>
              <a:gd name="connsiteX1015" fmla="*/ 757024 w 6386648"/>
              <a:gd name="connsiteY1015" fmla="*/ 876108 h 1849426"/>
              <a:gd name="connsiteX1016" fmla="*/ 775049 w 6386648"/>
              <a:gd name="connsiteY1016" fmla="*/ 894132 h 1849426"/>
              <a:gd name="connsiteX1017" fmla="*/ 757024 w 6386648"/>
              <a:gd name="connsiteY1017" fmla="*/ 912157 h 1849426"/>
              <a:gd name="connsiteX1018" fmla="*/ 739000 w 6386648"/>
              <a:gd name="connsiteY1018" fmla="*/ 894132 h 1849426"/>
              <a:gd name="connsiteX1019" fmla="*/ 757024 w 6386648"/>
              <a:gd name="connsiteY1019" fmla="*/ 876108 h 1849426"/>
              <a:gd name="connsiteX1020" fmla="*/ 6104265 w 6386648"/>
              <a:gd name="connsiteY1020" fmla="*/ 870100 h 1849426"/>
              <a:gd name="connsiteX1021" fmla="*/ 6122290 w 6386648"/>
              <a:gd name="connsiteY1021" fmla="*/ 888124 h 1849426"/>
              <a:gd name="connsiteX1022" fmla="*/ 6104265 w 6386648"/>
              <a:gd name="connsiteY1022" fmla="*/ 906149 h 1849426"/>
              <a:gd name="connsiteX1023" fmla="*/ 6086241 w 6386648"/>
              <a:gd name="connsiteY1023" fmla="*/ 888124 h 1849426"/>
              <a:gd name="connsiteX1024" fmla="*/ 6104265 w 6386648"/>
              <a:gd name="connsiteY1024" fmla="*/ 870100 h 1849426"/>
              <a:gd name="connsiteX1025" fmla="*/ 474642 w 6386648"/>
              <a:gd name="connsiteY1025" fmla="*/ 870100 h 1849426"/>
              <a:gd name="connsiteX1026" fmla="*/ 492667 w 6386648"/>
              <a:gd name="connsiteY1026" fmla="*/ 888124 h 1849426"/>
              <a:gd name="connsiteX1027" fmla="*/ 474642 w 6386648"/>
              <a:gd name="connsiteY1027" fmla="*/ 906149 h 1849426"/>
              <a:gd name="connsiteX1028" fmla="*/ 456618 w 6386648"/>
              <a:gd name="connsiteY1028" fmla="*/ 888124 h 1849426"/>
              <a:gd name="connsiteX1029" fmla="*/ 474642 w 6386648"/>
              <a:gd name="connsiteY1029" fmla="*/ 870100 h 1849426"/>
              <a:gd name="connsiteX1030" fmla="*/ 3568832 w 6386648"/>
              <a:gd name="connsiteY1030" fmla="*/ 864092 h 1849426"/>
              <a:gd name="connsiteX1031" fmla="*/ 3586857 w 6386648"/>
              <a:gd name="connsiteY1031" fmla="*/ 882116 h 1849426"/>
              <a:gd name="connsiteX1032" fmla="*/ 3568832 w 6386648"/>
              <a:gd name="connsiteY1032" fmla="*/ 900141 h 1849426"/>
              <a:gd name="connsiteX1033" fmla="*/ 3550808 w 6386648"/>
              <a:gd name="connsiteY1033" fmla="*/ 882116 h 1849426"/>
              <a:gd name="connsiteX1034" fmla="*/ 3568832 w 6386648"/>
              <a:gd name="connsiteY1034" fmla="*/ 864092 h 1849426"/>
              <a:gd name="connsiteX1035" fmla="*/ 2980034 w 6386648"/>
              <a:gd name="connsiteY1035" fmla="*/ 864092 h 1849426"/>
              <a:gd name="connsiteX1036" fmla="*/ 2998059 w 6386648"/>
              <a:gd name="connsiteY1036" fmla="*/ 882116 h 1849426"/>
              <a:gd name="connsiteX1037" fmla="*/ 2980034 w 6386648"/>
              <a:gd name="connsiteY1037" fmla="*/ 900141 h 1849426"/>
              <a:gd name="connsiteX1038" fmla="*/ 2962010 w 6386648"/>
              <a:gd name="connsiteY1038" fmla="*/ 882116 h 1849426"/>
              <a:gd name="connsiteX1039" fmla="*/ 2980034 w 6386648"/>
              <a:gd name="connsiteY1039" fmla="*/ 864092 h 1849426"/>
              <a:gd name="connsiteX1040" fmla="*/ 2012725 w 6386648"/>
              <a:gd name="connsiteY1040" fmla="*/ 864092 h 1849426"/>
              <a:gd name="connsiteX1041" fmla="*/ 2030750 w 6386648"/>
              <a:gd name="connsiteY1041" fmla="*/ 882116 h 1849426"/>
              <a:gd name="connsiteX1042" fmla="*/ 2012725 w 6386648"/>
              <a:gd name="connsiteY1042" fmla="*/ 900141 h 1849426"/>
              <a:gd name="connsiteX1043" fmla="*/ 1994701 w 6386648"/>
              <a:gd name="connsiteY1043" fmla="*/ 882116 h 1849426"/>
              <a:gd name="connsiteX1044" fmla="*/ 2012725 w 6386648"/>
              <a:gd name="connsiteY1044" fmla="*/ 864092 h 1849426"/>
              <a:gd name="connsiteX1045" fmla="*/ 3857222 w 6386648"/>
              <a:gd name="connsiteY1045" fmla="*/ 858084 h 1849426"/>
              <a:gd name="connsiteX1046" fmla="*/ 3875247 w 6386648"/>
              <a:gd name="connsiteY1046" fmla="*/ 876109 h 1849426"/>
              <a:gd name="connsiteX1047" fmla="*/ 3857222 w 6386648"/>
              <a:gd name="connsiteY1047" fmla="*/ 894133 h 1849426"/>
              <a:gd name="connsiteX1048" fmla="*/ 3839197 w 6386648"/>
              <a:gd name="connsiteY1048" fmla="*/ 876109 h 1849426"/>
              <a:gd name="connsiteX1049" fmla="*/ 3857222 w 6386648"/>
              <a:gd name="connsiteY1049" fmla="*/ 858084 h 1849426"/>
              <a:gd name="connsiteX1050" fmla="*/ 1387878 w 6386648"/>
              <a:gd name="connsiteY1050" fmla="*/ 858084 h 1849426"/>
              <a:gd name="connsiteX1051" fmla="*/ 1405903 w 6386648"/>
              <a:gd name="connsiteY1051" fmla="*/ 876109 h 1849426"/>
              <a:gd name="connsiteX1052" fmla="*/ 1387878 w 6386648"/>
              <a:gd name="connsiteY1052" fmla="*/ 894133 h 1849426"/>
              <a:gd name="connsiteX1053" fmla="*/ 1369854 w 6386648"/>
              <a:gd name="connsiteY1053" fmla="*/ 876109 h 1849426"/>
              <a:gd name="connsiteX1054" fmla="*/ 1387878 w 6386648"/>
              <a:gd name="connsiteY1054" fmla="*/ 858084 h 1849426"/>
              <a:gd name="connsiteX1055" fmla="*/ 973317 w 6386648"/>
              <a:gd name="connsiteY1055" fmla="*/ 852076 h 1849426"/>
              <a:gd name="connsiteX1056" fmla="*/ 991342 w 6386648"/>
              <a:gd name="connsiteY1056" fmla="*/ 870100 h 1849426"/>
              <a:gd name="connsiteX1057" fmla="*/ 973317 w 6386648"/>
              <a:gd name="connsiteY1057" fmla="*/ 888125 h 1849426"/>
              <a:gd name="connsiteX1058" fmla="*/ 955293 w 6386648"/>
              <a:gd name="connsiteY1058" fmla="*/ 870100 h 1849426"/>
              <a:gd name="connsiteX1059" fmla="*/ 973317 w 6386648"/>
              <a:gd name="connsiteY1059" fmla="*/ 852076 h 1849426"/>
              <a:gd name="connsiteX1060" fmla="*/ 228308 w 6386648"/>
              <a:gd name="connsiteY1060" fmla="*/ 852076 h 1849426"/>
              <a:gd name="connsiteX1061" fmla="*/ 246333 w 6386648"/>
              <a:gd name="connsiteY1061" fmla="*/ 870100 h 1849426"/>
              <a:gd name="connsiteX1062" fmla="*/ 228308 w 6386648"/>
              <a:gd name="connsiteY1062" fmla="*/ 888125 h 1849426"/>
              <a:gd name="connsiteX1063" fmla="*/ 210284 w 6386648"/>
              <a:gd name="connsiteY1063" fmla="*/ 870100 h 1849426"/>
              <a:gd name="connsiteX1064" fmla="*/ 228308 w 6386648"/>
              <a:gd name="connsiteY1064" fmla="*/ 852076 h 1849426"/>
              <a:gd name="connsiteX1065" fmla="*/ 3196327 w 6386648"/>
              <a:gd name="connsiteY1065" fmla="*/ 846068 h 1849426"/>
              <a:gd name="connsiteX1066" fmla="*/ 3214352 w 6386648"/>
              <a:gd name="connsiteY1066" fmla="*/ 864092 h 1849426"/>
              <a:gd name="connsiteX1067" fmla="*/ 3196327 w 6386648"/>
              <a:gd name="connsiteY1067" fmla="*/ 882117 h 1849426"/>
              <a:gd name="connsiteX1068" fmla="*/ 3178302 w 6386648"/>
              <a:gd name="connsiteY1068" fmla="*/ 864092 h 1849426"/>
              <a:gd name="connsiteX1069" fmla="*/ 3196327 w 6386648"/>
              <a:gd name="connsiteY1069" fmla="*/ 846068 h 1849426"/>
              <a:gd name="connsiteX1070" fmla="*/ 6218419 w 6386648"/>
              <a:gd name="connsiteY1070" fmla="*/ 840059 h 1849426"/>
              <a:gd name="connsiteX1071" fmla="*/ 6236444 w 6386648"/>
              <a:gd name="connsiteY1071" fmla="*/ 858083 h 1849426"/>
              <a:gd name="connsiteX1072" fmla="*/ 6218419 w 6386648"/>
              <a:gd name="connsiteY1072" fmla="*/ 876108 h 1849426"/>
              <a:gd name="connsiteX1073" fmla="*/ 6200395 w 6386648"/>
              <a:gd name="connsiteY1073" fmla="*/ 858083 h 1849426"/>
              <a:gd name="connsiteX1074" fmla="*/ 6218419 w 6386648"/>
              <a:gd name="connsiteY1074" fmla="*/ 840059 h 1849426"/>
              <a:gd name="connsiteX1075" fmla="*/ 5978094 w 6386648"/>
              <a:gd name="connsiteY1075" fmla="*/ 834051 h 1849426"/>
              <a:gd name="connsiteX1076" fmla="*/ 5996119 w 6386648"/>
              <a:gd name="connsiteY1076" fmla="*/ 852075 h 1849426"/>
              <a:gd name="connsiteX1077" fmla="*/ 5978094 w 6386648"/>
              <a:gd name="connsiteY1077" fmla="*/ 870100 h 1849426"/>
              <a:gd name="connsiteX1078" fmla="*/ 5960070 w 6386648"/>
              <a:gd name="connsiteY1078" fmla="*/ 852075 h 1849426"/>
              <a:gd name="connsiteX1079" fmla="*/ 5978094 w 6386648"/>
              <a:gd name="connsiteY1079" fmla="*/ 834051 h 1849426"/>
              <a:gd name="connsiteX1080" fmla="*/ 2198977 w 6386648"/>
              <a:gd name="connsiteY1080" fmla="*/ 834051 h 1849426"/>
              <a:gd name="connsiteX1081" fmla="*/ 2217002 w 6386648"/>
              <a:gd name="connsiteY1081" fmla="*/ 852075 h 1849426"/>
              <a:gd name="connsiteX1082" fmla="*/ 2198977 w 6386648"/>
              <a:gd name="connsiteY1082" fmla="*/ 870100 h 1849426"/>
              <a:gd name="connsiteX1083" fmla="*/ 2180953 w 6386648"/>
              <a:gd name="connsiteY1083" fmla="*/ 852075 h 1849426"/>
              <a:gd name="connsiteX1084" fmla="*/ 2198977 w 6386648"/>
              <a:gd name="connsiteY1084" fmla="*/ 834051 h 1849426"/>
              <a:gd name="connsiteX1085" fmla="*/ 1622196 w 6386648"/>
              <a:gd name="connsiteY1085" fmla="*/ 834051 h 1849426"/>
              <a:gd name="connsiteX1086" fmla="*/ 1640221 w 6386648"/>
              <a:gd name="connsiteY1086" fmla="*/ 852075 h 1849426"/>
              <a:gd name="connsiteX1087" fmla="*/ 1622196 w 6386648"/>
              <a:gd name="connsiteY1087" fmla="*/ 870100 h 1849426"/>
              <a:gd name="connsiteX1088" fmla="*/ 1604172 w 6386648"/>
              <a:gd name="connsiteY1088" fmla="*/ 852075 h 1849426"/>
              <a:gd name="connsiteX1089" fmla="*/ 1622196 w 6386648"/>
              <a:gd name="connsiteY1089" fmla="*/ 834051 h 1849426"/>
              <a:gd name="connsiteX1090" fmla="*/ 1201626 w 6386648"/>
              <a:gd name="connsiteY1090" fmla="*/ 834051 h 1849426"/>
              <a:gd name="connsiteX1091" fmla="*/ 1219651 w 6386648"/>
              <a:gd name="connsiteY1091" fmla="*/ 852075 h 1849426"/>
              <a:gd name="connsiteX1092" fmla="*/ 1201626 w 6386648"/>
              <a:gd name="connsiteY1092" fmla="*/ 870100 h 1849426"/>
              <a:gd name="connsiteX1093" fmla="*/ 1183602 w 6386648"/>
              <a:gd name="connsiteY1093" fmla="*/ 852075 h 1849426"/>
              <a:gd name="connsiteX1094" fmla="*/ 1201626 w 6386648"/>
              <a:gd name="connsiteY1094" fmla="*/ 834051 h 1849426"/>
              <a:gd name="connsiteX1095" fmla="*/ 2469343 w 6386648"/>
              <a:gd name="connsiteY1095" fmla="*/ 828043 h 1849426"/>
              <a:gd name="connsiteX1096" fmla="*/ 2487368 w 6386648"/>
              <a:gd name="connsiteY1096" fmla="*/ 846068 h 1849426"/>
              <a:gd name="connsiteX1097" fmla="*/ 2469343 w 6386648"/>
              <a:gd name="connsiteY1097" fmla="*/ 864092 h 1849426"/>
              <a:gd name="connsiteX1098" fmla="*/ 2451319 w 6386648"/>
              <a:gd name="connsiteY1098" fmla="*/ 846068 h 1849426"/>
              <a:gd name="connsiteX1099" fmla="*/ 2469343 w 6386648"/>
              <a:gd name="connsiteY1099" fmla="*/ 828043 h 1849426"/>
              <a:gd name="connsiteX1100" fmla="*/ 3448669 w 6386648"/>
              <a:gd name="connsiteY1100" fmla="*/ 822035 h 1849426"/>
              <a:gd name="connsiteX1101" fmla="*/ 3466694 w 6386648"/>
              <a:gd name="connsiteY1101" fmla="*/ 840059 h 1849426"/>
              <a:gd name="connsiteX1102" fmla="*/ 3448669 w 6386648"/>
              <a:gd name="connsiteY1102" fmla="*/ 858084 h 1849426"/>
              <a:gd name="connsiteX1103" fmla="*/ 3430645 w 6386648"/>
              <a:gd name="connsiteY1103" fmla="*/ 840059 h 1849426"/>
              <a:gd name="connsiteX1104" fmla="*/ 3448669 w 6386648"/>
              <a:gd name="connsiteY1104" fmla="*/ 822035 h 1849426"/>
              <a:gd name="connsiteX1105" fmla="*/ 1874537 w 6386648"/>
              <a:gd name="connsiteY1105" fmla="*/ 822035 h 1849426"/>
              <a:gd name="connsiteX1106" fmla="*/ 1892562 w 6386648"/>
              <a:gd name="connsiteY1106" fmla="*/ 840059 h 1849426"/>
              <a:gd name="connsiteX1107" fmla="*/ 1874537 w 6386648"/>
              <a:gd name="connsiteY1107" fmla="*/ 858084 h 1849426"/>
              <a:gd name="connsiteX1108" fmla="*/ 1856513 w 6386648"/>
              <a:gd name="connsiteY1108" fmla="*/ 840059 h 1849426"/>
              <a:gd name="connsiteX1109" fmla="*/ 1874537 w 6386648"/>
              <a:gd name="connsiteY1109" fmla="*/ 822035 h 1849426"/>
              <a:gd name="connsiteX1110" fmla="*/ 2823823 w 6386648"/>
              <a:gd name="connsiteY1110" fmla="*/ 816027 h 1849426"/>
              <a:gd name="connsiteX1111" fmla="*/ 2841848 w 6386648"/>
              <a:gd name="connsiteY1111" fmla="*/ 834051 h 1849426"/>
              <a:gd name="connsiteX1112" fmla="*/ 2823823 w 6386648"/>
              <a:gd name="connsiteY1112" fmla="*/ 852076 h 1849426"/>
              <a:gd name="connsiteX1113" fmla="*/ 2805799 w 6386648"/>
              <a:gd name="connsiteY1113" fmla="*/ 834051 h 1849426"/>
              <a:gd name="connsiteX1114" fmla="*/ 2823823 w 6386648"/>
              <a:gd name="connsiteY1114" fmla="*/ 816027 h 1849426"/>
              <a:gd name="connsiteX1115" fmla="*/ 2595514 w 6386648"/>
              <a:gd name="connsiteY1115" fmla="*/ 816027 h 1849426"/>
              <a:gd name="connsiteX1116" fmla="*/ 2613539 w 6386648"/>
              <a:gd name="connsiteY1116" fmla="*/ 834051 h 1849426"/>
              <a:gd name="connsiteX1117" fmla="*/ 2595514 w 6386648"/>
              <a:gd name="connsiteY1117" fmla="*/ 852076 h 1849426"/>
              <a:gd name="connsiteX1118" fmla="*/ 2577489 w 6386648"/>
              <a:gd name="connsiteY1118" fmla="*/ 834051 h 1849426"/>
              <a:gd name="connsiteX1119" fmla="*/ 2595514 w 6386648"/>
              <a:gd name="connsiteY1119" fmla="*/ 816027 h 1849426"/>
              <a:gd name="connsiteX1120" fmla="*/ 2307124 w 6386648"/>
              <a:gd name="connsiteY1120" fmla="*/ 816027 h 1849426"/>
              <a:gd name="connsiteX1121" fmla="*/ 2325148 w 6386648"/>
              <a:gd name="connsiteY1121" fmla="*/ 834051 h 1849426"/>
              <a:gd name="connsiteX1122" fmla="*/ 2307124 w 6386648"/>
              <a:gd name="connsiteY1122" fmla="*/ 852076 h 1849426"/>
              <a:gd name="connsiteX1123" fmla="*/ 2289099 w 6386648"/>
              <a:gd name="connsiteY1123" fmla="*/ 834051 h 1849426"/>
              <a:gd name="connsiteX1124" fmla="*/ 2307124 w 6386648"/>
              <a:gd name="connsiteY1124" fmla="*/ 816027 h 1849426"/>
              <a:gd name="connsiteX1125" fmla="*/ 606821 w 6386648"/>
              <a:gd name="connsiteY1125" fmla="*/ 816027 h 1849426"/>
              <a:gd name="connsiteX1126" fmla="*/ 624846 w 6386648"/>
              <a:gd name="connsiteY1126" fmla="*/ 834051 h 1849426"/>
              <a:gd name="connsiteX1127" fmla="*/ 606821 w 6386648"/>
              <a:gd name="connsiteY1127" fmla="*/ 852076 h 1849426"/>
              <a:gd name="connsiteX1128" fmla="*/ 588797 w 6386648"/>
              <a:gd name="connsiteY1128" fmla="*/ 834051 h 1849426"/>
              <a:gd name="connsiteX1129" fmla="*/ 606821 w 6386648"/>
              <a:gd name="connsiteY1129" fmla="*/ 816027 h 1849426"/>
              <a:gd name="connsiteX1130" fmla="*/ 3292457 w 6386648"/>
              <a:gd name="connsiteY1130" fmla="*/ 791994 h 1849426"/>
              <a:gd name="connsiteX1131" fmla="*/ 3310482 w 6386648"/>
              <a:gd name="connsiteY1131" fmla="*/ 810018 h 1849426"/>
              <a:gd name="connsiteX1132" fmla="*/ 3292457 w 6386648"/>
              <a:gd name="connsiteY1132" fmla="*/ 828043 h 1849426"/>
              <a:gd name="connsiteX1133" fmla="*/ 3274433 w 6386648"/>
              <a:gd name="connsiteY1133" fmla="*/ 810018 h 1849426"/>
              <a:gd name="connsiteX1134" fmla="*/ 3292457 w 6386648"/>
              <a:gd name="connsiteY1134" fmla="*/ 791994 h 1849426"/>
              <a:gd name="connsiteX1135" fmla="*/ 859163 w 6386648"/>
              <a:gd name="connsiteY1135" fmla="*/ 791994 h 1849426"/>
              <a:gd name="connsiteX1136" fmla="*/ 877188 w 6386648"/>
              <a:gd name="connsiteY1136" fmla="*/ 810018 h 1849426"/>
              <a:gd name="connsiteX1137" fmla="*/ 859163 w 6386648"/>
              <a:gd name="connsiteY1137" fmla="*/ 828043 h 1849426"/>
              <a:gd name="connsiteX1138" fmla="*/ 841139 w 6386648"/>
              <a:gd name="connsiteY1138" fmla="*/ 810018 h 1849426"/>
              <a:gd name="connsiteX1139" fmla="*/ 859163 w 6386648"/>
              <a:gd name="connsiteY1139" fmla="*/ 791994 h 1849426"/>
              <a:gd name="connsiteX1140" fmla="*/ 1297756 w 6386648"/>
              <a:gd name="connsiteY1140" fmla="*/ 785986 h 1849426"/>
              <a:gd name="connsiteX1141" fmla="*/ 1315781 w 6386648"/>
              <a:gd name="connsiteY1141" fmla="*/ 804010 h 1849426"/>
              <a:gd name="connsiteX1142" fmla="*/ 1297756 w 6386648"/>
              <a:gd name="connsiteY1142" fmla="*/ 822035 h 1849426"/>
              <a:gd name="connsiteX1143" fmla="*/ 1279732 w 6386648"/>
              <a:gd name="connsiteY1143" fmla="*/ 804010 h 1849426"/>
              <a:gd name="connsiteX1144" fmla="*/ 1297756 w 6386648"/>
              <a:gd name="connsiteY1144" fmla="*/ 785986 h 1849426"/>
              <a:gd name="connsiteX1145" fmla="*/ 324438 w 6386648"/>
              <a:gd name="connsiteY1145" fmla="*/ 785986 h 1849426"/>
              <a:gd name="connsiteX1146" fmla="*/ 342463 w 6386648"/>
              <a:gd name="connsiteY1146" fmla="*/ 804010 h 1849426"/>
              <a:gd name="connsiteX1147" fmla="*/ 324438 w 6386648"/>
              <a:gd name="connsiteY1147" fmla="*/ 822035 h 1849426"/>
              <a:gd name="connsiteX1148" fmla="*/ 306414 w 6386648"/>
              <a:gd name="connsiteY1148" fmla="*/ 804010 h 1849426"/>
              <a:gd name="connsiteX1149" fmla="*/ 324438 w 6386648"/>
              <a:gd name="connsiteY1149" fmla="*/ 785986 h 1849426"/>
              <a:gd name="connsiteX1150" fmla="*/ 3755084 w 6386648"/>
              <a:gd name="connsiteY1150" fmla="*/ 779978 h 1849426"/>
              <a:gd name="connsiteX1151" fmla="*/ 3773109 w 6386648"/>
              <a:gd name="connsiteY1151" fmla="*/ 798002 h 1849426"/>
              <a:gd name="connsiteX1152" fmla="*/ 3755084 w 6386648"/>
              <a:gd name="connsiteY1152" fmla="*/ 816027 h 1849426"/>
              <a:gd name="connsiteX1153" fmla="*/ 3737060 w 6386648"/>
              <a:gd name="connsiteY1153" fmla="*/ 798002 h 1849426"/>
              <a:gd name="connsiteX1154" fmla="*/ 3755084 w 6386648"/>
              <a:gd name="connsiteY1154" fmla="*/ 779978 h 1849426"/>
              <a:gd name="connsiteX1155" fmla="*/ 1496026 w 6386648"/>
              <a:gd name="connsiteY1155" fmla="*/ 779978 h 1849426"/>
              <a:gd name="connsiteX1156" fmla="*/ 1514050 w 6386648"/>
              <a:gd name="connsiteY1156" fmla="*/ 798002 h 1849426"/>
              <a:gd name="connsiteX1157" fmla="*/ 1496026 w 6386648"/>
              <a:gd name="connsiteY1157" fmla="*/ 816027 h 1849426"/>
              <a:gd name="connsiteX1158" fmla="*/ 1478001 w 6386648"/>
              <a:gd name="connsiteY1158" fmla="*/ 798002 h 1849426"/>
              <a:gd name="connsiteX1159" fmla="*/ 1496026 w 6386648"/>
              <a:gd name="connsiteY1159" fmla="*/ 779978 h 1849426"/>
              <a:gd name="connsiteX1160" fmla="*/ 3622905 w 6386648"/>
              <a:gd name="connsiteY1160" fmla="*/ 767962 h 1849426"/>
              <a:gd name="connsiteX1161" fmla="*/ 3640930 w 6386648"/>
              <a:gd name="connsiteY1161" fmla="*/ 785987 h 1849426"/>
              <a:gd name="connsiteX1162" fmla="*/ 3622905 w 6386648"/>
              <a:gd name="connsiteY1162" fmla="*/ 804011 h 1849426"/>
              <a:gd name="connsiteX1163" fmla="*/ 3604881 w 6386648"/>
              <a:gd name="connsiteY1163" fmla="*/ 785987 h 1849426"/>
              <a:gd name="connsiteX1164" fmla="*/ 3622905 w 6386648"/>
              <a:gd name="connsiteY1164" fmla="*/ 767962 h 1849426"/>
              <a:gd name="connsiteX1165" fmla="*/ 3112213 w 6386648"/>
              <a:gd name="connsiteY1165" fmla="*/ 767962 h 1849426"/>
              <a:gd name="connsiteX1166" fmla="*/ 3130238 w 6386648"/>
              <a:gd name="connsiteY1166" fmla="*/ 785987 h 1849426"/>
              <a:gd name="connsiteX1167" fmla="*/ 3112213 w 6386648"/>
              <a:gd name="connsiteY1167" fmla="*/ 804011 h 1849426"/>
              <a:gd name="connsiteX1168" fmla="*/ 3094189 w 6386648"/>
              <a:gd name="connsiteY1168" fmla="*/ 785987 h 1849426"/>
              <a:gd name="connsiteX1169" fmla="*/ 3112213 w 6386648"/>
              <a:gd name="connsiteY1169" fmla="*/ 767962 h 1849426"/>
              <a:gd name="connsiteX1170" fmla="*/ 714968 w 6386648"/>
              <a:gd name="connsiteY1170" fmla="*/ 767962 h 1849426"/>
              <a:gd name="connsiteX1171" fmla="*/ 732992 w 6386648"/>
              <a:gd name="connsiteY1171" fmla="*/ 785987 h 1849426"/>
              <a:gd name="connsiteX1172" fmla="*/ 714968 w 6386648"/>
              <a:gd name="connsiteY1172" fmla="*/ 804011 h 1849426"/>
              <a:gd name="connsiteX1173" fmla="*/ 696943 w 6386648"/>
              <a:gd name="connsiteY1173" fmla="*/ 785987 h 1849426"/>
              <a:gd name="connsiteX1174" fmla="*/ 714968 w 6386648"/>
              <a:gd name="connsiteY1174" fmla="*/ 767962 h 1849426"/>
              <a:gd name="connsiteX1175" fmla="*/ 2986042 w 6386648"/>
              <a:gd name="connsiteY1175" fmla="*/ 761954 h 1849426"/>
              <a:gd name="connsiteX1176" fmla="*/ 3004067 w 6386648"/>
              <a:gd name="connsiteY1176" fmla="*/ 779978 h 1849426"/>
              <a:gd name="connsiteX1177" fmla="*/ 2986042 w 6386648"/>
              <a:gd name="connsiteY1177" fmla="*/ 798003 h 1849426"/>
              <a:gd name="connsiteX1178" fmla="*/ 2968017 w 6386648"/>
              <a:gd name="connsiteY1178" fmla="*/ 779978 h 1849426"/>
              <a:gd name="connsiteX1179" fmla="*/ 2986042 w 6386648"/>
              <a:gd name="connsiteY1179" fmla="*/ 761954 h 1849426"/>
              <a:gd name="connsiteX1180" fmla="*/ 1736351 w 6386648"/>
              <a:gd name="connsiteY1180" fmla="*/ 761954 h 1849426"/>
              <a:gd name="connsiteX1181" fmla="*/ 1754375 w 6386648"/>
              <a:gd name="connsiteY1181" fmla="*/ 779978 h 1849426"/>
              <a:gd name="connsiteX1182" fmla="*/ 1736351 w 6386648"/>
              <a:gd name="connsiteY1182" fmla="*/ 798003 h 1849426"/>
              <a:gd name="connsiteX1183" fmla="*/ 1718326 w 6386648"/>
              <a:gd name="connsiteY1183" fmla="*/ 779978 h 1849426"/>
              <a:gd name="connsiteX1184" fmla="*/ 1736351 w 6386648"/>
              <a:gd name="connsiteY1184" fmla="*/ 761954 h 1849426"/>
              <a:gd name="connsiteX1185" fmla="*/ 5863939 w 6386648"/>
              <a:gd name="connsiteY1185" fmla="*/ 755946 h 1849426"/>
              <a:gd name="connsiteX1186" fmla="*/ 5881964 w 6386648"/>
              <a:gd name="connsiteY1186" fmla="*/ 773970 h 1849426"/>
              <a:gd name="connsiteX1187" fmla="*/ 5863939 w 6386648"/>
              <a:gd name="connsiteY1187" fmla="*/ 791995 h 1849426"/>
              <a:gd name="connsiteX1188" fmla="*/ 5845915 w 6386648"/>
              <a:gd name="connsiteY1188" fmla="*/ 773970 h 1849426"/>
              <a:gd name="connsiteX1189" fmla="*/ 5863939 w 6386648"/>
              <a:gd name="connsiteY1189" fmla="*/ 755946 h 1849426"/>
              <a:gd name="connsiteX1190" fmla="*/ 2685636 w 6386648"/>
              <a:gd name="connsiteY1190" fmla="*/ 755946 h 1849426"/>
              <a:gd name="connsiteX1191" fmla="*/ 2703661 w 6386648"/>
              <a:gd name="connsiteY1191" fmla="*/ 773970 h 1849426"/>
              <a:gd name="connsiteX1192" fmla="*/ 2685636 w 6386648"/>
              <a:gd name="connsiteY1192" fmla="*/ 791995 h 1849426"/>
              <a:gd name="connsiteX1193" fmla="*/ 2667611 w 6386648"/>
              <a:gd name="connsiteY1193" fmla="*/ 773970 h 1849426"/>
              <a:gd name="connsiteX1194" fmla="*/ 2685636 w 6386648"/>
              <a:gd name="connsiteY1194" fmla="*/ 755946 h 1849426"/>
              <a:gd name="connsiteX1195" fmla="*/ 1069447 w 6386648"/>
              <a:gd name="connsiteY1195" fmla="*/ 755946 h 1849426"/>
              <a:gd name="connsiteX1196" fmla="*/ 1087472 w 6386648"/>
              <a:gd name="connsiteY1196" fmla="*/ 773970 h 1849426"/>
              <a:gd name="connsiteX1197" fmla="*/ 1069447 w 6386648"/>
              <a:gd name="connsiteY1197" fmla="*/ 791995 h 1849426"/>
              <a:gd name="connsiteX1198" fmla="*/ 1051423 w 6386648"/>
              <a:gd name="connsiteY1198" fmla="*/ 773970 h 1849426"/>
              <a:gd name="connsiteX1199" fmla="*/ 1069447 w 6386648"/>
              <a:gd name="connsiteY1199" fmla="*/ 755946 h 1849426"/>
              <a:gd name="connsiteX1200" fmla="*/ 3935328 w 6386648"/>
              <a:gd name="connsiteY1200" fmla="*/ 749937 h 1849426"/>
              <a:gd name="connsiteX1201" fmla="*/ 3953353 w 6386648"/>
              <a:gd name="connsiteY1201" fmla="*/ 767961 h 1849426"/>
              <a:gd name="connsiteX1202" fmla="*/ 3935328 w 6386648"/>
              <a:gd name="connsiteY1202" fmla="*/ 785986 h 1849426"/>
              <a:gd name="connsiteX1203" fmla="*/ 3917304 w 6386648"/>
              <a:gd name="connsiteY1203" fmla="*/ 767961 h 1849426"/>
              <a:gd name="connsiteX1204" fmla="*/ 3935328 w 6386648"/>
              <a:gd name="connsiteY1204" fmla="*/ 749937 h 1849426"/>
              <a:gd name="connsiteX1205" fmla="*/ 2114863 w 6386648"/>
              <a:gd name="connsiteY1205" fmla="*/ 749937 h 1849426"/>
              <a:gd name="connsiteX1206" fmla="*/ 2132888 w 6386648"/>
              <a:gd name="connsiteY1206" fmla="*/ 767961 h 1849426"/>
              <a:gd name="connsiteX1207" fmla="*/ 2114863 w 6386648"/>
              <a:gd name="connsiteY1207" fmla="*/ 785986 h 1849426"/>
              <a:gd name="connsiteX1208" fmla="*/ 2096839 w 6386648"/>
              <a:gd name="connsiteY1208" fmla="*/ 767961 h 1849426"/>
              <a:gd name="connsiteX1209" fmla="*/ 2114863 w 6386648"/>
              <a:gd name="connsiteY1209" fmla="*/ 749937 h 1849426"/>
              <a:gd name="connsiteX1210" fmla="*/ 2006717 w 6386648"/>
              <a:gd name="connsiteY1210" fmla="*/ 749937 h 1849426"/>
              <a:gd name="connsiteX1211" fmla="*/ 2024741 w 6386648"/>
              <a:gd name="connsiteY1211" fmla="*/ 767961 h 1849426"/>
              <a:gd name="connsiteX1212" fmla="*/ 2006717 w 6386648"/>
              <a:gd name="connsiteY1212" fmla="*/ 785986 h 1849426"/>
              <a:gd name="connsiteX1213" fmla="*/ 1988692 w 6386648"/>
              <a:gd name="connsiteY1213" fmla="*/ 767961 h 1849426"/>
              <a:gd name="connsiteX1214" fmla="*/ 2006717 w 6386648"/>
              <a:gd name="connsiteY1214" fmla="*/ 749937 h 1849426"/>
              <a:gd name="connsiteX1215" fmla="*/ 6116281 w 6386648"/>
              <a:gd name="connsiteY1215" fmla="*/ 737921 h 1849426"/>
              <a:gd name="connsiteX1216" fmla="*/ 6134306 w 6386648"/>
              <a:gd name="connsiteY1216" fmla="*/ 755946 h 1849426"/>
              <a:gd name="connsiteX1217" fmla="*/ 6116281 w 6386648"/>
              <a:gd name="connsiteY1217" fmla="*/ 773970 h 1849426"/>
              <a:gd name="connsiteX1218" fmla="*/ 6098257 w 6386648"/>
              <a:gd name="connsiteY1218" fmla="*/ 755946 h 1849426"/>
              <a:gd name="connsiteX1219" fmla="*/ 6116281 w 6386648"/>
              <a:gd name="connsiteY1219" fmla="*/ 737921 h 1849426"/>
              <a:gd name="connsiteX1220" fmla="*/ 2397246 w 6386648"/>
              <a:gd name="connsiteY1220" fmla="*/ 737921 h 1849426"/>
              <a:gd name="connsiteX1221" fmla="*/ 2415270 w 6386648"/>
              <a:gd name="connsiteY1221" fmla="*/ 755946 h 1849426"/>
              <a:gd name="connsiteX1222" fmla="*/ 2397246 w 6386648"/>
              <a:gd name="connsiteY1222" fmla="*/ 773970 h 1849426"/>
              <a:gd name="connsiteX1223" fmla="*/ 2379221 w 6386648"/>
              <a:gd name="connsiteY1223" fmla="*/ 755946 h 1849426"/>
              <a:gd name="connsiteX1224" fmla="*/ 2397246 w 6386648"/>
              <a:gd name="connsiteY1224" fmla="*/ 737921 h 1849426"/>
              <a:gd name="connsiteX1225" fmla="*/ 522707 w 6386648"/>
              <a:gd name="connsiteY1225" fmla="*/ 731913 h 1849426"/>
              <a:gd name="connsiteX1226" fmla="*/ 540732 w 6386648"/>
              <a:gd name="connsiteY1226" fmla="*/ 749937 h 1849426"/>
              <a:gd name="connsiteX1227" fmla="*/ 522707 w 6386648"/>
              <a:gd name="connsiteY1227" fmla="*/ 767962 h 1849426"/>
              <a:gd name="connsiteX1228" fmla="*/ 504683 w 6386648"/>
              <a:gd name="connsiteY1228" fmla="*/ 749937 h 1849426"/>
              <a:gd name="connsiteX1229" fmla="*/ 522707 w 6386648"/>
              <a:gd name="connsiteY1229" fmla="*/ 731913 h 1849426"/>
              <a:gd name="connsiteX1230" fmla="*/ 414561 w 6386648"/>
              <a:gd name="connsiteY1230" fmla="*/ 731913 h 1849426"/>
              <a:gd name="connsiteX1231" fmla="*/ 432586 w 6386648"/>
              <a:gd name="connsiteY1231" fmla="*/ 749937 h 1849426"/>
              <a:gd name="connsiteX1232" fmla="*/ 414561 w 6386648"/>
              <a:gd name="connsiteY1232" fmla="*/ 767962 h 1849426"/>
              <a:gd name="connsiteX1233" fmla="*/ 396537 w 6386648"/>
              <a:gd name="connsiteY1233" fmla="*/ 749937 h 1849426"/>
              <a:gd name="connsiteX1234" fmla="*/ 414561 w 6386648"/>
              <a:gd name="connsiteY1234" fmla="*/ 731913 h 1849426"/>
              <a:gd name="connsiteX1235" fmla="*/ 6236444 w 6386648"/>
              <a:gd name="connsiteY1235" fmla="*/ 725905 h 1849426"/>
              <a:gd name="connsiteX1236" fmla="*/ 6254469 w 6386648"/>
              <a:gd name="connsiteY1236" fmla="*/ 743929 h 1849426"/>
              <a:gd name="connsiteX1237" fmla="*/ 6236444 w 6386648"/>
              <a:gd name="connsiteY1237" fmla="*/ 761954 h 1849426"/>
              <a:gd name="connsiteX1238" fmla="*/ 6218420 w 6386648"/>
              <a:gd name="connsiteY1238" fmla="*/ 743929 h 1849426"/>
              <a:gd name="connsiteX1239" fmla="*/ 6236444 w 6386648"/>
              <a:gd name="connsiteY1239" fmla="*/ 725905 h 1849426"/>
              <a:gd name="connsiteX1240" fmla="*/ 961301 w 6386648"/>
              <a:gd name="connsiteY1240" fmla="*/ 725905 h 1849426"/>
              <a:gd name="connsiteX1241" fmla="*/ 979326 w 6386648"/>
              <a:gd name="connsiteY1241" fmla="*/ 743929 h 1849426"/>
              <a:gd name="connsiteX1242" fmla="*/ 961301 w 6386648"/>
              <a:gd name="connsiteY1242" fmla="*/ 761954 h 1849426"/>
              <a:gd name="connsiteX1243" fmla="*/ 943277 w 6386648"/>
              <a:gd name="connsiteY1243" fmla="*/ 743929 h 1849426"/>
              <a:gd name="connsiteX1244" fmla="*/ 961301 w 6386648"/>
              <a:gd name="connsiteY1244" fmla="*/ 725905 h 1849426"/>
              <a:gd name="connsiteX1245" fmla="*/ 3400604 w 6386648"/>
              <a:gd name="connsiteY1245" fmla="*/ 719897 h 1849426"/>
              <a:gd name="connsiteX1246" fmla="*/ 3418629 w 6386648"/>
              <a:gd name="connsiteY1246" fmla="*/ 737921 h 1849426"/>
              <a:gd name="connsiteX1247" fmla="*/ 3400604 w 6386648"/>
              <a:gd name="connsiteY1247" fmla="*/ 755946 h 1849426"/>
              <a:gd name="connsiteX1248" fmla="*/ 3382580 w 6386648"/>
              <a:gd name="connsiteY1248" fmla="*/ 737921 h 1849426"/>
              <a:gd name="connsiteX1249" fmla="*/ 3400604 w 6386648"/>
              <a:gd name="connsiteY1249" fmla="*/ 719897 h 1849426"/>
              <a:gd name="connsiteX1250" fmla="*/ 6002126 w 6386648"/>
              <a:gd name="connsiteY1250" fmla="*/ 713889 h 1849426"/>
              <a:gd name="connsiteX1251" fmla="*/ 6020151 w 6386648"/>
              <a:gd name="connsiteY1251" fmla="*/ 731913 h 1849426"/>
              <a:gd name="connsiteX1252" fmla="*/ 6002126 w 6386648"/>
              <a:gd name="connsiteY1252" fmla="*/ 749938 h 1849426"/>
              <a:gd name="connsiteX1253" fmla="*/ 5984102 w 6386648"/>
              <a:gd name="connsiteY1253" fmla="*/ 731913 h 1849426"/>
              <a:gd name="connsiteX1254" fmla="*/ 6002126 w 6386648"/>
              <a:gd name="connsiteY1254" fmla="*/ 713889 h 1849426"/>
              <a:gd name="connsiteX1255" fmla="*/ 1610179 w 6386648"/>
              <a:gd name="connsiteY1255" fmla="*/ 713889 h 1849426"/>
              <a:gd name="connsiteX1256" fmla="*/ 1628204 w 6386648"/>
              <a:gd name="connsiteY1256" fmla="*/ 731913 h 1849426"/>
              <a:gd name="connsiteX1257" fmla="*/ 1610179 w 6386648"/>
              <a:gd name="connsiteY1257" fmla="*/ 749938 h 1849426"/>
              <a:gd name="connsiteX1258" fmla="*/ 1592155 w 6386648"/>
              <a:gd name="connsiteY1258" fmla="*/ 731913 h 1849426"/>
              <a:gd name="connsiteX1259" fmla="*/ 1610179 w 6386648"/>
              <a:gd name="connsiteY1259" fmla="*/ 713889 h 1849426"/>
              <a:gd name="connsiteX1260" fmla="*/ 3520767 w 6386648"/>
              <a:gd name="connsiteY1260" fmla="*/ 707881 h 1849426"/>
              <a:gd name="connsiteX1261" fmla="*/ 3538792 w 6386648"/>
              <a:gd name="connsiteY1261" fmla="*/ 725906 h 1849426"/>
              <a:gd name="connsiteX1262" fmla="*/ 3520767 w 6386648"/>
              <a:gd name="connsiteY1262" fmla="*/ 743930 h 1849426"/>
              <a:gd name="connsiteX1263" fmla="*/ 3502743 w 6386648"/>
              <a:gd name="connsiteY1263" fmla="*/ 725906 h 1849426"/>
              <a:gd name="connsiteX1264" fmla="*/ 3520767 w 6386648"/>
              <a:gd name="connsiteY1264" fmla="*/ 707881 h 1849426"/>
              <a:gd name="connsiteX1265" fmla="*/ 2895920 w 6386648"/>
              <a:gd name="connsiteY1265" fmla="*/ 701872 h 1849426"/>
              <a:gd name="connsiteX1266" fmla="*/ 2913945 w 6386648"/>
              <a:gd name="connsiteY1266" fmla="*/ 719896 h 1849426"/>
              <a:gd name="connsiteX1267" fmla="*/ 2895920 w 6386648"/>
              <a:gd name="connsiteY1267" fmla="*/ 737921 h 1849426"/>
              <a:gd name="connsiteX1268" fmla="*/ 2877895 w 6386648"/>
              <a:gd name="connsiteY1268" fmla="*/ 719896 h 1849426"/>
              <a:gd name="connsiteX1269" fmla="*/ 2895920 w 6386648"/>
              <a:gd name="connsiteY1269" fmla="*/ 701872 h 1849426"/>
              <a:gd name="connsiteX1270" fmla="*/ 2547449 w 6386648"/>
              <a:gd name="connsiteY1270" fmla="*/ 701872 h 1849426"/>
              <a:gd name="connsiteX1271" fmla="*/ 2565474 w 6386648"/>
              <a:gd name="connsiteY1271" fmla="*/ 719896 h 1849426"/>
              <a:gd name="connsiteX1272" fmla="*/ 2547449 w 6386648"/>
              <a:gd name="connsiteY1272" fmla="*/ 737921 h 1849426"/>
              <a:gd name="connsiteX1273" fmla="*/ 2529425 w 6386648"/>
              <a:gd name="connsiteY1273" fmla="*/ 719896 h 1849426"/>
              <a:gd name="connsiteX1274" fmla="*/ 2547449 w 6386648"/>
              <a:gd name="connsiteY1274" fmla="*/ 701872 h 1849426"/>
              <a:gd name="connsiteX1275" fmla="*/ 2241034 w 6386648"/>
              <a:gd name="connsiteY1275" fmla="*/ 701872 h 1849426"/>
              <a:gd name="connsiteX1276" fmla="*/ 2259059 w 6386648"/>
              <a:gd name="connsiteY1276" fmla="*/ 719896 h 1849426"/>
              <a:gd name="connsiteX1277" fmla="*/ 2241034 w 6386648"/>
              <a:gd name="connsiteY1277" fmla="*/ 737921 h 1849426"/>
              <a:gd name="connsiteX1278" fmla="*/ 2223010 w 6386648"/>
              <a:gd name="connsiteY1278" fmla="*/ 719896 h 1849426"/>
              <a:gd name="connsiteX1279" fmla="*/ 2241034 w 6386648"/>
              <a:gd name="connsiteY1279" fmla="*/ 701872 h 1849426"/>
              <a:gd name="connsiteX1280" fmla="*/ 1411911 w 6386648"/>
              <a:gd name="connsiteY1280" fmla="*/ 701872 h 1849426"/>
              <a:gd name="connsiteX1281" fmla="*/ 1429936 w 6386648"/>
              <a:gd name="connsiteY1281" fmla="*/ 719896 h 1849426"/>
              <a:gd name="connsiteX1282" fmla="*/ 1411911 w 6386648"/>
              <a:gd name="connsiteY1282" fmla="*/ 737921 h 1849426"/>
              <a:gd name="connsiteX1283" fmla="*/ 1393887 w 6386648"/>
              <a:gd name="connsiteY1283" fmla="*/ 719896 h 1849426"/>
              <a:gd name="connsiteX1284" fmla="*/ 1411911 w 6386648"/>
              <a:gd name="connsiteY1284" fmla="*/ 701872 h 1849426"/>
              <a:gd name="connsiteX1285" fmla="*/ 1165578 w 6386648"/>
              <a:gd name="connsiteY1285" fmla="*/ 701872 h 1849426"/>
              <a:gd name="connsiteX1286" fmla="*/ 1183602 w 6386648"/>
              <a:gd name="connsiteY1286" fmla="*/ 719896 h 1849426"/>
              <a:gd name="connsiteX1287" fmla="*/ 1165578 w 6386648"/>
              <a:gd name="connsiteY1287" fmla="*/ 737921 h 1849426"/>
              <a:gd name="connsiteX1288" fmla="*/ 1147553 w 6386648"/>
              <a:gd name="connsiteY1288" fmla="*/ 719896 h 1849426"/>
              <a:gd name="connsiteX1289" fmla="*/ 1165578 w 6386648"/>
              <a:gd name="connsiteY1289" fmla="*/ 701872 h 1849426"/>
              <a:gd name="connsiteX1290" fmla="*/ 168227 w 6386648"/>
              <a:gd name="connsiteY1290" fmla="*/ 701872 h 1849426"/>
              <a:gd name="connsiteX1291" fmla="*/ 186252 w 6386648"/>
              <a:gd name="connsiteY1291" fmla="*/ 719896 h 1849426"/>
              <a:gd name="connsiteX1292" fmla="*/ 168227 w 6386648"/>
              <a:gd name="connsiteY1292" fmla="*/ 737921 h 1849426"/>
              <a:gd name="connsiteX1293" fmla="*/ 150203 w 6386648"/>
              <a:gd name="connsiteY1293" fmla="*/ 719896 h 1849426"/>
              <a:gd name="connsiteX1294" fmla="*/ 168227 w 6386648"/>
              <a:gd name="connsiteY1294" fmla="*/ 701872 h 1849426"/>
              <a:gd name="connsiteX1295" fmla="*/ 1910586 w 6386648"/>
              <a:gd name="connsiteY1295" fmla="*/ 695864 h 1849426"/>
              <a:gd name="connsiteX1296" fmla="*/ 1928611 w 6386648"/>
              <a:gd name="connsiteY1296" fmla="*/ 713888 h 1849426"/>
              <a:gd name="connsiteX1297" fmla="*/ 1910586 w 6386648"/>
              <a:gd name="connsiteY1297" fmla="*/ 731913 h 1849426"/>
              <a:gd name="connsiteX1298" fmla="*/ 1892562 w 6386648"/>
              <a:gd name="connsiteY1298" fmla="*/ 713888 h 1849426"/>
              <a:gd name="connsiteX1299" fmla="*/ 1910586 w 6386648"/>
              <a:gd name="connsiteY1299" fmla="*/ 695864 h 1849426"/>
              <a:gd name="connsiteX1300" fmla="*/ 3833190 w 6386648"/>
              <a:gd name="connsiteY1300" fmla="*/ 689856 h 1849426"/>
              <a:gd name="connsiteX1301" fmla="*/ 3851215 w 6386648"/>
              <a:gd name="connsiteY1301" fmla="*/ 707880 h 1849426"/>
              <a:gd name="connsiteX1302" fmla="*/ 3833190 w 6386648"/>
              <a:gd name="connsiteY1302" fmla="*/ 725905 h 1849426"/>
              <a:gd name="connsiteX1303" fmla="*/ 3815166 w 6386648"/>
              <a:gd name="connsiteY1303" fmla="*/ 707880 h 1849426"/>
              <a:gd name="connsiteX1304" fmla="*/ 3833190 w 6386648"/>
              <a:gd name="connsiteY1304" fmla="*/ 689856 h 1849426"/>
              <a:gd name="connsiteX1305" fmla="*/ 2787774 w 6386648"/>
              <a:gd name="connsiteY1305" fmla="*/ 689856 h 1849426"/>
              <a:gd name="connsiteX1306" fmla="*/ 2805799 w 6386648"/>
              <a:gd name="connsiteY1306" fmla="*/ 707880 h 1849426"/>
              <a:gd name="connsiteX1307" fmla="*/ 2787774 w 6386648"/>
              <a:gd name="connsiteY1307" fmla="*/ 725905 h 1849426"/>
              <a:gd name="connsiteX1308" fmla="*/ 2769750 w 6386648"/>
              <a:gd name="connsiteY1308" fmla="*/ 707880 h 1849426"/>
              <a:gd name="connsiteX1309" fmla="*/ 2787774 w 6386648"/>
              <a:gd name="connsiteY1309" fmla="*/ 689856 h 1849426"/>
              <a:gd name="connsiteX1310" fmla="*/ 5737768 w 6386648"/>
              <a:gd name="connsiteY1310" fmla="*/ 677840 h 1849426"/>
              <a:gd name="connsiteX1311" fmla="*/ 5755793 w 6386648"/>
              <a:gd name="connsiteY1311" fmla="*/ 695865 h 1849426"/>
              <a:gd name="connsiteX1312" fmla="*/ 5737768 w 6386648"/>
              <a:gd name="connsiteY1312" fmla="*/ 713889 h 1849426"/>
              <a:gd name="connsiteX1313" fmla="*/ 5719744 w 6386648"/>
              <a:gd name="connsiteY1313" fmla="*/ 695865 h 1849426"/>
              <a:gd name="connsiteX1314" fmla="*/ 5737768 w 6386648"/>
              <a:gd name="connsiteY1314" fmla="*/ 677840 h 1849426"/>
              <a:gd name="connsiteX1315" fmla="*/ 781057 w 6386648"/>
              <a:gd name="connsiteY1315" fmla="*/ 677840 h 1849426"/>
              <a:gd name="connsiteX1316" fmla="*/ 799082 w 6386648"/>
              <a:gd name="connsiteY1316" fmla="*/ 695865 h 1849426"/>
              <a:gd name="connsiteX1317" fmla="*/ 781057 w 6386648"/>
              <a:gd name="connsiteY1317" fmla="*/ 713889 h 1849426"/>
              <a:gd name="connsiteX1318" fmla="*/ 763033 w 6386648"/>
              <a:gd name="connsiteY1318" fmla="*/ 695865 h 1849426"/>
              <a:gd name="connsiteX1319" fmla="*/ 781057 w 6386648"/>
              <a:gd name="connsiteY1319" fmla="*/ 677840 h 1849426"/>
              <a:gd name="connsiteX1320" fmla="*/ 276373 w 6386648"/>
              <a:gd name="connsiteY1320" fmla="*/ 677840 h 1849426"/>
              <a:gd name="connsiteX1321" fmla="*/ 294398 w 6386648"/>
              <a:gd name="connsiteY1321" fmla="*/ 695865 h 1849426"/>
              <a:gd name="connsiteX1322" fmla="*/ 276373 w 6386648"/>
              <a:gd name="connsiteY1322" fmla="*/ 713889 h 1849426"/>
              <a:gd name="connsiteX1323" fmla="*/ 258349 w 6386648"/>
              <a:gd name="connsiteY1323" fmla="*/ 695865 h 1849426"/>
              <a:gd name="connsiteX1324" fmla="*/ 276373 w 6386648"/>
              <a:gd name="connsiteY1324" fmla="*/ 677840 h 1849426"/>
              <a:gd name="connsiteX1325" fmla="*/ 1784415 w 6386648"/>
              <a:gd name="connsiteY1325" fmla="*/ 671832 h 1849426"/>
              <a:gd name="connsiteX1326" fmla="*/ 1802440 w 6386648"/>
              <a:gd name="connsiteY1326" fmla="*/ 689856 h 1849426"/>
              <a:gd name="connsiteX1327" fmla="*/ 1784415 w 6386648"/>
              <a:gd name="connsiteY1327" fmla="*/ 707881 h 1849426"/>
              <a:gd name="connsiteX1328" fmla="*/ 1766391 w 6386648"/>
              <a:gd name="connsiteY1328" fmla="*/ 689856 h 1849426"/>
              <a:gd name="connsiteX1329" fmla="*/ 1784415 w 6386648"/>
              <a:gd name="connsiteY1329" fmla="*/ 671832 h 1849426"/>
              <a:gd name="connsiteX1330" fmla="*/ 3713027 w 6386648"/>
              <a:gd name="connsiteY1330" fmla="*/ 665824 h 1849426"/>
              <a:gd name="connsiteX1331" fmla="*/ 3731052 w 6386648"/>
              <a:gd name="connsiteY1331" fmla="*/ 683848 h 1849426"/>
              <a:gd name="connsiteX1332" fmla="*/ 3713027 w 6386648"/>
              <a:gd name="connsiteY1332" fmla="*/ 701873 h 1849426"/>
              <a:gd name="connsiteX1333" fmla="*/ 3695003 w 6386648"/>
              <a:gd name="connsiteY1333" fmla="*/ 683848 h 1849426"/>
              <a:gd name="connsiteX1334" fmla="*/ 3713027 w 6386648"/>
              <a:gd name="connsiteY1334" fmla="*/ 665824 h 1849426"/>
              <a:gd name="connsiteX1335" fmla="*/ 3274433 w 6386648"/>
              <a:gd name="connsiteY1335" fmla="*/ 665824 h 1849426"/>
              <a:gd name="connsiteX1336" fmla="*/ 3292458 w 6386648"/>
              <a:gd name="connsiteY1336" fmla="*/ 683848 h 1849426"/>
              <a:gd name="connsiteX1337" fmla="*/ 3274433 w 6386648"/>
              <a:gd name="connsiteY1337" fmla="*/ 701873 h 1849426"/>
              <a:gd name="connsiteX1338" fmla="*/ 3256409 w 6386648"/>
              <a:gd name="connsiteY1338" fmla="*/ 683848 h 1849426"/>
              <a:gd name="connsiteX1339" fmla="*/ 3274433 w 6386648"/>
              <a:gd name="connsiteY1339" fmla="*/ 665824 h 1849426"/>
              <a:gd name="connsiteX1340" fmla="*/ 1291748 w 6386648"/>
              <a:gd name="connsiteY1340" fmla="*/ 665824 h 1849426"/>
              <a:gd name="connsiteX1341" fmla="*/ 1309773 w 6386648"/>
              <a:gd name="connsiteY1341" fmla="*/ 683848 h 1849426"/>
              <a:gd name="connsiteX1342" fmla="*/ 1291748 w 6386648"/>
              <a:gd name="connsiteY1342" fmla="*/ 701873 h 1849426"/>
              <a:gd name="connsiteX1343" fmla="*/ 1273724 w 6386648"/>
              <a:gd name="connsiteY1343" fmla="*/ 683848 h 1849426"/>
              <a:gd name="connsiteX1344" fmla="*/ 1291748 w 6386648"/>
              <a:gd name="connsiteY1344" fmla="*/ 665824 h 1849426"/>
              <a:gd name="connsiteX1345" fmla="*/ 636862 w 6386648"/>
              <a:gd name="connsiteY1345" fmla="*/ 665824 h 1849426"/>
              <a:gd name="connsiteX1346" fmla="*/ 654887 w 6386648"/>
              <a:gd name="connsiteY1346" fmla="*/ 683848 h 1849426"/>
              <a:gd name="connsiteX1347" fmla="*/ 636862 w 6386648"/>
              <a:gd name="connsiteY1347" fmla="*/ 701873 h 1849426"/>
              <a:gd name="connsiteX1348" fmla="*/ 618838 w 6386648"/>
              <a:gd name="connsiteY1348" fmla="*/ 683848 h 1849426"/>
              <a:gd name="connsiteX1349" fmla="*/ 636862 w 6386648"/>
              <a:gd name="connsiteY1349" fmla="*/ 665824 h 1849426"/>
              <a:gd name="connsiteX1350" fmla="*/ 3172295 w 6386648"/>
              <a:gd name="connsiteY1350" fmla="*/ 659815 h 1849426"/>
              <a:gd name="connsiteX1351" fmla="*/ 3190320 w 6386648"/>
              <a:gd name="connsiteY1351" fmla="*/ 677839 h 1849426"/>
              <a:gd name="connsiteX1352" fmla="*/ 3172295 w 6386648"/>
              <a:gd name="connsiteY1352" fmla="*/ 695864 h 1849426"/>
              <a:gd name="connsiteX1353" fmla="*/ 3154271 w 6386648"/>
              <a:gd name="connsiteY1353" fmla="*/ 677839 h 1849426"/>
              <a:gd name="connsiteX1354" fmla="*/ 3172295 w 6386648"/>
              <a:gd name="connsiteY1354" fmla="*/ 659815 h 1849426"/>
              <a:gd name="connsiteX1355" fmla="*/ 6314550 w 6386648"/>
              <a:gd name="connsiteY1355" fmla="*/ 647799 h 1849426"/>
              <a:gd name="connsiteX1356" fmla="*/ 6332574 w 6386648"/>
              <a:gd name="connsiteY1356" fmla="*/ 665824 h 1849426"/>
              <a:gd name="connsiteX1357" fmla="*/ 6314550 w 6386648"/>
              <a:gd name="connsiteY1357" fmla="*/ 683848 h 1849426"/>
              <a:gd name="connsiteX1358" fmla="*/ 6296525 w 6386648"/>
              <a:gd name="connsiteY1358" fmla="*/ 665824 h 1849426"/>
              <a:gd name="connsiteX1359" fmla="*/ 6314550 w 6386648"/>
              <a:gd name="connsiteY1359" fmla="*/ 647799 h 1849426"/>
              <a:gd name="connsiteX1360" fmla="*/ 3040116 w 6386648"/>
              <a:gd name="connsiteY1360" fmla="*/ 647799 h 1849426"/>
              <a:gd name="connsiteX1361" fmla="*/ 3058141 w 6386648"/>
              <a:gd name="connsiteY1361" fmla="*/ 665824 h 1849426"/>
              <a:gd name="connsiteX1362" fmla="*/ 3040116 w 6386648"/>
              <a:gd name="connsiteY1362" fmla="*/ 683848 h 1849426"/>
              <a:gd name="connsiteX1363" fmla="*/ 3022092 w 6386648"/>
              <a:gd name="connsiteY1363" fmla="*/ 665824 h 1849426"/>
              <a:gd name="connsiteX1364" fmla="*/ 3040116 w 6386648"/>
              <a:gd name="connsiteY1364" fmla="*/ 647799 h 1849426"/>
              <a:gd name="connsiteX1365" fmla="*/ 4025450 w 6386648"/>
              <a:gd name="connsiteY1365" fmla="*/ 641791 h 1849426"/>
              <a:gd name="connsiteX1366" fmla="*/ 4043475 w 6386648"/>
              <a:gd name="connsiteY1366" fmla="*/ 659815 h 1849426"/>
              <a:gd name="connsiteX1367" fmla="*/ 4025450 w 6386648"/>
              <a:gd name="connsiteY1367" fmla="*/ 677840 h 1849426"/>
              <a:gd name="connsiteX1368" fmla="*/ 4007426 w 6386648"/>
              <a:gd name="connsiteY1368" fmla="*/ 659815 h 1849426"/>
              <a:gd name="connsiteX1369" fmla="*/ 4025450 w 6386648"/>
              <a:gd name="connsiteY1369" fmla="*/ 641791 h 1849426"/>
              <a:gd name="connsiteX1370" fmla="*/ 5948053 w 6386648"/>
              <a:gd name="connsiteY1370" fmla="*/ 629775 h 1849426"/>
              <a:gd name="connsiteX1371" fmla="*/ 5966078 w 6386648"/>
              <a:gd name="connsiteY1371" fmla="*/ 647799 h 1849426"/>
              <a:gd name="connsiteX1372" fmla="*/ 5948053 w 6386648"/>
              <a:gd name="connsiteY1372" fmla="*/ 665824 h 1849426"/>
              <a:gd name="connsiteX1373" fmla="*/ 5930029 w 6386648"/>
              <a:gd name="connsiteY1373" fmla="*/ 647799 h 1849426"/>
              <a:gd name="connsiteX1374" fmla="*/ 5948053 w 6386648"/>
              <a:gd name="connsiteY1374" fmla="*/ 629775 h 1849426"/>
              <a:gd name="connsiteX1375" fmla="*/ 2673619 w 6386648"/>
              <a:gd name="connsiteY1375" fmla="*/ 629775 h 1849426"/>
              <a:gd name="connsiteX1376" fmla="*/ 2691644 w 6386648"/>
              <a:gd name="connsiteY1376" fmla="*/ 647799 h 1849426"/>
              <a:gd name="connsiteX1377" fmla="*/ 2673619 w 6386648"/>
              <a:gd name="connsiteY1377" fmla="*/ 665824 h 1849426"/>
              <a:gd name="connsiteX1378" fmla="*/ 2655595 w 6386648"/>
              <a:gd name="connsiteY1378" fmla="*/ 647799 h 1849426"/>
              <a:gd name="connsiteX1379" fmla="*/ 2673619 w 6386648"/>
              <a:gd name="connsiteY1379" fmla="*/ 629775 h 1849426"/>
              <a:gd name="connsiteX1380" fmla="*/ 2331156 w 6386648"/>
              <a:gd name="connsiteY1380" fmla="*/ 629775 h 1849426"/>
              <a:gd name="connsiteX1381" fmla="*/ 2349181 w 6386648"/>
              <a:gd name="connsiteY1381" fmla="*/ 647799 h 1849426"/>
              <a:gd name="connsiteX1382" fmla="*/ 2331156 w 6386648"/>
              <a:gd name="connsiteY1382" fmla="*/ 665824 h 1849426"/>
              <a:gd name="connsiteX1383" fmla="*/ 2313132 w 6386648"/>
              <a:gd name="connsiteY1383" fmla="*/ 647799 h 1849426"/>
              <a:gd name="connsiteX1384" fmla="*/ 2331156 w 6386648"/>
              <a:gd name="connsiteY1384" fmla="*/ 629775 h 1849426"/>
              <a:gd name="connsiteX1385" fmla="*/ 1514049 w 6386648"/>
              <a:gd name="connsiteY1385" fmla="*/ 629775 h 1849426"/>
              <a:gd name="connsiteX1386" fmla="*/ 1532074 w 6386648"/>
              <a:gd name="connsiteY1386" fmla="*/ 647799 h 1849426"/>
              <a:gd name="connsiteX1387" fmla="*/ 1514049 w 6386648"/>
              <a:gd name="connsiteY1387" fmla="*/ 665824 h 1849426"/>
              <a:gd name="connsiteX1388" fmla="*/ 1496025 w 6386648"/>
              <a:gd name="connsiteY1388" fmla="*/ 647799 h 1849426"/>
              <a:gd name="connsiteX1389" fmla="*/ 1514049 w 6386648"/>
              <a:gd name="connsiteY1389" fmla="*/ 629775 h 1849426"/>
              <a:gd name="connsiteX1390" fmla="*/ 901219 w 6386648"/>
              <a:gd name="connsiteY1390" fmla="*/ 629775 h 1849426"/>
              <a:gd name="connsiteX1391" fmla="*/ 919244 w 6386648"/>
              <a:gd name="connsiteY1391" fmla="*/ 647799 h 1849426"/>
              <a:gd name="connsiteX1392" fmla="*/ 901219 w 6386648"/>
              <a:gd name="connsiteY1392" fmla="*/ 665824 h 1849426"/>
              <a:gd name="connsiteX1393" fmla="*/ 883195 w 6386648"/>
              <a:gd name="connsiteY1393" fmla="*/ 647799 h 1849426"/>
              <a:gd name="connsiteX1394" fmla="*/ 901219 w 6386648"/>
              <a:gd name="connsiteY1394" fmla="*/ 629775 h 1849426"/>
              <a:gd name="connsiteX1395" fmla="*/ 5827891 w 6386648"/>
              <a:gd name="connsiteY1395" fmla="*/ 617758 h 1849426"/>
              <a:gd name="connsiteX1396" fmla="*/ 5845916 w 6386648"/>
              <a:gd name="connsiteY1396" fmla="*/ 635783 h 1849426"/>
              <a:gd name="connsiteX1397" fmla="*/ 5827891 w 6386648"/>
              <a:gd name="connsiteY1397" fmla="*/ 653807 h 1849426"/>
              <a:gd name="connsiteX1398" fmla="*/ 5809867 w 6386648"/>
              <a:gd name="connsiteY1398" fmla="*/ 635783 h 1849426"/>
              <a:gd name="connsiteX1399" fmla="*/ 5827891 w 6386648"/>
              <a:gd name="connsiteY1399" fmla="*/ 617758 h 1849426"/>
              <a:gd name="connsiteX1400" fmla="*/ 2469343 w 6386648"/>
              <a:gd name="connsiteY1400" fmla="*/ 617758 h 1849426"/>
              <a:gd name="connsiteX1401" fmla="*/ 2487368 w 6386648"/>
              <a:gd name="connsiteY1401" fmla="*/ 635783 h 1849426"/>
              <a:gd name="connsiteX1402" fmla="*/ 2469343 w 6386648"/>
              <a:gd name="connsiteY1402" fmla="*/ 653807 h 1849426"/>
              <a:gd name="connsiteX1403" fmla="*/ 2451319 w 6386648"/>
              <a:gd name="connsiteY1403" fmla="*/ 635783 h 1849426"/>
              <a:gd name="connsiteX1404" fmla="*/ 2469343 w 6386648"/>
              <a:gd name="connsiteY1404" fmla="*/ 617758 h 1849426"/>
              <a:gd name="connsiteX1405" fmla="*/ 6110273 w 6386648"/>
              <a:gd name="connsiteY1405" fmla="*/ 611750 h 1849426"/>
              <a:gd name="connsiteX1406" fmla="*/ 6128298 w 6386648"/>
              <a:gd name="connsiteY1406" fmla="*/ 629774 h 1849426"/>
              <a:gd name="connsiteX1407" fmla="*/ 6110273 w 6386648"/>
              <a:gd name="connsiteY1407" fmla="*/ 647799 h 1849426"/>
              <a:gd name="connsiteX1408" fmla="*/ 6092248 w 6386648"/>
              <a:gd name="connsiteY1408" fmla="*/ 629774 h 1849426"/>
              <a:gd name="connsiteX1409" fmla="*/ 6110273 w 6386648"/>
              <a:gd name="connsiteY1409" fmla="*/ 611750 h 1849426"/>
              <a:gd name="connsiteX1410" fmla="*/ 3598872 w 6386648"/>
              <a:gd name="connsiteY1410" fmla="*/ 611750 h 1849426"/>
              <a:gd name="connsiteX1411" fmla="*/ 3616897 w 6386648"/>
              <a:gd name="connsiteY1411" fmla="*/ 629774 h 1849426"/>
              <a:gd name="connsiteX1412" fmla="*/ 3598872 w 6386648"/>
              <a:gd name="connsiteY1412" fmla="*/ 647799 h 1849426"/>
              <a:gd name="connsiteX1413" fmla="*/ 3580848 w 6386648"/>
              <a:gd name="connsiteY1413" fmla="*/ 629774 h 1849426"/>
              <a:gd name="connsiteX1414" fmla="*/ 3598872 w 6386648"/>
              <a:gd name="connsiteY1414" fmla="*/ 611750 h 1849426"/>
              <a:gd name="connsiteX1415" fmla="*/ 2150912 w 6386648"/>
              <a:gd name="connsiteY1415" fmla="*/ 611750 h 1849426"/>
              <a:gd name="connsiteX1416" fmla="*/ 2168937 w 6386648"/>
              <a:gd name="connsiteY1416" fmla="*/ 629774 h 1849426"/>
              <a:gd name="connsiteX1417" fmla="*/ 2150912 w 6386648"/>
              <a:gd name="connsiteY1417" fmla="*/ 647799 h 1849426"/>
              <a:gd name="connsiteX1418" fmla="*/ 2132888 w 6386648"/>
              <a:gd name="connsiteY1418" fmla="*/ 629774 h 1849426"/>
              <a:gd name="connsiteX1419" fmla="*/ 2150912 w 6386648"/>
              <a:gd name="connsiteY1419" fmla="*/ 611750 h 1849426"/>
              <a:gd name="connsiteX1420" fmla="*/ 2036758 w 6386648"/>
              <a:gd name="connsiteY1420" fmla="*/ 605742 h 1849426"/>
              <a:gd name="connsiteX1421" fmla="*/ 2054782 w 6386648"/>
              <a:gd name="connsiteY1421" fmla="*/ 623766 h 1849426"/>
              <a:gd name="connsiteX1422" fmla="*/ 2036758 w 6386648"/>
              <a:gd name="connsiteY1422" fmla="*/ 641791 h 1849426"/>
              <a:gd name="connsiteX1423" fmla="*/ 2018733 w 6386648"/>
              <a:gd name="connsiteY1423" fmla="*/ 623766 h 1849426"/>
              <a:gd name="connsiteX1424" fmla="*/ 2036758 w 6386648"/>
              <a:gd name="connsiteY1424" fmla="*/ 605742 h 1849426"/>
              <a:gd name="connsiteX1425" fmla="*/ 1652236 w 6386648"/>
              <a:gd name="connsiteY1425" fmla="*/ 605742 h 1849426"/>
              <a:gd name="connsiteX1426" fmla="*/ 1670261 w 6386648"/>
              <a:gd name="connsiteY1426" fmla="*/ 623766 h 1849426"/>
              <a:gd name="connsiteX1427" fmla="*/ 1652236 w 6386648"/>
              <a:gd name="connsiteY1427" fmla="*/ 641791 h 1849426"/>
              <a:gd name="connsiteX1428" fmla="*/ 1634212 w 6386648"/>
              <a:gd name="connsiteY1428" fmla="*/ 623766 h 1849426"/>
              <a:gd name="connsiteX1429" fmla="*/ 1652236 w 6386648"/>
              <a:gd name="connsiteY1429" fmla="*/ 605742 h 1849426"/>
              <a:gd name="connsiteX1430" fmla="*/ 1027390 w 6386648"/>
              <a:gd name="connsiteY1430" fmla="*/ 605742 h 1849426"/>
              <a:gd name="connsiteX1431" fmla="*/ 1045415 w 6386648"/>
              <a:gd name="connsiteY1431" fmla="*/ 623766 h 1849426"/>
              <a:gd name="connsiteX1432" fmla="*/ 1027390 w 6386648"/>
              <a:gd name="connsiteY1432" fmla="*/ 641791 h 1849426"/>
              <a:gd name="connsiteX1433" fmla="*/ 1009366 w 6386648"/>
              <a:gd name="connsiteY1433" fmla="*/ 623766 h 1849426"/>
              <a:gd name="connsiteX1434" fmla="*/ 1027390 w 6386648"/>
              <a:gd name="connsiteY1434" fmla="*/ 605742 h 1849426"/>
              <a:gd name="connsiteX1435" fmla="*/ 504684 w 6386648"/>
              <a:gd name="connsiteY1435" fmla="*/ 605742 h 1849426"/>
              <a:gd name="connsiteX1436" fmla="*/ 522708 w 6386648"/>
              <a:gd name="connsiteY1436" fmla="*/ 623766 h 1849426"/>
              <a:gd name="connsiteX1437" fmla="*/ 504684 w 6386648"/>
              <a:gd name="connsiteY1437" fmla="*/ 641791 h 1849426"/>
              <a:gd name="connsiteX1438" fmla="*/ 486659 w 6386648"/>
              <a:gd name="connsiteY1438" fmla="*/ 623766 h 1849426"/>
              <a:gd name="connsiteX1439" fmla="*/ 504684 w 6386648"/>
              <a:gd name="connsiteY1439" fmla="*/ 605742 h 1849426"/>
              <a:gd name="connsiteX1440" fmla="*/ 378512 w 6386648"/>
              <a:gd name="connsiteY1440" fmla="*/ 605742 h 1849426"/>
              <a:gd name="connsiteX1441" fmla="*/ 396537 w 6386648"/>
              <a:gd name="connsiteY1441" fmla="*/ 623766 h 1849426"/>
              <a:gd name="connsiteX1442" fmla="*/ 378512 w 6386648"/>
              <a:gd name="connsiteY1442" fmla="*/ 641791 h 1849426"/>
              <a:gd name="connsiteX1443" fmla="*/ 360488 w 6386648"/>
              <a:gd name="connsiteY1443" fmla="*/ 623766 h 1849426"/>
              <a:gd name="connsiteX1444" fmla="*/ 378512 w 6386648"/>
              <a:gd name="connsiteY1444" fmla="*/ 605742 h 1849426"/>
              <a:gd name="connsiteX1445" fmla="*/ 3358547 w 6386648"/>
              <a:gd name="connsiteY1445" fmla="*/ 599734 h 1849426"/>
              <a:gd name="connsiteX1446" fmla="*/ 3376572 w 6386648"/>
              <a:gd name="connsiteY1446" fmla="*/ 617758 h 1849426"/>
              <a:gd name="connsiteX1447" fmla="*/ 3358547 w 6386648"/>
              <a:gd name="connsiteY1447" fmla="*/ 635783 h 1849426"/>
              <a:gd name="connsiteX1448" fmla="*/ 3340523 w 6386648"/>
              <a:gd name="connsiteY1448" fmla="*/ 617758 h 1849426"/>
              <a:gd name="connsiteX1449" fmla="*/ 3358547 w 6386648"/>
              <a:gd name="connsiteY1449" fmla="*/ 599734 h 1849426"/>
              <a:gd name="connsiteX1450" fmla="*/ 3887263 w 6386648"/>
              <a:gd name="connsiteY1450" fmla="*/ 593726 h 1849426"/>
              <a:gd name="connsiteX1451" fmla="*/ 3905288 w 6386648"/>
              <a:gd name="connsiteY1451" fmla="*/ 611750 h 1849426"/>
              <a:gd name="connsiteX1452" fmla="*/ 3887263 w 6386648"/>
              <a:gd name="connsiteY1452" fmla="*/ 629775 h 1849426"/>
              <a:gd name="connsiteX1453" fmla="*/ 3869238 w 6386648"/>
              <a:gd name="connsiteY1453" fmla="*/ 611750 h 1849426"/>
              <a:gd name="connsiteX1454" fmla="*/ 3887263 w 6386648"/>
              <a:gd name="connsiteY1454" fmla="*/ 593726 h 1849426"/>
              <a:gd name="connsiteX1455" fmla="*/ 5623614 w 6386648"/>
              <a:gd name="connsiteY1455" fmla="*/ 587718 h 1849426"/>
              <a:gd name="connsiteX1456" fmla="*/ 5641639 w 6386648"/>
              <a:gd name="connsiteY1456" fmla="*/ 605743 h 1849426"/>
              <a:gd name="connsiteX1457" fmla="*/ 5623614 w 6386648"/>
              <a:gd name="connsiteY1457" fmla="*/ 623767 h 1849426"/>
              <a:gd name="connsiteX1458" fmla="*/ 5605590 w 6386648"/>
              <a:gd name="connsiteY1458" fmla="*/ 605743 h 1849426"/>
              <a:gd name="connsiteX1459" fmla="*/ 5623614 w 6386648"/>
              <a:gd name="connsiteY1459" fmla="*/ 587718 h 1849426"/>
              <a:gd name="connsiteX1460" fmla="*/ 4157629 w 6386648"/>
              <a:gd name="connsiteY1460" fmla="*/ 587718 h 1849426"/>
              <a:gd name="connsiteX1461" fmla="*/ 4175654 w 6386648"/>
              <a:gd name="connsiteY1461" fmla="*/ 605743 h 1849426"/>
              <a:gd name="connsiteX1462" fmla="*/ 4157629 w 6386648"/>
              <a:gd name="connsiteY1462" fmla="*/ 623767 h 1849426"/>
              <a:gd name="connsiteX1463" fmla="*/ 4139604 w 6386648"/>
              <a:gd name="connsiteY1463" fmla="*/ 605743 h 1849426"/>
              <a:gd name="connsiteX1464" fmla="*/ 4157629 w 6386648"/>
              <a:gd name="connsiteY1464" fmla="*/ 587718 h 1849426"/>
              <a:gd name="connsiteX1465" fmla="*/ 1886555 w 6386648"/>
              <a:gd name="connsiteY1465" fmla="*/ 587718 h 1849426"/>
              <a:gd name="connsiteX1466" fmla="*/ 1904579 w 6386648"/>
              <a:gd name="connsiteY1466" fmla="*/ 605743 h 1849426"/>
              <a:gd name="connsiteX1467" fmla="*/ 1886555 w 6386648"/>
              <a:gd name="connsiteY1467" fmla="*/ 623767 h 1849426"/>
              <a:gd name="connsiteX1468" fmla="*/ 1868530 w 6386648"/>
              <a:gd name="connsiteY1468" fmla="*/ 605743 h 1849426"/>
              <a:gd name="connsiteX1469" fmla="*/ 1886555 w 6386648"/>
              <a:gd name="connsiteY1469" fmla="*/ 587718 h 1849426"/>
              <a:gd name="connsiteX1470" fmla="*/ 1147553 w 6386648"/>
              <a:gd name="connsiteY1470" fmla="*/ 587718 h 1849426"/>
              <a:gd name="connsiteX1471" fmla="*/ 1165578 w 6386648"/>
              <a:gd name="connsiteY1471" fmla="*/ 605743 h 1849426"/>
              <a:gd name="connsiteX1472" fmla="*/ 1147553 w 6386648"/>
              <a:gd name="connsiteY1472" fmla="*/ 623767 h 1849426"/>
              <a:gd name="connsiteX1473" fmla="*/ 1129529 w 6386648"/>
              <a:gd name="connsiteY1473" fmla="*/ 605743 h 1849426"/>
              <a:gd name="connsiteX1474" fmla="*/ 1147553 w 6386648"/>
              <a:gd name="connsiteY1474" fmla="*/ 587718 h 1849426"/>
              <a:gd name="connsiteX1475" fmla="*/ 6212411 w 6386648"/>
              <a:gd name="connsiteY1475" fmla="*/ 581710 h 1849426"/>
              <a:gd name="connsiteX1476" fmla="*/ 6230436 w 6386648"/>
              <a:gd name="connsiteY1476" fmla="*/ 599734 h 1849426"/>
              <a:gd name="connsiteX1477" fmla="*/ 6212411 w 6386648"/>
              <a:gd name="connsiteY1477" fmla="*/ 617759 h 1849426"/>
              <a:gd name="connsiteX1478" fmla="*/ 6194387 w 6386648"/>
              <a:gd name="connsiteY1478" fmla="*/ 599734 h 1849426"/>
              <a:gd name="connsiteX1479" fmla="*/ 6212411 w 6386648"/>
              <a:gd name="connsiteY1479" fmla="*/ 581710 h 1849426"/>
              <a:gd name="connsiteX1480" fmla="*/ 3478710 w 6386648"/>
              <a:gd name="connsiteY1480" fmla="*/ 581710 h 1849426"/>
              <a:gd name="connsiteX1481" fmla="*/ 3496735 w 6386648"/>
              <a:gd name="connsiteY1481" fmla="*/ 599734 h 1849426"/>
              <a:gd name="connsiteX1482" fmla="*/ 3478710 w 6386648"/>
              <a:gd name="connsiteY1482" fmla="*/ 617759 h 1849426"/>
              <a:gd name="connsiteX1483" fmla="*/ 3460686 w 6386648"/>
              <a:gd name="connsiteY1483" fmla="*/ 599734 h 1849426"/>
              <a:gd name="connsiteX1484" fmla="*/ 3478710 w 6386648"/>
              <a:gd name="connsiteY1484" fmla="*/ 581710 h 1849426"/>
              <a:gd name="connsiteX1485" fmla="*/ 2883904 w 6386648"/>
              <a:gd name="connsiteY1485" fmla="*/ 581710 h 1849426"/>
              <a:gd name="connsiteX1486" fmla="*/ 2901929 w 6386648"/>
              <a:gd name="connsiteY1486" fmla="*/ 599734 h 1849426"/>
              <a:gd name="connsiteX1487" fmla="*/ 2883904 w 6386648"/>
              <a:gd name="connsiteY1487" fmla="*/ 617759 h 1849426"/>
              <a:gd name="connsiteX1488" fmla="*/ 2865880 w 6386648"/>
              <a:gd name="connsiteY1488" fmla="*/ 599734 h 1849426"/>
              <a:gd name="connsiteX1489" fmla="*/ 2883904 w 6386648"/>
              <a:gd name="connsiteY1489" fmla="*/ 581710 h 1849426"/>
              <a:gd name="connsiteX1490" fmla="*/ 4488076 w 6386648"/>
              <a:gd name="connsiteY1490" fmla="*/ 575702 h 1849426"/>
              <a:gd name="connsiteX1491" fmla="*/ 4506101 w 6386648"/>
              <a:gd name="connsiteY1491" fmla="*/ 593726 h 1849426"/>
              <a:gd name="connsiteX1492" fmla="*/ 4488076 w 6386648"/>
              <a:gd name="connsiteY1492" fmla="*/ 611751 h 1849426"/>
              <a:gd name="connsiteX1493" fmla="*/ 4470051 w 6386648"/>
              <a:gd name="connsiteY1493" fmla="*/ 593726 h 1849426"/>
              <a:gd name="connsiteX1494" fmla="*/ 4488076 w 6386648"/>
              <a:gd name="connsiteY1494" fmla="*/ 575702 h 1849426"/>
              <a:gd name="connsiteX1495" fmla="*/ 4313840 w 6386648"/>
              <a:gd name="connsiteY1495" fmla="*/ 575702 h 1849426"/>
              <a:gd name="connsiteX1496" fmla="*/ 4331865 w 6386648"/>
              <a:gd name="connsiteY1496" fmla="*/ 593726 h 1849426"/>
              <a:gd name="connsiteX1497" fmla="*/ 4313840 w 6386648"/>
              <a:gd name="connsiteY1497" fmla="*/ 611751 h 1849426"/>
              <a:gd name="connsiteX1498" fmla="*/ 4295816 w 6386648"/>
              <a:gd name="connsiteY1498" fmla="*/ 593726 h 1849426"/>
              <a:gd name="connsiteX1499" fmla="*/ 4313840 w 6386648"/>
              <a:gd name="connsiteY1499" fmla="*/ 575702 h 1849426"/>
              <a:gd name="connsiteX1500" fmla="*/ 1381870 w 6386648"/>
              <a:gd name="connsiteY1500" fmla="*/ 569693 h 1849426"/>
              <a:gd name="connsiteX1501" fmla="*/ 1399895 w 6386648"/>
              <a:gd name="connsiteY1501" fmla="*/ 587717 h 1849426"/>
              <a:gd name="connsiteX1502" fmla="*/ 1381870 w 6386648"/>
              <a:gd name="connsiteY1502" fmla="*/ 605742 h 1849426"/>
              <a:gd name="connsiteX1503" fmla="*/ 1363846 w 6386648"/>
              <a:gd name="connsiteY1503" fmla="*/ 587717 h 1849426"/>
              <a:gd name="connsiteX1504" fmla="*/ 1381870 w 6386648"/>
              <a:gd name="connsiteY1504" fmla="*/ 569693 h 1849426"/>
              <a:gd name="connsiteX1505" fmla="*/ 126170 w 6386648"/>
              <a:gd name="connsiteY1505" fmla="*/ 563685 h 1849426"/>
              <a:gd name="connsiteX1506" fmla="*/ 144195 w 6386648"/>
              <a:gd name="connsiteY1506" fmla="*/ 581709 h 1849426"/>
              <a:gd name="connsiteX1507" fmla="*/ 126170 w 6386648"/>
              <a:gd name="connsiteY1507" fmla="*/ 599734 h 1849426"/>
              <a:gd name="connsiteX1508" fmla="*/ 108146 w 6386648"/>
              <a:gd name="connsiteY1508" fmla="*/ 581709 h 1849426"/>
              <a:gd name="connsiteX1509" fmla="*/ 126170 w 6386648"/>
              <a:gd name="connsiteY1509" fmla="*/ 563685 h 1849426"/>
              <a:gd name="connsiteX1510" fmla="*/ 2583497 w 6386648"/>
              <a:gd name="connsiteY1510" fmla="*/ 557677 h 1849426"/>
              <a:gd name="connsiteX1511" fmla="*/ 2601522 w 6386648"/>
              <a:gd name="connsiteY1511" fmla="*/ 575702 h 1849426"/>
              <a:gd name="connsiteX1512" fmla="*/ 2583497 w 6386648"/>
              <a:gd name="connsiteY1512" fmla="*/ 593726 h 1849426"/>
              <a:gd name="connsiteX1513" fmla="*/ 2565473 w 6386648"/>
              <a:gd name="connsiteY1513" fmla="*/ 575702 h 1849426"/>
              <a:gd name="connsiteX1514" fmla="*/ 2583497 w 6386648"/>
              <a:gd name="connsiteY1514" fmla="*/ 557677 h 1849426"/>
              <a:gd name="connsiteX1515" fmla="*/ 246333 w 6386648"/>
              <a:gd name="connsiteY1515" fmla="*/ 557677 h 1849426"/>
              <a:gd name="connsiteX1516" fmla="*/ 264358 w 6386648"/>
              <a:gd name="connsiteY1516" fmla="*/ 575702 h 1849426"/>
              <a:gd name="connsiteX1517" fmla="*/ 246333 w 6386648"/>
              <a:gd name="connsiteY1517" fmla="*/ 593726 h 1849426"/>
              <a:gd name="connsiteX1518" fmla="*/ 228309 w 6386648"/>
              <a:gd name="connsiteY1518" fmla="*/ 575702 h 1849426"/>
              <a:gd name="connsiteX1519" fmla="*/ 246333 w 6386648"/>
              <a:gd name="connsiteY1519" fmla="*/ 557677 h 1849426"/>
              <a:gd name="connsiteX1520" fmla="*/ 1736351 w 6386648"/>
              <a:gd name="connsiteY1520" fmla="*/ 551669 h 1849426"/>
              <a:gd name="connsiteX1521" fmla="*/ 1754375 w 6386648"/>
              <a:gd name="connsiteY1521" fmla="*/ 569693 h 1849426"/>
              <a:gd name="connsiteX1522" fmla="*/ 1736351 w 6386648"/>
              <a:gd name="connsiteY1522" fmla="*/ 587718 h 1849426"/>
              <a:gd name="connsiteX1523" fmla="*/ 1718326 w 6386648"/>
              <a:gd name="connsiteY1523" fmla="*/ 569693 h 1849426"/>
              <a:gd name="connsiteX1524" fmla="*/ 1736351 w 6386648"/>
              <a:gd name="connsiteY1524" fmla="*/ 551669 h 1849426"/>
              <a:gd name="connsiteX1525" fmla="*/ 3731051 w 6386648"/>
              <a:gd name="connsiteY1525" fmla="*/ 545661 h 1849426"/>
              <a:gd name="connsiteX1526" fmla="*/ 3749076 w 6386648"/>
              <a:gd name="connsiteY1526" fmla="*/ 563685 h 1849426"/>
              <a:gd name="connsiteX1527" fmla="*/ 3731051 w 6386648"/>
              <a:gd name="connsiteY1527" fmla="*/ 581710 h 1849426"/>
              <a:gd name="connsiteX1528" fmla="*/ 3713027 w 6386648"/>
              <a:gd name="connsiteY1528" fmla="*/ 563685 h 1849426"/>
              <a:gd name="connsiteX1529" fmla="*/ 3731051 w 6386648"/>
              <a:gd name="connsiteY1529" fmla="*/ 545661 h 1849426"/>
              <a:gd name="connsiteX1530" fmla="*/ 2763741 w 6386648"/>
              <a:gd name="connsiteY1530" fmla="*/ 545661 h 1849426"/>
              <a:gd name="connsiteX1531" fmla="*/ 2781766 w 6386648"/>
              <a:gd name="connsiteY1531" fmla="*/ 563685 h 1849426"/>
              <a:gd name="connsiteX1532" fmla="*/ 2763741 w 6386648"/>
              <a:gd name="connsiteY1532" fmla="*/ 581710 h 1849426"/>
              <a:gd name="connsiteX1533" fmla="*/ 2745717 w 6386648"/>
              <a:gd name="connsiteY1533" fmla="*/ 563685 h 1849426"/>
              <a:gd name="connsiteX1534" fmla="*/ 2763741 w 6386648"/>
              <a:gd name="connsiteY1534" fmla="*/ 545661 h 1849426"/>
              <a:gd name="connsiteX1535" fmla="*/ 726984 w 6386648"/>
              <a:gd name="connsiteY1535" fmla="*/ 545661 h 1849426"/>
              <a:gd name="connsiteX1536" fmla="*/ 745009 w 6386648"/>
              <a:gd name="connsiteY1536" fmla="*/ 563685 h 1849426"/>
              <a:gd name="connsiteX1537" fmla="*/ 726984 w 6386648"/>
              <a:gd name="connsiteY1537" fmla="*/ 581710 h 1849426"/>
              <a:gd name="connsiteX1538" fmla="*/ 708960 w 6386648"/>
              <a:gd name="connsiteY1538" fmla="*/ 563685 h 1849426"/>
              <a:gd name="connsiteX1539" fmla="*/ 726984 w 6386648"/>
              <a:gd name="connsiteY1539" fmla="*/ 545661 h 1849426"/>
              <a:gd name="connsiteX1540" fmla="*/ 3136246 w 6386648"/>
              <a:gd name="connsiteY1540" fmla="*/ 539653 h 1849426"/>
              <a:gd name="connsiteX1541" fmla="*/ 3154271 w 6386648"/>
              <a:gd name="connsiteY1541" fmla="*/ 557677 h 1849426"/>
              <a:gd name="connsiteX1542" fmla="*/ 3136246 w 6386648"/>
              <a:gd name="connsiteY1542" fmla="*/ 575702 h 1849426"/>
              <a:gd name="connsiteX1543" fmla="*/ 3118221 w 6386648"/>
              <a:gd name="connsiteY1543" fmla="*/ 557677 h 1849426"/>
              <a:gd name="connsiteX1544" fmla="*/ 3136246 w 6386648"/>
              <a:gd name="connsiteY1544" fmla="*/ 539653 h 1849426"/>
              <a:gd name="connsiteX1545" fmla="*/ 3004067 w 6386648"/>
              <a:gd name="connsiteY1545" fmla="*/ 539653 h 1849426"/>
              <a:gd name="connsiteX1546" fmla="*/ 3022092 w 6386648"/>
              <a:gd name="connsiteY1546" fmla="*/ 557677 h 1849426"/>
              <a:gd name="connsiteX1547" fmla="*/ 3004067 w 6386648"/>
              <a:gd name="connsiteY1547" fmla="*/ 575702 h 1849426"/>
              <a:gd name="connsiteX1548" fmla="*/ 2986043 w 6386648"/>
              <a:gd name="connsiteY1548" fmla="*/ 557677 h 1849426"/>
              <a:gd name="connsiteX1549" fmla="*/ 3004067 w 6386648"/>
              <a:gd name="connsiteY1549" fmla="*/ 539653 h 1849426"/>
              <a:gd name="connsiteX1550" fmla="*/ 835130 w 6386648"/>
              <a:gd name="connsiteY1550" fmla="*/ 539653 h 1849426"/>
              <a:gd name="connsiteX1551" fmla="*/ 847146 w 6386648"/>
              <a:gd name="connsiteY1551" fmla="*/ 551669 h 1849426"/>
              <a:gd name="connsiteX1552" fmla="*/ 835130 w 6386648"/>
              <a:gd name="connsiteY1552" fmla="*/ 563685 h 1849426"/>
              <a:gd name="connsiteX1553" fmla="*/ 823114 w 6386648"/>
              <a:gd name="connsiteY1553" fmla="*/ 551669 h 1849426"/>
              <a:gd name="connsiteX1554" fmla="*/ 835130 w 6386648"/>
              <a:gd name="connsiteY1554" fmla="*/ 539653 h 1849426"/>
              <a:gd name="connsiteX1555" fmla="*/ 612829 w 6386648"/>
              <a:gd name="connsiteY1555" fmla="*/ 539653 h 1849426"/>
              <a:gd name="connsiteX1556" fmla="*/ 630854 w 6386648"/>
              <a:gd name="connsiteY1556" fmla="*/ 557677 h 1849426"/>
              <a:gd name="connsiteX1557" fmla="*/ 612829 w 6386648"/>
              <a:gd name="connsiteY1557" fmla="*/ 575702 h 1849426"/>
              <a:gd name="connsiteX1558" fmla="*/ 594805 w 6386648"/>
              <a:gd name="connsiteY1558" fmla="*/ 557677 h 1849426"/>
              <a:gd name="connsiteX1559" fmla="*/ 612829 w 6386648"/>
              <a:gd name="connsiteY1559" fmla="*/ 539653 h 1849426"/>
              <a:gd name="connsiteX1560" fmla="*/ 6014143 w 6386648"/>
              <a:gd name="connsiteY1560" fmla="*/ 533645 h 1849426"/>
              <a:gd name="connsiteX1561" fmla="*/ 6032168 w 6386648"/>
              <a:gd name="connsiteY1561" fmla="*/ 551669 h 1849426"/>
              <a:gd name="connsiteX1562" fmla="*/ 6014143 w 6386648"/>
              <a:gd name="connsiteY1562" fmla="*/ 569694 h 1849426"/>
              <a:gd name="connsiteX1563" fmla="*/ 5996119 w 6386648"/>
              <a:gd name="connsiteY1563" fmla="*/ 551669 h 1849426"/>
              <a:gd name="connsiteX1564" fmla="*/ 6014143 w 6386648"/>
              <a:gd name="connsiteY1564" fmla="*/ 533645 h 1849426"/>
              <a:gd name="connsiteX1565" fmla="*/ 5725752 w 6386648"/>
              <a:gd name="connsiteY1565" fmla="*/ 533645 h 1849426"/>
              <a:gd name="connsiteX1566" fmla="*/ 5743777 w 6386648"/>
              <a:gd name="connsiteY1566" fmla="*/ 551669 h 1849426"/>
              <a:gd name="connsiteX1567" fmla="*/ 5725752 w 6386648"/>
              <a:gd name="connsiteY1567" fmla="*/ 569694 h 1849426"/>
              <a:gd name="connsiteX1568" fmla="*/ 5707728 w 6386648"/>
              <a:gd name="connsiteY1568" fmla="*/ 551669 h 1849426"/>
              <a:gd name="connsiteX1569" fmla="*/ 5725752 w 6386648"/>
              <a:gd name="connsiteY1569" fmla="*/ 533645 h 1849426"/>
              <a:gd name="connsiteX1570" fmla="*/ 4013434 w 6386648"/>
              <a:gd name="connsiteY1570" fmla="*/ 533645 h 1849426"/>
              <a:gd name="connsiteX1571" fmla="*/ 4031459 w 6386648"/>
              <a:gd name="connsiteY1571" fmla="*/ 551669 h 1849426"/>
              <a:gd name="connsiteX1572" fmla="*/ 4013434 w 6386648"/>
              <a:gd name="connsiteY1572" fmla="*/ 569694 h 1849426"/>
              <a:gd name="connsiteX1573" fmla="*/ 3995410 w 6386648"/>
              <a:gd name="connsiteY1573" fmla="*/ 551669 h 1849426"/>
              <a:gd name="connsiteX1574" fmla="*/ 4013434 w 6386648"/>
              <a:gd name="connsiteY1574" fmla="*/ 533645 h 1849426"/>
              <a:gd name="connsiteX1575" fmla="*/ 2223009 w 6386648"/>
              <a:gd name="connsiteY1575" fmla="*/ 533645 h 1849426"/>
              <a:gd name="connsiteX1576" fmla="*/ 2241034 w 6386648"/>
              <a:gd name="connsiteY1576" fmla="*/ 551669 h 1849426"/>
              <a:gd name="connsiteX1577" fmla="*/ 2223009 w 6386648"/>
              <a:gd name="connsiteY1577" fmla="*/ 569694 h 1849426"/>
              <a:gd name="connsiteX1578" fmla="*/ 2204985 w 6386648"/>
              <a:gd name="connsiteY1578" fmla="*/ 551669 h 1849426"/>
              <a:gd name="connsiteX1579" fmla="*/ 2223009 w 6386648"/>
              <a:gd name="connsiteY1579" fmla="*/ 533645 h 1849426"/>
              <a:gd name="connsiteX1580" fmla="*/ 1249691 w 6386648"/>
              <a:gd name="connsiteY1580" fmla="*/ 533645 h 1849426"/>
              <a:gd name="connsiteX1581" fmla="*/ 1267716 w 6386648"/>
              <a:gd name="connsiteY1581" fmla="*/ 551669 h 1849426"/>
              <a:gd name="connsiteX1582" fmla="*/ 1249691 w 6386648"/>
              <a:gd name="connsiteY1582" fmla="*/ 569694 h 1849426"/>
              <a:gd name="connsiteX1583" fmla="*/ 1231667 w 6386648"/>
              <a:gd name="connsiteY1583" fmla="*/ 551669 h 1849426"/>
              <a:gd name="connsiteX1584" fmla="*/ 1249691 w 6386648"/>
              <a:gd name="connsiteY1584" fmla="*/ 533645 h 1849426"/>
              <a:gd name="connsiteX1585" fmla="*/ 2409261 w 6386648"/>
              <a:gd name="connsiteY1585" fmla="*/ 527636 h 1849426"/>
              <a:gd name="connsiteX1586" fmla="*/ 2427286 w 6386648"/>
              <a:gd name="connsiteY1586" fmla="*/ 545661 h 1849426"/>
              <a:gd name="connsiteX1587" fmla="*/ 2409261 w 6386648"/>
              <a:gd name="connsiteY1587" fmla="*/ 563685 h 1849426"/>
              <a:gd name="connsiteX1588" fmla="*/ 2391237 w 6386648"/>
              <a:gd name="connsiteY1588" fmla="*/ 545661 h 1849426"/>
              <a:gd name="connsiteX1589" fmla="*/ 2409261 w 6386648"/>
              <a:gd name="connsiteY1589" fmla="*/ 527636 h 1849426"/>
              <a:gd name="connsiteX1590" fmla="*/ 5527484 w 6386648"/>
              <a:gd name="connsiteY1590" fmla="*/ 521628 h 1849426"/>
              <a:gd name="connsiteX1591" fmla="*/ 5545509 w 6386648"/>
              <a:gd name="connsiteY1591" fmla="*/ 539652 h 1849426"/>
              <a:gd name="connsiteX1592" fmla="*/ 5527484 w 6386648"/>
              <a:gd name="connsiteY1592" fmla="*/ 557677 h 1849426"/>
              <a:gd name="connsiteX1593" fmla="*/ 5509460 w 6386648"/>
              <a:gd name="connsiteY1593" fmla="*/ 539652 h 1849426"/>
              <a:gd name="connsiteX1594" fmla="*/ 5527484 w 6386648"/>
              <a:gd name="connsiteY1594" fmla="*/ 521628 h 1849426"/>
              <a:gd name="connsiteX1595" fmla="*/ 4830540 w 6386648"/>
              <a:gd name="connsiteY1595" fmla="*/ 521628 h 1849426"/>
              <a:gd name="connsiteX1596" fmla="*/ 4848565 w 6386648"/>
              <a:gd name="connsiteY1596" fmla="*/ 539652 h 1849426"/>
              <a:gd name="connsiteX1597" fmla="*/ 4830540 w 6386648"/>
              <a:gd name="connsiteY1597" fmla="*/ 557677 h 1849426"/>
              <a:gd name="connsiteX1598" fmla="*/ 4812516 w 6386648"/>
              <a:gd name="connsiteY1598" fmla="*/ 539652 h 1849426"/>
              <a:gd name="connsiteX1599" fmla="*/ 4830540 w 6386648"/>
              <a:gd name="connsiteY1599" fmla="*/ 521628 h 1849426"/>
              <a:gd name="connsiteX1600" fmla="*/ 1514049 w 6386648"/>
              <a:gd name="connsiteY1600" fmla="*/ 521628 h 1849426"/>
              <a:gd name="connsiteX1601" fmla="*/ 1532074 w 6386648"/>
              <a:gd name="connsiteY1601" fmla="*/ 539652 h 1849426"/>
              <a:gd name="connsiteX1602" fmla="*/ 1514049 w 6386648"/>
              <a:gd name="connsiteY1602" fmla="*/ 557677 h 1849426"/>
              <a:gd name="connsiteX1603" fmla="*/ 1496025 w 6386648"/>
              <a:gd name="connsiteY1603" fmla="*/ 539652 h 1849426"/>
              <a:gd name="connsiteX1604" fmla="*/ 1514049 w 6386648"/>
              <a:gd name="connsiteY1604" fmla="*/ 521628 h 1849426"/>
              <a:gd name="connsiteX1605" fmla="*/ 6332574 w 6386648"/>
              <a:gd name="connsiteY1605" fmla="*/ 515620 h 1849426"/>
              <a:gd name="connsiteX1606" fmla="*/ 6350598 w 6386648"/>
              <a:gd name="connsiteY1606" fmla="*/ 533644 h 1849426"/>
              <a:gd name="connsiteX1607" fmla="*/ 6332574 w 6386648"/>
              <a:gd name="connsiteY1607" fmla="*/ 551669 h 1849426"/>
              <a:gd name="connsiteX1608" fmla="*/ 6314549 w 6386648"/>
              <a:gd name="connsiteY1608" fmla="*/ 533644 h 1849426"/>
              <a:gd name="connsiteX1609" fmla="*/ 6332574 w 6386648"/>
              <a:gd name="connsiteY1609" fmla="*/ 515620 h 1849426"/>
              <a:gd name="connsiteX1610" fmla="*/ 5893980 w 6386648"/>
              <a:gd name="connsiteY1610" fmla="*/ 509612 h 1849426"/>
              <a:gd name="connsiteX1611" fmla="*/ 5912005 w 6386648"/>
              <a:gd name="connsiteY1611" fmla="*/ 527636 h 1849426"/>
              <a:gd name="connsiteX1612" fmla="*/ 5893980 w 6386648"/>
              <a:gd name="connsiteY1612" fmla="*/ 545661 h 1849426"/>
              <a:gd name="connsiteX1613" fmla="*/ 5875956 w 6386648"/>
              <a:gd name="connsiteY1613" fmla="*/ 527636 h 1849426"/>
              <a:gd name="connsiteX1614" fmla="*/ 5893980 w 6386648"/>
              <a:gd name="connsiteY1614" fmla="*/ 509612 h 1849426"/>
              <a:gd name="connsiteX1615" fmla="*/ 3244392 w 6386648"/>
              <a:gd name="connsiteY1615" fmla="*/ 509612 h 1849426"/>
              <a:gd name="connsiteX1616" fmla="*/ 3262417 w 6386648"/>
              <a:gd name="connsiteY1616" fmla="*/ 527636 h 1849426"/>
              <a:gd name="connsiteX1617" fmla="*/ 3244392 w 6386648"/>
              <a:gd name="connsiteY1617" fmla="*/ 545661 h 1849426"/>
              <a:gd name="connsiteX1618" fmla="*/ 3226368 w 6386648"/>
              <a:gd name="connsiteY1618" fmla="*/ 527636 h 1849426"/>
              <a:gd name="connsiteX1619" fmla="*/ 3244392 w 6386648"/>
              <a:gd name="connsiteY1619" fmla="*/ 509612 h 1849426"/>
              <a:gd name="connsiteX1620" fmla="*/ 1982684 w 6386648"/>
              <a:gd name="connsiteY1620" fmla="*/ 509612 h 1849426"/>
              <a:gd name="connsiteX1621" fmla="*/ 2000709 w 6386648"/>
              <a:gd name="connsiteY1621" fmla="*/ 527636 h 1849426"/>
              <a:gd name="connsiteX1622" fmla="*/ 1982684 w 6386648"/>
              <a:gd name="connsiteY1622" fmla="*/ 545661 h 1849426"/>
              <a:gd name="connsiteX1623" fmla="*/ 1964660 w 6386648"/>
              <a:gd name="connsiteY1623" fmla="*/ 527636 h 1849426"/>
              <a:gd name="connsiteX1624" fmla="*/ 1982684 w 6386648"/>
              <a:gd name="connsiteY1624" fmla="*/ 509612 h 1849426"/>
              <a:gd name="connsiteX1625" fmla="*/ 5040825 w 6386648"/>
              <a:gd name="connsiteY1625" fmla="*/ 503604 h 1849426"/>
              <a:gd name="connsiteX1626" fmla="*/ 5058850 w 6386648"/>
              <a:gd name="connsiteY1626" fmla="*/ 521628 h 1849426"/>
              <a:gd name="connsiteX1627" fmla="*/ 5040825 w 6386648"/>
              <a:gd name="connsiteY1627" fmla="*/ 539653 h 1849426"/>
              <a:gd name="connsiteX1628" fmla="*/ 5022801 w 6386648"/>
              <a:gd name="connsiteY1628" fmla="*/ 521628 h 1849426"/>
              <a:gd name="connsiteX1629" fmla="*/ 5040825 w 6386648"/>
              <a:gd name="connsiteY1629" fmla="*/ 503604 h 1849426"/>
              <a:gd name="connsiteX1630" fmla="*/ 4926670 w 6386648"/>
              <a:gd name="connsiteY1630" fmla="*/ 503604 h 1849426"/>
              <a:gd name="connsiteX1631" fmla="*/ 4944695 w 6386648"/>
              <a:gd name="connsiteY1631" fmla="*/ 521628 h 1849426"/>
              <a:gd name="connsiteX1632" fmla="*/ 4926670 w 6386648"/>
              <a:gd name="connsiteY1632" fmla="*/ 539653 h 1849426"/>
              <a:gd name="connsiteX1633" fmla="*/ 4908646 w 6386648"/>
              <a:gd name="connsiteY1633" fmla="*/ 521628 h 1849426"/>
              <a:gd name="connsiteX1634" fmla="*/ 4926670 w 6386648"/>
              <a:gd name="connsiteY1634" fmla="*/ 503604 h 1849426"/>
              <a:gd name="connsiteX1635" fmla="*/ 5419337 w 6386648"/>
              <a:gd name="connsiteY1635" fmla="*/ 497596 h 1849426"/>
              <a:gd name="connsiteX1636" fmla="*/ 5437362 w 6386648"/>
              <a:gd name="connsiteY1636" fmla="*/ 515621 h 1849426"/>
              <a:gd name="connsiteX1637" fmla="*/ 5419337 w 6386648"/>
              <a:gd name="connsiteY1637" fmla="*/ 533645 h 1849426"/>
              <a:gd name="connsiteX1638" fmla="*/ 5401312 w 6386648"/>
              <a:gd name="connsiteY1638" fmla="*/ 515621 h 1849426"/>
              <a:gd name="connsiteX1639" fmla="*/ 5419337 w 6386648"/>
              <a:gd name="connsiteY1639" fmla="*/ 497596 h 1849426"/>
              <a:gd name="connsiteX1640" fmla="*/ 3610889 w 6386648"/>
              <a:gd name="connsiteY1640" fmla="*/ 497596 h 1849426"/>
              <a:gd name="connsiteX1641" fmla="*/ 3628914 w 6386648"/>
              <a:gd name="connsiteY1641" fmla="*/ 515621 h 1849426"/>
              <a:gd name="connsiteX1642" fmla="*/ 3610889 w 6386648"/>
              <a:gd name="connsiteY1642" fmla="*/ 533645 h 1849426"/>
              <a:gd name="connsiteX1643" fmla="*/ 3592865 w 6386648"/>
              <a:gd name="connsiteY1643" fmla="*/ 515621 h 1849426"/>
              <a:gd name="connsiteX1644" fmla="*/ 3610889 w 6386648"/>
              <a:gd name="connsiteY1644" fmla="*/ 497596 h 1849426"/>
              <a:gd name="connsiteX1645" fmla="*/ 967309 w 6386648"/>
              <a:gd name="connsiteY1645" fmla="*/ 497596 h 1849426"/>
              <a:gd name="connsiteX1646" fmla="*/ 985334 w 6386648"/>
              <a:gd name="connsiteY1646" fmla="*/ 515621 h 1849426"/>
              <a:gd name="connsiteX1647" fmla="*/ 967309 w 6386648"/>
              <a:gd name="connsiteY1647" fmla="*/ 533645 h 1849426"/>
              <a:gd name="connsiteX1648" fmla="*/ 949285 w 6386648"/>
              <a:gd name="connsiteY1648" fmla="*/ 515621 h 1849426"/>
              <a:gd name="connsiteX1649" fmla="*/ 967309 w 6386648"/>
              <a:gd name="connsiteY1649" fmla="*/ 497596 h 1849426"/>
              <a:gd name="connsiteX1650" fmla="*/ 450609 w 6386648"/>
              <a:gd name="connsiteY1650" fmla="*/ 497596 h 1849426"/>
              <a:gd name="connsiteX1651" fmla="*/ 468634 w 6386648"/>
              <a:gd name="connsiteY1651" fmla="*/ 515621 h 1849426"/>
              <a:gd name="connsiteX1652" fmla="*/ 450609 w 6386648"/>
              <a:gd name="connsiteY1652" fmla="*/ 533645 h 1849426"/>
              <a:gd name="connsiteX1653" fmla="*/ 432585 w 6386648"/>
              <a:gd name="connsiteY1653" fmla="*/ 515621 h 1849426"/>
              <a:gd name="connsiteX1654" fmla="*/ 450609 w 6386648"/>
              <a:gd name="connsiteY1654" fmla="*/ 497596 h 1849426"/>
              <a:gd name="connsiteX1655" fmla="*/ 4632272 w 6386648"/>
              <a:gd name="connsiteY1655" fmla="*/ 485580 h 1849426"/>
              <a:gd name="connsiteX1656" fmla="*/ 4650297 w 6386648"/>
              <a:gd name="connsiteY1656" fmla="*/ 503604 h 1849426"/>
              <a:gd name="connsiteX1657" fmla="*/ 4632272 w 6386648"/>
              <a:gd name="connsiteY1657" fmla="*/ 521629 h 1849426"/>
              <a:gd name="connsiteX1658" fmla="*/ 4614248 w 6386648"/>
              <a:gd name="connsiteY1658" fmla="*/ 503604 h 1849426"/>
              <a:gd name="connsiteX1659" fmla="*/ 4632272 w 6386648"/>
              <a:gd name="connsiteY1659" fmla="*/ 485580 h 1849426"/>
              <a:gd name="connsiteX1660" fmla="*/ 4379930 w 6386648"/>
              <a:gd name="connsiteY1660" fmla="*/ 485580 h 1849426"/>
              <a:gd name="connsiteX1661" fmla="*/ 4397955 w 6386648"/>
              <a:gd name="connsiteY1661" fmla="*/ 503604 h 1849426"/>
              <a:gd name="connsiteX1662" fmla="*/ 4379930 w 6386648"/>
              <a:gd name="connsiteY1662" fmla="*/ 521629 h 1849426"/>
              <a:gd name="connsiteX1663" fmla="*/ 4361906 w 6386648"/>
              <a:gd name="connsiteY1663" fmla="*/ 503604 h 1849426"/>
              <a:gd name="connsiteX1664" fmla="*/ 4379930 w 6386648"/>
              <a:gd name="connsiteY1664" fmla="*/ 485580 h 1849426"/>
              <a:gd name="connsiteX1665" fmla="*/ 5160987 w 6386648"/>
              <a:gd name="connsiteY1665" fmla="*/ 479571 h 1849426"/>
              <a:gd name="connsiteX1666" fmla="*/ 5179012 w 6386648"/>
              <a:gd name="connsiteY1666" fmla="*/ 497595 h 1849426"/>
              <a:gd name="connsiteX1667" fmla="*/ 5160987 w 6386648"/>
              <a:gd name="connsiteY1667" fmla="*/ 515620 h 1849426"/>
              <a:gd name="connsiteX1668" fmla="*/ 5142963 w 6386648"/>
              <a:gd name="connsiteY1668" fmla="*/ 497595 h 1849426"/>
              <a:gd name="connsiteX1669" fmla="*/ 5160987 w 6386648"/>
              <a:gd name="connsiteY1669" fmla="*/ 479571 h 1849426"/>
              <a:gd name="connsiteX1670" fmla="*/ 4241743 w 6386648"/>
              <a:gd name="connsiteY1670" fmla="*/ 479571 h 1849426"/>
              <a:gd name="connsiteX1671" fmla="*/ 4259768 w 6386648"/>
              <a:gd name="connsiteY1671" fmla="*/ 497595 h 1849426"/>
              <a:gd name="connsiteX1672" fmla="*/ 4241743 w 6386648"/>
              <a:gd name="connsiteY1672" fmla="*/ 515620 h 1849426"/>
              <a:gd name="connsiteX1673" fmla="*/ 4223719 w 6386648"/>
              <a:gd name="connsiteY1673" fmla="*/ 497595 h 1849426"/>
              <a:gd name="connsiteX1674" fmla="*/ 4241743 w 6386648"/>
              <a:gd name="connsiteY1674" fmla="*/ 479571 h 1849426"/>
              <a:gd name="connsiteX1675" fmla="*/ 3821173 w 6386648"/>
              <a:gd name="connsiteY1675" fmla="*/ 479571 h 1849426"/>
              <a:gd name="connsiteX1676" fmla="*/ 3839198 w 6386648"/>
              <a:gd name="connsiteY1676" fmla="*/ 497595 h 1849426"/>
              <a:gd name="connsiteX1677" fmla="*/ 3821173 w 6386648"/>
              <a:gd name="connsiteY1677" fmla="*/ 515620 h 1849426"/>
              <a:gd name="connsiteX1678" fmla="*/ 3803149 w 6386648"/>
              <a:gd name="connsiteY1678" fmla="*/ 497595 h 1849426"/>
              <a:gd name="connsiteX1679" fmla="*/ 3821173 w 6386648"/>
              <a:gd name="connsiteY1679" fmla="*/ 479571 h 1849426"/>
              <a:gd name="connsiteX1680" fmla="*/ 3364555 w 6386648"/>
              <a:gd name="connsiteY1680" fmla="*/ 479571 h 1849426"/>
              <a:gd name="connsiteX1681" fmla="*/ 3382580 w 6386648"/>
              <a:gd name="connsiteY1681" fmla="*/ 497595 h 1849426"/>
              <a:gd name="connsiteX1682" fmla="*/ 3364555 w 6386648"/>
              <a:gd name="connsiteY1682" fmla="*/ 515620 h 1849426"/>
              <a:gd name="connsiteX1683" fmla="*/ 3346531 w 6386648"/>
              <a:gd name="connsiteY1683" fmla="*/ 497595 h 1849426"/>
              <a:gd name="connsiteX1684" fmla="*/ 3364555 w 6386648"/>
              <a:gd name="connsiteY1684" fmla="*/ 479571 h 1849426"/>
              <a:gd name="connsiteX1685" fmla="*/ 1093480 w 6386648"/>
              <a:gd name="connsiteY1685" fmla="*/ 479571 h 1849426"/>
              <a:gd name="connsiteX1686" fmla="*/ 1111505 w 6386648"/>
              <a:gd name="connsiteY1686" fmla="*/ 497595 h 1849426"/>
              <a:gd name="connsiteX1687" fmla="*/ 1093480 w 6386648"/>
              <a:gd name="connsiteY1687" fmla="*/ 515620 h 1849426"/>
              <a:gd name="connsiteX1688" fmla="*/ 1075456 w 6386648"/>
              <a:gd name="connsiteY1688" fmla="*/ 497595 h 1849426"/>
              <a:gd name="connsiteX1689" fmla="*/ 1093480 w 6386648"/>
              <a:gd name="connsiteY1689" fmla="*/ 479571 h 1849426"/>
              <a:gd name="connsiteX1690" fmla="*/ 5299175 w 6386648"/>
              <a:gd name="connsiteY1690" fmla="*/ 473563 h 1849426"/>
              <a:gd name="connsiteX1691" fmla="*/ 5317200 w 6386648"/>
              <a:gd name="connsiteY1691" fmla="*/ 491587 h 1849426"/>
              <a:gd name="connsiteX1692" fmla="*/ 5299175 w 6386648"/>
              <a:gd name="connsiteY1692" fmla="*/ 509612 h 1849426"/>
              <a:gd name="connsiteX1693" fmla="*/ 5281150 w 6386648"/>
              <a:gd name="connsiteY1693" fmla="*/ 491587 h 1849426"/>
              <a:gd name="connsiteX1694" fmla="*/ 5299175 w 6386648"/>
              <a:gd name="connsiteY1694" fmla="*/ 473563 h 1849426"/>
              <a:gd name="connsiteX1695" fmla="*/ 4506101 w 6386648"/>
              <a:gd name="connsiteY1695" fmla="*/ 473563 h 1849426"/>
              <a:gd name="connsiteX1696" fmla="*/ 4524126 w 6386648"/>
              <a:gd name="connsiteY1696" fmla="*/ 491587 h 1849426"/>
              <a:gd name="connsiteX1697" fmla="*/ 4506101 w 6386648"/>
              <a:gd name="connsiteY1697" fmla="*/ 509612 h 1849426"/>
              <a:gd name="connsiteX1698" fmla="*/ 4488077 w 6386648"/>
              <a:gd name="connsiteY1698" fmla="*/ 491587 h 1849426"/>
              <a:gd name="connsiteX1699" fmla="*/ 4506101 w 6386648"/>
              <a:gd name="connsiteY1699" fmla="*/ 473563 h 1849426"/>
              <a:gd name="connsiteX1700" fmla="*/ 4115572 w 6386648"/>
              <a:gd name="connsiteY1700" fmla="*/ 473563 h 1849426"/>
              <a:gd name="connsiteX1701" fmla="*/ 4133597 w 6386648"/>
              <a:gd name="connsiteY1701" fmla="*/ 491587 h 1849426"/>
              <a:gd name="connsiteX1702" fmla="*/ 4115572 w 6386648"/>
              <a:gd name="connsiteY1702" fmla="*/ 509612 h 1849426"/>
              <a:gd name="connsiteX1703" fmla="*/ 4097548 w 6386648"/>
              <a:gd name="connsiteY1703" fmla="*/ 491587 h 1849426"/>
              <a:gd name="connsiteX1704" fmla="*/ 4115572 w 6386648"/>
              <a:gd name="connsiteY1704" fmla="*/ 473563 h 1849426"/>
              <a:gd name="connsiteX1705" fmla="*/ 2295107 w 6386648"/>
              <a:gd name="connsiteY1705" fmla="*/ 473563 h 1849426"/>
              <a:gd name="connsiteX1706" fmla="*/ 2313132 w 6386648"/>
              <a:gd name="connsiteY1706" fmla="*/ 491587 h 1849426"/>
              <a:gd name="connsiteX1707" fmla="*/ 2295107 w 6386648"/>
              <a:gd name="connsiteY1707" fmla="*/ 509612 h 1849426"/>
              <a:gd name="connsiteX1708" fmla="*/ 2277083 w 6386648"/>
              <a:gd name="connsiteY1708" fmla="*/ 491587 h 1849426"/>
              <a:gd name="connsiteX1709" fmla="*/ 2295107 w 6386648"/>
              <a:gd name="connsiteY1709" fmla="*/ 473563 h 1849426"/>
              <a:gd name="connsiteX1710" fmla="*/ 1838489 w 6386648"/>
              <a:gd name="connsiteY1710" fmla="*/ 473563 h 1849426"/>
              <a:gd name="connsiteX1711" fmla="*/ 1856514 w 6386648"/>
              <a:gd name="connsiteY1711" fmla="*/ 491587 h 1849426"/>
              <a:gd name="connsiteX1712" fmla="*/ 1838489 w 6386648"/>
              <a:gd name="connsiteY1712" fmla="*/ 509612 h 1849426"/>
              <a:gd name="connsiteX1713" fmla="*/ 1820465 w 6386648"/>
              <a:gd name="connsiteY1713" fmla="*/ 491587 h 1849426"/>
              <a:gd name="connsiteX1714" fmla="*/ 1838489 w 6386648"/>
              <a:gd name="connsiteY1714" fmla="*/ 473563 h 1849426"/>
              <a:gd name="connsiteX1715" fmla="*/ 2889912 w 6386648"/>
              <a:gd name="connsiteY1715" fmla="*/ 467555 h 1849426"/>
              <a:gd name="connsiteX1716" fmla="*/ 2907937 w 6386648"/>
              <a:gd name="connsiteY1716" fmla="*/ 485580 h 1849426"/>
              <a:gd name="connsiteX1717" fmla="*/ 2889912 w 6386648"/>
              <a:gd name="connsiteY1717" fmla="*/ 503604 h 1849426"/>
              <a:gd name="connsiteX1718" fmla="*/ 2871888 w 6386648"/>
              <a:gd name="connsiteY1718" fmla="*/ 485580 h 1849426"/>
              <a:gd name="connsiteX1719" fmla="*/ 2889912 w 6386648"/>
              <a:gd name="connsiteY1719" fmla="*/ 467555 h 1849426"/>
              <a:gd name="connsiteX1720" fmla="*/ 2108855 w 6386648"/>
              <a:gd name="connsiteY1720" fmla="*/ 467555 h 1849426"/>
              <a:gd name="connsiteX1721" fmla="*/ 2126880 w 6386648"/>
              <a:gd name="connsiteY1721" fmla="*/ 485580 h 1849426"/>
              <a:gd name="connsiteX1722" fmla="*/ 2108855 w 6386648"/>
              <a:gd name="connsiteY1722" fmla="*/ 503604 h 1849426"/>
              <a:gd name="connsiteX1723" fmla="*/ 2090831 w 6386648"/>
              <a:gd name="connsiteY1723" fmla="*/ 485580 h 1849426"/>
              <a:gd name="connsiteX1724" fmla="*/ 2108855 w 6386648"/>
              <a:gd name="connsiteY1724" fmla="*/ 467555 h 1849426"/>
              <a:gd name="connsiteX1725" fmla="*/ 1616189 w 6386648"/>
              <a:gd name="connsiteY1725" fmla="*/ 467555 h 1849426"/>
              <a:gd name="connsiteX1726" fmla="*/ 1634213 w 6386648"/>
              <a:gd name="connsiteY1726" fmla="*/ 485580 h 1849426"/>
              <a:gd name="connsiteX1727" fmla="*/ 1616189 w 6386648"/>
              <a:gd name="connsiteY1727" fmla="*/ 503604 h 1849426"/>
              <a:gd name="connsiteX1728" fmla="*/ 1598164 w 6386648"/>
              <a:gd name="connsiteY1728" fmla="*/ 485580 h 1849426"/>
              <a:gd name="connsiteX1729" fmla="*/ 1616189 w 6386648"/>
              <a:gd name="connsiteY1729" fmla="*/ 467555 h 1849426"/>
              <a:gd name="connsiteX1730" fmla="*/ 330447 w 6386648"/>
              <a:gd name="connsiteY1730" fmla="*/ 467555 h 1849426"/>
              <a:gd name="connsiteX1731" fmla="*/ 348472 w 6386648"/>
              <a:gd name="connsiteY1731" fmla="*/ 485580 h 1849426"/>
              <a:gd name="connsiteX1732" fmla="*/ 330447 w 6386648"/>
              <a:gd name="connsiteY1732" fmla="*/ 503604 h 1849426"/>
              <a:gd name="connsiteX1733" fmla="*/ 312423 w 6386648"/>
              <a:gd name="connsiteY1733" fmla="*/ 485580 h 1849426"/>
              <a:gd name="connsiteX1734" fmla="*/ 330447 w 6386648"/>
              <a:gd name="connsiteY1734" fmla="*/ 467555 h 1849426"/>
              <a:gd name="connsiteX1735" fmla="*/ 3935328 w 6386648"/>
              <a:gd name="connsiteY1735" fmla="*/ 461547 h 1849426"/>
              <a:gd name="connsiteX1736" fmla="*/ 3953353 w 6386648"/>
              <a:gd name="connsiteY1736" fmla="*/ 479571 h 1849426"/>
              <a:gd name="connsiteX1737" fmla="*/ 3935328 w 6386648"/>
              <a:gd name="connsiteY1737" fmla="*/ 497596 h 1849426"/>
              <a:gd name="connsiteX1738" fmla="*/ 3917304 w 6386648"/>
              <a:gd name="connsiteY1738" fmla="*/ 479571 h 1849426"/>
              <a:gd name="connsiteX1739" fmla="*/ 3935328 w 6386648"/>
              <a:gd name="connsiteY1739" fmla="*/ 461547 h 1849426"/>
              <a:gd name="connsiteX1740" fmla="*/ 6224427 w 6386648"/>
              <a:gd name="connsiteY1740" fmla="*/ 455539 h 1849426"/>
              <a:gd name="connsiteX1741" fmla="*/ 6242452 w 6386648"/>
              <a:gd name="connsiteY1741" fmla="*/ 473563 h 1849426"/>
              <a:gd name="connsiteX1742" fmla="*/ 6224427 w 6386648"/>
              <a:gd name="connsiteY1742" fmla="*/ 491588 h 1849426"/>
              <a:gd name="connsiteX1743" fmla="*/ 6206403 w 6386648"/>
              <a:gd name="connsiteY1743" fmla="*/ 473563 h 1849426"/>
              <a:gd name="connsiteX1744" fmla="*/ 6224427 w 6386648"/>
              <a:gd name="connsiteY1744" fmla="*/ 455539 h 1849426"/>
              <a:gd name="connsiteX1745" fmla="*/ 6110273 w 6386648"/>
              <a:gd name="connsiteY1745" fmla="*/ 455539 h 1849426"/>
              <a:gd name="connsiteX1746" fmla="*/ 6128298 w 6386648"/>
              <a:gd name="connsiteY1746" fmla="*/ 473563 h 1849426"/>
              <a:gd name="connsiteX1747" fmla="*/ 6110273 w 6386648"/>
              <a:gd name="connsiteY1747" fmla="*/ 491588 h 1849426"/>
              <a:gd name="connsiteX1748" fmla="*/ 6092248 w 6386648"/>
              <a:gd name="connsiteY1748" fmla="*/ 473563 h 1849426"/>
              <a:gd name="connsiteX1749" fmla="*/ 6110273 w 6386648"/>
              <a:gd name="connsiteY1749" fmla="*/ 455539 h 1849426"/>
              <a:gd name="connsiteX1750" fmla="*/ 3496734 w 6386648"/>
              <a:gd name="connsiteY1750" fmla="*/ 455539 h 1849426"/>
              <a:gd name="connsiteX1751" fmla="*/ 3514759 w 6386648"/>
              <a:gd name="connsiteY1751" fmla="*/ 473563 h 1849426"/>
              <a:gd name="connsiteX1752" fmla="*/ 3496734 w 6386648"/>
              <a:gd name="connsiteY1752" fmla="*/ 491588 h 1849426"/>
              <a:gd name="connsiteX1753" fmla="*/ 3478709 w 6386648"/>
              <a:gd name="connsiteY1753" fmla="*/ 473563 h 1849426"/>
              <a:gd name="connsiteX1754" fmla="*/ 3496734 w 6386648"/>
              <a:gd name="connsiteY1754" fmla="*/ 455539 h 1849426"/>
              <a:gd name="connsiteX1755" fmla="*/ 1333805 w 6386648"/>
              <a:gd name="connsiteY1755" fmla="*/ 455539 h 1849426"/>
              <a:gd name="connsiteX1756" fmla="*/ 1351830 w 6386648"/>
              <a:gd name="connsiteY1756" fmla="*/ 473563 h 1849426"/>
              <a:gd name="connsiteX1757" fmla="*/ 1333805 w 6386648"/>
              <a:gd name="connsiteY1757" fmla="*/ 491588 h 1849426"/>
              <a:gd name="connsiteX1758" fmla="*/ 1315781 w 6386648"/>
              <a:gd name="connsiteY1758" fmla="*/ 473563 h 1849426"/>
              <a:gd name="connsiteX1759" fmla="*/ 1333805 w 6386648"/>
              <a:gd name="connsiteY1759" fmla="*/ 455539 h 1849426"/>
              <a:gd name="connsiteX1760" fmla="*/ 2727693 w 6386648"/>
              <a:gd name="connsiteY1760" fmla="*/ 449531 h 1849426"/>
              <a:gd name="connsiteX1761" fmla="*/ 2745718 w 6386648"/>
              <a:gd name="connsiteY1761" fmla="*/ 467555 h 1849426"/>
              <a:gd name="connsiteX1762" fmla="*/ 2727693 w 6386648"/>
              <a:gd name="connsiteY1762" fmla="*/ 485580 h 1849426"/>
              <a:gd name="connsiteX1763" fmla="*/ 2709669 w 6386648"/>
              <a:gd name="connsiteY1763" fmla="*/ 467555 h 1849426"/>
              <a:gd name="connsiteX1764" fmla="*/ 2727693 w 6386648"/>
              <a:gd name="connsiteY1764" fmla="*/ 449531 h 1849426"/>
              <a:gd name="connsiteX1765" fmla="*/ 2607530 w 6386648"/>
              <a:gd name="connsiteY1765" fmla="*/ 449531 h 1849426"/>
              <a:gd name="connsiteX1766" fmla="*/ 2625555 w 6386648"/>
              <a:gd name="connsiteY1766" fmla="*/ 467555 h 1849426"/>
              <a:gd name="connsiteX1767" fmla="*/ 2607530 w 6386648"/>
              <a:gd name="connsiteY1767" fmla="*/ 485580 h 1849426"/>
              <a:gd name="connsiteX1768" fmla="*/ 2589506 w 6386648"/>
              <a:gd name="connsiteY1768" fmla="*/ 467555 h 1849426"/>
              <a:gd name="connsiteX1769" fmla="*/ 2607530 w 6386648"/>
              <a:gd name="connsiteY1769" fmla="*/ 449531 h 1849426"/>
              <a:gd name="connsiteX1770" fmla="*/ 5797850 w 6386648"/>
              <a:gd name="connsiteY1770" fmla="*/ 443523 h 1849426"/>
              <a:gd name="connsiteX1771" fmla="*/ 5815875 w 6386648"/>
              <a:gd name="connsiteY1771" fmla="*/ 461547 h 1849426"/>
              <a:gd name="connsiteX1772" fmla="*/ 5797850 w 6386648"/>
              <a:gd name="connsiteY1772" fmla="*/ 479572 h 1849426"/>
              <a:gd name="connsiteX1773" fmla="*/ 5779826 w 6386648"/>
              <a:gd name="connsiteY1773" fmla="*/ 461547 h 1849426"/>
              <a:gd name="connsiteX1774" fmla="*/ 5797850 w 6386648"/>
              <a:gd name="connsiteY1774" fmla="*/ 443523 h 1849426"/>
              <a:gd name="connsiteX1775" fmla="*/ 5653655 w 6386648"/>
              <a:gd name="connsiteY1775" fmla="*/ 443523 h 1849426"/>
              <a:gd name="connsiteX1776" fmla="*/ 5671680 w 6386648"/>
              <a:gd name="connsiteY1776" fmla="*/ 461547 h 1849426"/>
              <a:gd name="connsiteX1777" fmla="*/ 5653655 w 6386648"/>
              <a:gd name="connsiteY1777" fmla="*/ 479572 h 1849426"/>
              <a:gd name="connsiteX1778" fmla="*/ 5635631 w 6386648"/>
              <a:gd name="connsiteY1778" fmla="*/ 461547 h 1849426"/>
              <a:gd name="connsiteX1779" fmla="*/ 5653655 w 6386648"/>
              <a:gd name="connsiteY1779" fmla="*/ 443523 h 1849426"/>
              <a:gd name="connsiteX1780" fmla="*/ 96129 w 6386648"/>
              <a:gd name="connsiteY1780" fmla="*/ 437514 h 1849426"/>
              <a:gd name="connsiteX1781" fmla="*/ 114154 w 6386648"/>
              <a:gd name="connsiteY1781" fmla="*/ 455539 h 1849426"/>
              <a:gd name="connsiteX1782" fmla="*/ 96129 w 6386648"/>
              <a:gd name="connsiteY1782" fmla="*/ 473563 h 1849426"/>
              <a:gd name="connsiteX1783" fmla="*/ 78105 w 6386648"/>
              <a:gd name="connsiteY1783" fmla="*/ 455539 h 1849426"/>
              <a:gd name="connsiteX1784" fmla="*/ 96129 w 6386648"/>
              <a:gd name="connsiteY1784" fmla="*/ 437514 h 1849426"/>
              <a:gd name="connsiteX1785" fmla="*/ 3058140 w 6386648"/>
              <a:gd name="connsiteY1785" fmla="*/ 431506 h 1849426"/>
              <a:gd name="connsiteX1786" fmla="*/ 3076165 w 6386648"/>
              <a:gd name="connsiteY1786" fmla="*/ 449530 h 1849426"/>
              <a:gd name="connsiteX1787" fmla="*/ 3058140 w 6386648"/>
              <a:gd name="connsiteY1787" fmla="*/ 467555 h 1849426"/>
              <a:gd name="connsiteX1788" fmla="*/ 3040116 w 6386648"/>
              <a:gd name="connsiteY1788" fmla="*/ 449530 h 1849426"/>
              <a:gd name="connsiteX1789" fmla="*/ 3058140 w 6386648"/>
              <a:gd name="connsiteY1789" fmla="*/ 431506 h 1849426"/>
              <a:gd name="connsiteX1790" fmla="*/ 2493375 w 6386648"/>
              <a:gd name="connsiteY1790" fmla="*/ 431506 h 1849426"/>
              <a:gd name="connsiteX1791" fmla="*/ 2511400 w 6386648"/>
              <a:gd name="connsiteY1791" fmla="*/ 449530 h 1849426"/>
              <a:gd name="connsiteX1792" fmla="*/ 2493375 w 6386648"/>
              <a:gd name="connsiteY1792" fmla="*/ 467555 h 1849426"/>
              <a:gd name="connsiteX1793" fmla="*/ 2475351 w 6386648"/>
              <a:gd name="connsiteY1793" fmla="*/ 449530 h 1849426"/>
              <a:gd name="connsiteX1794" fmla="*/ 2493375 w 6386648"/>
              <a:gd name="connsiteY1794" fmla="*/ 431506 h 1849426"/>
              <a:gd name="connsiteX1795" fmla="*/ 216292 w 6386648"/>
              <a:gd name="connsiteY1795" fmla="*/ 431506 h 1849426"/>
              <a:gd name="connsiteX1796" fmla="*/ 234317 w 6386648"/>
              <a:gd name="connsiteY1796" fmla="*/ 449530 h 1849426"/>
              <a:gd name="connsiteX1797" fmla="*/ 216292 w 6386648"/>
              <a:gd name="connsiteY1797" fmla="*/ 467555 h 1849426"/>
              <a:gd name="connsiteX1798" fmla="*/ 198268 w 6386648"/>
              <a:gd name="connsiteY1798" fmla="*/ 449530 h 1849426"/>
              <a:gd name="connsiteX1799" fmla="*/ 216292 w 6386648"/>
              <a:gd name="connsiteY1799" fmla="*/ 431506 h 1849426"/>
              <a:gd name="connsiteX1800" fmla="*/ 4758442 w 6386648"/>
              <a:gd name="connsiteY1800" fmla="*/ 425498 h 1849426"/>
              <a:gd name="connsiteX1801" fmla="*/ 4776467 w 6386648"/>
              <a:gd name="connsiteY1801" fmla="*/ 443522 h 1849426"/>
              <a:gd name="connsiteX1802" fmla="*/ 4758442 w 6386648"/>
              <a:gd name="connsiteY1802" fmla="*/ 461547 h 1849426"/>
              <a:gd name="connsiteX1803" fmla="*/ 4740417 w 6386648"/>
              <a:gd name="connsiteY1803" fmla="*/ 443522 h 1849426"/>
              <a:gd name="connsiteX1804" fmla="*/ 4758442 w 6386648"/>
              <a:gd name="connsiteY1804" fmla="*/ 425498 h 1849426"/>
              <a:gd name="connsiteX1805" fmla="*/ 1453968 w 6386648"/>
              <a:gd name="connsiteY1805" fmla="*/ 425498 h 1849426"/>
              <a:gd name="connsiteX1806" fmla="*/ 1471993 w 6386648"/>
              <a:gd name="connsiteY1806" fmla="*/ 443522 h 1849426"/>
              <a:gd name="connsiteX1807" fmla="*/ 1453968 w 6386648"/>
              <a:gd name="connsiteY1807" fmla="*/ 461547 h 1849426"/>
              <a:gd name="connsiteX1808" fmla="*/ 1435944 w 6386648"/>
              <a:gd name="connsiteY1808" fmla="*/ 443522 h 1849426"/>
              <a:gd name="connsiteX1809" fmla="*/ 1453968 w 6386648"/>
              <a:gd name="connsiteY1809" fmla="*/ 425498 h 1849426"/>
              <a:gd name="connsiteX1810" fmla="*/ 552748 w 6386648"/>
              <a:gd name="connsiteY1810" fmla="*/ 425498 h 1849426"/>
              <a:gd name="connsiteX1811" fmla="*/ 570773 w 6386648"/>
              <a:gd name="connsiteY1811" fmla="*/ 443522 h 1849426"/>
              <a:gd name="connsiteX1812" fmla="*/ 552748 w 6386648"/>
              <a:gd name="connsiteY1812" fmla="*/ 461547 h 1849426"/>
              <a:gd name="connsiteX1813" fmla="*/ 534724 w 6386648"/>
              <a:gd name="connsiteY1813" fmla="*/ 443522 h 1849426"/>
              <a:gd name="connsiteX1814" fmla="*/ 552748 w 6386648"/>
              <a:gd name="connsiteY1814" fmla="*/ 425498 h 1849426"/>
              <a:gd name="connsiteX1815" fmla="*/ 1742358 w 6386648"/>
              <a:gd name="connsiteY1815" fmla="*/ 419490 h 1849426"/>
              <a:gd name="connsiteX1816" fmla="*/ 1760383 w 6386648"/>
              <a:gd name="connsiteY1816" fmla="*/ 437514 h 1849426"/>
              <a:gd name="connsiteX1817" fmla="*/ 1742358 w 6386648"/>
              <a:gd name="connsiteY1817" fmla="*/ 455539 h 1849426"/>
              <a:gd name="connsiteX1818" fmla="*/ 1724334 w 6386648"/>
              <a:gd name="connsiteY1818" fmla="*/ 437514 h 1849426"/>
              <a:gd name="connsiteX1819" fmla="*/ 1742358 w 6386648"/>
              <a:gd name="connsiteY1819" fmla="*/ 419490 h 1849426"/>
              <a:gd name="connsiteX1820" fmla="*/ 1183602 w 6386648"/>
              <a:gd name="connsiteY1820" fmla="*/ 413482 h 1849426"/>
              <a:gd name="connsiteX1821" fmla="*/ 1201627 w 6386648"/>
              <a:gd name="connsiteY1821" fmla="*/ 431506 h 1849426"/>
              <a:gd name="connsiteX1822" fmla="*/ 1183602 w 6386648"/>
              <a:gd name="connsiteY1822" fmla="*/ 449531 h 1849426"/>
              <a:gd name="connsiteX1823" fmla="*/ 1165578 w 6386648"/>
              <a:gd name="connsiteY1823" fmla="*/ 431506 h 1849426"/>
              <a:gd name="connsiteX1824" fmla="*/ 1183602 w 6386648"/>
              <a:gd name="connsiteY1824" fmla="*/ 413482 h 1849426"/>
              <a:gd name="connsiteX1825" fmla="*/ 895212 w 6386648"/>
              <a:gd name="connsiteY1825" fmla="*/ 413482 h 1849426"/>
              <a:gd name="connsiteX1826" fmla="*/ 913236 w 6386648"/>
              <a:gd name="connsiteY1826" fmla="*/ 431506 h 1849426"/>
              <a:gd name="connsiteX1827" fmla="*/ 895212 w 6386648"/>
              <a:gd name="connsiteY1827" fmla="*/ 449531 h 1849426"/>
              <a:gd name="connsiteX1828" fmla="*/ 877187 w 6386648"/>
              <a:gd name="connsiteY1828" fmla="*/ 431506 h 1849426"/>
              <a:gd name="connsiteX1829" fmla="*/ 895212 w 6386648"/>
              <a:gd name="connsiteY1829" fmla="*/ 413482 h 1849426"/>
              <a:gd name="connsiteX1830" fmla="*/ 672910 w 6386648"/>
              <a:gd name="connsiteY1830" fmla="*/ 413482 h 1849426"/>
              <a:gd name="connsiteX1831" fmla="*/ 690935 w 6386648"/>
              <a:gd name="connsiteY1831" fmla="*/ 431506 h 1849426"/>
              <a:gd name="connsiteX1832" fmla="*/ 672910 w 6386648"/>
              <a:gd name="connsiteY1832" fmla="*/ 449531 h 1849426"/>
              <a:gd name="connsiteX1833" fmla="*/ 654886 w 6386648"/>
              <a:gd name="connsiteY1833" fmla="*/ 431506 h 1849426"/>
              <a:gd name="connsiteX1834" fmla="*/ 672910 w 6386648"/>
              <a:gd name="connsiteY1834" fmla="*/ 413482 h 1849426"/>
              <a:gd name="connsiteX1835" fmla="*/ 3719035 w 6386648"/>
              <a:gd name="connsiteY1835" fmla="*/ 407474 h 1849426"/>
              <a:gd name="connsiteX1836" fmla="*/ 3737060 w 6386648"/>
              <a:gd name="connsiteY1836" fmla="*/ 425499 h 1849426"/>
              <a:gd name="connsiteX1837" fmla="*/ 3719035 w 6386648"/>
              <a:gd name="connsiteY1837" fmla="*/ 443523 h 1849426"/>
              <a:gd name="connsiteX1838" fmla="*/ 3701011 w 6386648"/>
              <a:gd name="connsiteY1838" fmla="*/ 425499 h 1849426"/>
              <a:gd name="connsiteX1839" fmla="*/ 3719035 w 6386648"/>
              <a:gd name="connsiteY1839" fmla="*/ 407474 h 1849426"/>
              <a:gd name="connsiteX1840" fmla="*/ 6002126 w 6386648"/>
              <a:gd name="connsiteY1840" fmla="*/ 401466 h 1849426"/>
              <a:gd name="connsiteX1841" fmla="*/ 6020151 w 6386648"/>
              <a:gd name="connsiteY1841" fmla="*/ 419490 h 1849426"/>
              <a:gd name="connsiteX1842" fmla="*/ 6002126 w 6386648"/>
              <a:gd name="connsiteY1842" fmla="*/ 437515 h 1849426"/>
              <a:gd name="connsiteX1843" fmla="*/ 5984102 w 6386648"/>
              <a:gd name="connsiteY1843" fmla="*/ 419490 h 1849426"/>
              <a:gd name="connsiteX1844" fmla="*/ 6002126 w 6386648"/>
              <a:gd name="connsiteY1844" fmla="*/ 401466 h 1849426"/>
              <a:gd name="connsiteX1845" fmla="*/ 1970668 w 6386648"/>
              <a:gd name="connsiteY1845" fmla="*/ 401466 h 1849426"/>
              <a:gd name="connsiteX1846" fmla="*/ 1988693 w 6386648"/>
              <a:gd name="connsiteY1846" fmla="*/ 419490 h 1849426"/>
              <a:gd name="connsiteX1847" fmla="*/ 1970668 w 6386648"/>
              <a:gd name="connsiteY1847" fmla="*/ 437515 h 1849426"/>
              <a:gd name="connsiteX1848" fmla="*/ 1952644 w 6386648"/>
              <a:gd name="connsiteY1848" fmla="*/ 419490 h 1849426"/>
              <a:gd name="connsiteX1849" fmla="*/ 1970668 w 6386648"/>
              <a:gd name="connsiteY1849" fmla="*/ 401466 h 1849426"/>
              <a:gd name="connsiteX1850" fmla="*/ 5533492 w 6386648"/>
              <a:gd name="connsiteY1850" fmla="*/ 395457 h 1849426"/>
              <a:gd name="connsiteX1851" fmla="*/ 5551517 w 6386648"/>
              <a:gd name="connsiteY1851" fmla="*/ 413481 h 1849426"/>
              <a:gd name="connsiteX1852" fmla="*/ 5533492 w 6386648"/>
              <a:gd name="connsiteY1852" fmla="*/ 431506 h 1849426"/>
              <a:gd name="connsiteX1853" fmla="*/ 5515468 w 6386648"/>
              <a:gd name="connsiteY1853" fmla="*/ 413481 h 1849426"/>
              <a:gd name="connsiteX1854" fmla="*/ 5533492 w 6386648"/>
              <a:gd name="connsiteY1854" fmla="*/ 395457 h 1849426"/>
              <a:gd name="connsiteX1855" fmla="*/ 3166287 w 6386648"/>
              <a:gd name="connsiteY1855" fmla="*/ 395457 h 1849426"/>
              <a:gd name="connsiteX1856" fmla="*/ 3184312 w 6386648"/>
              <a:gd name="connsiteY1856" fmla="*/ 413481 h 1849426"/>
              <a:gd name="connsiteX1857" fmla="*/ 3166287 w 6386648"/>
              <a:gd name="connsiteY1857" fmla="*/ 431506 h 1849426"/>
              <a:gd name="connsiteX1858" fmla="*/ 3148262 w 6386648"/>
              <a:gd name="connsiteY1858" fmla="*/ 413481 h 1849426"/>
              <a:gd name="connsiteX1859" fmla="*/ 3166287 w 6386648"/>
              <a:gd name="connsiteY1859" fmla="*/ 395457 h 1849426"/>
              <a:gd name="connsiteX1860" fmla="*/ 2373213 w 6386648"/>
              <a:gd name="connsiteY1860" fmla="*/ 395457 h 1849426"/>
              <a:gd name="connsiteX1861" fmla="*/ 2391238 w 6386648"/>
              <a:gd name="connsiteY1861" fmla="*/ 413481 h 1849426"/>
              <a:gd name="connsiteX1862" fmla="*/ 2373213 w 6386648"/>
              <a:gd name="connsiteY1862" fmla="*/ 431506 h 1849426"/>
              <a:gd name="connsiteX1863" fmla="*/ 2355189 w 6386648"/>
              <a:gd name="connsiteY1863" fmla="*/ 413481 h 1849426"/>
              <a:gd name="connsiteX1864" fmla="*/ 2373213 w 6386648"/>
              <a:gd name="connsiteY1864" fmla="*/ 395457 h 1849426"/>
              <a:gd name="connsiteX1865" fmla="*/ 787065 w 6386648"/>
              <a:gd name="connsiteY1865" fmla="*/ 395457 h 1849426"/>
              <a:gd name="connsiteX1866" fmla="*/ 805090 w 6386648"/>
              <a:gd name="connsiteY1866" fmla="*/ 413481 h 1849426"/>
              <a:gd name="connsiteX1867" fmla="*/ 787065 w 6386648"/>
              <a:gd name="connsiteY1867" fmla="*/ 431506 h 1849426"/>
              <a:gd name="connsiteX1868" fmla="*/ 769041 w 6386648"/>
              <a:gd name="connsiteY1868" fmla="*/ 413481 h 1849426"/>
              <a:gd name="connsiteX1869" fmla="*/ 787065 w 6386648"/>
              <a:gd name="connsiteY1869" fmla="*/ 395457 h 1849426"/>
              <a:gd name="connsiteX1870" fmla="*/ 6344591 w 6386648"/>
              <a:gd name="connsiteY1870" fmla="*/ 389449 h 1849426"/>
              <a:gd name="connsiteX1871" fmla="*/ 6362615 w 6386648"/>
              <a:gd name="connsiteY1871" fmla="*/ 407473 h 1849426"/>
              <a:gd name="connsiteX1872" fmla="*/ 6344591 w 6386648"/>
              <a:gd name="connsiteY1872" fmla="*/ 425498 h 1849426"/>
              <a:gd name="connsiteX1873" fmla="*/ 6326566 w 6386648"/>
              <a:gd name="connsiteY1873" fmla="*/ 407473 h 1849426"/>
              <a:gd name="connsiteX1874" fmla="*/ 6344591 w 6386648"/>
              <a:gd name="connsiteY1874" fmla="*/ 389449 h 1849426"/>
              <a:gd name="connsiteX1875" fmla="*/ 5407321 w 6386648"/>
              <a:gd name="connsiteY1875" fmla="*/ 383441 h 1849426"/>
              <a:gd name="connsiteX1876" fmla="*/ 5425346 w 6386648"/>
              <a:gd name="connsiteY1876" fmla="*/ 401465 h 1849426"/>
              <a:gd name="connsiteX1877" fmla="*/ 5407321 w 6386648"/>
              <a:gd name="connsiteY1877" fmla="*/ 419490 h 1849426"/>
              <a:gd name="connsiteX1878" fmla="*/ 5389297 w 6386648"/>
              <a:gd name="connsiteY1878" fmla="*/ 401465 h 1849426"/>
              <a:gd name="connsiteX1879" fmla="*/ 5407321 w 6386648"/>
              <a:gd name="connsiteY1879" fmla="*/ 383441 h 1849426"/>
              <a:gd name="connsiteX1880" fmla="*/ 5233085 w 6386648"/>
              <a:gd name="connsiteY1880" fmla="*/ 383441 h 1849426"/>
              <a:gd name="connsiteX1881" fmla="*/ 5251110 w 6386648"/>
              <a:gd name="connsiteY1881" fmla="*/ 401465 h 1849426"/>
              <a:gd name="connsiteX1882" fmla="*/ 5233085 w 6386648"/>
              <a:gd name="connsiteY1882" fmla="*/ 419490 h 1849426"/>
              <a:gd name="connsiteX1883" fmla="*/ 5215061 w 6386648"/>
              <a:gd name="connsiteY1883" fmla="*/ 401465 h 1849426"/>
              <a:gd name="connsiteX1884" fmla="*/ 5233085 w 6386648"/>
              <a:gd name="connsiteY1884" fmla="*/ 383441 h 1849426"/>
              <a:gd name="connsiteX1885" fmla="*/ 4956711 w 6386648"/>
              <a:gd name="connsiteY1885" fmla="*/ 383441 h 1849426"/>
              <a:gd name="connsiteX1886" fmla="*/ 4974736 w 6386648"/>
              <a:gd name="connsiteY1886" fmla="*/ 401465 h 1849426"/>
              <a:gd name="connsiteX1887" fmla="*/ 4956711 w 6386648"/>
              <a:gd name="connsiteY1887" fmla="*/ 419490 h 1849426"/>
              <a:gd name="connsiteX1888" fmla="*/ 4938687 w 6386648"/>
              <a:gd name="connsiteY1888" fmla="*/ 401465 h 1849426"/>
              <a:gd name="connsiteX1889" fmla="*/ 4956711 w 6386648"/>
              <a:gd name="connsiteY1889" fmla="*/ 383441 h 1849426"/>
              <a:gd name="connsiteX1890" fmla="*/ 3604880 w 6386648"/>
              <a:gd name="connsiteY1890" fmla="*/ 377433 h 1849426"/>
              <a:gd name="connsiteX1891" fmla="*/ 3622905 w 6386648"/>
              <a:gd name="connsiteY1891" fmla="*/ 395458 h 1849426"/>
              <a:gd name="connsiteX1892" fmla="*/ 3604880 w 6386648"/>
              <a:gd name="connsiteY1892" fmla="*/ 413482 h 1849426"/>
              <a:gd name="connsiteX1893" fmla="*/ 3586856 w 6386648"/>
              <a:gd name="connsiteY1893" fmla="*/ 395458 h 1849426"/>
              <a:gd name="connsiteX1894" fmla="*/ 3604880 w 6386648"/>
              <a:gd name="connsiteY1894" fmla="*/ 377433 h 1849426"/>
              <a:gd name="connsiteX1895" fmla="*/ 5082882 w 6386648"/>
              <a:gd name="connsiteY1895" fmla="*/ 371425 h 1849426"/>
              <a:gd name="connsiteX1896" fmla="*/ 5100907 w 6386648"/>
              <a:gd name="connsiteY1896" fmla="*/ 389449 h 1849426"/>
              <a:gd name="connsiteX1897" fmla="*/ 5082882 w 6386648"/>
              <a:gd name="connsiteY1897" fmla="*/ 407474 h 1849426"/>
              <a:gd name="connsiteX1898" fmla="*/ 5064858 w 6386648"/>
              <a:gd name="connsiteY1898" fmla="*/ 389449 h 1849426"/>
              <a:gd name="connsiteX1899" fmla="*/ 5082882 w 6386648"/>
              <a:gd name="connsiteY1899" fmla="*/ 371425 h 1849426"/>
              <a:gd name="connsiteX1900" fmla="*/ 4638280 w 6386648"/>
              <a:gd name="connsiteY1900" fmla="*/ 371425 h 1849426"/>
              <a:gd name="connsiteX1901" fmla="*/ 4656305 w 6386648"/>
              <a:gd name="connsiteY1901" fmla="*/ 389449 h 1849426"/>
              <a:gd name="connsiteX1902" fmla="*/ 4638280 w 6386648"/>
              <a:gd name="connsiteY1902" fmla="*/ 407474 h 1849426"/>
              <a:gd name="connsiteX1903" fmla="*/ 4620255 w 6386648"/>
              <a:gd name="connsiteY1903" fmla="*/ 389449 h 1849426"/>
              <a:gd name="connsiteX1904" fmla="*/ 4638280 w 6386648"/>
              <a:gd name="connsiteY1904" fmla="*/ 371425 h 1849426"/>
              <a:gd name="connsiteX1905" fmla="*/ 4289808 w 6386648"/>
              <a:gd name="connsiteY1905" fmla="*/ 371425 h 1849426"/>
              <a:gd name="connsiteX1906" fmla="*/ 4307833 w 6386648"/>
              <a:gd name="connsiteY1906" fmla="*/ 389449 h 1849426"/>
              <a:gd name="connsiteX1907" fmla="*/ 4289808 w 6386648"/>
              <a:gd name="connsiteY1907" fmla="*/ 407474 h 1849426"/>
              <a:gd name="connsiteX1908" fmla="*/ 4271784 w 6386648"/>
              <a:gd name="connsiteY1908" fmla="*/ 389449 h 1849426"/>
              <a:gd name="connsiteX1909" fmla="*/ 4289808 w 6386648"/>
              <a:gd name="connsiteY1909" fmla="*/ 371425 h 1849426"/>
              <a:gd name="connsiteX1910" fmla="*/ 3412620 w 6386648"/>
              <a:gd name="connsiteY1910" fmla="*/ 371425 h 1849426"/>
              <a:gd name="connsiteX1911" fmla="*/ 3430645 w 6386648"/>
              <a:gd name="connsiteY1911" fmla="*/ 389449 h 1849426"/>
              <a:gd name="connsiteX1912" fmla="*/ 3412620 w 6386648"/>
              <a:gd name="connsiteY1912" fmla="*/ 407474 h 1849426"/>
              <a:gd name="connsiteX1913" fmla="*/ 3394596 w 6386648"/>
              <a:gd name="connsiteY1913" fmla="*/ 389449 h 1849426"/>
              <a:gd name="connsiteX1914" fmla="*/ 3412620 w 6386648"/>
              <a:gd name="connsiteY1914" fmla="*/ 371425 h 1849426"/>
              <a:gd name="connsiteX1915" fmla="*/ 3286449 w 6386648"/>
              <a:gd name="connsiteY1915" fmla="*/ 371425 h 1849426"/>
              <a:gd name="connsiteX1916" fmla="*/ 3304474 w 6386648"/>
              <a:gd name="connsiteY1916" fmla="*/ 389449 h 1849426"/>
              <a:gd name="connsiteX1917" fmla="*/ 3286449 w 6386648"/>
              <a:gd name="connsiteY1917" fmla="*/ 407474 h 1849426"/>
              <a:gd name="connsiteX1918" fmla="*/ 3268424 w 6386648"/>
              <a:gd name="connsiteY1918" fmla="*/ 389449 h 1849426"/>
              <a:gd name="connsiteX1919" fmla="*/ 3286449 w 6386648"/>
              <a:gd name="connsiteY1919" fmla="*/ 371425 h 1849426"/>
              <a:gd name="connsiteX1920" fmla="*/ 2204985 w 6386648"/>
              <a:gd name="connsiteY1920" fmla="*/ 371425 h 1849426"/>
              <a:gd name="connsiteX1921" fmla="*/ 2223010 w 6386648"/>
              <a:gd name="connsiteY1921" fmla="*/ 389449 h 1849426"/>
              <a:gd name="connsiteX1922" fmla="*/ 2204985 w 6386648"/>
              <a:gd name="connsiteY1922" fmla="*/ 407474 h 1849426"/>
              <a:gd name="connsiteX1923" fmla="*/ 2186961 w 6386648"/>
              <a:gd name="connsiteY1923" fmla="*/ 389449 h 1849426"/>
              <a:gd name="connsiteX1924" fmla="*/ 2204985 w 6386648"/>
              <a:gd name="connsiteY1924" fmla="*/ 371425 h 1849426"/>
              <a:gd name="connsiteX1925" fmla="*/ 1033398 w 6386648"/>
              <a:gd name="connsiteY1925" fmla="*/ 371425 h 1849426"/>
              <a:gd name="connsiteX1926" fmla="*/ 1051423 w 6386648"/>
              <a:gd name="connsiteY1926" fmla="*/ 389449 h 1849426"/>
              <a:gd name="connsiteX1927" fmla="*/ 1033398 w 6386648"/>
              <a:gd name="connsiteY1927" fmla="*/ 407474 h 1849426"/>
              <a:gd name="connsiteX1928" fmla="*/ 1015374 w 6386648"/>
              <a:gd name="connsiteY1928" fmla="*/ 389449 h 1849426"/>
              <a:gd name="connsiteX1929" fmla="*/ 1033398 w 6386648"/>
              <a:gd name="connsiteY1929" fmla="*/ 371425 h 1849426"/>
              <a:gd name="connsiteX1930" fmla="*/ 432585 w 6386648"/>
              <a:gd name="connsiteY1930" fmla="*/ 371425 h 1849426"/>
              <a:gd name="connsiteX1931" fmla="*/ 450610 w 6386648"/>
              <a:gd name="connsiteY1931" fmla="*/ 389449 h 1849426"/>
              <a:gd name="connsiteX1932" fmla="*/ 432585 w 6386648"/>
              <a:gd name="connsiteY1932" fmla="*/ 407474 h 1849426"/>
              <a:gd name="connsiteX1933" fmla="*/ 414561 w 6386648"/>
              <a:gd name="connsiteY1933" fmla="*/ 389449 h 1849426"/>
              <a:gd name="connsiteX1934" fmla="*/ 432585 w 6386648"/>
              <a:gd name="connsiteY1934" fmla="*/ 371425 h 1849426"/>
              <a:gd name="connsiteX1935" fmla="*/ 4037466 w 6386648"/>
              <a:gd name="connsiteY1935" fmla="*/ 365417 h 1849426"/>
              <a:gd name="connsiteX1936" fmla="*/ 4055491 w 6386648"/>
              <a:gd name="connsiteY1936" fmla="*/ 383441 h 1849426"/>
              <a:gd name="connsiteX1937" fmla="*/ 4037466 w 6386648"/>
              <a:gd name="connsiteY1937" fmla="*/ 401466 h 1849426"/>
              <a:gd name="connsiteX1938" fmla="*/ 4019441 w 6386648"/>
              <a:gd name="connsiteY1938" fmla="*/ 383441 h 1849426"/>
              <a:gd name="connsiteX1939" fmla="*/ 4037466 w 6386648"/>
              <a:gd name="connsiteY1939" fmla="*/ 365417 h 1849426"/>
              <a:gd name="connsiteX1940" fmla="*/ 2943986 w 6386648"/>
              <a:gd name="connsiteY1940" fmla="*/ 365417 h 1849426"/>
              <a:gd name="connsiteX1941" fmla="*/ 2962011 w 6386648"/>
              <a:gd name="connsiteY1941" fmla="*/ 383441 h 1849426"/>
              <a:gd name="connsiteX1942" fmla="*/ 2943986 w 6386648"/>
              <a:gd name="connsiteY1942" fmla="*/ 401466 h 1849426"/>
              <a:gd name="connsiteX1943" fmla="*/ 2925962 w 6386648"/>
              <a:gd name="connsiteY1943" fmla="*/ 383441 h 1849426"/>
              <a:gd name="connsiteX1944" fmla="*/ 2943986 w 6386648"/>
              <a:gd name="connsiteY1944" fmla="*/ 365417 h 1849426"/>
              <a:gd name="connsiteX1945" fmla="*/ 2811807 w 6386648"/>
              <a:gd name="connsiteY1945" fmla="*/ 365417 h 1849426"/>
              <a:gd name="connsiteX1946" fmla="*/ 2829832 w 6386648"/>
              <a:gd name="connsiteY1946" fmla="*/ 383441 h 1849426"/>
              <a:gd name="connsiteX1947" fmla="*/ 2811807 w 6386648"/>
              <a:gd name="connsiteY1947" fmla="*/ 401466 h 1849426"/>
              <a:gd name="connsiteX1948" fmla="*/ 2793783 w 6386648"/>
              <a:gd name="connsiteY1948" fmla="*/ 383441 h 1849426"/>
              <a:gd name="connsiteX1949" fmla="*/ 2811807 w 6386648"/>
              <a:gd name="connsiteY1949" fmla="*/ 365417 h 1849426"/>
              <a:gd name="connsiteX1950" fmla="*/ 5899988 w 6386648"/>
              <a:gd name="connsiteY1950" fmla="*/ 353401 h 1849426"/>
              <a:gd name="connsiteX1951" fmla="*/ 5918013 w 6386648"/>
              <a:gd name="connsiteY1951" fmla="*/ 371425 h 1849426"/>
              <a:gd name="connsiteX1952" fmla="*/ 5899988 w 6386648"/>
              <a:gd name="connsiteY1952" fmla="*/ 389450 h 1849426"/>
              <a:gd name="connsiteX1953" fmla="*/ 5881963 w 6386648"/>
              <a:gd name="connsiteY1953" fmla="*/ 371425 h 1849426"/>
              <a:gd name="connsiteX1954" fmla="*/ 5899988 w 6386648"/>
              <a:gd name="connsiteY1954" fmla="*/ 353401 h 1849426"/>
              <a:gd name="connsiteX1955" fmla="*/ 4842556 w 6386648"/>
              <a:gd name="connsiteY1955" fmla="*/ 353401 h 1849426"/>
              <a:gd name="connsiteX1956" fmla="*/ 4860581 w 6386648"/>
              <a:gd name="connsiteY1956" fmla="*/ 371425 h 1849426"/>
              <a:gd name="connsiteX1957" fmla="*/ 4842556 w 6386648"/>
              <a:gd name="connsiteY1957" fmla="*/ 389450 h 1849426"/>
              <a:gd name="connsiteX1958" fmla="*/ 4824532 w 6386648"/>
              <a:gd name="connsiteY1958" fmla="*/ 371425 h 1849426"/>
              <a:gd name="connsiteX1959" fmla="*/ 4842556 w 6386648"/>
              <a:gd name="connsiteY1959" fmla="*/ 353401 h 1849426"/>
              <a:gd name="connsiteX1960" fmla="*/ 4518117 w 6386648"/>
              <a:gd name="connsiteY1960" fmla="*/ 353401 h 1849426"/>
              <a:gd name="connsiteX1961" fmla="*/ 4536142 w 6386648"/>
              <a:gd name="connsiteY1961" fmla="*/ 371425 h 1849426"/>
              <a:gd name="connsiteX1962" fmla="*/ 4518117 w 6386648"/>
              <a:gd name="connsiteY1962" fmla="*/ 389450 h 1849426"/>
              <a:gd name="connsiteX1963" fmla="*/ 4500092 w 6386648"/>
              <a:gd name="connsiteY1963" fmla="*/ 371425 h 1849426"/>
              <a:gd name="connsiteX1964" fmla="*/ 4518117 w 6386648"/>
              <a:gd name="connsiteY1964" fmla="*/ 353401 h 1849426"/>
              <a:gd name="connsiteX1965" fmla="*/ 4403962 w 6386648"/>
              <a:gd name="connsiteY1965" fmla="*/ 353401 h 1849426"/>
              <a:gd name="connsiteX1966" fmla="*/ 4421987 w 6386648"/>
              <a:gd name="connsiteY1966" fmla="*/ 371425 h 1849426"/>
              <a:gd name="connsiteX1967" fmla="*/ 4403962 w 6386648"/>
              <a:gd name="connsiteY1967" fmla="*/ 389450 h 1849426"/>
              <a:gd name="connsiteX1968" fmla="*/ 4385938 w 6386648"/>
              <a:gd name="connsiteY1968" fmla="*/ 371425 h 1849426"/>
              <a:gd name="connsiteX1969" fmla="*/ 4403962 w 6386648"/>
              <a:gd name="connsiteY1969" fmla="*/ 353401 h 1849426"/>
              <a:gd name="connsiteX1970" fmla="*/ 4151621 w 6386648"/>
              <a:gd name="connsiteY1970" fmla="*/ 353401 h 1849426"/>
              <a:gd name="connsiteX1971" fmla="*/ 4169646 w 6386648"/>
              <a:gd name="connsiteY1971" fmla="*/ 371425 h 1849426"/>
              <a:gd name="connsiteX1972" fmla="*/ 4151621 w 6386648"/>
              <a:gd name="connsiteY1972" fmla="*/ 389450 h 1849426"/>
              <a:gd name="connsiteX1973" fmla="*/ 4133597 w 6386648"/>
              <a:gd name="connsiteY1973" fmla="*/ 371425 h 1849426"/>
              <a:gd name="connsiteX1974" fmla="*/ 4151621 w 6386648"/>
              <a:gd name="connsiteY1974" fmla="*/ 353401 h 1849426"/>
              <a:gd name="connsiteX1975" fmla="*/ 3911295 w 6386648"/>
              <a:gd name="connsiteY1975" fmla="*/ 347392 h 1849426"/>
              <a:gd name="connsiteX1976" fmla="*/ 3929320 w 6386648"/>
              <a:gd name="connsiteY1976" fmla="*/ 365417 h 1849426"/>
              <a:gd name="connsiteX1977" fmla="*/ 3911295 w 6386648"/>
              <a:gd name="connsiteY1977" fmla="*/ 383441 h 1849426"/>
              <a:gd name="connsiteX1978" fmla="*/ 3893271 w 6386648"/>
              <a:gd name="connsiteY1978" fmla="*/ 365417 h 1849426"/>
              <a:gd name="connsiteX1979" fmla="*/ 3911295 w 6386648"/>
              <a:gd name="connsiteY1979" fmla="*/ 347392 h 1849426"/>
              <a:gd name="connsiteX1980" fmla="*/ 2078814 w 6386648"/>
              <a:gd name="connsiteY1980" fmla="*/ 347392 h 1849426"/>
              <a:gd name="connsiteX1981" fmla="*/ 2096839 w 6386648"/>
              <a:gd name="connsiteY1981" fmla="*/ 365417 h 1849426"/>
              <a:gd name="connsiteX1982" fmla="*/ 2078814 w 6386648"/>
              <a:gd name="connsiteY1982" fmla="*/ 383441 h 1849426"/>
              <a:gd name="connsiteX1983" fmla="*/ 2060790 w 6386648"/>
              <a:gd name="connsiteY1983" fmla="*/ 365417 h 1849426"/>
              <a:gd name="connsiteX1984" fmla="*/ 2078814 w 6386648"/>
              <a:gd name="connsiteY1984" fmla="*/ 347392 h 1849426"/>
              <a:gd name="connsiteX1985" fmla="*/ 1345823 w 6386648"/>
              <a:gd name="connsiteY1985" fmla="*/ 347392 h 1849426"/>
              <a:gd name="connsiteX1986" fmla="*/ 1363847 w 6386648"/>
              <a:gd name="connsiteY1986" fmla="*/ 365417 h 1849426"/>
              <a:gd name="connsiteX1987" fmla="*/ 1345823 w 6386648"/>
              <a:gd name="connsiteY1987" fmla="*/ 383441 h 1849426"/>
              <a:gd name="connsiteX1988" fmla="*/ 1327798 w 6386648"/>
              <a:gd name="connsiteY1988" fmla="*/ 365417 h 1849426"/>
              <a:gd name="connsiteX1989" fmla="*/ 1345823 w 6386648"/>
              <a:gd name="connsiteY1989" fmla="*/ 347392 h 1849426"/>
              <a:gd name="connsiteX1990" fmla="*/ 1556107 w 6386648"/>
              <a:gd name="connsiteY1990" fmla="*/ 341384 h 1849426"/>
              <a:gd name="connsiteX1991" fmla="*/ 1574131 w 6386648"/>
              <a:gd name="connsiteY1991" fmla="*/ 359408 h 1849426"/>
              <a:gd name="connsiteX1992" fmla="*/ 1556107 w 6386648"/>
              <a:gd name="connsiteY1992" fmla="*/ 377433 h 1849426"/>
              <a:gd name="connsiteX1993" fmla="*/ 1538082 w 6386648"/>
              <a:gd name="connsiteY1993" fmla="*/ 359408 h 1849426"/>
              <a:gd name="connsiteX1994" fmla="*/ 1556107 w 6386648"/>
              <a:gd name="connsiteY1994" fmla="*/ 341384 h 1849426"/>
              <a:gd name="connsiteX1995" fmla="*/ 306414 w 6386648"/>
              <a:gd name="connsiteY1995" fmla="*/ 341384 h 1849426"/>
              <a:gd name="connsiteX1996" fmla="*/ 324439 w 6386648"/>
              <a:gd name="connsiteY1996" fmla="*/ 359408 h 1849426"/>
              <a:gd name="connsiteX1997" fmla="*/ 306414 w 6386648"/>
              <a:gd name="connsiteY1997" fmla="*/ 377433 h 1849426"/>
              <a:gd name="connsiteX1998" fmla="*/ 288390 w 6386648"/>
              <a:gd name="connsiteY1998" fmla="*/ 359408 h 1849426"/>
              <a:gd name="connsiteX1999" fmla="*/ 306414 w 6386648"/>
              <a:gd name="connsiteY1999" fmla="*/ 341384 h 1849426"/>
              <a:gd name="connsiteX2000" fmla="*/ 6206403 w 6386648"/>
              <a:gd name="connsiteY2000" fmla="*/ 335376 h 1849426"/>
              <a:gd name="connsiteX2001" fmla="*/ 6224428 w 6386648"/>
              <a:gd name="connsiteY2001" fmla="*/ 353400 h 1849426"/>
              <a:gd name="connsiteX2002" fmla="*/ 6206403 w 6386648"/>
              <a:gd name="connsiteY2002" fmla="*/ 371425 h 1849426"/>
              <a:gd name="connsiteX2003" fmla="*/ 6188379 w 6386648"/>
              <a:gd name="connsiteY2003" fmla="*/ 353400 h 1849426"/>
              <a:gd name="connsiteX2004" fmla="*/ 6206403 w 6386648"/>
              <a:gd name="connsiteY2004" fmla="*/ 335376 h 1849426"/>
              <a:gd name="connsiteX2005" fmla="*/ 1670261 w 6386648"/>
              <a:gd name="connsiteY2005" fmla="*/ 335376 h 1849426"/>
              <a:gd name="connsiteX2006" fmla="*/ 1688286 w 6386648"/>
              <a:gd name="connsiteY2006" fmla="*/ 353400 h 1849426"/>
              <a:gd name="connsiteX2007" fmla="*/ 1670261 w 6386648"/>
              <a:gd name="connsiteY2007" fmla="*/ 371425 h 1849426"/>
              <a:gd name="connsiteX2008" fmla="*/ 1652237 w 6386648"/>
              <a:gd name="connsiteY2008" fmla="*/ 353400 h 1849426"/>
              <a:gd name="connsiteX2009" fmla="*/ 1670261 w 6386648"/>
              <a:gd name="connsiteY2009" fmla="*/ 335376 h 1849426"/>
              <a:gd name="connsiteX2010" fmla="*/ 5767809 w 6386648"/>
              <a:gd name="connsiteY2010" fmla="*/ 329368 h 1849426"/>
              <a:gd name="connsiteX2011" fmla="*/ 5785834 w 6386648"/>
              <a:gd name="connsiteY2011" fmla="*/ 347392 h 1849426"/>
              <a:gd name="connsiteX2012" fmla="*/ 5767809 w 6386648"/>
              <a:gd name="connsiteY2012" fmla="*/ 365417 h 1849426"/>
              <a:gd name="connsiteX2013" fmla="*/ 5749785 w 6386648"/>
              <a:gd name="connsiteY2013" fmla="*/ 347392 h 1849426"/>
              <a:gd name="connsiteX2014" fmla="*/ 5767809 w 6386648"/>
              <a:gd name="connsiteY2014" fmla="*/ 329368 h 1849426"/>
              <a:gd name="connsiteX2015" fmla="*/ 3797141 w 6386648"/>
              <a:gd name="connsiteY2015" fmla="*/ 329368 h 1849426"/>
              <a:gd name="connsiteX2016" fmla="*/ 3815166 w 6386648"/>
              <a:gd name="connsiteY2016" fmla="*/ 347392 h 1849426"/>
              <a:gd name="connsiteX2017" fmla="*/ 3797141 w 6386648"/>
              <a:gd name="connsiteY2017" fmla="*/ 365417 h 1849426"/>
              <a:gd name="connsiteX2018" fmla="*/ 3779116 w 6386648"/>
              <a:gd name="connsiteY2018" fmla="*/ 347392 h 1849426"/>
              <a:gd name="connsiteX2019" fmla="*/ 3797141 w 6386648"/>
              <a:gd name="connsiteY2019" fmla="*/ 329368 h 1849426"/>
              <a:gd name="connsiteX2020" fmla="*/ 2673619 w 6386648"/>
              <a:gd name="connsiteY2020" fmla="*/ 329368 h 1849426"/>
              <a:gd name="connsiteX2021" fmla="*/ 2691644 w 6386648"/>
              <a:gd name="connsiteY2021" fmla="*/ 347392 h 1849426"/>
              <a:gd name="connsiteX2022" fmla="*/ 2673619 w 6386648"/>
              <a:gd name="connsiteY2022" fmla="*/ 365417 h 1849426"/>
              <a:gd name="connsiteX2023" fmla="*/ 2655595 w 6386648"/>
              <a:gd name="connsiteY2023" fmla="*/ 347392 h 1849426"/>
              <a:gd name="connsiteX2024" fmla="*/ 2673619 w 6386648"/>
              <a:gd name="connsiteY2024" fmla="*/ 329368 h 1849426"/>
              <a:gd name="connsiteX2025" fmla="*/ 1898570 w 6386648"/>
              <a:gd name="connsiteY2025" fmla="*/ 329368 h 1849426"/>
              <a:gd name="connsiteX2026" fmla="*/ 1916595 w 6386648"/>
              <a:gd name="connsiteY2026" fmla="*/ 347392 h 1849426"/>
              <a:gd name="connsiteX2027" fmla="*/ 1898570 w 6386648"/>
              <a:gd name="connsiteY2027" fmla="*/ 365417 h 1849426"/>
              <a:gd name="connsiteX2028" fmla="*/ 1880546 w 6386648"/>
              <a:gd name="connsiteY2028" fmla="*/ 347392 h 1849426"/>
              <a:gd name="connsiteX2029" fmla="*/ 1898570 w 6386648"/>
              <a:gd name="connsiteY2029" fmla="*/ 329368 h 1849426"/>
              <a:gd name="connsiteX2030" fmla="*/ 66089 w 6386648"/>
              <a:gd name="connsiteY2030" fmla="*/ 323360 h 1849426"/>
              <a:gd name="connsiteX2031" fmla="*/ 84114 w 6386648"/>
              <a:gd name="connsiteY2031" fmla="*/ 341384 h 1849426"/>
              <a:gd name="connsiteX2032" fmla="*/ 66089 w 6386648"/>
              <a:gd name="connsiteY2032" fmla="*/ 359409 h 1849426"/>
              <a:gd name="connsiteX2033" fmla="*/ 48065 w 6386648"/>
              <a:gd name="connsiteY2033" fmla="*/ 341384 h 1849426"/>
              <a:gd name="connsiteX2034" fmla="*/ 66089 w 6386648"/>
              <a:gd name="connsiteY2034" fmla="*/ 323360 h 1849426"/>
              <a:gd name="connsiteX2035" fmla="*/ 5647646 w 6386648"/>
              <a:gd name="connsiteY2035" fmla="*/ 317352 h 1849426"/>
              <a:gd name="connsiteX2036" fmla="*/ 5665671 w 6386648"/>
              <a:gd name="connsiteY2036" fmla="*/ 335377 h 1849426"/>
              <a:gd name="connsiteX2037" fmla="*/ 5647646 w 6386648"/>
              <a:gd name="connsiteY2037" fmla="*/ 353401 h 1849426"/>
              <a:gd name="connsiteX2038" fmla="*/ 5629622 w 6386648"/>
              <a:gd name="connsiteY2038" fmla="*/ 335377 h 1849426"/>
              <a:gd name="connsiteX2039" fmla="*/ 5647646 w 6386648"/>
              <a:gd name="connsiteY2039" fmla="*/ 317352 h 1849426"/>
              <a:gd name="connsiteX2040" fmla="*/ 3064148 w 6386648"/>
              <a:gd name="connsiteY2040" fmla="*/ 311344 h 1849426"/>
              <a:gd name="connsiteX2041" fmla="*/ 3082173 w 6386648"/>
              <a:gd name="connsiteY2041" fmla="*/ 329368 h 1849426"/>
              <a:gd name="connsiteX2042" fmla="*/ 3064148 w 6386648"/>
              <a:gd name="connsiteY2042" fmla="*/ 347393 h 1849426"/>
              <a:gd name="connsiteX2043" fmla="*/ 3046124 w 6386648"/>
              <a:gd name="connsiteY2043" fmla="*/ 329368 h 1849426"/>
              <a:gd name="connsiteX2044" fmla="*/ 3064148 w 6386648"/>
              <a:gd name="connsiteY2044" fmla="*/ 311344 h 1849426"/>
              <a:gd name="connsiteX2045" fmla="*/ 2553457 w 6386648"/>
              <a:gd name="connsiteY2045" fmla="*/ 311344 h 1849426"/>
              <a:gd name="connsiteX2046" fmla="*/ 2571482 w 6386648"/>
              <a:gd name="connsiteY2046" fmla="*/ 329368 h 1849426"/>
              <a:gd name="connsiteX2047" fmla="*/ 2553457 w 6386648"/>
              <a:gd name="connsiteY2047" fmla="*/ 347393 h 1849426"/>
              <a:gd name="connsiteX2048" fmla="*/ 2535433 w 6386648"/>
              <a:gd name="connsiteY2048" fmla="*/ 329368 h 1849426"/>
              <a:gd name="connsiteX2049" fmla="*/ 2553457 w 6386648"/>
              <a:gd name="connsiteY2049" fmla="*/ 311344 h 1849426"/>
              <a:gd name="connsiteX2050" fmla="*/ 6098257 w 6386648"/>
              <a:gd name="connsiteY2050" fmla="*/ 305335 h 1849426"/>
              <a:gd name="connsiteX2051" fmla="*/ 6116282 w 6386648"/>
              <a:gd name="connsiteY2051" fmla="*/ 323359 h 1849426"/>
              <a:gd name="connsiteX2052" fmla="*/ 6098257 w 6386648"/>
              <a:gd name="connsiteY2052" fmla="*/ 341384 h 1849426"/>
              <a:gd name="connsiteX2053" fmla="*/ 6080233 w 6386648"/>
              <a:gd name="connsiteY2053" fmla="*/ 323359 h 1849426"/>
              <a:gd name="connsiteX2054" fmla="*/ 6098257 w 6386648"/>
              <a:gd name="connsiteY2054" fmla="*/ 305335 h 1849426"/>
              <a:gd name="connsiteX2055" fmla="*/ 1231667 w 6386648"/>
              <a:gd name="connsiteY2055" fmla="*/ 305335 h 1849426"/>
              <a:gd name="connsiteX2056" fmla="*/ 1249692 w 6386648"/>
              <a:gd name="connsiteY2056" fmla="*/ 323359 h 1849426"/>
              <a:gd name="connsiteX2057" fmla="*/ 1231667 w 6386648"/>
              <a:gd name="connsiteY2057" fmla="*/ 341384 h 1849426"/>
              <a:gd name="connsiteX2058" fmla="*/ 1213643 w 6386648"/>
              <a:gd name="connsiteY2058" fmla="*/ 323359 h 1849426"/>
              <a:gd name="connsiteX2059" fmla="*/ 1231667 w 6386648"/>
              <a:gd name="connsiteY2059" fmla="*/ 305335 h 1849426"/>
              <a:gd name="connsiteX2060" fmla="*/ 174235 w 6386648"/>
              <a:gd name="connsiteY2060" fmla="*/ 305335 h 1849426"/>
              <a:gd name="connsiteX2061" fmla="*/ 192260 w 6386648"/>
              <a:gd name="connsiteY2061" fmla="*/ 323359 h 1849426"/>
              <a:gd name="connsiteX2062" fmla="*/ 174235 w 6386648"/>
              <a:gd name="connsiteY2062" fmla="*/ 341384 h 1849426"/>
              <a:gd name="connsiteX2063" fmla="*/ 156211 w 6386648"/>
              <a:gd name="connsiteY2063" fmla="*/ 323359 h 1849426"/>
              <a:gd name="connsiteX2064" fmla="*/ 174235 w 6386648"/>
              <a:gd name="connsiteY2064" fmla="*/ 305335 h 1849426"/>
              <a:gd name="connsiteX2065" fmla="*/ 3520767 w 6386648"/>
              <a:gd name="connsiteY2065" fmla="*/ 299327 h 1849426"/>
              <a:gd name="connsiteX2066" fmla="*/ 3538792 w 6386648"/>
              <a:gd name="connsiteY2066" fmla="*/ 317351 h 1849426"/>
              <a:gd name="connsiteX2067" fmla="*/ 3520767 w 6386648"/>
              <a:gd name="connsiteY2067" fmla="*/ 335376 h 1849426"/>
              <a:gd name="connsiteX2068" fmla="*/ 3502743 w 6386648"/>
              <a:gd name="connsiteY2068" fmla="*/ 317351 h 1849426"/>
              <a:gd name="connsiteX2069" fmla="*/ 3520767 w 6386648"/>
              <a:gd name="connsiteY2069" fmla="*/ 299327 h 1849426"/>
              <a:gd name="connsiteX2070" fmla="*/ 5347240 w 6386648"/>
              <a:gd name="connsiteY2070" fmla="*/ 293319 h 1849426"/>
              <a:gd name="connsiteX2071" fmla="*/ 5365265 w 6386648"/>
              <a:gd name="connsiteY2071" fmla="*/ 311343 h 1849426"/>
              <a:gd name="connsiteX2072" fmla="*/ 5347240 w 6386648"/>
              <a:gd name="connsiteY2072" fmla="*/ 329368 h 1849426"/>
              <a:gd name="connsiteX2073" fmla="*/ 5329216 w 6386648"/>
              <a:gd name="connsiteY2073" fmla="*/ 311343 h 1849426"/>
              <a:gd name="connsiteX2074" fmla="*/ 5347240 w 6386648"/>
              <a:gd name="connsiteY2074" fmla="*/ 293319 h 1849426"/>
              <a:gd name="connsiteX2075" fmla="*/ 2439302 w 6386648"/>
              <a:gd name="connsiteY2075" fmla="*/ 293319 h 1849426"/>
              <a:gd name="connsiteX2076" fmla="*/ 2457327 w 6386648"/>
              <a:gd name="connsiteY2076" fmla="*/ 311343 h 1849426"/>
              <a:gd name="connsiteX2077" fmla="*/ 2439302 w 6386648"/>
              <a:gd name="connsiteY2077" fmla="*/ 329368 h 1849426"/>
              <a:gd name="connsiteX2078" fmla="*/ 2421278 w 6386648"/>
              <a:gd name="connsiteY2078" fmla="*/ 311343 h 1849426"/>
              <a:gd name="connsiteX2079" fmla="*/ 2439302 w 6386648"/>
              <a:gd name="connsiteY2079" fmla="*/ 293319 h 1849426"/>
              <a:gd name="connsiteX2080" fmla="*/ 2301115 w 6386648"/>
              <a:gd name="connsiteY2080" fmla="*/ 293319 h 1849426"/>
              <a:gd name="connsiteX2081" fmla="*/ 2319140 w 6386648"/>
              <a:gd name="connsiteY2081" fmla="*/ 311343 h 1849426"/>
              <a:gd name="connsiteX2082" fmla="*/ 2301115 w 6386648"/>
              <a:gd name="connsiteY2082" fmla="*/ 329368 h 1849426"/>
              <a:gd name="connsiteX2083" fmla="*/ 2283091 w 6386648"/>
              <a:gd name="connsiteY2083" fmla="*/ 311343 h 1849426"/>
              <a:gd name="connsiteX2084" fmla="*/ 2301115 w 6386648"/>
              <a:gd name="connsiteY2084" fmla="*/ 293319 h 1849426"/>
              <a:gd name="connsiteX2085" fmla="*/ 1447960 w 6386648"/>
              <a:gd name="connsiteY2085" fmla="*/ 293319 h 1849426"/>
              <a:gd name="connsiteX2086" fmla="*/ 1465985 w 6386648"/>
              <a:gd name="connsiteY2086" fmla="*/ 311343 h 1849426"/>
              <a:gd name="connsiteX2087" fmla="*/ 1447960 w 6386648"/>
              <a:gd name="connsiteY2087" fmla="*/ 329368 h 1849426"/>
              <a:gd name="connsiteX2088" fmla="*/ 1429936 w 6386648"/>
              <a:gd name="connsiteY2088" fmla="*/ 311343 h 1849426"/>
              <a:gd name="connsiteX2089" fmla="*/ 1447960 w 6386648"/>
              <a:gd name="connsiteY2089" fmla="*/ 293319 h 1849426"/>
              <a:gd name="connsiteX2090" fmla="*/ 901219 w 6386648"/>
              <a:gd name="connsiteY2090" fmla="*/ 293319 h 1849426"/>
              <a:gd name="connsiteX2091" fmla="*/ 919244 w 6386648"/>
              <a:gd name="connsiteY2091" fmla="*/ 311343 h 1849426"/>
              <a:gd name="connsiteX2092" fmla="*/ 901219 w 6386648"/>
              <a:gd name="connsiteY2092" fmla="*/ 329368 h 1849426"/>
              <a:gd name="connsiteX2093" fmla="*/ 883195 w 6386648"/>
              <a:gd name="connsiteY2093" fmla="*/ 311343 h 1849426"/>
              <a:gd name="connsiteX2094" fmla="*/ 901219 w 6386648"/>
              <a:gd name="connsiteY2094" fmla="*/ 293319 h 1849426"/>
              <a:gd name="connsiteX2095" fmla="*/ 552748 w 6386648"/>
              <a:gd name="connsiteY2095" fmla="*/ 293319 h 1849426"/>
              <a:gd name="connsiteX2096" fmla="*/ 570773 w 6386648"/>
              <a:gd name="connsiteY2096" fmla="*/ 311343 h 1849426"/>
              <a:gd name="connsiteX2097" fmla="*/ 552748 w 6386648"/>
              <a:gd name="connsiteY2097" fmla="*/ 329368 h 1849426"/>
              <a:gd name="connsiteX2098" fmla="*/ 534724 w 6386648"/>
              <a:gd name="connsiteY2098" fmla="*/ 311343 h 1849426"/>
              <a:gd name="connsiteX2099" fmla="*/ 552748 w 6386648"/>
              <a:gd name="connsiteY2099" fmla="*/ 293319 h 1849426"/>
              <a:gd name="connsiteX2100" fmla="*/ 6326566 w 6386648"/>
              <a:gd name="connsiteY2100" fmla="*/ 287311 h 1849426"/>
              <a:gd name="connsiteX2101" fmla="*/ 6344591 w 6386648"/>
              <a:gd name="connsiteY2101" fmla="*/ 305336 h 1849426"/>
              <a:gd name="connsiteX2102" fmla="*/ 6326566 w 6386648"/>
              <a:gd name="connsiteY2102" fmla="*/ 323360 h 1849426"/>
              <a:gd name="connsiteX2103" fmla="*/ 6308542 w 6386648"/>
              <a:gd name="connsiteY2103" fmla="*/ 305336 h 1849426"/>
              <a:gd name="connsiteX2104" fmla="*/ 6326566 w 6386648"/>
              <a:gd name="connsiteY2104" fmla="*/ 287311 h 1849426"/>
              <a:gd name="connsiteX2105" fmla="*/ 5503451 w 6386648"/>
              <a:gd name="connsiteY2105" fmla="*/ 287311 h 1849426"/>
              <a:gd name="connsiteX2106" fmla="*/ 5521476 w 6386648"/>
              <a:gd name="connsiteY2106" fmla="*/ 305336 h 1849426"/>
              <a:gd name="connsiteX2107" fmla="*/ 5503451 w 6386648"/>
              <a:gd name="connsiteY2107" fmla="*/ 323360 h 1849426"/>
              <a:gd name="connsiteX2108" fmla="*/ 5485427 w 6386648"/>
              <a:gd name="connsiteY2108" fmla="*/ 305336 h 1849426"/>
              <a:gd name="connsiteX2109" fmla="*/ 5503451 w 6386648"/>
              <a:gd name="connsiteY2109" fmla="*/ 287311 h 1849426"/>
              <a:gd name="connsiteX2110" fmla="*/ 1808448 w 6386648"/>
              <a:gd name="connsiteY2110" fmla="*/ 287311 h 1849426"/>
              <a:gd name="connsiteX2111" fmla="*/ 1826473 w 6386648"/>
              <a:gd name="connsiteY2111" fmla="*/ 305336 h 1849426"/>
              <a:gd name="connsiteX2112" fmla="*/ 1808448 w 6386648"/>
              <a:gd name="connsiteY2112" fmla="*/ 323360 h 1849426"/>
              <a:gd name="connsiteX2113" fmla="*/ 1790424 w 6386648"/>
              <a:gd name="connsiteY2113" fmla="*/ 305336 h 1849426"/>
              <a:gd name="connsiteX2114" fmla="*/ 1808448 w 6386648"/>
              <a:gd name="connsiteY2114" fmla="*/ 287311 h 1849426"/>
              <a:gd name="connsiteX2115" fmla="*/ 672910 w 6386648"/>
              <a:gd name="connsiteY2115" fmla="*/ 287311 h 1849426"/>
              <a:gd name="connsiteX2116" fmla="*/ 690935 w 6386648"/>
              <a:gd name="connsiteY2116" fmla="*/ 305336 h 1849426"/>
              <a:gd name="connsiteX2117" fmla="*/ 672910 w 6386648"/>
              <a:gd name="connsiteY2117" fmla="*/ 323360 h 1849426"/>
              <a:gd name="connsiteX2118" fmla="*/ 654886 w 6386648"/>
              <a:gd name="connsiteY2118" fmla="*/ 305336 h 1849426"/>
              <a:gd name="connsiteX2119" fmla="*/ 672910 w 6386648"/>
              <a:gd name="connsiteY2119" fmla="*/ 287311 h 1849426"/>
              <a:gd name="connsiteX2120" fmla="*/ 4710377 w 6386648"/>
              <a:gd name="connsiteY2120" fmla="*/ 275295 h 1849426"/>
              <a:gd name="connsiteX2121" fmla="*/ 4728402 w 6386648"/>
              <a:gd name="connsiteY2121" fmla="*/ 293319 h 1849426"/>
              <a:gd name="connsiteX2122" fmla="*/ 4710377 w 6386648"/>
              <a:gd name="connsiteY2122" fmla="*/ 311344 h 1849426"/>
              <a:gd name="connsiteX2123" fmla="*/ 4692353 w 6386648"/>
              <a:gd name="connsiteY2123" fmla="*/ 293319 h 1849426"/>
              <a:gd name="connsiteX2124" fmla="*/ 4710377 w 6386648"/>
              <a:gd name="connsiteY2124" fmla="*/ 275295 h 1849426"/>
              <a:gd name="connsiteX2125" fmla="*/ 4962719 w 6386648"/>
              <a:gd name="connsiteY2125" fmla="*/ 269287 h 1849426"/>
              <a:gd name="connsiteX2126" fmla="*/ 4980744 w 6386648"/>
              <a:gd name="connsiteY2126" fmla="*/ 287311 h 1849426"/>
              <a:gd name="connsiteX2127" fmla="*/ 4962719 w 6386648"/>
              <a:gd name="connsiteY2127" fmla="*/ 305336 h 1849426"/>
              <a:gd name="connsiteX2128" fmla="*/ 4944695 w 6386648"/>
              <a:gd name="connsiteY2128" fmla="*/ 287311 h 1849426"/>
              <a:gd name="connsiteX2129" fmla="*/ 4962719 w 6386648"/>
              <a:gd name="connsiteY2129" fmla="*/ 269287 h 1849426"/>
              <a:gd name="connsiteX2130" fmla="*/ 3652945 w 6386648"/>
              <a:gd name="connsiteY2130" fmla="*/ 269287 h 1849426"/>
              <a:gd name="connsiteX2131" fmla="*/ 3670970 w 6386648"/>
              <a:gd name="connsiteY2131" fmla="*/ 287311 h 1849426"/>
              <a:gd name="connsiteX2132" fmla="*/ 3652945 w 6386648"/>
              <a:gd name="connsiteY2132" fmla="*/ 305336 h 1849426"/>
              <a:gd name="connsiteX2133" fmla="*/ 3634921 w 6386648"/>
              <a:gd name="connsiteY2133" fmla="*/ 287311 h 1849426"/>
              <a:gd name="connsiteX2134" fmla="*/ 3652945 w 6386648"/>
              <a:gd name="connsiteY2134" fmla="*/ 269287 h 1849426"/>
              <a:gd name="connsiteX2135" fmla="*/ 1123520 w 6386648"/>
              <a:gd name="connsiteY2135" fmla="*/ 269287 h 1849426"/>
              <a:gd name="connsiteX2136" fmla="*/ 1141545 w 6386648"/>
              <a:gd name="connsiteY2136" fmla="*/ 287311 h 1849426"/>
              <a:gd name="connsiteX2137" fmla="*/ 1123520 w 6386648"/>
              <a:gd name="connsiteY2137" fmla="*/ 305336 h 1849426"/>
              <a:gd name="connsiteX2138" fmla="*/ 1105496 w 6386648"/>
              <a:gd name="connsiteY2138" fmla="*/ 287311 h 1849426"/>
              <a:gd name="connsiteX2139" fmla="*/ 1123520 w 6386648"/>
              <a:gd name="connsiteY2139" fmla="*/ 269287 h 1849426"/>
              <a:gd name="connsiteX2140" fmla="*/ 5112922 w 6386648"/>
              <a:gd name="connsiteY2140" fmla="*/ 263279 h 1849426"/>
              <a:gd name="connsiteX2141" fmla="*/ 5130947 w 6386648"/>
              <a:gd name="connsiteY2141" fmla="*/ 281303 h 1849426"/>
              <a:gd name="connsiteX2142" fmla="*/ 5112922 w 6386648"/>
              <a:gd name="connsiteY2142" fmla="*/ 299328 h 1849426"/>
              <a:gd name="connsiteX2143" fmla="*/ 5094898 w 6386648"/>
              <a:gd name="connsiteY2143" fmla="*/ 281303 h 1849426"/>
              <a:gd name="connsiteX2144" fmla="*/ 5112922 w 6386648"/>
              <a:gd name="connsiteY2144" fmla="*/ 263279 h 1849426"/>
              <a:gd name="connsiteX2145" fmla="*/ 4217710 w 6386648"/>
              <a:gd name="connsiteY2145" fmla="*/ 263279 h 1849426"/>
              <a:gd name="connsiteX2146" fmla="*/ 4235735 w 6386648"/>
              <a:gd name="connsiteY2146" fmla="*/ 281303 h 1849426"/>
              <a:gd name="connsiteX2147" fmla="*/ 4217710 w 6386648"/>
              <a:gd name="connsiteY2147" fmla="*/ 299328 h 1849426"/>
              <a:gd name="connsiteX2148" fmla="*/ 4199685 w 6386648"/>
              <a:gd name="connsiteY2148" fmla="*/ 281303 h 1849426"/>
              <a:gd name="connsiteX2149" fmla="*/ 4217710 w 6386648"/>
              <a:gd name="connsiteY2149" fmla="*/ 263279 h 1849426"/>
              <a:gd name="connsiteX2150" fmla="*/ 3190319 w 6386648"/>
              <a:gd name="connsiteY2150" fmla="*/ 263279 h 1849426"/>
              <a:gd name="connsiteX2151" fmla="*/ 3208344 w 6386648"/>
              <a:gd name="connsiteY2151" fmla="*/ 281303 h 1849426"/>
              <a:gd name="connsiteX2152" fmla="*/ 3190319 w 6386648"/>
              <a:gd name="connsiteY2152" fmla="*/ 299328 h 1849426"/>
              <a:gd name="connsiteX2153" fmla="*/ 3172295 w 6386648"/>
              <a:gd name="connsiteY2153" fmla="*/ 281303 h 1849426"/>
              <a:gd name="connsiteX2154" fmla="*/ 3190319 w 6386648"/>
              <a:gd name="connsiteY2154" fmla="*/ 263279 h 1849426"/>
              <a:gd name="connsiteX2155" fmla="*/ 5996118 w 6386648"/>
              <a:gd name="connsiteY2155" fmla="*/ 257270 h 1849426"/>
              <a:gd name="connsiteX2156" fmla="*/ 6014143 w 6386648"/>
              <a:gd name="connsiteY2156" fmla="*/ 275295 h 1849426"/>
              <a:gd name="connsiteX2157" fmla="*/ 5996118 w 6386648"/>
              <a:gd name="connsiteY2157" fmla="*/ 293319 h 1849426"/>
              <a:gd name="connsiteX2158" fmla="*/ 5978094 w 6386648"/>
              <a:gd name="connsiteY2158" fmla="*/ 275295 h 1849426"/>
              <a:gd name="connsiteX2159" fmla="*/ 5996118 w 6386648"/>
              <a:gd name="connsiteY2159" fmla="*/ 257270 h 1849426"/>
              <a:gd name="connsiteX2160" fmla="*/ 5233085 w 6386648"/>
              <a:gd name="connsiteY2160" fmla="*/ 257270 h 1849426"/>
              <a:gd name="connsiteX2161" fmla="*/ 5251110 w 6386648"/>
              <a:gd name="connsiteY2161" fmla="*/ 275295 h 1849426"/>
              <a:gd name="connsiteX2162" fmla="*/ 5233085 w 6386648"/>
              <a:gd name="connsiteY2162" fmla="*/ 293319 h 1849426"/>
              <a:gd name="connsiteX2163" fmla="*/ 5215061 w 6386648"/>
              <a:gd name="connsiteY2163" fmla="*/ 275295 h 1849426"/>
              <a:gd name="connsiteX2164" fmla="*/ 5233085 w 6386648"/>
              <a:gd name="connsiteY2164" fmla="*/ 257270 h 1849426"/>
              <a:gd name="connsiteX2165" fmla="*/ 4584206 w 6386648"/>
              <a:gd name="connsiteY2165" fmla="*/ 257270 h 1849426"/>
              <a:gd name="connsiteX2166" fmla="*/ 4602231 w 6386648"/>
              <a:gd name="connsiteY2166" fmla="*/ 275295 h 1849426"/>
              <a:gd name="connsiteX2167" fmla="*/ 4584206 w 6386648"/>
              <a:gd name="connsiteY2167" fmla="*/ 293319 h 1849426"/>
              <a:gd name="connsiteX2168" fmla="*/ 4566182 w 6386648"/>
              <a:gd name="connsiteY2168" fmla="*/ 275295 h 1849426"/>
              <a:gd name="connsiteX2169" fmla="*/ 4584206 w 6386648"/>
              <a:gd name="connsiteY2169" fmla="*/ 257270 h 1849426"/>
              <a:gd name="connsiteX2170" fmla="*/ 2156921 w 6386648"/>
              <a:gd name="connsiteY2170" fmla="*/ 257270 h 1849426"/>
              <a:gd name="connsiteX2171" fmla="*/ 2174945 w 6386648"/>
              <a:gd name="connsiteY2171" fmla="*/ 275295 h 1849426"/>
              <a:gd name="connsiteX2172" fmla="*/ 2156921 w 6386648"/>
              <a:gd name="connsiteY2172" fmla="*/ 293319 h 1849426"/>
              <a:gd name="connsiteX2173" fmla="*/ 2138896 w 6386648"/>
              <a:gd name="connsiteY2173" fmla="*/ 275295 h 1849426"/>
              <a:gd name="connsiteX2174" fmla="*/ 2156921 w 6386648"/>
              <a:gd name="connsiteY2174" fmla="*/ 257270 h 1849426"/>
              <a:gd name="connsiteX2175" fmla="*/ 781057 w 6386648"/>
              <a:gd name="connsiteY2175" fmla="*/ 257270 h 1849426"/>
              <a:gd name="connsiteX2176" fmla="*/ 799082 w 6386648"/>
              <a:gd name="connsiteY2176" fmla="*/ 275295 h 1849426"/>
              <a:gd name="connsiteX2177" fmla="*/ 781057 w 6386648"/>
              <a:gd name="connsiteY2177" fmla="*/ 293319 h 1849426"/>
              <a:gd name="connsiteX2178" fmla="*/ 763033 w 6386648"/>
              <a:gd name="connsiteY2178" fmla="*/ 275295 h 1849426"/>
              <a:gd name="connsiteX2179" fmla="*/ 781057 w 6386648"/>
              <a:gd name="connsiteY2179" fmla="*/ 257270 h 1849426"/>
              <a:gd name="connsiteX2180" fmla="*/ 420569 w 6386648"/>
              <a:gd name="connsiteY2180" fmla="*/ 257270 h 1849426"/>
              <a:gd name="connsiteX2181" fmla="*/ 438594 w 6386648"/>
              <a:gd name="connsiteY2181" fmla="*/ 275295 h 1849426"/>
              <a:gd name="connsiteX2182" fmla="*/ 420569 w 6386648"/>
              <a:gd name="connsiteY2182" fmla="*/ 293319 h 1849426"/>
              <a:gd name="connsiteX2183" fmla="*/ 402545 w 6386648"/>
              <a:gd name="connsiteY2183" fmla="*/ 275295 h 1849426"/>
              <a:gd name="connsiteX2184" fmla="*/ 420569 w 6386648"/>
              <a:gd name="connsiteY2184" fmla="*/ 257270 h 1849426"/>
              <a:gd name="connsiteX2185" fmla="*/ 5845915 w 6386648"/>
              <a:gd name="connsiteY2185" fmla="*/ 245254 h 1849426"/>
              <a:gd name="connsiteX2186" fmla="*/ 5863940 w 6386648"/>
              <a:gd name="connsiteY2186" fmla="*/ 263278 h 1849426"/>
              <a:gd name="connsiteX2187" fmla="*/ 5845915 w 6386648"/>
              <a:gd name="connsiteY2187" fmla="*/ 281303 h 1849426"/>
              <a:gd name="connsiteX2188" fmla="*/ 5827891 w 6386648"/>
              <a:gd name="connsiteY2188" fmla="*/ 263278 h 1849426"/>
              <a:gd name="connsiteX2189" fmla="*/ 5845915 w 6386648"/>
              <a:gd name="connsiteY2189" fmla="*/ 245254 h 1849426"/>
              <a:gd name="connsiteX2190" fmla="*/ 4013434 w 6386648"/>
              <a:gd name="connsiteY2190" fmla="*/ 245254 h 1849426"/>
              <a:gd name="connsiteX2191" fmla="*/ 4031459 w 6386648"/>
              <a:gd name="connsiteY2191" fmla="*/ 263278 h 1849426"/>
              <a:gd name="connsiteX2192" fmla="*/ 4013434 w 6386648"/>
              <a:gd name="connsiteY2192" fmla="*/ 281303 h 1849426"/>
              <a:gd name="connsiteX2193" fmla="*/ 3995410 w 6386648"/>
              <a:gd name="connsiteY2193" fmla="*/ 263278 h 1849426"/>
              <a:gd name="connsiteX2194" fmla="*/ 4013434 w 6386648"/>
              <a:gd name="connsiteY2194" fmla="*/ 245254 h 1849426"/>
              <a:gd name="connsiteX2195" fmla="*/ 2841847 w 6386648"/>
              <a:gd name="connsiteY2195" fmla="*/ 245254 h 1849426"/>
              <a:gd name="connsiteX2196" fmla="*/ 2859872 w 6386648"/>
              <a:gd name="connsiteY2196" fmla="*/ 263278 h 1849426"/>
              <a:gd name="connsiteX2197" fmla="*/ 2841847 w 6386648"/>
              <a:gd name="connsiteY2197" fmla="*/ 281303 h 1849426"/>
              <a:gd name="connsiteX2198" fmla="*/ 2823823 w 6386648"/>
              <a:gd name="connsiteY2198" fmla="*/ 263278 h 1849426"/>
              <a:gd name="connsiteX2199" fmla="*/ 2841847 w 6386648"/>
              <a:gd name="connsiteY2199" fmla="*/ 245254 h 1849426"/>
              <a:gd name="connsiteX2200" fmla="*/ 2006717 w 6386648"/>
              <a:gd name="connsiteY2200" fmla="*/ 245254 h 1849426"/>
              <a:gd name="connsiteX2201" fmla="*/ 2024741 w 6386648"/>
              <a:gd name="connsiteY2201" fmla="*/ 263278 h 1849426"/>
              <a:gd name="connsiteX2202" fmla="*/ 2006717 w 6386648"/>
              <a:gd name="connsiteY2202" fmla="*/ 281303 h 1849426"/>
              <a:gd name="connsiteX2203" fmla="*/ 1988692 w 6386648"/>
              <a:gd name="connsiteY2203" fmla="*/ 263278 h 1849426"/>
              <a:gd name="connsiteX2204" fmla="*/ 2006717 w 6386648"/>
              <a:gd name="connsiteY2204" fmla="*/ 245254 h 1849426"/>
              <a:gd name="connsiteX2205" fmla="*/ 1009366 w 6386648"/>
              <a:gd name="connsiteY2205" fmla="*/ 245254 h 1849426"/>
              <a:gd name="connsiteX2206" fmla="*/ 1027391 w 6386648"/>
              <a:gd name="connsiteY2206" fmla="*/ 263278 h 1849426"/>
              <a:gd name="connsiteX2207" fmla="*/ 1009366 w 6386648"/>
              <a:gd name="connsiteY2207" fmla="*/ 281303 h 1849426"/>
              <a:gd name="connsiteX2208" fmla="*/ 991342 w 6386648"/>
              <a:gd name="connsiteY2208" fmla="*/ 263278 h 1849426"/>
              <a:gd name="connsiteX2209" fmla="*/ 1009366 w 6386648"/>
              <a:gd name="connsiteY2209" fmla="*/ 245254 h 1849426"/>
              <a:gd name="connsiteX2210" fmla="*/ 4337873 w 6386648"/>
              <a:gd name="connsiteY2210" fmla="*/ 239246 h 1849426"/>
              <a:gd name="connsiteX2211" fmla="*/ 4355898 w 6386648"/>
              <a:gd name="connsiteY2211" fmla="*/ 257270 h 1849426"/>
              <a:gd name="connsiteX2212" fmla="*/ 4337873 w 6386648"/>
              <a:gd name="connsiteY2212" fmla="*/ 275295 h 1849426"/>
              <a:gd name="connsiteX2213" fmla="*/ 4319848 w 6386648"/>
              <a:gd name="connsiteY2213" fmla="*/ 257270 h 1849426"/>
              <a:gd name="connsiteX2214" fmla="*/ 4337873 w 6386648"/>
              <a:gd name="connsiteY2214" fmla="*/ 239246 h 1849426"/>
              <a:gd name="connsiteX2215" fmla="*/ 3310482 w 6386648"/>
              <a:gd name="connsiteY2215" fmla="*/ 239246 h 1849426"/>
              <a:gd name="connsiteX2216" fmla="*/ 3328507 w 6386648"/>
              <a:gd name="connsiteY2216" fmla="*/ 257270 h 1849426"/>
              <a:gd name="connsiteX2217" fmla="*/ 3310482 w 6386648"/>
              <a:gd name="connsiteY2217" fmla="*/ 275295 h 1849426"/>
              <a:gd name="connsiteX2218" fmla="*/ 3292458 w 6386648"/>
              <a:gd name="connsiteY2218" fmla="*/ 257270 h 1849426"/>
              <a:gd name="connsiteX2219" fmla="*/ 3310482 w 6386648"/>
              <a:gd name="connsiteY2219" fmla="*/ 239246 h 1849426"/>
              <a:gd name="connsiteX2220" fmla="*/ 3418628 w 6386648"/>
              <a:gd name="connsiteY2220" fmla="*/ 233238 h 1849426"/>
              <a:gd name="connsiteX2221" fmla="*/ 3436653 w 6386648"/>
              <a:gd name="connsiteY2221" fmla="*/ 251262 h 1849426"/>
              <a:gd name="connsiteX2222" fmla="*/ 3418628 w 6386648"/>
              <a:gd name="connsiteY2222" fmla="*/ 269287 h 1849426"/>
              <a:gd name="connsiteX2223" fmla="*/ 3400604 w 6386648"/>
              <a:gd name="connsiteY2223" fmla="*/ 251262 h 1849426"/>
              <a:gd name="connsiteX2224" fmla="*/ 3418628 w 6386648"/>
              <a:gd name="connsiteY2224" fmla="*/ 233238 h 1849426"/>
              <a:gd name="connsiteX2225" fmla="*/ 4836548 w 6386648"/>
              <a:gd name="connsiteY2225" fmla="*/ 227230 h 1849426"/>
              <a:gd name="connsiteX2226" fmla="*/ 4854573 w 6386648"/>
              <a:gd name="connsiteY2226" fmla="*/ 245255 h 1849426"/>
              <a:gd name="connsiteX2227" fmla="*/ 4836548 w 6386648"/>
              <a:gd name="connsiteY2227" fmla="*/ 263279 h 1849426"/>
              <a:gd name="connsiteX2228" fmla="*/ 4818524 w 6386648"/>
              <a:gd name="connsiteY2228" fmla="*/ 245255 h 1849426"/>
              <a:gd name="connsiteX2229" fmla="*/ 4836548 w 6386648"/>
              <a:gd name="connsiteY2229" fmla="*/ 227230 h 1849426"/>
              <a:gd name="connsiteX2230" fmla="*/ 2949994 w 6386648"/>
              <a:gd name="connsiteY2230" fmla="*/ 227230 h 1849426"/>
              <a:gd name="connsiteX2231" fmla="*/ 2968019 w 6386648"/>
              <a:gd name="connsiteY2231" fmla="*/ 245255 h 1849426"/>
              <a:gd name="connsiteX2232" fmla="*/ 2949994 w 6386648"/>
              <a:gd name="connsiteY2232" fmla="*/ 263279 h 1849426"/>
              <a:gd name="connsiteX2233" fmla="*/ 2931970 w 6386648"/>
              <a:gd name="connsiteY2233" fmla="*/ 245255 h 1849426"/>
              <a:gd name="connsiteX2234" fmla="*/ 2949994 w 6386648"/>
              <a:gd name="connsiteY2234" fmla="*/ 227230 h 1849426"/>
              <a:gd name="connsiteX2235" fmla="*/ 2727693 w 6386648"/>
              <a:gd name="connsiteY2235" fmla="*/ 227230 h 1849426"/>
              <a:gd name="connsiteX2236" fmla="*/ 2745718 w 6386648"/>
              <a:gd name="connsiteY2236" fmla="*/ 245255 h 1849426"/>
              <a:gd name="connsiteX2237" fmla="*/ 2727693 w 6386648"/>
              <a:gd name="connsiteY2237" fmla="*/ 263279 h 1849426"/>
              <a:gd name="connsiteX2238" fmla="*/ 2709669 w 6386648"/>
              <a:gd name="connsiteY2238" fmla="*/ 245255 h 1849426"/>
              <a:gd name="connsiteX2239" fmla="*/ 2727693 w 6386648"/>
              <a:gd name="connsiteY2239" fmla="*/ 227230 h 1849426"/>
              <a:gd name="connsiteX2240" fmla="*/ 270365 w 6386648"/>
              <a:gd name="connsiteY2240" fmla="*/ 227230 h 1849426"/>
              <a:gd name="connsiteX2241" fmla="*/ 288390 w 6386648"/>
              <a:gd name="connsiteY2241" fmla="*/ 245255 h 1849426"/>
              <a:gd name="connsiteX2242" fmla="*/ 270365 w 6386648"/>
              <a:gd name="connsiteY2242" fmla="*/ 263279 h 1849426"/>
              <a:gd name="connsiteX2243" fmla="*/ 252341 w 6386648"/>
              <a:gd name="connsiteY2243" fmla="*/ 245255 h 1849426"/>
              <a:gd name="connsiteX2244" fmla="*/ 270365 w 6386648"/>
              <a:gd name="connsiteY2244" fmla="*/ 227230 h 1849426"/>
              <a:gd name="connsiteX2245" fmla="*/ 3893271 w 6386648"/>
              <a:gd name="connsiteY2245" fmla="*/ 221222 h 1849426"/>
              <a:gd name="connsiteX2246" fmla="*/ 3911296 w 6386648"/>
              <a:gd name="connsiteY2246" fmla="*/ 239246 h 1849426"/>
              <a:gd name="connsiteX2247" fmla="*/ 3893271 w 6386648"/>
              <a:gd name="connsiteY2247" fmla="*/ 257271 h 1849426"/>
              <a:gd name="connsiteX2248" fmla="*/ 3875247 w 6386648"/>
              <a:gd name="connsiteY2248" fmla="*/ 239246 h 1849426"/>
              <a:gd name="connsiteX2249" fmla="*/ 3893271 w 6386648"/>
              <a:gd name="connsiteY2249" fmla="*/ 221222 h 1849426"/>
              <a:gd name="connsiteX2250" fmla="*/ 1682277 w 6386648"/>
              <a:gd name="connsiteY2250" fmla="*/ 221222 h 1849426"/>
              <a:gd name="connsiteX2251" fmla="*/ 1700302 w 6386648"/>
              <a:gd name="connsiteY2251" fmla="*/ 239246 h 1849426"/>
              <a:gd name="connsiteX2252" fmla="*/ 1682277 w 6386648"/>
              <a:gd name="connsiteY2252" fmla="*/ 257271 h 1849426"/>
              <a:gd name="connsiteX2253" fmla="*/ 1664253 w 6386648"/>
              <a:gd name="connsiteY2253" fmla="*/ 239246 h 1849426"/>
              <a:gd name="connsiteX2254" fmla="*/ 1682277 w 6386648"/>
              <a:gd name="connsiteY2254" fmla="*/ 221222 h 1849426"/>
              <a:gd name="connsiteX2255" fmla="*/ 4458036 w 6386648"/>
              <a:gd name="connsiteY2255" fmla="*/ 215213 h 1849426"/>
              <a:gd name="connsiteX2256" fmla="*/ 4476061 w 6386648"/>
              <a:gd name="connsiteY2256" fmla="*/ 233237 h 1849426"/>
              <a:gd name="connsiteX2257" fmla="*/ 4458036 w 6386648"/>
              <a:gd name="connsiteY2257" fmla="*/ 251262 h 1849426"/>
              <a:gd name="connsiteX2258" fmla="*/ 4440011 w 6386648"/>
              <a:gd name="connsiteY2258" fmla="*/ 233237 h 1849426"/>
              <a:gd name="connsiteX2259" fmla="*/ 4458036 w 6386648"/>
              <a:gd name="connsiteY2259" fmla="*/ 215213 h 1849426"/>
              <a:gd name="connsiteX2260" fmla="*/ 3767100 w 6386648"/>
              <a:gd name="connsiteY2260" fmla="*/ 215213 h 1849426"/>
              <a:gd name="connsiteX2261" fmla="*/ 3785125 w 6386648"/>
              <a:gd name="connsiteY2261" fmla="*/ 233237 h 1849426"/>
              <a:gd name="connsiteX2262" fmla="*/ 3767100 w 6386648"/>
              <a:gd name="connsiteY2262" fmla="*/ 251262 h 1849426"/>
              <a:gd name="connsiteX2263" fmla="*/ 3749075 w 6386648"/>
              <a:gd name="connsiteY2263" fmla="*/ 233237 h 1849426"/>
              <a:gd name="connsiteX2264" fmla="*/ 3767100 w 6386648"/>
              <a:gd name="connsiteY2264" fmla="*/ 215213 h 1849426"/>
              <a:gd name="connsiteX2265" fmla="*/ 6224427 w 6386648"/>
              <a:gd name="connsiteY2265" fmla="*/ 209205 h 1849426"/>
              <a:gd name="connsiteX2266" fmla="*/ 6242452 w 6386648"/>
              <a:gd name="connsiteY2266" fmla="*/ 227229 h 1849426"/>
              <a:gd name="connsiteX2267" fmla="*/ 6224427 w 6386648"/>
              <a:gd name="connsiteY2267" fmla="*/ 245254 h 1849426"/>
              <a:gd name="connsiteX2268" fmla="*/ 6206403 w 6386648"/>
              <a:gd name="connsiteY2268" fmla="*/ 227229 h 1849426"/>
              <a:gd name="connsiteX2269" fmla="*/ 6224427 w 6386648"/>
              <a:gd name="connsiteY2269" fmla="*/ 209205 h 1849426"/>
              <a:gd name="connsiteX2270" fmla="*/ 1315782 w 6386648"/>
              <a:gd name="connsiteY2270" fmla="*/ 209205 h 1849426"/>
              <a:gd name="connsiteX2271" fmla="*/ 1333806 w 6386648"/>
              <a:gd name="connsiteY2271" fmla="*/ 227229 h 1849426"/>
              <a:gd name="connsiteX2272" fmla="*/ 1315782 w 6386648"/>
              <a:gd name="connsiteY2272" fmla="*/ 245254 h 1849426"/>
              <a:gd name="connsiteX2273" fmla="*/ 1297757 w 6386648"/>
              <a:gd name="connsiteY2273" fmla="*/ 227229 h 1849426"/>
              <a:gd name="connsiteX2274" fmla="*/ 1315782 w 6386648"/>
              <a:gd name="connsiteY2274" fmla="*/ 209205 h 1849426"/>
              <a:gd name="connsiteX2275" fmla="*/ 5713736 w 6386648"/>
              <a:gd name="connsiteY2275" fmla="*/ 203197 h 1849426"/>
              <a:gd name="connsiteX2276" fmla="*/ 5731761 w 6386648"/>
              <a:gd name="connsiteY2276" fmla="*/ 221221 h 1849426"/>
              <a:gd name="connsiteX2277" fmla="*/ 5713736 w 6386648"/>
              <a:gd name="connsiteY2277" fmla="*/ 239246 h 1849426"/>
              <a:gd name="connsiteX2278" fmla="*/ 5695712 w 6386648"/>
              <a:gd name="connsiteY2278" fmla="*/ 221221 h 1849426"/>
              <a:gd name="connsiteX2279" fmla="*/ 5713736 w 6386648"/>
              <a:gd name="connsiteY2279" fmla="*/ 203197 h 1849426"/>
              <a:gd name="connsiteX2280" fmla="*/ 1550098 w 6386648"/>
              <a:gd name="connsiteY2280" fmla="*/ 203197 h 1849426"/>
              <a:gd name="connsiteX2281" fmla="*/ 1568123 w 6386648"/>
              <a:gd name="connsiteY2281" fmla="*/ 221221 h 1849426"/>
              <a:gd name="connsiteX2282" fmla="*/ 1550098 w 6386648"/>
              <a:gd name="connsiteY2282" fmla="*/ 239246 h 1849426"/>
              <a:gd name="connsiteX2283" fmla="*/ 1532074 w 6386648"/>
              <a:gd name="connsiteY2283" fmla="*/ 221221 h 1849426"/>
              <a:gd name="connsiteX2284" fmla="*/ 1550098 w 6386648"/>
              <a:gd name="connsiteY2284" fmla="*/ 203197 h 1849426"/>
              <a:gd name="connsiteX2285" fmla="*/ 5587565 w 6386648"/>
              <a:gd name="connsiteY2285" fmla="*/ 197189 h 1849426"/>
              <a:gd name="connsiteX2286" fmla="*/ 5605590 w 6386648"/>
              <a:gd name="connsiteY2286" fmla="*/ 215214 h 1849426"/>
              <a:gd name="connsiteX2287" fmla="*/ 5587565 w 6386648"/>
              <a:gd name="connsiteY2287" fmla="*/ 233238 h 1849426"/>
              <a:gd name="connsiteX2288" fmla="*/ 5569541 w 6386648"/>
              <a:gd name="connsiteY2288" fmla="*/ 215214 h 1849426"/>
              <a:gd name="connsiteX2289" fmla="*/ 5587565 w 6386648"/>
              <a:gd name="connsiteY2289" fmla="*/ 197189 h 1849426"/>
              <a:gd name="connsiteX2290" fmla="*/ 4121580 w 6386648"/>
              <a:gd name="connsiteY2290" fmla="*/ 197189 h 1849426"/>
              <a:gd name="connsiteX2291" fmla="*/ 4139605 w 6386648"/>
              <a:gd name="connsiteY2291" fmla="*/ 215214 h 1849426"/>
              <a:gd name="connsiteX2292" fmla="*/ 4121580 w 6386648"/>
              <a:gd name="connsiteY2292" fmla="*/ 233238 h 1849426"/>
              <a:gd name="connsiteX2293" fmla="*/ 4103556 w 6386648"/>
              <a:gd name="connsiteY2293" fmla="*/ 215214 h 1849426"/>
              <a:gd name="connsiteX2294" fmla="*/ 4121580 w 6386648"/>
              <a:gd name="connsiteY2294" fmla="*/ 197189 h 1849426"/>
              <a:gd name="connsiteX2295" fmla="*/ 3076164 w 6386648"/>
              <a:gd name="connsiteY2295" fmla="*/ 197189 h 1849426"/>
              <a:gd name="connsiteX2296" fmla="*/ 3094189 w 6386648"/>
              <a:gd name="connsiteY2296" fmla="*/ 215214 h 1849426"/>
              <a:gd name="connsiteX2297" fmla="*/ 3076164 w 6386648"/>
              <a:gd name="connsiteY2297" fmla="*/ 233238 h 1849426"/>
              <a:gd name="connsiteX2298" fmla="*/ 3058139 w 6386648"/>
              <a:gd name="connsiteY2298" fmla="*/ 215214 h 1849426"/>
              <a:gd name="connsiteX2299" fmla="*/ 3076164 w 6386648"/>
              <a:gd name="connsiteY2299" fmla="*/ 197189 h 1849426"/>
              <a:gd name="connsiteX2300" fmla="*/ 5449378 w 6386648"/>
              <a:gd name="connsiteY2300" fmla="*/ 191181 h 1849426"/>
              <a:gd name="connsiteX2301" fmla="*/ 5467403 w 6386648"/>
              <a:gd name="connsiteY2301" fmla="*/ 209205 h 1849426"/>
              <a:gd name="connsiteX2302" fmla="*/ 5449378 w 6386648"/>
              <a:gd name="connsiteY2302" fmla="*/ 227230 h 1849426"/>
              <a:gd name="connsiteX2303" fmla="*/ 5431353 w 6386648"/>
              <a:gd name="connsiteY2303" fmla="*/ 209205 h 1849426"/>
              <a:gd name="connsiteX2304" fmla="*/ 5449378 w 6386648"/>
              <a:gd name="connsiteY2304" fmla="*/ 191181 h 1849426"/>
              <a:gd name="connsiteX2305" fmla="*/ 2607530 w 6386648"/>
              <a:gd name="connsiteY2305" fmla="*/ 191181 h 1849426"/>
              <a:gd name="connsiteX2306" fmla="*/ 2625555 w 6386648"/>
              <a:gd name="connsiteY2306" fmla="*/ 209205 h 1849426"/>
              <a:gd name="connsiteX2307" fmla="*/ 2607530 w 6386648"/>
              <a:gd name="connsiteY2307" fmla="*/ 227230 h 1849426"/>
              <a:gd name="connsiteX2308" fmla="*/ 2589506 w 6386648"/>
              <a:gd name="connsiteY2308" fmla="*/ 209205 h 1849426"/>
              <a:gd name="connsiteX2309" fmla="*/ 2607530 w 6386648"/>
              <a:gd name="connsiteY2309" fmla="*/ 191181 h 1849426"/>
              <a:gd name="connsiteX2310" fmla="*/ 30040 w 6386648"/>
              <a:gd name="connsiteY2310" fmla="*/ 191181 h 1849426"/>
              <a:gd name="connsiteX2311" fmla="*/ 48065 w 6386648"/>
              <a:gd name="connsiteY2311" fmla="*/ 209205 h 1849426"/>
              <a:gd name="connsiteX2312" fmla="*/ 30040 w 6386648"/>
              <a:gd name="connsiteY2312" fmla="*/ 227230 h 1849426"/>
              <a:gd name="connsiteX2313" fmla="*/ 12016 w 6386648"/>
              <a:gd name="connsiteY2313" fmla="*/ 209205 h 1849426"/>
              <a:gd name="connsiteX2314" fmla="*/ 30040 w 6386648"/>
              <a:gd name="connsiteY2314" fmla="*/ 191181 h 1849426"/>
              <a:gd name="connsiteX2315" fmla="*/ 6368623 w 6386648"/>
              <a:gd name="connsiteY2315" fmla="*/ 185173 h 1849426"/>
              <a:gd name="connsiteX2316" fmla="*/ 6386648 w 6386648"/>
              <a:gd name="connsiteY2316" fmla="*/ 203197 h 1849426"/>
              <a:gd name="connsiteX2317" fmla="*/ 6368623 w 6386648"/>
              <a:gd name="connsiteY2317" fmla="*/ 221222 h 1849426"/>
              <a:gd name="connsiteX2318" fmla="*/ 6350599 w 6386648"/>
              <a:gd name="connsiteY2318" fmla="*/ 203197 h 1849426"/>
              <a:gd name="connsiteX2319" fmla="*/ 6368623 w 6386648"/>
              <a:gd name="connsiteY2319" fmla="*/ 185173 h 1849426"/>
              <a:gd name="connsiteX2320" fmla="*/ 2379221 w 6386648"/>
              <a:gd name="connsiteY2320" fmla="*/ 179165 h 1849426"/>
              <a:gd name="connsiteX2321" fmla="*/ 2397246 w 6386648"/>
              <a:gd name="connsiteY2321" fmla="*/ 197189 h 1849426"/>
              <a:gd name="connsiteX2322" fmla="*/ 2379221 w 6386648"/>
              <a:gd name="connsiteY2322" fmla="*/ 215214 h 1849426"/>
              <a:gd name="connsiteX2323" fmla="*/ 2361197 w 6386648"/>
              <a:gd name="connsiteY2323" fmla="*/ 197189 h 1849426"/>
              <a:gd name="connsiteX2324" fmla="*/ 2379221 w 6386648"/>
              <a:gd name="connsiteY2324" fmla="*/ 179165 h 1849426"/>
              <a:gd name="connsiteX2325" fmla="*/ 2253050 w 6386648"/>
              <a:gd name="connsiteY2325" fmla="*/ 179165 h 1849426"/>
              <a:gd name="connsiteX2326" fmla="*/ 2271075 w 6386648"/>
              <a:gd name="connsiteY2326" fmla="*/ 197189 h 1849426"/>
              <a:gd name="connsiteX2327" fmla="*/ 2253050 w 6386648"/>
              <a:gd name="connsiteY2327" fmla="*/ 215214 h 1849426"/>
              <a:gd name="connsiteX2328" fmla="*/ 2235026 w 6386648"/>
              <a:gd name="connsiteY2328" fmla="*/ 197189 h 1849426"/>
              <a:gd name="connsiteX2329" fmla="*/ 2253050 w 6386648"/>
              <a:gd name="connsiteY2329" fmla="*/ 179165 h 1849426"/>
              <a:gd name="connsiteX2330" fmla="*/ 624846 w 6386648"/>
              <a:gd name="connsiteY2330" fmla="*/ 179165 h 1849426"/>
              <a:gd name="connsiteX2331" fmla="*/ 642870 w 6386648"/>
              <a:gd name="connsiteY2331" fmla="*/ 197189 h 1849426"/>
              <a:gd name="connsiteX2332" fmla="*/ 624846 w 6386648"/>
              <a:gd name="connsiteY2332" fmla="*/ 215214 h 1849426"/>
              <a:gd name="connsiteX2333" fmla="*/ 606821 w 6386648"/>
              <a:gd name="connsiteY2333" fmla="*/ 197189 h 1849426"/>
              <a:gd name="connsiteX2334" fmla="*/ 624846 w 6386648"/>
              <a:gd name="connsiteY2334" fmla="*/ 179165 h 1849426"/>
              <a:gd name="connsiteX2335" fmla="*/ 6116281 w 6386648"/>
              <a:gd name="connsiteY2335" fmla="*/ 167148 h 1849426"/>
              <a:gd name="connsiteX2336" fmla="*/ 6134306 w 6386648"/>
              <a:gd name="connsiteY2336" fmla="*/ 185173 h 1849426"/>
              <a:gd name="connsiteX2337" fmla="*/ 6116281 w 6386648"/>
              <a:gd name="connsiteY2337" fmla="*/ 203197 h 1849426"/>
              <a:gd name="connsiteX2338" fmla="*/ 6098257 w 6386648"/>
              <a:gd name="connsiteY2338" fmla="*/ 185173 h 1849426"/>
              <a:gd name="connsiteX2339" fmla="*/ 6116281 w 6386648"/>
              <a:gd name="connsiteY2339" fmla="*/ 167148 h 1849426"/>
              <a:gd name="connsiteX2340" fmla="*/ 5311191 w 6386648"/>
              <a:gd name="connsiteY2340" fmla="*/ 167148 h 1849426"/>
              <a:gd name="connsiteX2341" fmla="*/ 5329216 w 6386648"/>
              <a:gd name="connsiteY2341" fmla="*/ 185173 h 1849426"/>
              <a:gd name="connsiteX2342" fmla="*/ 5311191 w 6386648"/>
              <a:gd name="connsiteY2342" fmla="*/ 203197 h 1849426"/>
              <a:gd name="connsiteX2343" fmla="*/ 5293167 w 6386648"/>
              <a:gd name="connsiteY2343" fmla="*/ 185173 h 1849426"/>
              <a:gd name="connsiteX2344" fmla="*/ 5311191 w 6386648"/>
              <a:gd name="connsiteY2344" fmla="*/ 167148 h 1849426"/>
              <a:gd name="connsiteX2345" fmla="*/ 3508750 w 6386648"/>
              <a:gd name="connsiteY2345" fmla="*/ 167148 h 1849426"/>
              <a:gd name="connsiteX2346" fmla="*/ 3526775 w 6386648"/>
              <a:gd name="connsiteY2346" fmla="*/ 185173 h 1849426"/>
              <a:gd name="connsiteX2347" fmla="*/ 3508750 w 6386648"/>
              <a:gd name="connsiteY2347" fmla="*/ 203197 h 1849426"/>
              <a:gd name="connsiteX2348" fmla="*/ 3490726 w 6386648"/>
              <a:gd name="connsiteY2348" fmla="*/ 185173 h 1849426"/>
              <a:gd name="connsiteX2349" fmla="*/ 3508750 w 6386648"/>
              <a:gd name="connsiteY2349" fmla="*/ 167148 h 1849426"/>
              <a:gd name="connsiteX2350" fmla="*/ 1820464 w 6386648"/>
              <a:gd name="connsiteY2350" fmla="*/ 167148 h 1849426"/>
              <a:gd name="connsiteX2351" fmla="*/ 1838489 w 6386648"/>
              <a:gd name="connsiteY2351" fmla="*/ 185173 h 1849426"/>
              <a:gd name="connsiteX2352" fmla="*/ 1820464 w 6386648"/>
              <a:gd name="connsiteY2352" fmla="*/ 203197 h 1849426"/>
              <a:gd name="connsiteX2353" fmla="*/ 1802440 w 6386648"/>
              <a:gd name="connsiteY2353" fmla="*/ 185173 h 1849426"/>
              <a:gd name="connsiteX2354" fmla="*/ 1820464 w 6386648"/>
              <a:gd name="connsiteY2354" fmla="*/ 167148 h 1849426"/>
              <a:gd name="connsiteX2355" fmla="*/ 1423927 w 6386648"/>
              <a:gd name="connsiteY2355" fmla="*/ 167148 h 1849426"/>
              <a:gd name="connsiteX2356" fmla="*/ 1441952 w 6386648"/>
              <a:gd name="connsiteY2356" fmla="*/ 185173 h 1849426"/>
              <a:gd name="connsiteX2357" fmla="*/ 1423927 w 6386648"/>
              <a:gd name="connsiteY2357" fmla="*/ 203197 h 1849426"/>
              <a:gd name="connsiteX2358" fmla="*/ 1405903 w 6386648"/>
              <a:gd name="connsiteY2358" fmla="*/ 185173 h 1849426"/>
              <a:gd name="connsiteX2359" fmla="*/ 1423927 w 6386648"/>
              <a:gd name="connsiteY2359" fmla="*/ 167148 h 1849426"/>
              <a:gd name="connsiteX2360" fmla="*/ 5100906 w 6386648"/>
              <a:gd name="connsiteY2360" fmla="*/ 161140 h 1849426"/>
              <a:gd name="connsiteX2361" fmla="*/ 5118931 w 6386648"/>
              <a:gd name="connsiteY2361" fmla="*/ 179164 h 1849426"/>
              <a:gd name="connsiteX2362" fmla="*/ 5100906 w 6386648"/>
              <a:gd name="connsiteY2362" fmla="*/ 197189 h 1849426"/>
              <a:gd name="connsiteX2363" fmla="*/ 5082882 w 6386648"/>
              <a:gd name="connsiteY2363" fmla="*/ 179164 h 1849426"/>
              <a:gd name="connsiteX2364" fmla="*/ 5100906 w 6386648"/>
              <a:gd name="connsiteY2364" fmla="*/ 161140 h 1849426"/>
              <a:gd name="connsiteX2365" fmla="*/ 1189610 w 6386648"/>
              <a:gd name="connsiteY2365" fmla="*/ 161140 h 1849426"/>
              <a:gd name="connsiteX2366" fmla="*/ 1207635 w 6386648"/>
              <a:gd name="connsiteY2366" fmla="*/ 179164 h 1849426"/>
              <a:gd name="connsiteX2367" fmla="*/ 1189610 w 6386648"/>
              <a:gd name="connsiteY2367" fmla="*/ 197189 h 1849426"/>
              <a:gd name="connsiteX2368" fmla="*/ 1171586 w 6386648"/>
              <a:gd name="connsiteY2368" fmla="*/ 179164 h 1849426"/>
              <a:gd name="connsiteX2369" fmla="*/ 1189610 w 6386648"/>
              <a:gd name="connsiteY2369" fmla="*/ 161140 h 1849426"/>
              <a:gd name="connsiteX2370" fmla="*/ 492666 w 6386648"/>
              <a:gd name="connsiteY2370" fmla="*/ 161140 h 1849426"/>
              <a:gd name="connsiteX2371" fmla="*/ 510691 w 6386648"/>
              <a:gd name="connsiteY2371" fmla="*/ 179164 h 1849426"/>
              <a:gd name="connsiteX2372" fmla="*/ 492666 w 6386648"/>
              <a:gd name="connsiteY2372" fmla="*/ 197189 h 1849426"/>
              <a:gd name="connsiteX2373" fmla="*/ 474642 w 6386648"/>
              <a:gd name="connsiteY2373" fmla="*/ 179164 h 1849426"/>
              <a:gd name="connsiteX2374" fmla="*/ 492666 w 6386648"/>
              <a:gd name="connsiteY2374" fmla="*/ 161140 h 1849426"/>
              <a:gd name="connsiteX2375" fmla="*/ 132178 w 6386648"/>
              <a:gd name="connsiteY2375" fmla="*/ 161140 h 1849426"/>
              <a:gd name="connsiteX2376" fmla="*/ 150203 w 6386648"/>
              <a:gd name="connsiteY2376" fmla="*/ 179164 h 1849426"/>
              <a:gd name="connsiteX2377" fmla="*/ 132178 w 6386648"/>
              <a:gd name="connsiteY2377" fmla="*/ 197189 h 1849426"/>
              <a:gd name="connsiteX2378" fmla="*/ 114154 w 6386648"/>
              <a:gd name="connsiteY2378" fmla="*/ 179164 h 1849426"/>
              <a:gd name="connsiteX2379" fmla="*/ 132178 w 6386648"/>
              <a:gd name="connsiteY2379" fmla="*/ 161140 h 1849426"/>
              <a:gd name="connsiteX2380" fmla="*/ 4968727 w 6386648"/>
              <a:gd name="connsiteY2380" fmla="*/ 155132 h 1849426"/>
              <a:gd name="connsiteX2381" fmla="*/ 4986752 w 6386648"/>
              <a:gd name="connsiteY2381" fmla="*/ 173156 h 1849426"/>
              <a:gd name="connsiteX2382" fmla="*/ 4968727 w 6386648"/>
              <a:gd name="connsiteY2382" fmla="*/ 191181 h 1849426"/>
              <a:gd name="connsiteX2383" fmla="*/ 4950702 w 6386648"/>
              <a:gd name="connsiteY2383" fmla="*/ 173156 h 1849426"/>
              <a:gd name="connsiteX2384" fmla="*/ 4968727 w 6386648"/>
              <a:gd name="connsiteY2384" fmla="*/ 155132 h 1849426"/>
              <a:gd name="connsiteX2385" fmla="*/ 3634921 w 6386648"/>
              <a:gd name="connsiteY2385" fmla="*/ 155132 h 1849426"/>
              <a:gd name="connsiteX2386" fmla="*/ 3652946 w 6386648"/>
              <a:gd name="connsiteY2386" fmla="*/ 173156 h 1849426"/>
              <a:gd name="connsiteX2387" fmla="*/ 3634921 w 6386648"/>
              <a:gd name="connsiteY2387" fmla="*/ 191181 h 1849426"/>
              <a:gd name="connsiteX2388" fmla="*/ 3616897 w 6386648"/>
              <a:gd name="connsiteY2388" fmla="*/ 173156 h 1849426"/>
              <a:gd name="connsiteX2389" fmla="*/ 3634921 w 6386648"/>
              <a:gd name="connsiteY2389" fmla="*/ 155132 h 1849426"/>
              <a:gd name="connsiteX2390" fmla="*/ 2493375 w 6386648"/>
              <a:gd name="connsiteY2390" fmla="*/ 155132 h 1849426"/>
              <a:gd name="connsiteX2391" fmla="*/ 2511400 w 6386648"/>
              <a:gd name="connsiteY2391" fmla="*/ 173156 h 1849426"/>
              <a:gd name="connsiteX2392" fmla="*/ 2493375 w 6386648"/>
              <a:gd name="connsiteY2392" fmla="*/ 191181 h 1849426"/>
              <a:gd name="connsiteX2393" fmla="*/ 2475351 w 6386648"/>
              <a:gd name="connsiteY2393" fmla="*/ 173156 h 1849426"/>
              <a:gd name="connsiteX2394" fmla="*/ 2493375 w 6386648"/>
              <a:gd name="connsiteY2394" fmla="*/ 155132 h 1849426"/>
              <a:gd name="connsiteX2395" fmla="*/ 1922603 w 6386648"/>
              <a:gd name="connsiteY2395" fmla="*/ 155132 h 1849426"/>
              <a:gd name="connsiteX2396" fmla="*/ 1940628 w 6386648"/>
              <a:gd name="connsiteY2396" fmla="*/ 173156 h 1849426"/>
              <a:gd name="connsiteX2397" fmla="*/ 1922603 w 6386648"/>
              <a:gd name="connsiteY2397" fmla="*/ 191181 h 1849426"/>
              <a:gd name="connsiteX2398" fmla="*/ 1904579 w 6386648"/>
              <a:gd name="connsiteY2398" fmla="*/ 173156 h 1849426"/>
              <a:gd name="connsiteX2399" fmla="*/ 1922603 w 6386648"/>
              <a:gd name="connsiteY2399" fmla="*/ 155132 h 1849426"/>
              <a:gd name="connsiteX2400" fmla="*/ 919244 w 6386648"/>
              <a:gd name="connsiteY2400" fmla="*/ 155132 h 1849426"/>
              <a:gd name="connsiteX2401" fmla="*/ 937269 w 6386648"/>
              <a:gd name="connsiteY2401" fmla="*/ 173156 h 1849426"/>
              <a:gd name="connsiteX2402" fmla="*/ 919244 w 6386648"/>
              <a:gd name="connsiteY2402" fmla="*/ 191181 h 1849426"/>
              <a:gd name="connsiteX2403" fmla="*/ 901220 w 6386648"/>
              <a:gd name="connsiteY2403" fmla="*/ 173156 h 1849426"/>
              <a:gd name="connsiteX2404" fmla="*/ 919244 w 6386648"/>
              <a:gd name="connsiteY2404" fmla="*/ 155132 h 1849426"/>
              <a:gd name="connsiteX2405" fmla="*/ 5905996 w 6386648"/>
              <a:gd name="connsiteY2405" fmla="*/ 149124 h 1849426"/>
              <a:gd name="connsiteX2406" fmla="*/ 5924021 w 6386648"/>
              <a:gd name="connsiteY2406" fmla="*/ 167148 h 1849426"/>
              <a:gd name="connsiteX2407" fmla="*/ 5905996 w 6386648"/>
              <a:gd name="connsiteY2407" fmla="*/ 185173 h 1849426"/>
              <a:gd name="connsiteX2408" fmla="*/ 5887972 w 6386648"/>
              <a:gd name="connsiteY2408" fmla="*/ 167148 h 1849426"/>
              <a:gd name="connsiteX2409" fmla="*/ 5905996 w 6386648"/>
              <a:gd name="connsiteY2409" fmla="*/ 149124 h 1849426"/>
              <a:gd name="connsiteX2410" fmla="*/ 4644288 w 6386648"/>
              <a:gd name="connsiteY2410" fmla="*/ 149124 h 1849426"/>
              <a:gd name="connsiteX2411" fmla="*/ 4662313 w 6386648"/>
              <a:gd name="connsiteY2411" fmla="*/ 167148 h 1849426"/>
              <a:gd name="connsiteX2412" fmla="*/ 4644288 w 6386648"/>
              <a:gd name="connsiteY2412" fmla="*/ 185173 h 1849426"/>
              <a:gd name="connsiteX2413" fmla="*/ 4626264 w 6386648"/>
              <a:gd name="connsiteY2413" fmla="*/ 167148 h 1849426"/>
              <a:gd name="connsiteX2414" fmla="*/ 4644288 w 6386648"/>
              <a:gd name="connsiteY2414" fmla="*/ 149124 h 1849426"/>
              <a:gd name="connsiteX2415" fmla="*/ 2126880 w 6386648"/>
              <a:gd name="connsiteY2415" fmla="*/ 149124 h 1849426"/>
              <a:gd name="connsiteX2416" fmla="*/ 2144904 w 6386648"/>
              <a:gd name="connsiteY2416" fmla="*/ 167148 h 1849426"/>
              <a:gd name="connsiteX2417" fmla="*/ 2126880 w 6386648"/>
              <a:gd name="connsiteY2417" fmla="*/ 185173 h 1849426"/>
              <a:gd name="connsiteX2418" fmla="*/ 2108855 w 6386648"/>
              <a:gd name="connsiteY2418" fmla="*/ 167148 h 1849426"/>
              <a:gd name="connsiteX2419" fmla="*/ 2126880 w 6386648"/>
              <a:gd name="connsiteY2419" fmla="*/ 149124 h 1849426"/>
              <a:gd name="connsiteX2420" fmla="*/ 799081 w 6386648"/>
              <a:gd name="connsiteY2420" fmla="*/ 149124 h 1849426"/>
              <a:gd name="connsiteX2421" fmla="*/ 817106 w 6386648"/>
              <a:gd name="connsiteY2421" fmla="*/ 167148 h 1849426"/>
              <a:gd name="connsiteX2422" fmla="*/ 799081 w 6386648"/>
              <a:gd name="connsiteY2422" fmla="*/ 185173 h 1849426"/>
              <a:gd name="connsiteX2423" fmla="*/ 781057 w 6386648"/>
              <a:gd name="connsiteY2423" fmla="*/ 167148 h 1849426"/>
              <a:gd name="connsiteX2424" fmla="*/ 799081 w 6386648"/>
              <a:gd name="connsiteY2424" fmla="*/ 149124 h 1849426"/>
              <a:gd name="connsiteX2425" fmla="*/ 366495 w 6386648"/>
              <a:gd name="connsiteY2425" fmla="*/ 149124 h 1849426"/>
              <a:gd name="connsiteX2426" fmla="*/ 384520 w 6386648"/>
              <a:gd name="connsiteY2426" fmla="*/ 167148 h 1849426"/>
              <a:gd name="connsiteX2427" fmla="*/ 366495 w 6386648"/>
              <a:gd name="connsiteY2427" fmla="*/ 185173 h 1849426"/>
              <a:gd name="connsiteX2428" fmla="*/ 348471 w 6386648"/>
              <a:gd name="connsiteY2428" fmla="*/ 167148 h 1849426"/>
              <a:gd name="connsiteX2429" fmla="*/ 366495 w 6386648"/>
              <a:gd name="connsiteY2429" fmla="*/ 149124 h 1849426"/>
              <a:gd name="connsiteX2430" fmla="*/ 4758442 w 6386648"/>
              <a:gd name="connsiteY2430" fmla="*/ 143116 h 1849426"/>
              <a:gd name="connsiteX2431" fmla="*/ 4776467 w 6386648"/>
              <a:gd name="connsiteY2431" fmla="*/ 161140 h 1849426"/>
              <a:gd name="connsiteX2432" fmla="*/ 4758442 w 6386648"/>
              <a:gd name="connsiteY2432" fmla="*/ 179165 h 1849426"/>
              <a:gd name="connsiteX2433" fmla="*/ 4740417 w 6386648"/>
              <a:gd name="connsiteY2433" fmla="*/ 161140 h 1849426"/>
              <a:gd name="connsiteX2434" fmla="*/ 4758442 w 6386648"/>
              <a:gd name="connsiteY2434" fmla="*/ 143116 h 1849426"/>
              <a:gd name="connsiteX2435" fmla="*/ 3226368 w 6386648"/>
              <a:gd name="connsiteY2435" fmla="*/ 143116 h 1849426"/>
              <a:gd name="connsiteX2436" fmla="*/ 3244393 w 6386648"/>
              <a:gd name="connsiteY2436" fmla="*/ 161140 h 1849426"/>
              <a:gd name="connsiteX2437" fmla="*/ 3226368 w 6386648"/>
              <a:gd name="connsiteY2437" fmla="*/ 179165 h 1849426"/>
              <a:gd name="connsiteX2438" fmla="*/ 3208343 w 6386648"/>
              <a:gd name="connsiteY2438" fmla="*/ 161140 h 1849426"/>
              <a:gd name="connsiteX2439" fmla="*/ 3226368 w 6386648"/>
              <a:gd name="connsiteY2439" fmla="*/ 143116 h 1849426"/>
              <a:gd name="connsiteX2440" fmla="*/ 4235735 w 6386648"/>
              <a:gd name="connsiteY2440" fmla="*/ 131100 h 1849426"/>
              <a:gd name="connsiteX2441" fmla="*/ 4253760 w 6386648"/>
              <a:gd name="connsiteY2441" fmla="*/ 149124 h 1849426"/>
              <a:gd name="connsiteX2442" fmla="*/ 4235735 w 6386648"/>
              <a:gd name="connsiteY2442" fmla="*/ 167149 h 1849426"/>
              <a:gd name="connsiteX2443" fmla="*/ 4217711 w 6386648"/>
              <a:gd name="connsiteY2443" fmla="*/ 149124 h 1849426"/>
              <a:gd name="connsiteX2444" fmla="*/ 4235735 w 6386648"/>
              <a:gd name="connsiteY2444" fmla="*/ 131100 h 1849426"/>
              <a:gd name="connsiteX2445" fmla="*/ 1057431 w 6386648"/>
              <a:gd name="connsiteY2445" fmla="*/ 131100 h 1849426"/>
              <a:gd name="connsiteX2446" fmla="*/ 1075456 w 6386648"/>
              <a:gd name="connsiteY2446" fmla="*/ 149124 h 1849426"/>
              <a:gd name="connsiteX2447" fmla="*/ 1057431 w 6386648"/>
              <a:gd name="connsiteY2447" fmla="*/ 167149 h 1849426"/>
              <a:gd name="connsiteX2448" fmla="*/ 1039407 w 6386648"/>
              <a:gd name="connsiteY2448" fmla="*/ 149124 h 1849426"/>
              <a:gd name="connsiteX2449" fmla="*/ 1057431 w 6386648"/>
              <a:gd name="connsiteY2449" fmla="*/ 131100 h 1849426"/>
              <a:gd name="connsiteX2450" fmla="*/ 4536141 w 6386648"/>
              <a:gd name="connsiteY2450" fmla="*/ 119083 h 1849426"/>
              <a:gd name="connsiteX2451" fmla="*/ 4554166 w 6386648"/>
              <a:gd name="connsiteY2451" fmla="*/ 137107 h 1849426"/>
              <a:gd name="connsiteX2452" fmla="*/ 4536141 w 6386648"/>
              <a:gd name="connsiteY2452" fmla="*/ 155132 h 1849426"/>
              <a:gd name="connsiteX2453" fmla="*/ 4518117 w 6386648"/>
              <a:gd name="connsiteY2453" fmla="*/ 137107 h 1849426"/>
              <a:gd name="connsiteX2454" fmla="*/ 4536141 w 6386648"/>
              <a:gd name="connsiteY2454" fmla="*/ 119083 h 1849426"/>
              <a:gd name="connsiteX2455" fmla="*/ 4361905 w 6386648"/>
              <a:gd name="connsiteY2455" fmla="*/ 119083 h 1849426"/>
              <a:gd name="connsiteX2456" fmla="*/ 4379930 w 6386648"/>
              <a:gd name="connsiteY2456" fmla="*/ 137107 h 1849426"/>
              <a:gd name="connsiteX2457" fmla="*/ 4361905 w 6386648"/>
              <a:gd name="connsiteY2457" fmla="*/ 155132 h 1849426"/>
              <a:gd name="connsiteX2458" fmla="*/ 4343881 w 6386648"/>
              <a:gd name="connsiteY2458" fmla="*/ 137107 h 1849426"/>
              <a:gd name="connsiteX2459" fmla="*/ 4361905 w 6386648"/>
              <a:gd name="connsiteY2459" fmla="*/ 119083 h 1849426"/>
              <a:gd name="connsiteX2460" fmla="*/ 6020151 w 6386648"/>
              <a:gd name="connsiteY2460" fmla="*/ 113075 h 1849426"/>
              <a:gd name="connsiteX2461" fmla="*/ 6038176 w 6386648"/>
              <a:gd name="connsiteY2461" fmla="*/ 131099 h 1849426"/>
              <a:gd name="connsiteX2462" fmla="*/ 6020151 w 6386648"/>
              <a:gd name="connsiteY2462" fmla="*/ 149124 h 1849426"/>
              <a:gd name="connsiteX2463" fmla="*/ 6002126 w 6386648"/>
              <a:gd name="connsiteY2463" fmla="*/ 131099 h 1849426"/>
              <a:gd name="connsiteX2464" fmla="*/ 6020151 w 6386648"/>
              <a:gd name="connsiteY2464" fmla="*/ 113075 h 1849426"/>
              <a:gd name="connsiteX2465" fmla="*/ 5209053 w 6386648"/>
              <a:gd name="connsiteY2465" fmla="*/ 113075 h 1849426"/>
              <a:gd name="connsiteX2466" fmla="*/ 5227078 w 6386648"/>
              <a:gd name="connsiteY2466" fmla="*/ 131099 h 1849426"/>
              <a:gd name="connsiteX2467" fmla="*/ 5209053 w 6386648"/>
              <a:gd name="connsiteY2467" fmla="*/ 149124 h 1849426"/>
              <a:gd name="connsiteX2468" fmla="*/ 5191028 w 6386648"/>
              <a:gd name="connsiteY2468" fmla="*/ 131099 h 1849426"/>
              <a:gd name="connsiteX2469" fmla="*/ 5209053 w 6386648"/>
              <a:gd name="connsiteY2469" fmla="*/ 113075 h 1849426"/>
              <a:gd name="connsiteX2470" fmla="*/ 2865880 w 6386648"/>
              <a:gd name="connsiteY2470" fmla="*/ 113075 h 1849426"/>
              <a:gd name="connsiteX2471" fmla="*/ 2883905 w 6386648"/>
              <a:gd name="connsiteY2471" fmla="*/ 131099 h 1849426"/>
              <a:gd name="connsiteX2472" fmla="*/ 2865880 w 6386648"/>
              <a:gd name="connsiteY2472" fmla="*/ 149124 h 1849426"/>
              <a:gd name="connsiteX2473" fmla="*/ 2847855 w 6386648"/>
              <a:gd name="connsiteY2473" fmla="*/ 131099 h 1849426"/>
              <a:gd name="connsiteX2474" fmla="*/ 2865880 w 6386648"/>
              <a:gd name="connsiteY2474" fmla="*/ 113075 h 1849426"/>
              <a:gd name="connsiteX2475" fmla="*/ 2751725 w 6386648"/>
              <a:gd name="connsiteY2475" fmla="*/ 113075 h 1849426"/>
              <a:gd name="connsiteX2476" fmla="*/ 2769750 w 6386648"/>
              <a:gd name="connsiteY2476" fmla="*/ 131099 h 1849426"/>
              <a:gd name="connsiteX2477" fmla="*/ 2751725 w 6386648"/>
              <a:gd name="connsiteY2477" fmla="*/ 149124 h 1849426"/>
              <a:gd name="connsiteX2478" fmla="*/ 2733701 w 6386648"/>
              <a:gd name="connsiteY2478" fmla="*/ 131099 h 1849426"/>
              <a:gd name="connsiteX2479" fmla="*/ 2751725 w 6386648"/>
              <a:gd name="connsiteY2479" fmla="*/ 113075 h 1849426"/>
              <a:gd name="connsiteX2480" fmla="*/ 5797850 w 6386648"/>
              <a:gd name="connsiteY2480" fmla="*/ 107067 h 1849426"/>
              <a:gd name="connsiteX2481" fmla="*/ 5815875 w 6386648"/>
              <a:gd name="connsiteY2481" fmla="*/ 125092 h 1849426"/>
              <a:gd name="connsiteX2482" fmla="*/ 5797850 w 6386648"/>
              <a:gd name="connsiteY2482" fmla="*/ 143116 h 1849426"/>
              <a:gd name="connsiteX2483" fmla="*/ 5779826 w 6386648"/>
              <a:gd name="connsiteY2483" fmla="*/ 125092 h 1849426"/>
              <a:gd name="connsiteX2484" fmla="*/ 5797850 w 6386648"/>
              <a:gd name="connsiteY2484" fmla="*/ 107067 h 1849426"/>
              <a:gd name="connsiteX2485" fmla="*/ 4055491 w 6386648"/>
              <a:gd name="connsiteY2485" fmla="*/ 107067 h 1849426"/>
              <a:gd name="connsiteX2486" fmla="*/ 4073516 w 6386648"/>
              <a:gd name="connsiteY2486" fmla="*/ 125092 h 1849426"/>
              <a:gd name="connsiteX2487" fmla="*/ 4055491 w 6386648"/>
              <a:gd name="connsiteY2487" fmla="*/ 143116 h 1849426"/>
              <a:gd name="connsiteX2488" fmla="*/ 4037467 w 6386648"/>
              <a:gd name="connsiteY2488" fmla="*/ 125092 h 1849426"/>
              <a:gd name="connsiteX2489" fmla="*/ 4055491 w 6386648"/>
              <a:gd name="connsiteY2489" fmla="*/ 107067 h 1849426"/>
              <a:gd name="connsiteX2490" fmla="*/ 3917303 w 6386648"/>
              <a:gd name="connsiteY2490" fmla="*/ 107067 h 1849426"/>
              <a:gd name="connsiteX2491" fmla="*/ 3935328 w 6386648"/>
              <a:gd name="connsiteY2491" fmla="*/ 125092 h 1849426"/>
              <a:gd name="connsiteX2492" fmla="*/ 3917303 w 6386648"/>
              <a:gd name="connsiteY2492" fmla="*/ 143116 h 1849426"/>
              <a:gd name="connsiteX2493" fmla="*/ 3899278 w 6386648"/>
              <a:gd name="connsiteY2493" fmla="*/ 125092 h 1849426"/>
              <a:gd name="connsiteX2494" fmla="*/ 3917303 w 6386648"/>
              <a:gd name="connsiteY2494" fmla="*/ 107067 h 1849426"/>
              <a:gd name="connsiteX2495" fmla="*/ 3346531 w 6386648"/>
              <a:gd name="connsiteY2495" fmla="*/ 107067 h 1849426"/>
              <a:gd name="connsiteX2496" fmla="*/ 3364556 w 6386648"/>
              <a:gd name="connsiteY2496" fmla="*/ 125092 h 1849426"/>
              <a:gd name="connsiteX2497" fmla="*/ 3346531 w 6386648"/>
              <a:gd name="connsiteY2497" fmla="*/ 143116 h 1849426"/>
              <a:gd name="connsiteX2498" fmla="*/ 3328506 w 6386648"/>
              <a:gd name="connsiteY2498" fmla="*/ 125092 h 1849426"/>
              <a:gd name="connsiteX2499" fmla="*/ 3346531 w 6386648"/>
              <a:gd name="connsiteY2499" fmla="*/ 107067 h 1849426"/>
              <a:gd name="connsiteX2500" fmla="*/ 2024741 w 6386648"/>
              <a:gd name="connsiteY2500" fmla="*/ 107067 h 1849426"/>
              <a:gd name="connsiteX2501" fmla="*/ 2042766 w 6386648"/>
              <a:gd name="connsiteY2501" fmla="*/ 125092 h 1849426"/>
              <a:gd name="connsiteX2502" fmla="*/ 2024741 w 6386648"/>
              <a:gd name="connsiteY2502" fmla="*/ 143116 h 1849426"/>
              <a:gd name="connsiteX2503" fmla="*/ 2006717 w 6386648"/>
              <a:gd name="connsiteY2503" fmla="*/ 125092 h 1849426"/>
              <a:gd name="connsiteX2504" fmla="*/ 2024741 w 6386648"/>
              <a:gd name="connsiteY2504" fmla="*/ 107067 h 1849426"/>
              <a:gd name="connsiteX2505" fmla="*/ 240325 w 6386648"/>
              <a:gd name="connsiteY2505" fmla="*/ 107067 h 1849426"/>
              <a:gd name="connsiteX2506" fmla="*/ 258350 w 6386648"/>
              <a:gd name="connsiteY2506" fmla="*/ 125092 h 1849426"/>
              <a:gd name="connsiteX2507" fmla="*/ 240325 w 6386648"/>
              <a:gd name="connsiteY2507" fmla="*/ 143116 h 1849426"/>
              <a:gd name="connsiteX2508" fmla="*/ 222301 w 6386648"/>
              <a:gd name="connsiteY2508" fmla="*/ 125092 h 1849426"/>
              <a:gd name="connsiteX2509" fmla="*/ 240325 w 6386648"/>
              <a:gd name="connsiteY2509" fmla="*/ 107067 h 1849426"/>
              <a:gd name="connsiteX2510" fmla="*/ 3761092 w 6386648"/>
              <a:gd name="connsiteY2510" fmla="*/ 101059 h 1849426"/>
              <a:gd name="connsiteX2511" fmla="*/ 3779117 w 6386648"/>
              <a:gd name="connsiteY2511" fmla="*/ 119083 h 1849426"/>
              <a:gd name="connsiteX2512" fmla="*/ 3761092 w 6386648"/>
              <a:gd name="connsiteY2512" fmla="*/ 137108 h 1849426"/>
              <a:gd name="connsiteX2513" fmla="*/ 3743068 w 6386648"/>
              <a:gd name="connsiteY2513" fmla="*/ 119083 h 1849426"/>
              <a:gd name="connsiteX2514" fmla="*/ 3761092 w 6386648"/>
              <a:gd name="connsiteY2514" fmla="*/ 101059 h 1849426"/>
              <a:gd name="connsiteX2515" fmla="*/ 1706311 w 6386648"/>
              <a:gd name="connsiteY2515" fmla="*/ 101059 h 1849426"/>
              <a:gd name="connsiteX2516" fmla="*/ 1724335 w 6386648"/>
              <a:gd name="connsiteY2516" fmla="*/ 119083 h 1849426"/>
              <a:gd name="connsiteX2517" fmla="*/ 1706311 w 6386648"/>
              <a:gd name="connsiteY2517" fmla="*/ 137108 h 1849426"/>
              <a:gd name="connsiteX2518" fmla="*/ 1688286 w 6386648"/>
              <a:gd name="connsiteY2518" fmla="*/ 119083 h 1849426"/>
              <a:gd name="connsiteX2519" fmla="*/ 1706311 w 6386648"/>
              <a:gd name="connsiteY2519" fmla="*/ 101059 h 1849426"/>
              <a:gd name="connsiteX2520" fmla="*/ 1574131 w 6386648"/>
              <a:gd name="connsiteY2520" fmla="*/ 101059 h 1849426"/>
              <a:gd name="connsiteX2521" fmla="*/ 1592156 w 6386648"/>
              <a:gd name="connsiteY2521" fmla="*/ 119083 h 1849426"/>
              <a:gd name="connsiteX2522" fmla="*/ 1574131 w 6386648"/>
              <a:gd name="connsiteY2522" fmla="*/ 137108 h 1849426"/>
              <a:gd name="connsiteX2523" fmla="*/ 1556107 w 6386648"/>
              <a:gd name="connsiteY2523" fmla="*/ 119083 h 1849426"/>
              <a:gd name="connsiteX2524" fmla="*/ 1574131 w 6386648"/>
              <a:gd name="connsiteY2524" fmla="*/ 101059 h 1849426"/>
              <a:gd name="connsiteX2525" fmla="*/ 5611598 w 6386648"/>
              <a:gd name="connsiteY2525" fmla="*/ 89043 h 1849426"/>
              <a:gd name="connsiteX2526" fmla="*/ 5629623 w 6386648"/>
              <a:gd name="connsiteY2526" fmla="*/ 107067 h 1849426"/>
              <a:gd name="connsiteX2527" fmla="*/ 5611598 w 6386648"/>
              <a:gd name="connsiteY2527" fmla="*/ 125092 h 1849426"/>
              <a:gd name="connsiteX2528" fmla="*/ 5593574 w 6386648"/>
              <a:gd name="connsiteY2528" fmla="*/ 107067 h 1849426"/>
              <a:gd name="connsiteX2529" fmla="*/ 5611598 w 6386648"/>
              <a:gd name="connsiteY2529" fmla="*/ 89043 h 1849426"/>
              <a:gd name="connsiteX2530" fmla="*/ 5419337 w 6386648"/>
              <a:gd name="connsiteY2530" fmla="*/ 89043 h 1849426"/>
              <a:gd name="connsiteX2531" fmla="*/ 5437362 w 6386648"/>
              <a:gd name="connsiteY2531" fmla="*/ 107067 h 1849426"/>
              <a:gd name="connsiteX2532" fmla="*/ 5419337 w 6386648"/>
              <a:gd name="connsiteY2532" fmla="*/ 125092 h 1849426"/>
              <a:gd name="connsiteX2533" fmla="*/ 5401312 w 6386648"/>
              <a:gd name="connsiteY2533" fmla="*/ 107067 h 1849426"/>
              <a:gd name="connsiteX2534" fmla="*/ 5419337 w 6386648"/>
              <a:gd name="connsiteY2534" fmla="*/ 89043 h 1849426"/>
              <a:gd name="connsiteX2535" fmla="*/ 2992051 w 6386648"/>
              <a:gd name="connsiteY2535" fmla="*/ 89043 h 1849426"/>
              <a:gd name="connsiteX2536" fmla="*/ 3010076 w 6386648"/>
              <a:gd name="connsiteY2536" fmla="*/ 107067 h 1849426"/>
              <a:gd name="connsiteX2537" fmla="*/ 2992051 w 6386648"/>
              <a:gd name="connsiteY2537" fmla="*/ 125092 h 1849426"/>
              <a:gd name="connsiteX2538" fmla="*/ 2974027 w 6386648"/>
              <a:gd name="connsiteY2538" fmla="*/ 107067 h 1849426"/>
              <a:gd name="connsiteX2539" fmla="*/ 2992051 w 6386648"/>
              <a:gd name="connsiteY2539" fmla="*/ 89043 h 1849426"/>
              <a:gd name="connsiteX2540" fmla="*/ 6368623 w 6386648"/>
              <a:gd name="connsiteY2540" fmla="*/ 83034 h 1849426"/>
              <a:gd name="connsiteX2541" fmla="*/ 6386648 w 6386648"/>
              <a:gd name="connsiteY2541" fmla="*/ 101058 h 1849426"/>
              <a:gd name="connsiteX2542" fmla="*/ 6368623 w 6386648"/>
              <a:gd name="connsiteY2542" fmla="*/ 119083 h 1849426"/>
              <a:gd name="connsiteX2543" fmla="*/ 6350599 w 6386648"/>
              <a:gd name="connsiteY2543" fmla="*/ 101058 h 1849426"/>
              <a:gd name="connsiteX2544" fmla="*/ 6368623 w 6386648"/>
              <a:gd name="connsiteY2544" fmla="*/ 83034 h 1849426"/>
              <a:gd name="connsiteX2545" fmla="*/ 6242452 w 6386648"/>
              <a:gd name="connsiteY2545" fmla="*/ 83034 h 1849426"/>
              <a:gd name="connsiteX2546" fmla="*/ 6260477 w 6386648"/>
              <a:gd name="connsiteY2546" fmla="*/ 101058 h 1849426"/>
              <a:gd name="connsiteX2547" fmla="*/ 6242452 w 6386648"/>
              <a:gd name="connsiteY2547" fmla="*/ 119083 h 1849426"/>
              <a:gd name="connsiteX2548" fmla="*/ 6224428 w 6386648"/>
              <a:gd name="connsiteY2548" fmla="*/ 101058 h 1849426"/>
              <a:gd name="connsiteX2549" fmla="*/ 6242452 w 6386648"/>
              <a:gd name="connsiteY2549" fmla="*/ 83034 h 1849426"/>
              <a:gd name="connsiteX2550" fmla="*/ 4884613 w 6386648"/>
              <a:gd name="connsiteY2550" fmla="*/ 83034 h 1849426"/>
              <a:gd name="connsiteX2551" fmla="*/ 4902638 w 6386648"/>
              <a:gd name="connsiteY2551" fmla="*/ 101058 h 1849426"/>
              <a:gd name="connsiteX2552" fmla="*/ 4884613 w 6386648"/>
              <a:gd name="connsiteY2552" fmla="*/ 119083 h 1849426"/>
              <a:gd name="connsiteX2553" fmla="*/ 4866589 w 6386648"/>
              <a:gd name="connsiteY2553" fmla="*/ 101058 h 1849426"/>
              <a:gd name="connsiteX2554" fmla="*/ 4884613 w 6386648"/>
              <a:gd name="connsiteY2554" fmla="*/ 83034 h 1849426"/>
              <a:gd name="connsiteX2555" fmla="*/ 3118221 w 6386648"/>
              <a:gd name="connsiteY2555" fmla="*/ 83034 h 1849426"/>
              <a:gd name="connsiteX2556" fmla="*/ 3136246 w 6386648"/>
              <a:gd name="connsiteY2556" fmla="*/ 101058 h 1849426"/>
              <a:gd name="connsiteX2557" fmla="*/ 3118221 w 6386648"/>
              <a:gd name="connsiteY2557" fmla="*/ 119083 h 1849426"/>
              <a:gd name="connsiteX2558" fmla="*/ 3100197 w 6386648"/>
              <a:gd name="connsiteY2558" fmla="*/ 101058 h 1849426"/>
              <a:gd name="connsiteX2559" fmla="*/ 3118221 w 6386648"/>
              <a:gd name="connsiteY2559" fmla="*/ 83034 h 1849426"/>
              <a:gd name="connsiteX2560" fmla="*/ 2619546 w 6386648"/>
              <a:gd name="connsiteY2560" fmla="*/ 83034 h 1849426"/>
              <a:gd name="connsiteX2561" fmla="*/ 2637571 w 6386648"/>
              <a:gd name="connsiteY2561" fmla="*/ 101058 h 1849426"/>
              <a:gd name="connsiteX2562" fmla="*/ 2619546 w 6386648"/>
              <a:gd name="connsiteY2562" fmla="*/ 119083 h 1849426"/>
              <a:gd name="connsiteX2563" fmla="*/ 2601522 w 6386648"/>
              <a:gd name="connsiteY2563" fmla="*/ 101058 h 1849426"/>
              <a:gd name="connsiteX2564" fmla="*/ 2619546 w 6386648"/>
              <a:gd name="connsiteY2564" fmla="*/ 83034 h 1849426"/>
              <a:gd name="connsiteX2565" fmla="*/ 1291748 w 6386648"/>
              <a:gd name="connsiteY2565" fmla="*/ 83034 h 1849426"/>
              <a:gd name="connsiteX2566" fmla="*/ 1309773 w 6386648"/>
              <a:gd name="connsiteY2566" fmla="*/ 101058 h 1849426"/>
              <a:gd name="connsiteX2567" fmla="*/ 1291748 w 6386648"/>
              <a:gd name="connsiteY2567" fmla="*/ 119083 h 1849426"/>
              <a:gd name="connsiteX2568" fmla="*/ 1273724 w 6386648"/>
              <a:gd name="connsiteY2568" fmla="*/ 101058 h 1849426"/>
              <a:gd name="connsiteX2569" fmla="*/ 1291748 w 6386648"/>
              <a:gd name="connsiteY2569" fmla="*/ 83034 h 1849426"/>
              <a:gd name="connsiteX2570" fmla="*/ 702951 w 6386648"/>
              <a:gd name="connsiteY2570" fmla="*/ 83034 h 1849426"/>
              <a:gd name="connsiteX2571" fmla="*/ 720976 w 6386648"/>
              <a:gd name="connsiteY2571" fmla="*/ 101058 h 1849426"/>
              <a:gd name="connsiteX2572" fmla="*/ 702951 w 6386648"/>
              <a:gd name="connsiteY2572" fmla="*/ 119083 h 1849426"/>
              <a:gd name="connsiteX2573" fmla="*/ 684927 w 6386648"/>
              <a:gd name="connsiteY2573" fmla="*/ 101058 h 1849426"/>
              <a:gd name="connsiteX2574" fmla="*/ 702951 w 6386648"/>
              <a:gd name="connsiteY2574" fmla="*/ 83034 h 1849426"/>
              <a:gd name="connsiteX2575" fmla="*/ 2319139 w 6386648"/>
              <a:gd name="connsiteY2575" fmla="*/ 65010 h 1849426"/>
              <a:gd name="connsiteX2576" fmla="*/ 2337164 w 6386648"/>
              <a:gd name="connsiteY2576" fmla="*/ 83034 h 1849426"/>
              <a:gd name="connsiteX2577" fmla="*/ 2319139 w 6386648"/>
              <a:gd name="connsiteY2577" fmla="*/ 101059 h 1849426"/>
              <a:gd name="connsiteX2578" fmla="*/ 2301115 w 6386648"/>
              <a:gd name="connsiteY2578" fmla="*/ 83034 h 1849426"/>
              <a:gd name="connsiteX2579" fmla="*/ 2319139 w 6386648"/>
              <a:gd name="connsiteY2579" fmla="*/ 65010 h 1849426"/>
              <a:gd name="connsiteX2580" fmla="*/ 564765 w 6386648"/>
              <a:gd name="connsiteY2580" fmla="*/ 65010 h 1849426"/>
              <a:gd name="connsiteX2581" fmla="*/ 582789 w 6386648"/>
              <a:gd name="connsiteY2581" fmla="*/ 83034 h 1849426"/>
              <a:gd name="connsiteX2582" fmla="*/ 564765 w 6386648"/>
              <a:gd name="connsiteY2582" fmla="*/ 101059 h 1849426"/>
              <a:gd name="connsiteX2583" fmla="*/ 546740 w 6386648"/>
              <a:gd name="connsiteY2583" fmla="*/ 83034 h 1849426"/>
              <a:gd name="connsiteX2584" fmla="*/ 564765 w 6386648"/>
              <a:gd name="connsiteY2584" fmla="*/ 65010 h 1849426"/>
              <a:gd name="connsiteX2585" fmla="*/ 18024 w 6386648"/>
              <a:gd name="connsiteY2585" fmla="*/ 65010 h 1849426"/>
              <a:gd name="connsiteX2586" fmla="*/ 36049 w 6386648"/>
              <a:gd name="connsiteY2586" fmla="*/ 83034 h 1849426"/>
              <a:gd name="connsiteX2587" fmla="*/ 18024 w 6386648"/>
              <a:gd name="connsiteY2587" fmla="*/ 101059 h 1849426"/>
              <a:gd name="connsiteX2588" fmla="*/ 0 w 6386648"/>
              <a:gd name="connsiteY2588" fmla="*/ 83034 h 1849426"/>
              <a:gd name="connsiteX2589" fmla="*/ 18024 w 6386648"/>
              <a:gd name="connsiteY2589" fmla="*/ 65010 h 1849426"/>
              <a:gd name="connsiteX2590" fmla="*/ 5052841 w 6386648"/>
              <a:gd name="connsiteY2590" fmla="*/ 59002 h 1849426"/>
              <a:gd name="connsiteX2591" fmla="*/ 5070866 w 6386648"/>
              <a:gd name="connsiteY2591" fmla="*/ 77026 h 1849426"/>
              <a:gd name="connsiteX2592" fmla="*/ 5052841 w 6386648"/>
              <a:gd name="connsiteY2592" fmla="*/ 95051 h 1849426"/>
              <a:gd name="connsiteX2593" fmla="*/ 5034817 w 6386648"/>
              <a:gd name="connsiteY2593" fmla="*/ 77026 h 1849426"/>
              <a:gd name="connsiteX2594" fmla="*/ 5052841 w 6386648"/>
              <a:gd name="connsiteY2594" fmla="*/ 59002 h 1849426"/>
              <a:gd name="connsiteX2595" fmla="*/ 3490726 w 6386648"/>
              <a:gd name="connsiteY2595" fmla="*/ 59002 h 1849426"/>
              <a:gd name="connsiteX2596" fmla="*/ 3508751 w 6386648"/>
              <a:gd name="connsiteY2596" fmla="*/ 77026 h 1849426"/>
              <a:gd name="connsiteX2597" fmla="*/ 3490726 w 6386648"/>
              <a:gd name="connsiteY2597" fmla="*/ 95051 h 1849426"/>
              <a:gd name="connsiteX2598" fmla="*/ 3472702 w 6386648"/>
              <a:gd name="connsiteY2598" fmla="*/ 77026 h 1849426"/>
              <a:gd name="connsiteX2599" fmla="*/ 3490726 w 6386648"/>
              <a:gd name="connsiteY2599" fmla="*/ 59002 h 1849426"/>
              <a:gd name="connsiteX2600" fmla="*/ 1447960 w 6386648"/>
              <a:gd name="connsiteY2600" fmla="*/ 59002 h 1849426"/>
              <a:gd name="connsiteX2601" fmla="*/ 1465985 w 6386648"/>
              <a:gd name="connsiteY2601" fmla="*/ 77026 h 1849426"/>
              <a:gd name="connsiteX2602" fmla="*/ 1447960 w 6386648"/>
              <a:gd name="connsiteY2602" fmla="*/ 95051 h 1849426"/>
              <a:gd name="connsiteX2603" fmla="*/ 1429936 w 6386648"/>
              <a:gd name="connsiteY2603" fmla="*/ 77026 h 1849426"/>
              <a:gd name="connsiteX2604" fmla="*/ 1447960 w 6386648"/>
              <a:gd name="connsiteY2604" fmla="*/ 59002 h 1849426"/>
              <a:gd name="connsiteX2605" fmla="*/ 2192969 w 6386648"/>
              <a:gd name="connsiteY2605" fmla="*/ 46987 h 1849426"/>
              <a:gd name="connsiteX2606" fmla="*/ 2210994 w 6386648"/>
              <a:gd name="connsiteY2606" fmla="*/ 65012 h 1849426"/>
              <a:gd name="connsiteX2607" fmla="*/ 2192969 w 6386648"/>
              <a:gd name="connsiteY2607" fmla="*/ 83036 h 1849426"/>
              <a:gd name="connsiteX2608" fmla="*/ 2174945 w 6386648"/>
              <a:gd name="connsiteY2608" fmla="*/ 65012 h 1849426"/>
              <a:gd name="connsiteX2609" fmla="*/ 2192969 w 6386648"/>
              <a:gd name="connsiteY2609" fmla="*/ 46987 h 1849426"/>
              <a:gd name="connsiteX2610" fmla="*/ 4434003 w 6386648"/>
              <a:gd name="connsiteY2610" fmla="*/ 40979 h 1849426"/>
              <a:gd name="connsiteX2611" fmla="*/ 4452028 w 6386648"/>
              <a:gd name="connsiteY2611" fmla="*/ 59003 h 1849426"/>
              <a:gd name="connsiteX2612" fmla="*/ 4434003 w 6386648"/>
              <a:gd name="connsiteY2612" fmla="*/ 77028 h 1849426"/>
              <a:gd name="connsiteX2613" fmla="*/ 4415979 w 6386648"/>
              <a:gd name="connsiteY2613" fmla="*/ 59003 h 1849426"/>
              <a:gd name="connsiteX2614" fmla="*/ 4434003 w 6386648"/>
              <a:gd name="connsiteY2614" fmla="*/ 40979 h 1849426"/>
              <a:gd name="connsiteX2615" fmla="*/ 3616897 w 6386648"/>
              <a:gd name="connsiteY2615" fmla="*/ 40979 h 1849426"/>
              <a:gd name="connsiteX2616" fmla="*/ 3634922 w 6386648"/>
              <a:gd name="connsiteY2616" fmla="*/ 59003 h 1849426"/>
              <a:gd name="connsiteX2617" fmla="*/ 3616897 w 6386648"/>
              <a:gd name="connsiteY2617" fmla="*/ 77028 h 1849426"/>
              <a:gd name="connsiteX2618" fmla="*/ 3598872 w 6386648"/>
              <a:gd name="connsiteY2618" fmla="*/ 59003 h 1849426"/>
              <a:gd name="connsiteX2619" fmla="*/ 3616897 w 6386648"/>
              <a:gd name="connsiteY2619" fmla="*/ 40979 h 1849426"/>
              <a:gd name="connsiteX2620" fmla="*/ 1826473 w 6386648"/>
              <a:gd name="connsiteY2620" fmla="*/ 40979 h 1849426"/>
              <a:gd name="connsiteX2621" fmla="*/ 1844497 w 6386648"/>
              <a:gd name="connsiteY2621" fmla="*/ 59003 h 1849426"/>
              <a:gd name="connsiteX2622" fmla="*/ 1826473 w 6386648"/>
              <a:gd name="connsiteY2622" fmla="*/ 77028 h 1849426"/>
              <a:gd name="connsiteX2623" fmla="*/ 1808448 w 6386648"/>
              <a:gd name="connsiteY2623" fmla="*/ 59003 h 1849426"/>
              <a:gd name="connsiteX2624" fmla="*/ 1826473 w 6386648"/>
              <a:gd name="connsiteY2624" fmla="*/ 40979 h 1849426"/>
              <a:gd name="connsiteX2625" fmla="*/ 5942045 w 6386648"/>
              <a:gd name="connsiteY2625" fmla="*/ 34970 h 1849426"/>
              <a:gd name="connsiteX2626" fmla="*/ 5960070 w 6386648"/>
              <a:gd name="connsiteY2626" fmla="*/ 52994 h 1849426"/>
              <a:gd name="connsiteX2627" fmla="*/ 5942045 w 6386648"/>
              <a:gd name="connsiteY2627" fmla="*/ 71019 h 1849426"/>
              <a:gd name="connsiteX2628" fmla="*/ 5924021 w 6386648"/>
              <a:gd name="connsiteY2628" fmla="*/ 52994 h 1849426"/>
              <a:gd name="connsiteX2629" fmla="*/ 5942045 w 6386648"/>
              <a:gd name="connsiteY2629" fmla="*/ 34970 h 1849426"/>
              <a:gd name="connsiteX2630" fmla="*/ 5719744 w 6386648"/>
              <a:gd name="connsiteY2630" fmla="*/ 34970 h 1849426"/>
              <a:gd name="connsiteX2631" fmla="*/ 5737769 w 6386648"/>
              <a:gd name="connsiteY2631" fmla="*/ 52994 h 1849426"/>
              <a:gd name="connsiteX2632" fmla="*/ 5719744 w 6386648"/>
              <a:gd name="connsiteY2632" fmla="*/ 71019 h 1849426"/>
              <a:gd name="connsiteX2633" fmla="*/ 5701719 w 6386648"/>
              <a:gd name="connsiteY2633" fmla="*/ 52994 h 1849426"/>
              <a:gd name="connsiteX2634" fmla="*/ 5719744 w 6386648"/>
              <a:gd name="connsiteY2634" fmla="*/ 34970 h 1849426"/>
              <a:gd name="connsiteX2635" fmla="*/ 1171586 w 6386648"/>
              <a:gd name="connsiteY2635" fmla="*/ 34970 h 1849426"/>
              <a:gd name="connsiteX2636" fmla="*/ 1189611 w 6386648"/>
              <a:gd name="connsiteY2636" fmla="*/ 52994 h 1849426"/>
              <a:gd name="connsiteX2637" fmla="*/ 1171586 w 6386648"/>
              <a:gd name="connsiteY2637" fmla="*/ 71019 h 1849426"/>
              <a:gd name="connsiteX2638" fmla="*/ 1153562 w 6386648"/>
              <a:gd name="connsiteY2638" fmla="*/ 52994 h 1849426"/>
              <a:gd name="connsiteX2639" fmla="*/ 1171586 w 6386648"/>
              <a:gd name="connsiteY2639" fmla="*/ 34970 h 1849426"/>
              <a:gd name="connsiteX2640" fmla="*/ 937268 w 6386648"/>
              <a:gd name="connsiteY2640" fmla="*/ 34970 h 1849426"/>
              <a:gd name="connsiteX2641" fmla="*/ 955293 w 6386648"/>
              <a:gd name="connsiteY2641" fmla="*/ 52994 h 1849426"/>
              <a:gd name="connsiteX2642" fmla="*/ 937268 w 6386648"/>
              <a:gd name="connsiteY2642" fmla="*/ 71019 h 1849426"/>
              <a:gd name="connsiteX2643" fmla="*/ 919244 w 6386648"/>
              <a:gd name="connsiteY2643" fmla="*/ 52994 h 1849426"/>
              <a:gd name="connsiteX2644" fmla="*/ 937268 w 6386648"/>
              <a:gd name="connsiteY2644" fmla="*/ 34970 h 1849426"/>
              <a:gd name="connsiteX2645" fmla="*/ 426577 w 6386648"/>
              <a:gd name="connsiteY2645" fmla="*/ 34970 h 1849426"/>
              <a:gd name="connsiteX2646" fmla="*/ 444602 w 6386648"/>
              <a:gd name="connsiteY2646" fmla="*/ 52994 h 1849426"/>
              <a:gd name="connsiteX2647" fmla="*/ 426577 w 6386648"/>
              <a:gd name="connsiteY2647" fmla="*/ 71019 h 1849426"/>
              <a:gd name="connsiteX2648" fmla="*/ 408553 w 6386648"/>
              <a:gd name="connsiteY2648" fmla="*/ 52994 h 1849426"/>
              <a:gd name="connsiteX2649" fmla="*/ 426577 w 6386648"/>
              <a:gd name="connsiteY2649" fmla="*/ 34970 h 1849426"/>
              <a:gd name="connsiteX2650" fmla="*/ 6146322 w 6386648"/>
              <a:gd name="connsiteY2650" fmla="*/ 28962 h 1849426"/>
              <a:gd name="connsiteX2651" fmla="*/ 6164347 w 6386648"/>
              <a:gd name="connsiteY2651" fmla="*/ 46986 h 1849426"/>
              <a:gd name="connsiteX2652" fmla="*/ 6146322 w 6386648"/>
              <a:gd name="connsiteY2652" fmla="*/ 65011 h 1849426"/>
              <a:gd name="connsiteX2653" fmla="*/ 6128298 w 6386648"/>
              <a:gd name="connsiteY2653" fmla="*/ 46986 h 1849426"/>
              <a:gd name="connsiteX2654" fmla="*/ 6146322 w 6386648"/>
              <a:gd name="connsiteY2654" fmla="*/ 28962 h 1849426"/>
              <a:gd name="connsiteX2655" fmla="*/ 4776467 w 6386648"/>
              <a:gd name="connsiteY2655" fmla="*/ 28962 h 1849426"/>
              <a:gd name="connsiteX2656" fmla="*/ 4794492 w 6386648"/>
              <a:gd name="connsiteY2656" fmla="*/ 46986 h 1849426"/>
              <a:gd name="connsiteX2657" fmla="*/ 4776467 w 6386648"/>
              <a:gd name="connsiteY2657" fmla="*/ 65011 h 1849426"/>
              <a:gd name="connsiteX2658" fmla="*/ 4758443 w 6386648"/>
              <a:gd name="connsiteY2658" fmla="*/ 46986 h 1849426"/>
              <a:gd name="connsiteX2659" fmla="*/ 4776467 w 6386648"/>
              <a:gd name="connsiteY2659" fmla="*/ 28962 h 1849426"/>
              <a:gd name="connsiteX2660" fmla="*/ 2451318 w 6386648"/>
              <a:gd name="connsiteY2660" fmla="*/ 28962 h 1849426"/>
              <a:gd name="connsiteX2661" fmla="*/ 2469343 w 6386648"/>
              <a:gd name="connsiteY2661" fmla="*/ 46986 h 1849426"/>
              <a:gd name="connsiteX2662" fmla="*/ 2451318 w 6386648"/>
              <a:gd name="connsiteY2662" fmla="*/ 65011 h 1849426"/>
              <a:gd name="connsiteX2663" fmla="*/ 2433294 w 6386648"/>
              <a:gd name="connsiteY2663" fmla="*/ 46986 h 1849426"/>
              <a:gd name="connsiteX2664" fmla="*/ 2451318 w 6386648"/>
              <a:gd name="connsiteY2664" fmla="*/ 28962 h 1849426"/>
              <a:gd name="connsiteX2665" fmla="*/ 150203 w 6386648"/>
              <a:gd name="connsiteY2665" fmla="*/ 28962 h 1849426"/>
              <a:gd name="connsiteX2666" fmla="*/ 168228 w 6386648"/>
              <a:gd name="connsiteY2666" fmla="*/ 46986 h 1849426"/>
              <a:gd name="connsiteX2667" fmla="*/ 150203 w 6386648"/>
              <a:gd name="connsiteY2667" fmla="*/ 65011 h 1849426"/>
              <a:gd name="connsiteX2668" fmla="*/ 132179 w 6386648"/>
              <a:gd name="connsiteY2668" fmla="*/ 46986 h 1849426"/>
              <a:gd name="connsiteX2669" fmla="*/ 150203 w 6386648"/>
              <a:gd name="connsiteY2669" fmla="*/ 28962 h 1849426"/>
              <a:gd name="connsiteX2670" fmla="*/ 4277792 w 6386648"/>
              <a:gd name="connsiteY2670" fmla="*/ 22954 h 1849426"/>
              <a:gd name="connsiteX2671" fmla="*/ 4295817 w 6386648"/>
              <a:gd name="connsiteY2671" fmla="*/ 40978 h 1849426"/>
              <a:gd name="connsiteX2672" fmla="*/ 4277792 w 6386648"/>
              <a:gd name="connsiteY2672" fmla="*/ 59003 h 1849426"/>
              <a:gd name="connsiteX2673" fmla="*/ 4259767 w 6386648"/>
              <a:gd name="connsiteY2673" fmla="*/ 40978 h 1849426"/>
              <a:gd name="connsiteX2674" fmla="*/ 4277792 w 6386648"/>
              <a:gd name="connsiteY2674" fmla="*/ 22954 h 1849426"/>
              <a:gd name="connsiteX2675" fmla="*/ 4145613 w 6386648"/>
              <a:gd name="connsiteY2675" fmla="*/ 22954 h 1849426"/>
              <a:gd name="connsiteX2676" fmla="*/ 4163638 w 6386648"/>
              <a:gd name="connsiteY2676" fmla="*/ 40978 h 1849426"/>
              <a:gd name="connsiteX2677" fmla="*/ 4145613 w 6386648"/>
              <a:gd name="connsiteY2677" fmla="*/ 59003 h 1849426"/>
              <a:gd name="connsiteX2678" fmla="*/ 4127589 w 6386648"/>
              <a:gd name="connsiteY2678" fmla="*/ 40978 h 1849426"/>
              <a:gd name="connsiteX2679" fmla="*/ 4145613 w 6386648"/>
              <a:gd name="connsiteY2679" fmla="*/ 22954 h 1849426"/>
              <a:gd name="connsiteX2680" fmla="*/ 817106 w 6386648"/>
              <a:gd name="connsiteY2680" fmla="*/ 22954 h 1849426"/>
              <a:gd name="connsiteX2681" fmla="*/ 829123 w 6386648"/>
              <a:gd name="connsiteY2681" fmla="*/ 34970 h 1849426"/>
              <a:gd name="connsiteX2682" fmla="*/ 817106 w 6386648"/>
              <a:gd name="connsiteY2682" fmla="*/ 46987 h 1849426"/>
              <a:gd name="connsiteX2683" fmla="*/ 805090 w 6386648"/>
              <a:gd name="connsiteY2683" fmla="*/ 34970 h 1849426"/>
              <a:gd name="connsiteX2684" fmla="*/ 817106 w 6386648"/>
              <a:gd name="connsiteY2684" fmla="*/ 22954 h 1849426"/>
              <a:gd name="connsiteX2685" fmla="*/ 5491435 w 6386648"/>
              <a:gd name="connsiteY2685" fmla="*/ 16946 h 1849426"/>
              <a:gd name="connsiteX2686" fmla="*/ 5509460 w 6386648"/>
              <a:gd name="connsiteY2686" fmla="*/ 34971 h 1849426"/>
              <a:gd name="connsiteX2687" fmla="*/ 5491435 w 6386648"/>
              <a:gd name="connsiteY2687" fmla="*/ 52995 h 1849426"/>
              <a:gd name="connsiteX2688" fmla="*/ 5473411 w 6386648"/>
              <a:gd name="connsiteY2688" fmla="*/ 34971 h 1849426"/>
              <a:gd name="connsiteX2689" fmla="*/ 5491435 w 6386648"/>
              <a:gd name="connsiteY2689" fmla="*/ 16946 h 1849426"/>
              <a:gd name="connsiteX2690" fmla="*/ 5323207 w 6386648"/>
              <a:gd name="connsiteY2690" fmla="*/ 16946 h 1849426"/>
              <a:gd name="connsiteX2691" fmla="*/ 5341232 w 6386648"/>
              <a:gd name="connsiteY2691" fmla="*/ 34971 h 1849426"/>
              <a:gd name="connsiteX2692" fmla="*/ 5323207 w 6386648"/>
              <a:gd name="connsiteY2692" fmla="*/ 52995 h 1849426"/>
              <a:gd name="connsiteX2693" fmla="*/ 5305183 w 6386648"/>
              <a:gd name="connsiteY2693" fmla="*/ 34971 h 1849426"/>
              <a:gd name="connsiteX2694" fmla="*/ 5323207 w 6386648"/>
              <a:gd name="connsiteY2694" fmla="*/ 16946 h 1849426"/>
              <a:gd name="connsiteX2695" fmla="*/ 4632272 w 6386648"/>
              <a:gd name="connsiteY2695" fmla="*/ 16946 h 1849426"/>
              <a:gd name="connsiteX2696" fmla="*/ 4650297 w 6386648"/>
              <a:gd name="connsiteY2696" fmla="*/ 34971 h 1849426"/>
              <a:gd name="connsiteX2697" fmla="*/ 4632272 w 6386648"/>
              <a:gd name="connsiteY2697" fmla="*/ 52995 h 1849426"/>
              <a:gd name="connsiteX2698" fmla="*/ 4614248 w 6386648"/>
              <a:gd name="connsiteY2698" fmla="*/ 34971 h 1849426"/>
              <a:gd name="connsiteX2699" fmla="*/ 4632272 w 6386648"/>
              <a:gd name="connsiteY2699" fmla="*/ 16946 h 1849426"/>
              <a:gd name="connsiteX2700" fmla="*/ 3226368 w 6386648"/>
              <a:gd name="connsiteY2700" fmla="*/ 16946 h 1849426"/>
              <a:gd name="connsiteX2701" fmla="*/ 3244393 w 6386648"/>
              <a:gd name="connsiteY2701" fmla="*/ 34971 h 1849426"/>
              <a:gd name="connsiteX2702" fmla="*/ 3226368 w 6386648"/>
              <a:gd name="connsiteY2702" fmla="*/ 52995 h 1849426"/>
              <a:gd name="connsiteX2703" fmla="*/ 3208343 w 6386648"/>
              <a:gd name="connsiteY2703" fmla="*/ 34971 h 1849426"/>
              <a:gd name="connsiteX2704" fmla="*/ 3226368 w 6386648"/>
              <a:gd name="connsiteY2704" fmla="*/ 16946 h 1849426"/>
              <a:gd name="connsiteX2705" fmla="*/ 3983393 w 6386648"/>
              <a:gd name="connsiteY2705" fmla="*/ 10938 h 1849426"/>
              <a:gd name="connsiteX2706" fmla="*/ 4001418 w 6386648"/>
              <a:gd name="connsiteY2706" fmla="*/ 28962 h 1849426"/>
              <a:gd name="connsiteX2707" fmla="*/ 3983393 w 6386648"/>
              <a:gd name="connsiteY2707" fmla="*/ 46987 h 1849426"/>
              <a:gd name="connsiteX2708" fmla="*/ 3965369 w 6386648"/>
              <a:gd name="connsiteY2708" fmla="*/ 28962 h 1849426"/>
              <a:gd name="connsiteX2709" fmla="*/ 3983393 w 6386648"/>
              <a:gd name="connsiteY2709" fmla="*/ 10938 h 1849426"/>
              <a:gd name="connsiteX2710" fmla="*/ 1039407 w 6386648"/>
              <a:gd name="connsiteY2710" fmla="*/ 10938 h 1849426"/>
              <a:gd name="connsiteX2711" fmla="*/ 1057432 w 6386648"/>
              <a:gd name="connsiteY2711" fmla="*/ 28962 h 1849426"/>
              <a:gd name="connsiteX2712" fmla="*/ 1039407 w 6386648"/>
              <a:gd name="connsiteY2712" fmla="*/ 46987 h 1849426"/>
              <a:gd name="connsiteX2713" fmla="*/ 1021383 w 6386648"/>
              <a:gd name="connsiteY2713" fmla="*/ 28962 h 1849426"/>
              <a:gd name="connsiteX2714" fmla="*/ 1039407 w 6386648"/>
              <a:gd name="connsiteY2714" fmla="*/ 10938 h 1849426"/>
              <a:gd name="connsiteX2715" fmla="*/ 312422 w 6386648"/>
              <a:gd name="connsiteY2715" fmla="*/ 10938 h 1849426"/>
              <a:gd name="connsiteX2716" fmla="*/ 330447 w 6386648"/>
              <a:gd name="connsiteY2716" fmla="*/ 28962 h 1849426"/>
              <a:gd name="connsiteX2717" fmla="*/ 312422 w 6386648"/>
              <a:gd name="connsiteY2717" fmla="*/ 46987 h 1849426"/>
              <a:gd name="connsiteX2718" fmla="*/ 294398 w 6386648"/>
              <a:gd name="connsiteY2718" fmla="*/ 28962 h 1849426"/>
              <a:gd name="connsiteX2719" fmla="*/ 312422 w 6386648"/>
              <a:gd name="connsiteY2719" fmla="*/ 10938 h 1849426"/>
              <a:gd name="connsiteX2720" fmla="*/ 3839198 w 6386648"/>
              <a:gd name="connsiteY2720" fmla="*/ 4930 h 1849426"/>
              <a:gd name="connsiteX2721" fmla="*/ 3857223 w 6386648"/>
              <a:gd name="connsiteY2721" fmla="*/ 22954 h 1849426"/>
              <a:gd name="connsiteX2722" fmla="*/ 3839198 w 6386648"/>
              <a:gd name="connsiteY2722" fmla="*/ 40979 h 1849426"/>
              <a:gd name="connsiteX2723" fmla="*/ 3821174 w 6386648"/>
              <a:gd name="connsiteY2723" fmla="*/ 22954 h 1849426"/>
              <a:gd name="connsiteX2724" fmla="*/ 3839198 w 6386648"/>
              <a:gd name="connsiteY2724" fmla="*/ 4930 h 1849426"/>
              <a:gd name="connsiteX2725" fmla="*/ 3388588 w 6386648"/>
              <a:gd name="connsiteY2725" fmla="*/ 4930 h 1849426"/>
              <a:gd name="connsiteX2726" fmla="*/ 3406613 w 6386648"/>
              <a:gd name="connsiteY2726" fmla="*/ 22954 h 1849426"/>
              <a:gd name="connsiteX2727" fmla="*/ 3388588 w 6386648"/>
              <a:gd name="connsiteY2727" fmla="*/ 40979 h 1849426"/>
              <a:gd name="connsiteX2728" fmla="*/ 3370564 w 6386648"/>
              <a:gd name="connsiteY2728" fmla="*/ 22954 h 1849426"/>
              <a:gd name="connsiteX2729" fmla="*/ 3388588 w 6386648"/>
              <a:gd name="connsiteY2729" fmla="*/ 4930 h 1849426"/>
              <a:gd name="connsiteX2730" fmla="*/ 5171526 w 6386648"/>
              <a:gd name="connsiteY2730" fmla="*/ 0 h 1849426"/>
              <a:gd name="connsiteX2731" fmla="*/ 5198514 w 6386648"/>
              <a:gd name="connsiteY2731" fmla="*/ 0 h 1849426"/>
              <a:gd name="connsiteX2732" fmla="*/ 5203045 w 6386648"/>
              <a:gd name="connsiteY2732" fmla="*/ 10937 h 1849426"/>
              <a:gd name="connsiteX2733" fmla="*/ 5185020 w 6386648"/>
              <a:gd name="connsiteY2733" fmla="*/ 28962 h 1849426"/>
              <a:gd name="connsiteX2734" fmla="*/ 5166996 w 6386648"/>
              <a:gd name="connsiteY2734" fmla="*/ 10937 h 1849426"/>
              <a:gd name="connsiteX2735" fmla="*/ 4908761 w 6386648"/>
              <a:gd name="connsiteY2735" fmla="*/ 0 h 1849426"/>
              <a:gd name="connsiteX2736" fmla="*/ 4932564 w 6386648"/>
              <a:gd name="connsiteY2736" fmla="*/ 0 h 1849426"/>
              <a:gd name="connsiteX2737" fmla="*/ 4920662 w 6386648"/>
              <a:gd name="connsiteY2737" fmla="*/ 4930 h 1849426"/>
              <a:gd name="connsiteX2738" fmla="*/ 3701458 w 6386648"/>
              <a:gd name="connsiteY2738" fmla="*/ 0 h 1849426"/>
              <a:gd name="connsiteX2739" fmla="*/ 3736613 w 6386648"/>
              <a:gd name="connsiteY2739" fmla="*/ 0 h 1849426"/>
              <a:gd name="connsiteX2740" fmla="*/ 3731781 w 6386648"/>
              <a:gd name="connsiteY2740" fmla="*/ 11667 h 1849426"/>
              <a:gd name="connsiteX2741" fmla="*/ 3719035 w 6386648"/>
              <a:gd name="connsiteY2741" fmla="*/ 16946 h 1849426"/>
              <a:gd name="connsiteX2742" fmla="*/ 3706290 w 6386648"/>
              <a:gd name="connsiteY2742" fmla="*/ 11667 h 1849426"/>
              <a:gd name="connsiteX2743" fmla="*/ 3058255 w 6386648"/>
              <a:gd name="connsiteY2743" fmla="*/ 0 h 1849426"/>
              <a:gd name="connsiteX2744" fmla="*/ 3082058 w 6386648"/>
              <a:gd name="connsiteY2744" fmla="*/ 0 h 1849426"/>
              <a:gd name="connsiteX2745" fmla="*/ 3070156 w 6386648"/>
              <a:gd name="connsiteY2745" fmla="*/ 4930 h 1849426"/>
              <a:gd name="connsiteX2746" fmla="*/ 2908383 w 6386648"/>
              <a:gd name="connsiteY2746" fmla="*/ 0 h 1849426"/>
              <a:gd name="connsiteX2747" fmla="*/ 2943539 w 6386648"/>
              <a:gd name="connsiteY2747" fmla="*/ 0 h 1849426"/>
              <a:gd name="connsiteX2748" fmla="*/ 2938707 w 6386648"/>
              <a:gd name="connsiteY2748" fmla="*/ 11667 h 1849426"/>
              <a:gd name="connsiteX2749" fmla="*/ 2925961 w 6386648"/>
              <a:gd name="connsiteY2749" fmla="*/ 16946 h 1849426"/>
              <a:gd name="connsiteX2750" fmla="*/ 2913216 w 6386648"/>
              <a:gd name="connsiteY2750" fmla="*/ 11667 h 1849426"/>
              <a:gd name="connsiteX2751" fmla="*/ 2794230 w 6386648"/>
              <a:gd name="connsiteY2751" fmla="*/ 0 h 1849426"/>
              <a:gd name="connsiteX2752" fmla="*/ 2829385 w 6386648"/>
              <a:gd name="connsiteY2752" fmla="*/ 0 h 1849426"/>
              <a:gd name="connsiteX2753" fmla="*/ 2824553 w 6386648"/>
              <a:gd name="connsiteY2753" fmla="*/ 11667 h 1849426"/>
              <a:gd name="connsiteX2754" fmla="*/ 2811807 w 6386648"/>
              <a:gd name="connsiteY2754" fmla="*/ 16946 h 1849426"/>
              <a:gd name="connsiteX2755" fmla="*/ 2799062 w 6386648"/>
              <a:gd name="connsiteY2755" fmla="*/ 11667 h 1849426"/>
              <a:gd name="connsiteX2756" fmla="*/ 2675662 w 6386648"/>
              <a:gd name="connsiteY2756" fmla="*/ 0 h 1849426"/>
              <a:gd name="connsiteX2757" fmla="*/ 2707627 w 6386648"/>
              <a:gd name="connsiteY2757" fmla="*/ 0 h 1849426"/>
              <a:gd name="connsiteX2758" fmla="*/ 2709669 w 6386648"/>
              <a:gd name="connsiteY2758" fmla="*/ 4930 h 1849426"/>
              <a:gd name="connsiteX2759" fmla="*/ 2691644 w 6386648"/>
              <a:gd name="connsiteY2759" fmla="*/ 22954 h 1849426"/>
              <a:gd name="connsiteX2760" fmla="*/ 2673620 w 6386648"/>
              <a:gd name="connsiteY2760" fmla="*/ 4930 h 1849426"/>
              <a:gd name="connsiteX2761" fmla="*/ 2543483 w 6386648"/>
              <a:gd name="connsiteY2761" fmla="*/ 0 h 1849426"/>
              <a:gd name="connsiteX2762" fmla="*/ 2575448 w 6386648"/>
              <a:gd name="connsiteY2762" fmla="*/ 0 h 1849426"/>
              <a:gd name="connsiteX2763" fmla="*/ 2577490 w 6386648"/>
              <a:gd name="connsiteY2763" fmla="*/ 4930 h 1849426"/>
              <a:gd name="connsiteX2764" fmla="*/ 2559465 w 6386648"/>
              <a:gd name="connsiteY2764" fmla="*/ 22954 h 1849426"/>
              <a:gd name="connsiteX2765" fmla="*/ 2541441 w 6386648"/>
              <a:gd name="connsiteY2765" fmla="*/ 4930 h 1849426"/>
              <a:gd name="connsiteX2766" fmla="*/ 2047297 w 6386648"/>
              <a:gd name="connsiteY2766" fmla="*/ 0 h 1849426"/>
              <a:gd name="connsiteX2767" fmla="*/ 2074285 w 6386648"/>
              <a:gd name="connsiteY2767" fmla="*/ 0 h 1849426"/>
              <a:gd name="connsiteX2768" fmla="*/ 2078815 w 6386648"/>
              <a:gd name="connsiteY2768" fmla="*/ 10937 h 1849426"/>
              <a:gd name="connsiteX2769" fmla="*/ 2060790 w 6386648"/>
              <a:gd name="connsiteY2769" fmla="*/ 28962 h 1849426"/>
              <a:gd name="connsiteX2770" fmla="*/ 2042766 w 6386648"/>
              <a:gd name="connsiteY2770" fmla="*/ 10937 h 1849426"/>
              <a:gd name="connsiteX2771" fmla="*/ 1932017 w 6386648"/>
              <a:gd name="connsiteY2771" fmla="*/ 0 h 1849426"/>
              <a:gd name="connsiteX2772" fmla="*/ 1937222 w 6386648"/>
              <a:gd name="connsiteY2772" fmla="*/ 0 h 1849426"/>
              <a:gd name="connsiteX2773" fmla="*/ 1947365 w 6386648"/>
              <a:gd name="connsiteY2773" fmla="*/ 4201 h 1849426"/>
              <a:gd name="connsiteX2774" fmla="*/ 1952644 w 6386648"/>
              <a:gd name="connsiteY2774" fmla="*/ 16946 h 1849426"/>
              <a:gd name="connsiteX2775" fmla="*/ 1934619 w 6386648"/>
              <a:gd name="connsiteY2775" fmla="*/ 34971 h 1849426"/>
              <a:gd name="connsiteX2776" fmla="*/ 1916595 w 6386648"/>
              <a:gd name="connsiteY2776" fmla="*/ 16946 h 1849426"/>
              <a:gd name="connsiteX2777" fmla="*/ 1921875 w 6386648"/>
              <a:gd name="connsiteY2777" fmla="*/ 4201 h 1849426"/>
              <a:gd name="connsiteX2778" fmla="*/ 1694741 w 6386648"/>
              <a:gd name="connsiteY2778" fmla="*/ 0 h 1849426"/>
              <a:gd name="connsiteX2779" fmla="*/ 1729896 w 6386648"/>
              <a:gd name="connsiteY2779" fmla="*/ 0 h 1849426"/>
              <a:gd name="connsiteX2780" fmla="*/ 1725064 w 6386648"/>
              <a:gd name="connsiteY2780" fmla="*/ 11667 h 1849426"/>
              <a:gd name="connsiteX2781" fmla="*/ 1712318 w 6386648"/>
              <a:gd name="connsiteY2781" fmla="*/ 16946 h 1849426"/>
              <a:gd name="connsiteX2782" fmla="*/ 1699574 w 6386648"/>
              <a:gd name="connsiteY2782" fmla="*/ 11667 h 1849426"/>
              <a:gd name="connsiteX2783" fmla="*/ 1586594 w 6386648"/>
              <a:gd name="connsiteY2783" fmla="*/ 0 h 1849426"/>
              <a:gd name="connsiteX2784" fmla="*/ 1621749 w 6386648"/>
              <a:gd name="connsiteY2784" fmla="*/ 0 h 1849426"/>
              <a:gd name="connsiteX2785" fmla="*/ 1616917 w 6386648"/>
              <a:gd name="connsiteY2785" fmla="*/ 11667 h 1849426"/>
              <a:gd name="connsiteX2786" fmla="*/ 1604171 w 6386648"/>
              <a:gd name="connsiteY2786" fmla="*/ 16946 h 1849426"/>
              <a:gd name="connsiteX2787" fmla="*/ 1591427 w 6386648"/>
              <a:gd name="connsiteY2787" fmla="*/ 11667 h 1849426"/>
              <a:gd name="connsiteX2788" fmla="*/ 1328245 w 6386648"/>
              <a:gd name="connsiteY2788" fmla="*/ 0 h 1849426"/>
              <a:gd name="connsiteX2789" fmla="*/ 1363400 w 6386648"/>
              <a:gd name="connsiteY2789" fmla="*/ 0 h 1849426"/>
              <a:gd name="connsiteX2790" fmla="*/ 1358568 w 6386648"/>
              <a:gd name="connsiteY2790" fmla="*/ 11667 h 1849426"/>
              <a:gd name="connsiteX2791" fmla="*/ 1345823 w 6386648"/>
              <a:gd name="connsiteY2791" fmla="*/ 16946 h 1849426"/>
              <a:gd name="connsiteX2792" fmla="*/ 1333078 w 6386648"/>
              <a:gd name="connsiteY2792" fmla="*/ 11667 h 1849426"/>
              <a:gd name="connsiteX2793" fmla="*/ 636977 w 6386648"/>
              <a:gd name="connsiteY2793" fmla="*/ 0 h 1849426"/>
              <a:gd name="connsiteX2794" fmla="*/ 660780 w 6386648"/>
              <a:gd name="connsiteY2794" fmla="*/ 0 h 1849426"/>
              <a:gd name="connsiteX2795" fmla="*/ 648878 w 6386648"/>
              <a:gd name="connsiteY2795" fmla="*/ 4930 h 184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Lst>
            <a:rect l="l" t="t" r="r" b="b"/>
            <a:pathLst>
              <a:path w="6386648" h="1849426">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dirty="0"/>
          </a:p>
        </p:txBody>
      </p:sp>
      <p:sp>
        <p:nvSpPr>
          <p:cNvPr id="11" name="Freeform: Shape 10">
            <a:extLst>
              <a:ext uri="{FF2B5EF4-FFF2-40B4-BE49-F238E27FC236}">
                <a16:creationId xmlns:a16="http://schemas.microsoft.com/office/drawing/2014/main" id="{D889CF7B-039C-4CFF-BFC8-1F7BC49F412C}"/>
              </a:ext>
              <a:ext uri="{C183D7F6-B498-43B3-948B-1728B52AA6E4}">
                <adec:decorative xmlns:adec="http://schemas.microsoft.com/office/drawing/2017/decorative" val="1"/>
              </a:ext>
            </a:extLst>
          </p:cNvPr>
          <p:cNvSpPr/>
          <p:nvPr/>
        </p:nvSpPr>
        <p:spPr>
          <a:xfrm>
            <a:off x="1524" y="2390523"/>
            <a:ext cx="611491" cy="1421482"/>
          </a:xfrm>
          <a:custGeom>
            <a:avLst/>
            <a:gdLst>
              <a:gd name="connsiteX0" fmla="*/ 0 w 611491"/>
              <a:gd name="connsiteY0" fmla="*/ 0 h 1429512"/>
              <a:gd name="connsiteX1" fmla="*/ 62526 w 611491"/>
              <a:gd name="connsiteY1" fmla="*/ 22473 h 1429512"/>
              <a:gd name="connsiteX2" fmla="*/ 241043 w 611491"/>
              <a:gd name="connsiteY2" fmla="*/ 176817 h 1429512"/>
              <a:gd name="connsiteX3" fmla="*/ 497720 w 611491"/>
              <a:gd name="connsiteY3" fmla="*/ 299929 h 1429512"/>
              <a:gd name="connsiteX4" fmla="*/ 610380 w 611491"/>
              <a:gd name="connsiteY4" fmla="*/ 577513 h 1429512"/>
              <a:gd name="connsiteX5" fmla="*/ 458232 w 611491"/>
              <a:gd name="connsiteY5" fmla="*/ 845805 h 1429512"/>
              <a:gd name="connsiteX6" fmla="*/ 455909 w 611491"/>
              <a:gd name="connsiteY6" fmla="*/ 848128 h 1429512"/>
              <a:gd name="connsiteX7" fmla="*/ 407128 w 611491"/>
              <a:gd name="connsiteY7" fmla="*/ 956142 h 1429512"/>
              <a:gd name="connsiteX8" fmla="*/ 396675 w 611491"/>
              <a:gd name="connsiteY8" fmla="*/ 993308 h 1429512"/>
              <a:gd name="connsiteX9" fmla="*/ 230590 w 611491"/>
              <a:gd name="connsiteY9" fmla="*/ 1283668 h 1429512"/>
              <a:gd name="connsiteX10" fmla="*/ 7730 w 611491"/>
              <a:gd name="connsiteY10" fmla="*/ 1427579 h 1429512"/>
              <a:gd name="connsiteX11" fmla="*/ 0 w 611491"/>
              <a:gd name="connsiteY11" fmla="*/ 1429512 h 142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1491" h="1429512">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dirty="0"/>
          </a:p>
        </p:txBody>
      </p:sp>
      <p:sp>
        <p:nvSpPr>
          <p:cNvPr id="12" name="Freeform: Shape 11">
            <a:extLst>
              <a:ext uri="{FF2B5EF4-FFF2-40B4-BE49-F238E27FC236}">
                <a16:creationId xmlns:a16="http://schemas.microsoft.com/office/drawing/2014/main" id="{3C770DF0-8D49-43C6-AEEA-C9F408E74048}"/>
              </a:ext>
              <a:ext uri="{C183D7F6-B498-43B3-948B-1728B52AA6E4}">
                <adec:decorative xmlns:adec="http://schemas.microsoft.com/office/drawing/2017/decorative" val="1"/>
              </a:ext>
            </a:extLst>
          </p:cNvPr>
          <p:cNvSpPr/>
          <p:nvPr/>
        </p:nvSpPr>
        <p:spPr>
          <a:xfrm>
            <a:off x="3794296" y="0"/>
            <a:ext cx="2423863" cy="1343767"/>
          </a:xfrm>
          <a:custGeom>
            <a:avLst/>
            <a:gdLst>
              <a:gd name="connsiteX0" fmla="*/ 37089 w 3015964"/>
              <a:gd name="connsiteY0" fmla="*/ 0 h 1681468"/>
              <a:gd name="connsiteX1" fmla="*/ 3014022 w 3015964"/>
              <a:gd name="connsiteY1" fmla="*/ 0 h 1681468"/>
              <a:gd name="connsiteX2" fmla="*/ 3015964 w 3015964"/>
              <a:gd name="connsiteY2" fmla="*/ 52718 h 1681468"/>
              <a:gd name="connsiteX3" fmla="*/ 2982682 w 3015964"/>
              <a:gd name="connsiteY3" fmla="*/ 249186 h 1681468"/>
              <a:gd name="connsiteX4" fmla="*/ 1789950 w 3015964"/>
              <a:gd name="connsiteY4" fmla="*/ 1181800 h 1681468"/>
              <a:gd name="connsiteX5" fmla="*/ 1536391 w 3015964"/>
              <a:gd name="connsiteY5" fmla="*/ 1275909 h 1681468"/>
              <a:gd name="connsiteX6" fmla="*/ 1257206 w 3015964"/>
              <a:gd name="connsiteY6" fmla="*/ 1431287 h 1681468"/>
              <a:gd name="connsiteX7" fmla="*/ 990871 w 3015964"/>
              <a:gd name="connsiteY7" fmla="*/ 1669291 h 1681468"/>
              <a:gd name="connsiteX8" fmla="*/ 584900 w 3015964"/>
              <a:gd name="connsiteY8" fmla="*/ 1589975 h 1681468"/>
              <a:gd name="connsiteX9" fmla="*/ 32440 w 3015964"/>
              <a:gd name="connsiteY9" fmla="*/ 985257 h 1681468"/>
              <a:gd name="connsiteX10" fmla="*/ 98094 w 3015964"/>
              <a:gd name="connsiteY10" fmla="*/ 314136 h 1681468"/>
              <a:gd name="connsiteX11" fmla="*/ 37491 w 3015964"/>
              <a:gd name="connsiteY11" fmla="*/ 8555 h 168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15964" h="1681468">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dirty="0"/>
          </a:p>
        </p:txBody>
      </p:sp>
      <p:sp>
        <p:nvSpPr>
          <p:cNvPr id="13" name="Freeform: Shape 12">
            <a:extLst>
              <a:ext uri="{FF2B5EF4-FFF2-40B4-BE49-F238E27FC236}">
                <a16:creationId xmlns:a16="http://schemas.microsoft.com/office/drawing/2014/main" id="{92D7F519-632D-4CDD-AC8E-A56DDEC053BA}"/>
              </a:ext>
              <a:ext uri="{C183D7F6-B498-43B3-948B-1728B52AA6E4}">
                <adec:decorative xmlns:adec="http://schemas.microsoft.com/office/drawing/2017/decorative" val="1"/>
              </a:ext>
            </a:extLst>
          </p:cNvPr>
          <p:cNvSpPr/>
          <p:nvPr/>
        </p:nvSpPr>
        <p:spPr>
          <a:xfrm>
            <a:off x="10948374" y="0"/>
            <a:ext cx="1242102" cy="2620884"/>
          </a:xfrm>
          <a:custGeom>
            <a:avLst/>
            <a:gdLst>
              <a:gd name="connsiteX0" fmla="*/ 48089 w 1242102"/>
              <a:gd name="connsiteY0" fmla="*/ 0 h 2635689"/>
              <a:gd name="connsiteX1" fmla="*/ 1242102 w 1242102"/>
              <a:gd name="connsiteY1" fmla="*/ 0 h 2635689"/>
              <a:gd name="connsiteX2" fmla="*/ 1242102 w 1242102"/>
              <a:gd name="connsiteY2" fmla="*/ 2546285 h 2635689"/>
              <a:gd name="connsiteX3" fmla="*/ 1169982 w 1242102"/>
              <a:gd name="connsiteY3" fmla="*/ 2578052 h 2635689"/>
              <a:gd name="connsiteX4" fmla="*/ 289259 w 1242102"/>
              <a:gd name="connsiteY4" fmla="*/ 2399682 h 2635689"/>
              <a:gd name="connsiteX5" fmla="*/ 77957 w 1242102"/>
              <a:gd name="connsiteY5" fmla="*/ 900439 h 2635689"/>
              <a:gd name="connsiteX6" fmla="*/ 123236 w 1242102"/>
              <a:gd name="connsiteY6" fmla="*/ 633796 h 2635689"/>
              <a:gd name="connsiteX7" fmla="*/ 128267 w 1242102"/>
              <a:gd name="connsiteY7" fmla="*/ 314326 h 2635689"/>
              <a:gd name="connsiteX8" fmla="*/ 44729 w 1242102"/>
              <a:gd name="connsiteY8" fmla="*/ 16426 h 2635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2102" h="2635689">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dirty="0"/>
          </a:p>
        </p:txBody>
      </p:sp>
      <p:sp>
        <p:nvSpPr>
          <p:cNvPr id="14" name="Freeform: Shape 13">
            <a:extLst>
              <a:ext uri="{FF2B5EF4-FFF2-40B4-BE49-F238E27FC236}">
                <a16:creationId xmlns:a16="http://schemas.microsoft.com/office/drawing/2014/main" id="{8EFE75D0-8123-4C90-BA5F-C470596B091D}"/>
              </a:ext>
              <a:ext uri="{C183D7F6-B498-43B3-948B-1728B52AA6E4}">
                <adec:decorative xmlns:adec="http://schemas.microsoft.com/office/drawing/2017/decorative" val="1"/>
              </a:ext>
            </a:extLst>
          </p:cNvPr>
          <p:cNvSpPr/>
          <p:nvPr/>
        </p:nvSpPr>
        <p:spPr>
          <a:xfrm>
            <a:off x="1524" y="0"/>
            <a:ext cx="1577788" cy="980141"/>
          </a:xfrm>
          <a:custGeom>
            <a:avLst/>
            <a:gdLst>
              <a:gd name="connsiteX0" fmla="*/ 117137 w 1471018"/>
              <a:gd name="connsiteY0" fmla="*/ 759920 h 795676"/>
              <a:gd name="connsiteX1" fmla="*/ 130429 w 1471018"/>
              <a:gd name="connsiteY1" fmla="*/ 768654 h 795676"/>
              <a:gd name="connsiteX2" fmla="*/ 124353 w 1471018"/>
              <a:gd name="connsiteY2" fmla="*/ 792959 h 795676"/>
              <a:gd name="connsiteX3" fmla="*/ 100048 w 1471018"/>
              <a:gd name="connsiteY3" fmla="*/ 786883 h 795676"/>
              <a:gd name="connsiteX4" fmla="*/ 106124 w 1471018"/>
              <a:gd name="connsiteY4" fmla="*/ 762578 h 795676"/>
              <a:gd name="connsiteX5" fmla="*/ 117137 w 1471018"/>
              <a:gd name="connsiteY5" fmla="*/ 759920 h 795676"/>
              <a:gd name="connsiteX6" fmla="*/ 220419 w 1471018"/>
              <a:gd name="connsiteY6" fmla="*/ 753844 h 795676"/>
              <a:gd name="connsiteX7" fmla="*/ 233710 w 1471018"/>
              <a:gd name="connsiteY7" fmla="*/ 762578 h 795676"/>
              <a:gd name="connsiteX8" fmla="*/ 227634 w 1471018"/>
              <a:gd name="connsiteY8" fmla="*/ 786883 h 795676"/>
              <a:gd name="connsiteX9" fmla="*/ 203329 w 1471018"/>
              <a:gd name="connsiteY9" fmla="*/ 780807 h 795676"/>
              <a:gd name="connsiteX10" fmla="*/ 209405 w 1471018"/>
              <a:gd name="connsiteY10" fmla="*/ 756502 h 795676"/>
              <a:gd name="connsiteX11" fmla="*/ 220419 w 1471018"/>
              <a:gd name="connsiteY11" fmla="*/ 753844 h 795676"/>
              <a:gd name="connsiteX12" fmla="*/ 25999 w 1471018"/>
              <a:gd name="connsiteY12" fmla="*/ 741691 h 795676"/>
              <a:gd name="connsiteX13" fmla="*/ 39290 w 1471018"/>
              <a:gd name="connsiteY13" fmla="*/ 750425 h 795676"/>
              <a:gd name="connsiteX14" fmla="*/ 33214 w 1471018"/>
              <a:gd name="connsiteY14" fmla="*/ 774730 h 795676"/>
              <a:gd name="connsiteX15" fmla="*/ 8909 w 1471018"/>
              <a:gd name="connsiteY15" fmla="*/ 768654 h 795676"/>
              <a:gd name="connsiteX16" fmla="*/ 14985 w 1471018"/>
              <a:gd name="connsiteY16" fmla="*/ 744349 h 795676"/>
              <a:gd name="connsiteX17" fmla="*/ 25999 w 1471018"/>
              <a:gd name="connsiteY17" fmla="*/ 741691 h 795676"/>
              <a:gd name="connsiteX18" fmla="*/ 329796 w 1471018"/>
              <a:gd name="connsiteY18" fmla="*/ 735615 h 795676"/>
              <a:gd name="connsiteX19" fmla="*/ 343088 w 1471018"/>
              <a:gd name="connsiteY19" fmla="*/ 744349 h 795676"/>
              <a:gd name="connsiteX20" fmla="*/ 337012 w 1471018"/>
              <a:gd name="connsiteY20" fmla="*/ 768654 h 795676"/>
              <a:gd name="connsiteX21" fmla="*/ 312707 w 1471018"/>
              <a:gd name="connsiteY21" fmla="*/ 762578 h 795676"/>
              <a:gd name="connsiteX22" fmla="*/ 318783 w 1471018"/>
              <a:gd name="connsiteY22" fmla="*/ 738273 h 795676"/>
              <a:gd name="connsiteX23" fmla="*/ 329796 w 1471018"/>
              <a:gd name="connsiteY23" fmla="*/ 735615 h 795676"/>
              <a:gd name="connsiteX24" fmla="*/ 442198 w 1471018"/>
              <a:gd name="connsiteY24" fmla="*/ 702197 h 795676"/>
              <a:gd name="connsiteX25" fmla="*/ 455488 w 1471018"/>
              <a:gd name="connsiteY25" fmla="*/ 710931 h 795676"/>
              <a:gd name="connsiteX26" fmla="*/ 449413 w 1471018"/>
              <a:gd name="connsiteY26" fmla="*/ 735236 h 795676"/>
              <a:gd name="connsiteX27" fmla="*/ 425110 w 1471018"/>
              <a:gd name="connsiteY27" fmla="*/ 729160 h 795676"/>
              <a:gd name="connsiteX28" fmla="*/ 431186 w 1471018"/>
              <a:gd name="connsiteY28" fmla="*/ 704855 h 795676"/>
              <a:gd name="connsiteX29" fmla="*/ 442198 w 1471018"/>
              <a:gd name="connsiteY29" fmla="*/ 702197 h 795676"/>
              <a:gd name="connsiteX30" fmla="*/ 542453 w 1471018"/>
              <a:gd name="connsiteY30" fmla="*/ 668778 h 795676"/>
              <a:gd name="connsiteX31" fmla="*/ 555745 w 1471018"/>
              <a:gd name="connsiteY31" fmla="*/ 677512 h 795676"/>
              <a:gd name="connsiteX32" fmla="*/ 549669 w 1471018"/>
              <a:gd name="connsiteY32" fmla="*/ 701817 h 795676"/>
              <a:gd name="connsiteX33" fmla="*/ 525364 w 1471018"/>
              <a:gd name="connsiteY33" fmla="*/ 695741 h 795676"/>
              <a:gd name="connsiteX34" fmla="*/ 531440 w 1471018"/>
              <a:gd name="connsiteY34" fmla="*/ 671436 h 795676"/>
              <a:gd name="connsiteX35" fmla="*/ 542453 w 1471018"/>
              <a:gd name="connsiteY35" fmla="*/ 668778 h 795676"/>
              <a:gd name="connsiteX36" fmla="*/ 132328 w 1471018"/>
              <a:gd name="connsiteY36" fmla="*/ 650549 h 795676"/>
              <a:gd name="connsiteX37" fmla="*/ 145620 w 1471018"/>
              <a:gd name="connsiteY37" fmla="*/ 659283 h 795676"/>
              <a:gd name="connsiteX38" fmla="*/ 139544 w 1471018"/>
              <a:gd name="connsiteY38" fmla="*/ 683588 h 795676"/>
              <a:gd name="connsiteX39" fmla="*/ 115239 w 1471018"/>
              <a:gd name="connsiteY39" fmla="*/ 677512 h 795676"/>
              <a:gd name="connsiteX40" fmla="*/ 121315 w 1471018"/>
              <a:gd name="connsiteY40" fmla="*/ 653207 h 795676"/>
              <a:gd name="connsiteX41" fmla="*/ 132328 w 1471018"/>
              <a:gd name="connsiteY41" fmla="*/ 650549 h 795676"/>
              <a:gd name="connsiteX42" fmla="*/ 642709 w 1471018"/>
              <a:gd name="connsiteY42" fmla="*/ 641435 h 795676"/>
              <a:gd name="connsiteX43" fmla="*/ 656001 w 1471018"/>
              <a:gd name="connsiteY43" fmla="*/ 650169 h 795676"/>
              <a:gd name="connsiteX44" fmla="*/ 649925 w 1471018"/>
              <a:gd name="connsiteY44" fmla="*/ 674474 h 795676"/>
              <a:gd name="connsiteX45" fmla="*/ 625620 w 1471018"/>
              <a:gd name="connsiteY45" fmla="*/ 668398 h 795676"/>
              <a:gd name="connsiteX46" fmla="*/ 631696 w 1471018"/>
              <a:gd name="connsiteY46" fmla="*/ 644093 h 795676"/>
              <a:gd name="connsiteX47" fmla="*/ 642709 w 1471018"/>
              <a:gd name="connsiteY47" fmla="*/ 641435 h 795676"/>
              <a:gd name="connsiteX48" fmla="*/ 235618 w 1471018"/>
              <a:gd name="connsiteY48" fmla="*/ 641435 h 795676"/>
              <a:gd name="connsiteX49" fmla="*/ 248910 w 1471018"/>
              <a:gd name="connsiteY49" fmla="*/ 650169 h 795676"/>
              <a:gd name="connsiteX50" fmla="*/ 242833 w 1471018"/>
              <a:gd name="connsiteY50" fmla="*/ 674474 h 795676"/>
              <a:gd name="connsiteX51" fmla="*/ 218529 w 1471018"/>
              <a:gd name="connsiteY51" fmla="*/ 668398 h 795676"/>
              <a:gd name="connsiteX52" fmla="*/ 224605 w 1471018"/>
              <a:gd name="connsiteY52" fmla="*/ 644093 h 795676"/>
              <a:gd name="connsiteX53" fmla="*/ 235618 w 1471018"/>
              <a:gd name="connsiteY53" fmla="*/ 641435 h 795676"/>
              <a:gd name="connsiteX54" fmla="*/ 338904 w 1471018"/>
              <a:gd name="connsiteY54" fmla="*/ 629283 h 795676"/>
              <a:gd name="connsiteX55" fmla="*/ 352196 w 1471018"/>
              <a:gd name="connsiteY55" fmla="*/ 638017 h 795676"/>
              <a:gd name="connsiteX56" fmla="*/ 346120 w 1471018"/>
              <a:gd name="connsiteY56" fmla="*/ 662322 h 795676"/>
              <a:gd name="connsiteX57" fmla="*/ 321815 w 1471018"/>
              <a:gd name="connsiteY57" fmla="*/ 656246 h 795676"/>
              <a:gd name="connsiteX58" fmla="*/ 327891 w 1471018"/>
              <a:gd name="connsiteY58" fmla="*/ 631941 h 795676"/>
              <a:gd name="connsiteX59" fmla="*/ 338904 w 1471018"/>
              <a:gd name="connsiteY59" fmla="*/ 629283 h 795676"/>
              <a:gd name="connsiteX60" fmla="*/ 32070 w 1471018"/>
              <a:gd name="connsiteY60" fmla="*/ 601940 h 795676"/>
              <a:gd name="connsiteX61" fmla="*/ 45361 w 1471018"/>
              <a:gd name="connsiteY61" fmla="*/ 610674 h 795676"/>
              <a:gd name="connsiteX62" fmla="*/ 39285 w 1471018"/>
              <a:gd name="connsiteY62" fmla="*/ 634979 h 795676"/>
              <a:gd name="connsiteX63" fmla="*/ 14981 w 1471018"/>
              <a:gd name="connsiteY63" fmla="*/ 628903 h 795676"/>
              <a:gd name="connsiteX64" fmla="*/ 21056 w 1471018"/>
              <a:gd name="connsiteY64" fmla="*/ 604598 h 795676"/>
              <a:gd name="connsiteX65" fmla="*/ 32070 w 1471018"/>
              <a:gd name="connsiteY65" fmla="*/ 601940 h 795676"/>
              <a:gd name="connsiteX66" fmla="*/ 752079 w 1471018"/>
              <a:gd name="connsiteY66" fmla="*/ 586750 h 795676"/>
              <a:gd name="connsiteX67" fmla="*/ 765371 w 1471018"/>
              <a:gd name="connsiteY67" fmla="*/ 595484 h 795676"/>
              <a:gd name="connsiteX68" fmla="*/ 759295 w 1471018"/>
              <a:gd name="connsiteY68" fmla="*/ 619789 h 795676"/>
              <a:gd name="connsiteX69" fmla="*/ 734990 w 1471018"/>
              <a:gd name="connsiteY69" fmla="*/ 613713 h 795676"/>
              <a:gd name="connsiteX70" fmla="*/ 741066 w 1471018"/>
              <a:gd name="connsiteY70" fmla="*/ 589408 h 795676"/>
              <a:gd name="connsiteX71" fmla="*/ 752079 w 1471018"/>
              <a:gd name="connsiteY71" fmla="*/ 586750 h 795676"/>
              <a:gd name="connsiteX72" fmla="*/ 436123 w 1471018"/>
              <a:gd name="connsiteY72" fmla="*/ 583712 h 795676"/>
              <a:gd name="connsiteX73" fmla="*/ 449413 w 1471018"/>
              <a:gd name="connsiteY73" fmla="*/ 592446 h 795676"/>
              <a:gd name="connsiteX74" fmla="*/ 443339 w 1471018"/>
              <a:gd name="connsiteY74" fmla="*/ 616751 h 795676"/>
              <a:gd name="connsiteX75" fmla="*/ 419039 w 1471018"/>
              <a:gd name="connsiteY75" fmla="*/ 610675 h 795676"/>
              <a:gd name="connsiteX76" fmla="*/ 425114 w 1471018"/>
              <a:gd name="connsiteY76" fmla="*/ 586370 h 795676"/>
              <a:gd name="connsiteX77" fmla="*/ 436123 w 1471018"/>
              <a:gd name="connsiteY77" fmla="*/ 583712 h 795676"/>
              <a:gd name="connsiteX78" fmla="*/ 548529 w 1471018"/>
              <a:gd name="connsiteY78" fmla="*/ 556370 h 795676"/>
              <a:gd name="connsiteX79" fmla="*/ 561821 w 1471018"/>
              <a:gd name="connsiteY79" fmla="*/ 565104 h 795676"/>
              <a:gd name="connsiteX80" fmla="*/ 555745 w 1471018"/>
              <a:gd name="connsiteY80" fmla="*/ 589409 h 795676"/>
              <a:gd name="connsiteX81" fmla="*/ 531440 w 1471018"/>
              <a:gd name="connsiteY81" fmla="*/ 583333 h 795676"/>
              <a:gd name="connsiteX82" fmla="*/ 537516 w 1471018"/>
              <a:gd name="connsiteY82" fmla="*/ 559028 h 795676"/>
              <a:gd name="connsiteX83" fmla="*/ 548529 w 1471018"/>
              <a:gd name="connsiteY83" fmla="*/ 556370 h 795676"/>
              <a:gd name="connsiteX84" fmla="*/ 852335 w 1471018"/>
              <a:gd name="connsiteY84" fmla="*/ 550293 h 795676"/>
              <a:gd name="connsiteX85" fmla="*/ 865627 w 1471018"/>
              <a:gd name="connsiteY85" fmla="*/ 559027 h 795676"/>
              <a:gd name="connsiteX86" fmla="*/ 859551 w 1471018"/>
              <a:gd name="connsiteY86" fmla="*/ 583332 h 795676"/>
              <a:gd name="connsiteX87" fmla="*/ 835246 w 1471018"/>
              <a:gd name="connsiteY87" fmla="*/ 577256 h 795676"/>
              <a:gd name="connsiteX88" fmla="*/ 841322 w 1471018"/>
              <a:gd name="connsiteY88" fmla="*/ 552951 h 795676"/>
              <a:gd name="connsiteX89" fmla="*/ 852335 w 1471018"/>
              <a:gd name="connsiteY89" fmla="*/ 550293 h 795676"/>
              <a:gd name="connsiteX90" fmla="*/ 667013 w 1471018"/>
              <a:gd name="connsiteY90" fmla="*/ 532065 h 795676"/>
              <a:gd name="connsiteX91" fmla="*/ 680305 w 1471018"/>
              <a:gd name="connsiteY91" fmla="*/ 540799 h 795676"/>
              <a:gd name="connsiteX92" fmla="*/ 674229 w 1471018"/>
              <a:gd name="connsiteY92" fmla="*/ 565104 h 795676"/>
              <a:gd name="connsiteX93" fmla="*/ 649924 w 1471018"/>
              <a:gd name="connsiteY93" fmla="*/ 559028 h 795676"/>
              <a:gd name="connsiteX94" fmla="*/ 656000 w 1471018"/>
              <a:gd name="connsiteY94" fmla="*/ 534723 h 795676"/>
              <a:gd name="connsiteX95" fmla="*/ 667013 w 1471018"/>
              <a:gd name="connsiteY95" fmla="*/ 532065 h 795676"/>
              <a:gd name="connsiteX96" fmla="*/ 126251 w 1471018"/>
              <a:gd name="connsiteY96" fmla="*/ 532065 h 795676"/>
              <a:gd name="connsiteX97" fmla="*/ 139543 w 1471018"/>
              <a:gd name="connsiteY97" fmla="*/ 540799 h 795676"/>
              <a:gd name="connsiteX98" fmla="*/ 133467 w 1471018"/>
              <a:gd name="connsiteY98" fmla="*/ 565104 h 795676"/>
              <a:gd name="connsiteX99" fmla="*/ 109162 w 1471018"/>
              <a:gd name="connsiteY99" fmla="*/ 559028 h 795676"/>
              <a:gd name="connsiteX100" fmla="*/ 115238 w 1471018"/>
              <a:gd name="connsiteY100" fmla="*/ 534723 h 795676"/>
              <a:gd name="connsiteX101" fmla="*/ 126251 w 1471018"/>
              <a:gd name="connsiteY101" fmla="*/ 532065 h 795676"/>
              <a:gd name="connsiteX102" fmla="*/ 226503 w 1471018"/>
              <a:gd name="connsiteY102" fmla="*/ 529027 h 795676"/>
              <a:gd name="connsiteX103" fmla="*/ 239794 w 1471018"/>
              <a:gd name="connsiteY103" fmla="*/ 537761 h 795676"/>
              <a:gd name="connsiteX104" fmla="*/ 233718 w 1471018"/>
              <a:gd name="connsiteY104" fmla="*/ 562066 h 795676"/>
              <a:gd name="connsiteX105" fmla="*/ 209414 w 1471018"/>
              <a:gd name="connsiteY105" fmla="*/ 555990 h 795676"/>
              <a:gd name="connsiteX106" fmla="*/ 215490 w 1471018"/>
              <a:gd name="connsiteY106" fmla="*/ 531685 h 795676"/>
              <a:gd name="connsiteX107" fmla="*/ 226503 w 1471018"/>
              <a:gd name="connsiteY107" fmla="*/ 529027 h 795676"/>
              <a:gd name="connsiteX108" fmla="*/ 332836 w 1471018"/>
              <a:gd name="connsiteY108" fmla="*/ 519913 h 795676"/>
              <a:gd name="connsiteX109" fmla="*/ 346128 w 1471018"/>
              <a:gd name="connsiteY109" fmla="*/ 528647 h 795676"/>
              <a:gd name="connsiteX110" fmla="*/ 340052 w 1471018"/>
              <a:gd name="connsiteY110" fmla="*/ 552952 h 795676"/>
              <a:gd name="connsiteX111" fmla="*/ 315748 w 1471018"/>
              <a:gd name="connsiteY111" fmla="*/ 546876 h 795676"/>
              <a:gd name="connsiteX112" fmla="*/ 321823 w 1471018"/>
              <a:gd name="connsiteY112" fmla="*/ 522571 h 795676"/>
              <a:gd name="connsiteX113" fmla="*/ 332836 w 1471018"/>
              <a:gd name="connsiteY113" fmla="*/ 519913 h 795676"/>
              <a:gd name="connsiteX114" fmla="*/ 7768 w 1471018"/>
              <a:gd name="connsiteY114" fmla="*/ 507761 h 795676"/>
              <a:gd name="connsiteX115" fmla="*/ 21060 w 1471018"/>
              <a:gd name="connsiteY115" fmla="*/ 516495 h 795676"/>
              <a:gd name="connsiteX116" fmla="*/ 14984 w 1471018"/>
              <a:gd name="connsiteY116" fmla="*/ 540800 h 795676"/>
              <a:gd name="connsiteX117" fmla="*/ 2831 w 1471018"/>
              <a:gd name="connsiteY117" fmla="*/ 543458 h 795676"/>
              <a:gd name="connsiteX118" fmla="*/ 0 w 1471018"/>
              <a:gd name="connsiteY118" fmla="*/ 541423 h 795676"/>
              <a:gd name="connsiteX119" fmla="*/ 0 w 1471018"/>
              <a:gd name="connsiteY119" fmla="*/ 509636 h 795676"/>
              <a:gd name="connsiteX120" fmla="*/ 946515 w 1471018"/>
              <a:gd name="connsiteY120" fmla="*/ 486494 h 795676"/>
              <a:gd name="connsiteX121" fmla="*/ 959807 w 1471018"/>
              <a:gd name="connsiteY121" fmla="*/ 495228 h 795676"/>
              <a:gd name="connsiteX122" fmla="*/ 953731 w 1471018"/>
              <a:gd name="connsiteY122" fmla="*/ 519533 h 795676"/>
              <a:gd name="connsiteX123" fmla="*/ 929426 w 1471018"/>
              <a:gd name="connsiteY123" fmla="*/ 513457 h 795676"/>
              <a:gd name="connsiteX124" fmla="*/ 935502 w 1471018"/>
              <a:gd name="connsiteY124" fmla="*/ 489152 h 795676"/>
              <a:gd name="connsiteX125" fmla="*/ 946515 w 1471018"/>
              <a:gd name="connsiteY125" fmla="*/ 486494 h 795676"/>
              <a:gd name="connsiteX126" fmla="*/ 457386 w 1471018"/>
              <a:gd name="connsiteY126" fmla="*/ 483456 h 795676"/>
              <a:gd name="connsiteX127" fmla="*/ 470679 w 1471018"/>
              <a:gd name="connsiteY127" fmla="*/ 492190 h 795676"/>
              <a:gd name="connsiteX128" fmla="*/ 464601 w 1471018"/>
              <a:gd name="connsiteY128" fmla="*/ 516495 h 795676"/>
              <a:gd name="connsiteX129" fmla="*/ 440300 w 1471018"/>
              <a:gd name="connsiteY129" fmla="*/ 510419 h 795676"/>
              <a:gd name="connsiteX130" fmla="*/ 446374 w 1471018"/>
              <a:gd name="connsiteY130" fmla="*/ 486114 h 795676"/>
              <a:gd name="connsiteX131" fmla="*/ 457386 w 1471018"/>
              <a:gd name="connsiteY131" fmla="*/ 483456 h 795676"/>
              <a:gd name="connsiteX132" fmla="*/ 821954 w 1471018"/>
              <a:gd name="connsiteY132" fmla="*/ 456114 h 795676"/>
              <a:gd name="connsiteX133" fmla="*/ 835246 w 1471018"/>
              <a:gd name="connsiteY133" fmla="*/ 464848 h 795676"/>
              <a:gd name="connsiteX134" fmla="*/ 829170 w 1471018"/>
              <a:gd name="connsiteY134" fmla="*/ 489153 h 795676"/>
              <a:gd name="connsiteX135" fmla="*/ 804865 w 1471018"/>
              <a:gd name="connsiteY135" fmla="*/ 483077 h 795676"/>
              <a:gd name="connsiteX136" fmla="*/ 810941 w 1471018"/>
              <a:gd name="connsiteY136" fmla="*/ 458772 h 795676"/>
              <a:gd name="connsiteX137" fmla="*/ 821954 w 1471018"/>
              <a:gd name="connsiteY137" fmla="*/ 456114 h 795676"/>
              <a:gd name="connsiteX138" fmla="*/ 584986 w 1471018"/>
              <a:gd name="connsiteY138" fmla="*/ 456114 h 795676"/>
              <a:gd name="connsiteX139" fmla="*/ 598278 w 1471018"/>
              <a:gd name="connsiteY139" fmla="*/ 464848 h 795676"/>
              <a:gd name="connsiteX140" fmla="*/ 592202 w 1471018"/>
              <a:gd name="connsiteY140" fmla="*/ 489153 h 795676"/>
              <a:gd name="connsiteX141" fmla="*/ 567897 w 1471018"/>
              <a:gd name="connsiteY141" fmla="*/ 483077 h 795676"/>
              <a:gd name="connsiteX142" fmla="*/ 573973 w 1471018"/>
              <a:gd name="connsiteY142" fmla="*/ 458772 h 795676"/>
              <a:gd name="connsiteX143" fmla="*/ 584986 w 1471018"/>
              <a:gd name="connsiteY143" fmla="*/ 456114 h 795676"/>
              <a:gd name="connsiteX144" fmla="*/ 718660 w 1471018"/>
              <a:gd name="connsiteY144" fmla="*/ 443961 h 795676"/>
              <a:gd name="connsiteX145" fmla="*/ 731952 w 1471018"/>
              <a:gd name="connsiteY145" fmla="*/ 452695 h 795676"/>
              <a:gd name="connsiteX146" fmla="*/ 725876 w 1471018"/>
              <a:gd name="connsiteY146" fmla="*/ 477000 h 795676"/>
              <a:gd name="connsiteX147" fmla="*/ 701571 w 1471018"/>
              <a:gd name="connsiteY147" fmla="*/ 470924 h 795676"/>
              <a:gd name="connsiteX148" fmla="*/ 707647 w 1471018"/>
              <a:gd name="connsiteY148" fmla="*/ 446619 h 795676"/>
              <a:gd name="connsiteX149" fmla="*/ 718660 w 1471018"/>
              <a:gd name="connsiteY149" fmla="*/ 443961 h 795676"/>
              <a:gd name="connsiteX150" fmla="*/ 1016390 w 1471018"/>
              <a:gd name="connsiteY150" fmla="*/ 425733 h 795676"/>
              <a:gd name="connsiteX151" fmla="*/ 1029681 w 1471018"/>
              <a:gd name="connsiteY151" fmla="*/ 434467 h 795676"/>
              <a:gd name="connsiteX152" fmla="*/ 1023605 w 1471018"/>
              <a:gd name="connsiteY152" fmla="*/ 458772 h 795676"/>
              <a:gd name="connsiteX153" fmla="*/ 999301 w 1471018"/>
              <a:gd name="connsiteY153" fmla="*/ 452696 h 795676"/>
              <a:gd name="connsiteX154" fmla="*/ 1005377 w 1471018"/>
              <a:gd name="connsiteY154" fmla="*/ 428391 h 795676"/>
              <a:gd name="connsiteX155" fmla="*/ 1016390 w 1471018"/>
              <a:gd name="connsiteY155" fmla="*/ 425733 h 795676"/>
              <a:gd name="connsiteX156" fmla="*/ 250806 w 1471018"/>
              <a:gd name="connsiteY156" fmla="*/ 416619 h 795676"/>
              <a:gd name="connsiteX157" fmla="*/ 264098 w 1471018"/>
              <a:gd name="connsiteY157" fmla="*/ 425353 h 795676"/>
              <a:gd name="connsiteX158" fmla="*/ 258022 w 1471018"/>
              <a:gd name="connsiteY158" fmla="*/ 449658 h 795676"/>
              <a:gd name="connsiteX159" fmla="*/ 233717 w 1471018"/>
              <a:gd name="connsiteY159" fmla="*/ 443582 h 795676"/>
              <a:gd name="connsiteX160" fmla="*/ 239793 w 1471018"/>
              <a:gd name="connsiteY160" fmla="*/ 419277 h 795676"/>
              <a:gd name="connsiteX161" fmla="*/ 250806 w 1471018"/>
              <a:gd name="connsiteY161" fmla="*/ 416619 h 795676"/>
              <a:gd name="connsiteX162" fmla="*/ 144467 w 1471018"/>
              <a:gd name="connsiteY162" fmla="*/ 416619 h 795676"/>
              <a:gd name="connsiteX163" fmla="*/ 157759 w 1471018"/>
              <a:gd name="connsiteY163" fmla="*/ 425353 h 795676"/>
              <a:gd name="connsiteX164" fmla="*/ 151683 w 1471018"/>
              <a:gd name="connsiteY164" fmla="*/ 449658 h 795676"/>
              <a:gd name="connsiteX165" fmla="*/ 127378 w 1471018"/>
              <a:gd name="connsiteY165" fmla="*/ 443582 h 795676"/>
              <a:gd name="connsiteX166" fmla="*/ 133454 w 1471018"/>
              <a:gd name="connsiteY166" fmla="*/ 419277 h 795676"/>
              <a:gd name="connsiteX167" fmla="*/ 144467 w 1471018"/>
              <a:gd name="connsiteY167" fmla="*/ 416619 h 795676"/>
              <a:gd name="connsiteX168" fmla="*/ 29033 w 1471018"/>
              <a:gd name="connsiteY168" fmla="*/ 416619 h 795676"/>
              <a:gd name="connsiteX169" fmla="*/ 42324 w 1471018"/>
              <a:gd name="connsiteY169" fmla="*/ 425353 h 795676"/>
              <a:gd name="connsiteX170" fmla="*/ 36248 w 1471018"/>
              <a:gd name="connsiteY170" fmla="*/ 449658 h 795676"/>
              <a:gd name="connsiteX171" fmla="*/ 11944 w 1471018"/>
              <a:gd name="connsiteY171" fmla="*/ 443582 h 795676"/>
              <a:gd name="connsiteX172" fmla="*/ 18020 w 1471018"/>
              <a:gd name="connsiteY172" fmla="*/ 419277 h 795676"/>
              <a:gd name="connsiteX173" fmla="*/ 29033 w 1471018"/>
              <a:gd name="connsiteY173" fmla="*/ 416619 h 795676"/>
              <a:gd name="connsiteX174" fmla="*/ 360172 w 1471018"/>
              <a:gd name="connsiteY174" fmla="*/ 410543 h 795676"/>
              <a:gd name="connsiteX175" fmla="*/ 373464 w 1471018"/>
              <a:gd name="connsiteY175" fmla="*/ 419277 h 795676"/>
              <a:gd name="connsiteX176" fmla="*/ 367388 w 1471018"/>
              <a:gd name="connsiteY176" fmla="*/ 443582 h 795676"/>
              <a:gd name="connsiteX177" fmla="*/ 343083 w 1471018"/>
              <a:gd name="connsiteY177" fmla="*/ 437506 h 795676"/>
              <a:gd name="connsiteX178" fmla="*/ 349159 w 1471018"/>
              <a:gd name="connsiteY178" fmla="*/ 413201 h 795676"/>
              <a:gd name="connsiteX179" fmla="*/ 360172 w 1471018"/>
              <a:gd name="connsiteY179" fmla="*/ 410543 h 795676"/>
              <a:gd name="connsiteX180" fmla="*/ 1110570 w 1471018"/>
              <a:gd name="connsiteY180" fmla="*/ 389276 h 795676"/>
              <a:gd name="connsiteX181" fmla="*/ 1123862 w 1471018"/>
              <a:gd name="connsiteY181" fmla="*/ 398010 h 795676"/>
              <a:gd name="connsiteX182" fmla="*/ 1117786 w 1471018"/>
              <a:gd name="connsiteY182" fmla="*/ 422315 h 795676"/>
              <a:gd name="connsiteX183" fmla="*/ 1093481 w 1471018"/>
              <a:gd name="connsiteY183" fmla="*/ 416239 h 795676"/>
              <a:gd name="connsiteX184" fmla="*/ 1099557 w 1471018"/>
              <a:gd name="connsiteY184" fmla="*/ 391934 h 795676"/>
              <a:gd name="connsiteX185" fmla="*/ 1110570 w 1471018"/>
              <a:gd name="connsiteY185" fmla="*/ 389276 h 795676"/>
              <a:gd name="connsiteX186" fmla="*/ 490806 w 1471018"/>
              <a:gd name="connsiteY186" fmla="*/ 383200 h 795676"/>
              <a:gd name="connsiteX187" fmla="*/ 504098 w 1471018"/>
              <a:gd name="connsiteY187" fmla="*/ 391934 h 795676"/>
              <a:gd name="connsiteX188" fmla="*/ 498022 w 1471018"/>
              <a:gd name="connsiteY188" fmla="*/ 416239 h 795676"/>
              <a:gd name="connsiteX189" fmla="*/ 473717 w 1471018"/>
              <a:gd name="connsiteY189" fmla="*/ 410163 h 795676"/>
              <a:gd name="connsiteX190" fmla="*/ 479793 w 1471018"/>
              <a:gd name="connsiteY190" fmla="*/ 385858 h 795676"/>
              <a:gd name="connsiteX191" fmla="*/ 490806 w 1471018"/>
              <a:gd name="connsiteY191" fmla="*/ 383200 h 795676"/>
              <a:gd name="connsiteX192" fmla="*/ 900944 w 1471018"/>
              <a:gd name="connsiteY192" fmla="*/ 380162 h 795676"/>
              <a:gd name="connsiteX193" fmla="*/ 914236 w 1471018"/>
              <a:gd name="connsiteY193" fmla="*/ 388896 h 795676"/>
              <a:gd name="connsiteX194" fmla="*/ 908160 w 1471018"/>
              <a:gd name="connsiteY194" fmla="*/ 413201 h 795676"/>
              <a:gd name="connsiteX195" fmla="*/ 883855 w 1471018"/>
              <a:gd name="connsiteY195" fmla="*/ 407125 h 795676"/>
              <a:gd name="connsiteX196" fmla="*/ 889931 w 1471018"/>
              <a:gd name="connsiteY196" fmla="*/ 382820 h 795676"/>
              <a:gd name="connsiteX197" fmla="*/ 900944 w 1471018"/>
              <a:gd name="connsiteY197" fmla="*/ 380162 h 795676"/>
              <a:gd name="connsiteX198" fmla="*/ 618404 w 1471018"/>
              <a:gd name="connsiteY198" fmla="*/ 361934 h 795676"/>
              <a:gd name="connsiteX199" fmla="*/ 631696 w 1471018"/>
              <a:gd name="connsiteY199" fmla="*/ 370668 h 795676"/>
              <a:gd name="connsiteX200" fmla="*/ 625620 w 1471018"/>
              <a:gd name="connsiteY200" fmla="*/ 394973 h 795676"/>
              <a:gd name="connsiteX201" fmla="*/ 601315 w 1471018"/>
              <a:gd name="connsiteY201" fmla="*/ 388897 h 795676"/>
              <a:gd name="connsiteX202" fmla="*/ 607391 w 1471018"/>
              <a:gd name="connsiteY202" fmla="*/ 364592 h 795676"/>
              <a:gd name="connsiteX203" fmla="*/ 618404 w 1471018"/>
              <a:gd name="connsiteY203" fmla="*/ 361934 h 795676"/>
              <a:gd name="connsiteX204" fmla="*/ 749041 w 1471018"/>
              <a:gd name="connsiteY204" fmla="*/ 355858 h 795676"/>
              <a:gd name="connsiteX205" fmla="*/ 762333 w 1471018"/>
              <a:gd name="connsiteY205" fmla="*/ 364592 h 795676"/>
              <a:gd name="connsiteX206" fmla="*/ 756257 w 1471018"/>
              <a:gd name="connsiteY206" fmla="*/ 388897 h 795676"/>
              <a:gd name="connsiteX207" fmla="*/ 731952 w 1471018"/>
              <a:gd name="connsiteY207" fmla="*/ 382821 h 795676"/>
              <a:gd name="connsiteX208" fmla="*/ 738028 w 1471018"/>
              <a:gd name="connsiteY208" fmla="*/ 358516 h 795676"/>
              <a:gd name="connsiteX209" fmla="*/ 749041 w 1471018"/>
              <a:gd name="connsiteY209" fmla="*/ 355858 h 795676"/>
              <a:gd name="connsiteX210" fmla="*/ 10801 w 1471018"/>
              <a:gd name="connsiteY210" fmla="*/ 334591 h 795676"/>
              <a:gd name="connsiteX211" fmla="*/ 24093 w 1471018"/>
              <a:gd name="connsiteY211" fmla="*/ 343325 h 795676"/>
              <a:gd name="connsiteX212" fmla="*/ 18017 w 1471018"/>
              <a:gd name="connsiteY212" fmla="*/ 367630 h 795676"/>
              <a:gd name="connsiteX213" fmla="*/ 5865 w 1471018"/>
              <a:gd name="connsiteY213" fmla="*/ 370288 h 795676"/>
              <a:gd name="connsiteX214" fmla="*/ 0 w 1471018"/>
              <a:gd name="connsiteY214" fmla="*/ 366073 h 795676"/>
              <a:gd name="connsiteX215" fmla="*/ 0 w 1471018"/>
              <a:gd name="connsiteY215" fmla="*/ 337198 h 795676"/>
              <a:gd name="connsiteX216" fmla="*/ 1213864 w 1471018"/>
              <a:gd name="connsiteY216" fmla="*/ 313325 h 795676"/>
              <a:gd name="connsiteX217" fmla="*/ 1227156 w 1471018"/>
              <a:gd name="connsiteY217" fmla="*/ 322059 h 795676"/>
              <a:gd name="connsiteX218" fmla="*/ 1221080 w 1471018"/>
              <a:gd name="connsiteY218" fmla="*/ 346364 h 795676"/>
              <a:gd name="connsiteX219" fmla="*/ 1196775 w 1471018"/>
              <a:gd name="connsiteY219" fmla="*/ 340288 h 795676"/>
              <a:gd name="connsiteX220" fmla="*/ 1202851 w 1471018"/>
              <a:gd name="connsiteY220" fmla="*/ 315983 h 795676"/>
              <a:gd name="connsiteX221" fmla="*/ 1213864 w 1471018"/>
              <a:gd name="connsiteY221" fmla="*/ 313325 h 795676"/>
              <a:gd name="connsiteX222" fmla="*/ 211313 w 1471018"/>
              <a:gd name="connsiteY222" fmla="*/ 313325 h 795676"/>
              <a:gd name="connsiteX223" fmla="*/ 224605 w 1471018"/>
              <a:gd name="connsiteY223" fmla="*/ 322059 h 795676"/>
              <a:gd name="connsiteX224" fmla="*/ 218529 w 1471018"/>
              <a:gd name="connsiteY224" fmla="*/ 346364 h 795676"/>
              <a:gd name="connsiteX225" fmla="*/ 194224 w 1471018"/>
              <a:gd name="connsiteY225" fmla="*/ 340288 h 795676"/>
              <a:gd name="connsiteX226" fmla="*/ 200300 w 1471018"/>
              <a:gd name="connsiteY226" fmla="*/ 315983 h 795676"/>
              <a:gd name="connsiteX227" fmla="*/ 211313 w 1471018"/>
              <a:gd name="connsiteY227" fmla="*/ 313325 h 795676"/>
              <a:gd name="connsiteX228" fmla="*/ 314600 w 1471018"/>
              <a:gd name="connsiteY228" fmla="*/ 301172 h 795676"/>
              <a:gd name="connsiteX229" fmla="*/ 327892 w 1471018"/>
              <a:gd name="connsiteY229" fmla="*/ 309906 h 795676"/>
              <a:gd name="connsiteX230" fmla="*/ 321816 w 1471018"/>
              <a:gd name="connsiteY230" fmla="*/ 334211 h 795676"/>
              <a:gd name="connsiteX231" fmla="*/ 297511 w 1471018"/>
              <a:gd name="connsiteY231" fmla="*/ 328135 h 795676"/>
              <a:gd name="connsiteX232" fmla="*/ 303587 w 1471018"/>
              <a:gd name="connsiteY232" fmla="*/ 303830 h 795676"/>
              <a:gd name="connsiteX233" fmla="*/ 314600 w 1471018"/>
              <a:gd name="connsiteY233" fmla="*/ 301172 h 795676"/>
              <a:gd name="connsiteX234" fmla="*/ 982972 w 1471018"/>
              <a:gd name="connsiteY234" fmla="*/ 298134 h 795676"/>
              <a:gd name="connsiteX235" fmla="*/ 996264 w 1471018"/>
              <a:gd name="connsiteY235" fmla="*/ 306868 h 795676"/>
              <a:gd name="connsiteX236" fmla="*/ 990188 w 1471018"/>
              <a:gd name="connsiteY236" fmla="*/ 331173 h 795676"/>
              <a:gd name="connsiteX237" fmla="*/ 965883 w 1471018"/>
              <a:gd name="connsiteY237" fmla="*/ 325097 h 795676"/>
              <a:gd name="connsiteX238" fmla="*/ 971959 w 1471018"/>
              <a:gd name="connsiteY238" fmla="*/ 300792 h 795676"/>
              <a:gd name="connsiteX239" fmla="*/ 982972 w 1471018"/>
              <a:gd name="connsiteY239" fmla="*/ 298134 h 795676"/>
              <a:gd name="connsiteX240" fmla="*/ 417898 w 1471018"/>
              <a:gd name="connsiteY240" fmla="*/ 298134 h 795676"/>
              <a:gd name="connsiteX241" fmla="*/ 431187 w 1471018"/>
              <a:gd name="connsiteY241" fmla="*/ 306868 h 795676"/>
              <a:gd name="connsiteX242" fmla="*/ 425112 w 1471018"/>
              <a:gd name="connsiteY242" fmla="*/ 331173 h 795676"/>
              <a:gd name="connsiteX243" fmla="*/ 400806 w 1471018"/>
              <a:gd name="connsiteY243" fmla="*/ 325097 h 795676"/>
              <a:gd name="connsiteX244" fmla="*/ 406884 w 1471018"/>
              <a:gd name="connsiteY244" fmla="*/ 300792 h 795676"/>
              <a:gd name="connsiteX245" fmla="*/ 417898 w 1471018"/>
              <a:gd name="connsiteY245" fmla="*/ 298134 h 795676"/>
              <a:gd name="connsiteX246" fmla="*/ 858411 w 1471018"/>
              <a:gd name="connsiteY246" fmla="*/ 295096 h 795676"/>
              <a:gd name="connsiteX247" fmla="*/ 871703 w 1471018"/>
              <a:gd name="connsiteY247" fmla="*/ 303830 h 795676"/>
              <a:gd name="connsiteX248" fmla="*/ 865627 w 1471018"/>
              <a:gd name="connsiteY248" fmla="*/ 328135 h 795676"/>
              <a:gd name="connsiteX249" fmla="*/ 841322 w 1471018"/>
              <a:gd name="connsiteY249" fmla="*/ 322059 h 795676"/>
              <a:gd name="connsiteX250" fmla="*/ 847398 w 1471018"/>
              <a:gd name="connsiteY250" fmla="*/ 297754 h 795676"/>
              <a:gd name="connsiteX251" fmla="*/ 858411 w 1471018"/>
              <a:gd name="connsiteY251" fmla="*/ 295096 h 795676"/>
              <a:gd name="connsiteX252" fmla="*/ 1095380 w 1471018"/>
              <a:gd name="connsiteY252" fmla="*/ 292058 h 795676"/>
              <a:gd name="connsiteX253" fmla="*/ 1108672 w 1471018"/>
              <a:gd name="connsiteY253" fmla="*/ 300792 h 795676"/>
              <a:gd name="connsiteX254" fmla="*/ 1102596 w 1471018"/>
              <a:gd name="connsiteY254" fmla="*/ 325097 h 795676"/>
              <a:gd name="connsiteX255" fmla="*/ 1078291 w 1471018"/>
              <a:gd name="connsiteY255" fmla="*/ 319021 h 795676"/>
              <a:gd name="connsiteX256" fmla="*/ 1084367 w 1471018"/>
              <a:gd name="connsiteY256" fmla="*/ 294716 h 795676"/>
              <a:gd name="connsiteX257" fmla="*/ 1095380 w 1471018"/>
              <a:gd name="connsiteY257" fmla="*/ 292058 h 795676"/>
              <a:gd name="connsiteX258" fmla="*/ 108024 w 1471018"/>
              <a:gd name="connsiteY258" fmla="*/ 289020 h 795676"/>
              <a:gd name="connsiteX259" fmla="*/ 121316 w 1471018"/>
              <a:gd name="connsiteY259" fmla="*/ 297754 h 795676"/>
              <a:gd name="connsiteX260" fmla="*/ 115240 w 1471018"/>
              <a:gd name="connsiteY260" fmla="*/ 322059 h 795676"/>
              <a:gd name="connsiteX261" fmla="*/ 90935 w 1471018"/>
              <a:gd name="connsiteY261" fmla="*/ 315983 h 795676"/>
              <a:gd name="connsiteX262" fmla="*/ 97011 w 1471018"/>
              <a:gd name="connsiteY262" fmla="*/ 291678 h 795676"/>
              <a:gd name="connsiteX263" fmla="*/ 108024 w 1471018"/>
              <a:gd name="connsiteY263" fmla="*/ 289020 h 795676"/>
              <a:gd name="connsiteX264" fmla="*/ 533338 w 1471018"/>
              <a:gd name="connsiteY264" fmla="*/ 270792 h 795676"/>
              <a:gd name="connsiteX265" fmla="*/ 546630 w 1471018"/>
              <a:gd name="connsiteY265" fmla="*/ 279526 h 795676"/>
              <a:gd name="connsiteX266" fmla="*/ 540554 w 1471018"/>
              <a:gd name="connsiteY266" fmla="*/ 303831 h 795676"/>
              <a:gd name="connsiteX267" fmla="*/ 516251 w 1471018"/>
              <a:gd name="connsiteY267" fmla="*/ 297755 h 795676"/>
              <a:gd name="connsiteX268" fmla="*/ 522328 w 1471018"/>
              <a:gd name="connsiteY268" fmla="*/ 273450 h 795676"/>
              <a:gd name="connsiteX269" fmla="*/ 533338 w 1471018"/>
              <a:gd name="connsiteY269" fmla="*/ 270792 h 795676"/>
              <a:gd name="connsiteX270" fmla="*/ 633594 w 1471018"/>
              <a:gd name="connsiteY270" fmla="*/ 261678 h 795676"/>
              <a:gd name="connsiteX271" fmla="*/ 646886 w 1471018"/>
              <a:gd name="connsiteY271" fmla="*/ 270412 h 795676"/>
              <a:gd name="connsiteX272" fmla="*/ 640810 w 1471018"/>
              <a:gd name="connsiteY272" fmla="*/ 294717 h 795676"/>
              <a:gd name="connsiteX273" fmla="*/ 616505 w 1471018"/>
              <a:gd name="connsiteY273" fmla="*/ 288641 h 795676"/>
              <a:gd name="connsiteX274" fmla="*/ 622581 w 1471018"/>
              <a:gd name="connsiteY274" fmla="*/ 264336 h 795676"/>
              <a:gd name="connsiteX275" fmla="*/ 633594 w 1471018"/>
              <a:gd name="connsiteY275" fmla="*/ 261678 h 795676"/>
              <a:gd name="connsiteX276" fmla="*/ 746003 w 1471018"/>
              <a:gd name="connsiteY276" fmla="*/ 258640 h 795676"/>
              <a:gd name="connsiteX277" fmla="*/ 759295 w 1471018"/>
              <a:gd name="connsiteY277" fmla="*/ 267374 h 795676"/>
              <a:gd name="connsiteX278" fmla="*/ 753219 w 1471018"/>
              <a:gd name="connsiteY278" fmla="*/ 291679 h 795676"/>
              <a:gd name="connsiteX279" fmla="*/ 728914 w 1471018"/>
              <a:gd name="connsiteY279" fmla="*/ 285603 h 795676"/>
              <a:gd name="connsiteX280" fmla="*/ 734990 w 1471018"/>
              <a:gd name="connsiteY280" fmla="*/ 261298 h 795676"/>
              <a:gd name="connsiteX281" fmla="*/ 746003 w 1471018"/>
              <a:gd name="connsiteY281" fmla="*/ 258640 h 795676"/>
              <a:gd name="connsiteX282" fmla="*/ 1301968 w 1471018"/>
              <a:gd name="connsiteY282" fmla="*/ 225221 h 795676"/>
              <a:gd name="connsiteX283" fmla="*/ 1315260 w 1471018"/>
              <a:gd name="connsiteY283" fmla="*/ 233955 h 795676"/>
              <a:gd name="connsiteX284" fmla="*/ 1309184 w 1471018"/>
              <a:gd name="connsiteY284" fmla="*/ 258260 h 795676"/>
              <a:gd name="connsiteX285" fmla="*/ 1284879 w 1471018"/>
              <a:gd name="connsiteY285" fmla="*/ 252184 h 795676"/>
              <a:gd name="connsiteX286" fmla="*/ 1290955 w 1471018"/>
              <a:gd name="connsiteY286" fmla="*/ 227879 h 795676"/>
              <a:gd name="connsiteX287" fmla="*/ 1301968 w 1471018"/>
              <a:gd name="connsiteY287" fmla="*/ 225221 h 795676"/>
              <a:gd name="connsiteX288" fmla="*/ 7756 w 1471018"/>
              <a:gd name="connsiteY288" fmla="*/ 225221 h 795676"/>
              <a:gd name="connsiteX289" fmla="*/ 21048 w 1471018"/>
              <a:gd name="connsiteY289" fmla="*/ 233955 h 795676"/>
              <a:gd name="connsiteX290" fmla="*/ 14972 w 1471018"/>
              <a:gd name="connsiteY290" fmla="*/ 258260 h 795676"/>
              <a:gd name="connsiteX291" fmla="*/ 2819 w 1471018"/>
              <a:gd name="connsiteY291" fmla="*/ 260918 h 795676"/>
              <a:gd name="connsiteX292" fmla="*/ 0 w 1471018"/>
              <a:gd name="connsiteY292" fmla="*/ 258892 h 795676"/>
              <a:gd name="connsiteX293" fmla="*/ 0 w 1471018"/>
              <a:gd name="connsiteY293" fmla="*/ 227093 h 795676"/>
              <a:gd name="connsiteX294" fmla="*/ 180938 w 1471018"/>
              <a:gd name="connsiteY294" fmla="*/ 210031 h 795676"/>
              <a:gd name="connsiteX295" fmla="*/ 194229 w 1471018"/>
              <a:gd name="connsiteY295" fmla="*/ 218765 h 795676"/>
              <a:gd name="connsiteX296" fmla="*/ 188153 w 1471018"/>
              <a:gd name="connsiteY296" fmla="*/ 243070 h 795676"/>
              <a:gd name="connsiteX297" fmla="*/ 163849 w 1471018"/>
              <a:gd name="connsiteY297" fmla="*/ 236994 h 795676"/>
              <a:gd name="connsiteX298" fmla="*/ 169925 w 1471018"/>
              <a:gd name="connsiteY298" fmla="*/ 212689 h 795676"/>
              <a:gd name="connsiteX299" fmla="*/ 180938 w 1471018"/>
              <a:gd name="connsiteY299" fmla="*/ 210031 h 795676"/>
              <a:gd name="connsiteX300" fmla="*/ 1183484 w 1471018"/>
              <a:gd name="connsiteY300" fmla="*/ 203954 h 795676"/>
              <a:gd name="connsiteX301" fmla="*/ 1196776 w 1471018"/>
              <a:gd name="connsiteY301" fmla="*/ 212688 h 795676"/>
              <a:gd name="connsiteX302" fmla="*/ 1190700 w 1471018"/>
              <a:gd name="connsiteY302" fmla="*/ 236993 h 795676"/>
              <a:gd name="connsiteX303" fmla="*/ 1166395 w 1471018"/>
              <a:gd name="connsiteY303" fmla="*/ 230917 h 795676"/>
              <a:gd name="connsiteX304" fmla="*/ 1172471 w 1471018"/>
              <a:gd name="connsiteY304" fmla="*/ 206612 h 795676"/>
              <a:gd name="connsiteX305" fmla="*/ 1183484 w 1471018"/>
              <a:gd name="connsiteY305" fmla="*/ 203954 h 795676"/>
              <a:gd name="connsiteX306" fmla="*/ 946515 w 1471018"/>
              <a:gd name="connsiteY306" fmla="*/ 197878 h 795676"/>
              <a:gd name="connsiteX307" fmla="*/ 959807 w 1471018"/>
              <a:gd name="connsiteY307" fmla="*/ 206612 h 795676"/>
              <a:gd name="connsiteX308" fmla="*/ 953731 w 1471018"/>
              <a:gd name="connsiteY308" fmla="*/ 230917 h 795676"/>
              <a:gd name="connsiteX309" fmla="*/ 929426 w 1471018"/>
              <a:gd name="connsiteY309" fmla="*/ 224841 h 795676"/>
              <a:gd name="connsiteX310" fmla="*/ 935502 w 1471018"/>
              <a:gd name="connsiteY310" fmla="*/ 200536 h 795676"/>
              <a:gd name="connsiteX311" fmla="*/ 946515 w 1471018"/>
              <a:gd name="connsiteY311" fmla="*/ 197878 h 795676"/>
              <a:gd name="connsiteX312" fmla="*/ 466501 w 1471018"/>
              <a:gd name="connsiteY312" fmla="*/ 197878 h 795676"/>
              <a:gd name="connsiteX313" fmla="*/ 479793 w 1471018"/>
              <a:gd name="connsiteY313" fmla="*/ 206612 h 795676"/>
              <a:gd name="connsiteX314" fmla="*/ 473717 w 1471018"/>
              <a:gd name="connsiteY314" fmla="*/ 230917 h 795676"/>
              <a:gd name="connsiteX315" fmla="*/ 449412 w 1471018"/>
              <a:gd name="connsiteY315" fmla="*/ 224841 h 795676"/>
              <a:gd name="connsiteX316" fmla="*/ 455486 w 1471018"/>
              <a:gd name="connsiteY316" fmla="*/ 200536 h 795676"/>
              <a:gd name="connsiteX317" fmla="*/ 466501 w 1471018"/>
              <a:gd name="connsiteY317" fmla="*/ 197878 h 795676"/>
              <a:gd name="connsiteX318" fmla="*/ 323717 w 1471018"/>
              <a:gd name="connsiteY318" fmla="*/ 197878 h 795676"/>
              <a:gd name="connsiteX319" fmla="*/ 337009 w 1471018"/>
              <a:gd name="connsiteY319" fmla="*/ 206612 h 795676"/>
              <a:gd name="connsiteX320" fmla="*/ 330933 w 1471018"/>
              <a:gd name="connsiteY320" fmla="*/ 230917 h 795676"/>
              <a:gd name="connsiteX321" fmla="*/ 306628 w 1471018"/>
              <a:gd name="connsiteY321" fmla="*/ 224841 h 795676"/>
              <a:gd name="connsiteX322" fmla="*/ 312704 w 1471018"/>
              <a:gd name="connsiteY322" fmla="*/ 200536 h 795676"/>
              <a:gd name="connsiteX323" fmla="*/ 323717 w 1471018"/>
              <a:gd name="connsiteY323" fmla="*/ 197878 h 795676"/>
              <a:gd name="connsiteX324" fmla="*/ 1074113 w 1471018"/>
              <a:gd name="connsiteY324" fmla="*/ 188764 h 795676"/>
              <a:gd name="connsiteX325" fmla="*/ 1087405 w 1471018"/>
              <a:gd name="connsiteY325" fmla="*/ 197498 h 795676"/>
              <a:gd name="connsiteX326" fmla="*/ 1081329 w 1471018"/>
              <a:gd name="connsiteY326" fmla="*/ 221803 h 795676"/>
              <a:gd name="connsiteX327" fmla="*/ 1057024 w 1471018"/>
              <a:gd name="connsiteY327" fmla="*/ 215727 h 795676"/>
              <a:gd name="connsiteX328" fmla="*/ 1063100 w 1471018"/>
              <a:gd name="connsiteY328" fmla="*/ 191422 h 795676"/>
              <a:gd name="connsiteX329" fmla="*/ 1074113 w 1471018"/>
              <a:gd name="connsiteY329" fmla="*/ 188764 h 795676"/>
              <a:gd name="connsiteX330" fmla="*/ 846259 w 1471018"/>
              <a:gd name="connsiteY330" fmla="*/ 188764 h 795676"/>
              <a:gd name="connsiteX331" fmla="*/ 859551 w 1471018"/>
              <a:gd name="connsiteY331" fmla="*/ 197498 h 795676"/>
              <a:gd name="connsiteX332" fmla="*/ 853475 w 1471018"/>
              <a:gd name="connsiteY332" fmla="*/ 221803 h 795676"/>
              <a:gd name="connsiteX333" fmla="*/ 829170 w 1471018"/>
              <a:gd name="connsiteY333" fmla="*/ 215727 h 795676"/>
              <a:gd name="connsiteX334" fmla="*/ 835246 w 1471018"/>
              <a:gd name="connsiteY334" fmla="*/ 191422 h 795676"/>
              <a:gd name="connsiteX335" fmla="*/ 846259 w 1471018"/>
              <a:gd name="connsiteY335" fmla="*/ 188764 h 795676"/>
              <a:gd name="connsiteX336" fmla="*/ 694356 w 1471018"/>
              <a:gd name="connsiteY336" fmla="*/ 164460 h 795676"/>
              <a:gd name="connsiteX337" fmla="*/ 707648 w 1471018"/>
              <a:gd name="connsiteY337" fmla="*/ 173194 h 795676"/>
              <a:gd name="connsiteX338" fmla="*/ 701572 w 1471018"/>
              <a:gd name="connsiteY338" fmla="*/ 197499 h 795676"/>
              <a:gd name="connsiteX339" fmla="*/ 677267 w 1471018"/>
              <a:gd name="connsiteY339" fmla="*/ 191423 h 795676"/>
              <a:gd name="connsiteX340" fmla="*/ 683343 w 1471018"/>
              <a:gd name="connsiteY340" fmla="*/ 167118 h 795676"/>
              <a:gd name="connsiteX341" fmla="*/ 694356 w 1471018"/>
              <a:gd name="connsiteY341" fmla="*/ 164460 h 795676"/>
              <a:gd name="connsiteX342" fmla="*/ 77635 w 1471018"/>
              <a:gd name="connsiteY342" fmla="*/ 152307 h 795676"/>
              <a:gd name="connsiteX343" fmla="*/ 90926 w 1471018"/>
              <a:gd name="connsiteY343" fmla="*/ 161041 h 795676"/>
              <a:gd name="connsiteX344" fmla="*/ 84851 w 1471018"/>
              <a:gd name="connsiteY344" fmla="*/ 185346 h 795676"/>
              <a:gd name="connsiteX345" fmla="*/ 60546 w 1471018"/>
              <a:gd name="connsiteY345" fmla="*/ 179270 h 795676"/>
              <a:gd name="connsiteX346" fmla="*/ 66622 w 1471018"/>
              <a:gd name="connsiteY346" fmla="*/ 154965 h 795676"/>
              <a:gd name="connsiteX347" fmla="*/ 77635 w 1471018"/>
              <a:gd name="connsiteY347" fmla="*/ 152307 h 795676"/>
              <a:gd name="connsiteX348" fmla="*/ 1377919 w 1471018"/>
              <a:gd name="connsiteY348" fmla="*/ 146231 h 795676"/>
              <a:gd name="connsiteX349" fmla="*/ 1391211 w 1471018"/>
              <a:gd name="connsiteY349" fmla="*/ 154965 h 795676"/>
              <a:gd name="connsiteX350" fmla="*/ 1385135 w 1471018"/>
              <a:gd name="connsiteY350" fmla="*/ 179270 h 795676"/>
              <a:gd name="connsiteX351" fmla="*/ 1360830 w 1471018"/>
              <a:gd name="connsiteY351" fmla="*/ 173194 h 795676"/>
              <a:gd name="connsiteX352" fmla="*/ 1366906 w 1471018"/>
              <a:gd name="connsiteY352" fmla="*/ 148889 h 795676"/>
              <a:gd name="connsiteX353" fmla="*/ 1377919 w 1471018"/>
              <a:gd name="connsiteY353" fmla="*/ 146231 h 795676"/>
              <a:gd name="connsiteX354" fmla="*/ 588024 w 1471018"/>
              <a:gd name="connsiteY354" fmla="*/ 143193 h 795676"/>
              <a:gd name="connsiteX355" fmla="*/ 601316 w 1471018"/>
              <a:gd name="connsiteY355" fmla="*/ 151927 h 795676"/>
              <a:gd name="connsiteX356" fmla="*/ 595240 w 1471018"/>
              <a:gd name="connsiteY356" fmla="*/ 176232 h 795676"/>
              <a:gd name="connsiteX357" fmla="*/ 570935 w 1471018"/>
              <a:gd name="connsiteY357" fmla="*/ 170156 h 795676"/>
              <a:gd name="connsiteX358" fmla="*/ 577011 w 1471018"/>
              <a:gd name="connsiteY358" fmla="*/ 145851 h 795676"/>
              <a:gd name="connsiteX359" fmla="*/ 588024 w 1471018"/>
              <a:gd name="connsiteY359" fmla="*/ 143193 h 795676"/>
              <a:gd name="connsiteX360" fmla="*/ 241687 w 1471018"/>
              <a:gd name="connsiteY360" fmla="*/ 128003 h 795676"/>
              <a:gd name="connsiteX361" fmla="*/ 254979 w 1471018"/>
              <a:gd name="connsiteY361" fmla="*/ 136737 h 795676"/>
              <a:gd name="connsiteX362" fmla="*/ 248903 w 1471018"/>
              <a:gd name="connsiteY362" fmla="*/ 161042 h 795676"/>
              <a:gd name="connsiteX363" fmla="*/ 224598 w 1471018"/>
              <a:gd name="connsiteY363" fmla="*/ 154966 h 795676"/>
              <a:gd name="connsiteX364" fmla="*/ 230674 w 1471018"/>
              <a:gd name="connsiteY364" fmla="*/ 130661 h 795676"/>
              <a:gd name="connsiteX365" fmla="*/ 241687 w 1471018"/>
              <a:gd name="connsiteY365" fmla="*/ 128003 h 795676"/>
              <a:gd name="connsiteX366" fmla="*/ 1259435 w 1471018"/>
              <a:gd name="connsiteY366" fmla="*/ 124965 h 795676"/>
              <a:gd name="connsiteX367" fmla="*/ 1272727 w 1471018"/>
              <a:gd name="connsiteY367" fmla="*/ 133699 h 795676"/>
              <a:gd name="connsiteX368" fmla="*/ 1266651 w 1471018"/>
              <a:gd name="connsiteY368" fmla="*/ 158004 h 795676"/>
              <a:gd name="connsiteX369" fmla="*/ 1242346 w 1471018"/>
              <a:gd name="connsiteY369" fmla="*/ 151928 h 795676"/>
              <a:gd name="connsiteX370" fmla="*/ 1248422 w 1471018"/>
              <a:gd name="connsiteY370" fmla="*/ 127623 h 795676"/>
              <a:gd name="connsiteX371" fmla="*/ 1259435 w 1471018"/>
              <a:gd name="connsiteY371" fmla="*/ 124965 h 795676"/>
              <a:gd name="connsiteX372" fmla="*/ 399672 w 1471018"/>
              <a:gd name="connsiteY372" fmla="*/ 118889 h 795676"/>
              <a:gd name="connsiteX373" fmla="*/ 412966 w 1471018"/>
              <a:gd name="connsiteY373" fmla="*/ 127623 h 795676"/>
              <a:gd name="connsiteX374" fmla="*/ 406890 w 1471018"/>
              <a:gd name="connsiteY374" fmla="*/ 151928 h 795676"/>
              <a:gd name="connsiteX375" fmla="*/ 382584 w 1471018"/>
              <a:gd name="connsiteY375" fmla="*/ 145852 h 795676"/>
              <a:gd name="connsiteX376" fmla="*/ 388658 w 1471018"/>
              <a:gd name="connsiteY376" fmla="*/ 121547 h 795676"/>
              <a:gd name="connsiteX377" fmla="*/ 399672 w 1471018"/>
              <a:gd name="connsiteY377" fmla="*/ 118889 h 795676"/>
              <a:gd name="connsiteX378" fmla="*/ 1004238 w 1471018"/>
              <a:gd name="connsiteY378" fmla="*/ 112813 h 795676"/>
              <a:gd name="connsiteX379" fmla="*/ 1017530 w 1471018"/>
              <a:gd name="connsiteY379" fmla="*/ 121547 h 795676"/>
              <a:gd name="connsiteX380" fmla="*/ 1011454 w 1471018"/>
              <a:gd name="connsiteY380" fmla="*/ 145852 h 795676"/>
              <a:gd name="connsiteX381" fmla="*/ 987149 w 1471018"/>
              <a:gd name="connsiteY381" fmla="*/ 139776 h 795676"/>
              <a:gd name="connsiteX382" fmla="*/ 993225 w 1471018"/>
              <a:gd name="connsiteY382" fmla="*/ 115471 h 795676"/>
              <a:gd name="connsiteX383" fmla="*/ 1004238 w 1471018"/>
              <a:gd name="connsiteY383" fmla="*/ 112813 h 795676"/>
              <a:gd name="connsiteX384" fmla="*/ 800688 w 1471018"/>
              <a:gd name="connsiteY384" fmla="*/ 97622 h 795676"/>
              <a:gd name="connsiteX385" fmla="*/ 813980 w 1471018"/>
              <a:gd name="connsiteY385" fmla="*/ 106356 h 795676"/>
              <a:gd name="connsiteX386" fmla="*/ 807904 w 1471018"/>
              <a:gd name="connsiteY386" fmla="*/ 130661 h 795676"/>
              <a:gd name="connsiteX387" fmla="*/ 783599 w 1471018"/>
              <a:gd name="connsiteY387" fmla="*/ 124585 h 795676"/>
              <a:gd name="connsiteX388" fmla="*/ 789675 w 1471018"/>
              <a:gd name="connsiteY388" fmla="*/ 100280 h 795676"/>
              <a:gd name="connsiteX389" fmla="*/ 800688 w 1471018"/>
              <a:gd name="connsiteY389" fmla="*/ 97622 h 795676"/>
              <a:gd name="connsiteX390" fmla="*/ 1128799 w 1471018"/>
              <a:gd name="connsiteY390" fmla="*/ 85470 h 795676"/>
              <a:gd name="connsiteX391" fmla="*/ 1142090 w 1471018"/>
              <a:gd name="connsiteY391" fmla="*/ 94204 h 795676"/>
              <a:gd name="connsiteX392" fmla="*/ 1136014 w 1471018"/>
              <a:gd name="connsiteY392" fmla="*/ 118509 h 795676"/>
              <a:gd name="connsiteX393" fmla="*/ 1111709 w 1471018"/>
              <a:gd name="connsiteY393" fmla="*/ 112433 h 795676"/>
              <a:gd name="connsiteX394" fmla="*/ 1117785 w 1471018"/>
              <a:gd name="connsiteY394" fmla="*/ 88128 h 795676"/>
              <a:gd name="connsiteX395" fmla="*/ 1128799 w 1471018"/>
              <a:gd name="connsiteY395" fmla="*/ 85470 h 795676"/>
              <a:gd name="connsiteX396" fmla="*/ 515112 w 1471018"/>
              <a:gd name="connsiteY396" fmla="*/ 85470 h 795676"/>
              <a:gd name="connsiteX397" fmla="*/ 528402 w 1471018"/>
              <a:gd name="connsiteY397" fmla="*/ 94204 h 795676"/>
              <a:gd name="connsiteX398" fmla="*/ 522328 w 1471018"/>
              <a:gd name="connsiteY398" fmla="*/ 118509 h 795676"/>
              <a:gd name="connsiteX399" fmla="*/ 498023 w 1471018"/>
              <a:gd name="connsiteY399" fmla="*/ 112433 h 795676"/>
              <a:gd name="connsiteX400" fmla="*/ 504099 w 1471018"/>
              <a:gd name="connsiteY400" fmla="*/ 88128 h 795676"/>
              <a:gd name="connsiteX401" fmla="*/ 515112 w 1471018"/>
              <a:gd name="connsiteY401" fmla="*/ 85470 h 795676"/>
              <a:gd name="connsiteX402" fmla="*/ 682203 w 1471018"/>
              <a:gd name="connsiteY402" fmla="*/ 73318 h 795676"/>
              <a:gd name="connsiteX403" fmla="*/ 695495 w 1471018"/>
              <a:gd name="connsiteY403" fmla="*/ 82052 h 795676"/>
              <a:gd name="connsiteX404" fmla="*/ 689419 w 1471018"/>
              <a:gd name="connsiteY404" fmla="*/ 106357 h 795676"/>
              <a:gd name="connsiteX405" fmla="*/ 665114 w 1471018"/>
              <a:gd name="connsiteY405" fmla="*/ 100281 h 795676"/>
              <a:gd name="connsiteX406" fmla="*/ 671190 w 1471018"/>
              <a:gd name="connsiteY406" fmla="*/ 75976 h 795676"/>
              <a:gd name="connsiteX407" fmla="*/ 682203 w 1471018"/>
              <a:gd name="connsiteY407" fmla="*/ 73318 h 795676"/>
              <a:gd name="connsiteX408" fmla="*/ 159669 w 1471018"/>
              <a:gd name="connsiteY408" fmla="*/ 67242 h 795676"/>
              <a:gd name="connsiteX409" fmla="*/ 172960 w 1471018"/>
              <a:gd name="connsiteY409" fmla="*/ 75976 h 795676"/>
              <a:gd name="connsiteX410" fmla="*/ 166884 w 1471018"/>
              <a:gd name="connsiteY410" fmla="*/ 100281 h 795676"/>
              <a:gd name="connsiteX411" fmla="*/ 142579 w 1471018"/>
              <a:gd name="connsiteY411" fmla="*/ 94205 h 795676"/>
              <a:gd name="connsiteX412" fmla="*/ 148655 w 1471018"/>
              <a:gd name="connsiteY412" fmla="*/ 69900 h 795676"/>
              <a:gd name="connsiteX413" fmla="*/ 159669 w 1471018"/>
              <a:gd name="connsiteY413" fmla="*/ 67242 h 795676"/>
              <a:gd name="connsiteX414" fmla="*/ 1453871 w 1471018"/>
              <a:gd name="connsiteY414" fmla="*/ 58127 h 795676"/>
              <a:gd name="connsiteX415" fmla="*/ 1467163 w 1471018"/>
              <a:gd name="connsiteY415" fmla="*/ 66861 h 795676"/>
              <a:gd name="connsiteX416" fmla="*/ 1461087 w 1471018"/>
              <a:gd name="connsiteY416" fmla="*/ 91166 h 795676"/>
              <a:gd name="connsiteX417" fmla="*/ 1436782 w 1471018"/>
              <a:gd name="connsiteY417" fmla="*/ 85090 h 795676"/>
              <a:gd name="connsiteX418" fmla="*/ 1442858 w 1471018"/>
              <a:gd name="connsiteY418" fmla="*/ 60785 h 795676"/>
              <a:gd name="connsiteX419" fmla="*/ 1453871 w 1471018"/>
              <a:gd name="connsiteY419" fmla="*/ 58127 h 795676"/>
              <a:gd name="connsiteX420" fmla="*/ 47254 w 1471018"/>
              <a:gd name="connsiteY420" fmla="*/ 58127 h 795676"/>
              <a:gd name="connsiteX421" fmla="*/ 60546 w 1471018"/>
              <a:gd name="connsiteY421" fmla="*/ 66861 h 795676"/>
              <a:gd name="connsiteX422" fmla="*/ 54470 w 1471018"/>
              <a:gd name="connsiteY422" fmla="*/ 91166 h 795676"/>
              <a:gd name="connsiteX423" fmla="*/ 30165 w 1471018"/>
              <a:gd name="connsiteY423" fmla="*/ 85090 h 795676"/>
              <a:gd name="connsiteX424" fmla="*/ 36241 w 1471018"/>
              <a:gd name="connsiteY424" fmla="*/ 60785 h 795676"/>
              <a:gd name="connsiteX425" fmla="*/ 47254 w 1471018"/>
              <a:gd name="connsiteY425" fmla="*/ 58127 h 795676"/>
              <a:gd name="connsiteX426" fmla="*/ 314611 w 1471018"/>
              <a:gd name="connsiteY426" fmla="*/ 55089 h 795676"/>
              <a:gd name="connsiteX427" fmla="*/ 327903 w 1471018"/>
              <a:gd name="connsiteY427" fmla="*/ 63823 h 795676"/>
              <a:gd name="connsiteX428" fmla="*/ 321827 w 1471018"/>
              <a:gd name="connsiteY428" fmla="*/ 88128 h 795676"/>
              <a:gd name="connsiteX429" fmla="*/ 297522 w 1471018"/>
              <a:gd name="connsiteY429" fmla="*/ 82052 h 795676"/>
              <a:gd name="connsiteX430" fmla="*/ 303598 w 1471018"/>
              <a:gd name="connsiteY430" fmla="*/ 57747 h 795676"/>
              <a:gd name="connsiteX431" fmla="*/ 314611 w 1471018"/>
              <a:gd name="connsiteY431" fmla="*/ 55089 h 795676"/>
              <a:gd name="connsiteX432" fmla="*/ 885754 w 1471018"/>
              <a:gd name="connsiteY432" fmla="*/ 52051 h 795676"/>
              <a:gd name="connsiteX433" fmla="*/ 899046 w 1471018"/>
              <a:gd name="connsiteY433" fmla="*/ 60785 h 795676"/>
              <a:gd name="connsiteX434" fmla="*/ 892970 w 1471018"/>
              <a:gd name="connsiteY434" fmla="*/ 85090 h 795676"/>
              <a:gd name="connsiteX435" fmla="*/ 868665 w 1471018"/>
              <a:gd name="connsiteY435" fmla="*/ 79014 h 795676"/>
              <a:gd name="connsiteX436" fmla="*/ 874741 w 1471018"/>
              <a:gd name="connsiteY436" fmla="*/ 54709 h 795676"/>
              <a:gd name="connsiteX437" fmla="*/ 885754 w 1471018"/>
              <a:gd name="connsiteY437" fmla="*/ 52051 h 795676"/>
              <a:gd name="connsiteX438" fmla="*/ 1341464 w 1471018"/>
              <a:gd name="connsiteY438" fmla="*/ 39899 h 795676"/>
              <a:gd name="connsiteX439" fmla="*/ 1354755 w 1471018"/>
              <a:gd name="connsiteY439" fmla="*/ 48633 h 795676"/>
              <a:gd name="connsiteX440" fmla="*/ 1348679 w 1471018"/>
              <a:gd name="connsiteY440" fmla="*/ 72938 h 795676"/>
              <a:gd name="connsiteX441" fmla="*/ 1324374 w 1471018"/>
              <a:gd name="connsiteY441" fmla="*/ 66862 h 795676"/>
              <a:gd name="connsiteX442" fmla="*/ 1330450 w 1471018"/>
              <a:gd name="connsiteY442" fmla="*/ 42557 h 795676"/>
              <a:gd name="connsiteX443" fmla="*/ 1341464 w 1471018"/>
              <a:gd name="connsiteY443" fmla="*/ 39899 h 795676"/>
              <a:gd name="connsiteX444" fmla="*/ 1204751 w 1471018"/>
              <a:gd name="connsiteY444" fmla="*/ 27747 h 795676"/>
              <a:gd name="connsiteX445" fmla="*/ 1218042 w 1471018"/>
              <a:gd name="connsiteY445" fmla="*/ 36481 h 795676"/>
              <a:gd name="connsiteX446" fmla="*/ 1211966 w 1471018"/>
              <a:gd name="connsiteY446" fmla="*/ 60786 h 795676"/>
              <a:gd name="connsiteX447" fmla="*/ 1187661 w 1471018"/>
              <a:gd name="connsiteY447" fmla="*/ 54710 h 795676"/>
              <a:gd name="connsiteX448" fmla="*/ 1193737 w 1471018"/>
              <a:gd name="connsiteY448" fmla="*/ 30405 h 795676"/>
              <a:gd name="connsiteX449" fmla="*/ 1204751 w 1471018"/>
              <a:gd name="connsiteY449" fmla="*/ 27747 h 795676"/>
              <a:gd name="connsiteX450" fmla="*/ 979933 w 1471018"/>
              <a:gd name="connsiteY450" fmla="*/ 21671 h 795676"/>
              <a:gd name="connsiteX451" fmla="*/ 993225 w 1471018"/>
              <a:gd name="connsiteY451" fmla="*/ 30405 h 795676"/>
              <a:gd name="connsiteX452" fmla="*/ 987149 w 1471018"/>
              <a:gd name="connsiteY452" fmla="*/ 54710 h 795676"/>
              <a:gd name="connsiteX453" fmla="*/ 962844 w 1471018"/>
              <a:gd name="connsiteY453" fmla="*/ 48634 h 795676"/>
              <a:gd name="connsiteX454" fmla="*/ 968920 w 1471018"/>
              <a:gd name="connsiteY454" fmla="*/ 24329 h 795676"/>
              <a:gd name="connsiteX455" fmla="*/ 979933 w 1471018"/>
              <a:gd name="connsiteY455" fmla="*/ 21671 h 795676"/>
              <a:gd name="connsiteX456" fmla="*/ 451312 w 1471018"/>
              <a:gd name="connsiteY456" fmla="*/ 8759 h 795676"/>
              <a:gd name="connsiteX457" fmla="*/ 464603 w 1471018"/>
              <a:gd name="connsiteY457" fmla="*/ 21291 h 795676"/>
              <a:gd name="connsiteX458" fmla="*/ 458526 w 1471018"/>
              <a:gd name="connsiteY458" fmla="*/ 45596 h 795676"/>
              <a:gd name="connsiteX459" fmla="*/ 434225 w 1471018"/>
              <a:gd name="connsiteY459" fmla="*/ 39520 h 795676"/>
              <a:gd name="connsiteX460" fmla="*/ 440301 w 1471018"/>
              <a:gd name="connsiteY460" fmla="*/ 12177 h 795676"/>
              <a:gd name="connsiteX461" fmla="*/ 451312 w 1471018"/>
              <a:gd name="connsiteY461" fmla="*/ 8759 h 795676"/>
              <a:gd name="connsiteX462" fmla="*/ 1049824 w 1471018"/>
              <a:gd name="connsiteY462" fmla="*/ 0 h 795676"/>
              <a:gd name="connsiteX463" fmla="*/ 1083563 w 1471018"/>
              <a:gd name="connsiteY463" fmla="*/ 0 h 795676"/>
              <a:gd name="connsiteX464" fmla="*/ 1083987 w 1471018"/>
              <a:gd name="connsiteY464" fmla="*/ 2304 h 795676"/>
              <a:gd name="connsiteX465" fmla="*/ 1075253 w 1471018"/>
              <a:gd name="connsiteY465" fmla="*/ 12178 h 795676"/>
              <a:gd name="connsiteX466" fmla="*/ 1050948 w 1471018"/>
              <a:gd name="connsiteY466" fmla="*/ 6102 h 795676"/>
              <a:gd name="connsiteX467" fmla="*/ 773962 w 1471018"/>
              <a:gd name="connsiteY467" fmla="*/ 0 h 795676"/>
              <a:gd name="connsiteX468" fmla="*/ 806875 w 1471018"/>
              <a:gd name="connsiteY468" fmla="*/ 0 h 795676"/>
              <a:gd name="connsiteX469" fmla="*/ 798790 w 1471018"/>
              <a:gd name="connsiteY469" fmla="*/ 9140 h 795676"/>
              <a:gd name="connsiteX470" fmla="*/ 774485 w 1471018"/>
              <a:gd name="connsiteY470" fmla="*/ 3064 h 795676"/>
              <a:gd name="connsiteX471" fmla="*/ 659033 w 1471018"/>
              <a:gd name="connsiteY471" fmla="*/ 0 h 795676"/>
              <a:gd name="connsiteX472" fmla="*/ 688741 w 1471018"/>
              <a:gd name="connsiteY472" fmla="*/ 0 h 795676"/>
              <a:gd name="connsiteX473" fmla="*/ 683343 w 1471018"/>
              <a:gd name="connsiteY473" fmla="*/ 6102 h 795676"/>
              <a:gd name="connsiteX474" fmla="*/ 659038 w 1471018"/>
              <a:gd name="connsiteY474" fmla="*/ 26 h 795676"/>
              <a:gd name="connsiteX475" fmla="*/ 558807 w 1471018"/>
              <a:gd name="connsiteY475" fmla="*/ 0 h 795676"/>
              <a:gd name="connsiteX476" fmla="*/ 589125 w 1471018"/>
              <a:gd name="connsiteY476" fmla="*/ 0 h 795676"/>
              <a:gd name="connsiteX477" fmla="*/ 589163 w 1471018"/>
              <a:gd name="connsiteY477" fmla="*/ 25 h 795676"/>
              <a:gd name="connsiteX478" fmla="*/ 583087 w 1471018"/>
              <a:gd name="connsiteY478" fmla="*/ 24330 h 795676"/>
              <a:gd name="connsiteX479" fmla="*/ 558782 w 1471018"/>
              <a:gd name="connsiteY479" fmla="*/ 18254 h 795676"/>
              <a:gd name="connsiteX480" fmla="*/ 556124 w 1471018"/>
              <a:gd name="connsiteY480" fmla="*/ 2683 h 795676"/>
              <a:gd name="connsiteX481" fmla="*/ 189731 w 1471018"/>
              <a:gd name="connsiteY481" fmla="*/ 0 h 795676"/>
              <a:gd name="connsiteX482" fmla="*/ 223240 w 1471018"/>
              <a:gd name="connsiteY482" fmla="*/ 0 h 795676"/>
              <a:gd name="connsiteX483" fmla="*/ 224224 w 1471018"/>
              <a:gd name="connsiteY483" fmla="*/ 5342 h 795676"/>
              <a:gd name="connsiteX484" fmla="*/ 215490 w 1471018"/>
              <a:gd name="connsiteY484" fmla="*/ 15216 h 795676"/>
              <a:gd name="connsiteX485" fmla="*/ 191185 w 1471018"/>
              <a:gd name="connsiteY485" fmla="*/ 9140 h 79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Lst>
            <a:rect l="l" t="t" r="r" b="b"/>
            <a:pathLst>
              <a:path w="1471018" h="795676">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dirty="0"/>
          </a:p>
        </p:txBody>
      </p:sp>
      <p:sp>
        <p:nvSpPr>
          <p:cNvPr id="20" name="TextBox 19">
            <a:extLst>
              <a:ext uri="{FF2B5EF4-FFF2-40B4-BE49-F238E27FC236}">
                <a16:creationId xmlns:a16="http://schemas.microsoft.com/office/drawing/2014/main" id="{D07078B8-A8FD-FAD6-39BB-22A40623332C}"/>
              </a:ext>
            </a:extLst>
          </p:cNvPr>
          <p:cNvSpPr txBox="1"/>
          <p:nvPr/>
        </p:nvSpPr>
        <p:spPr>
          <a:xfrm>
            <a:off x="844549" y="1939452"/>
            <a:ext cx="7158547" cy="3290581"/>
          </a:xfrm>
          <a:prstGeom prst="rect">
            <a:avLst/>
          </a:prstGeom>
          <a:noFill/>
        </p:spPr>
        <p:txBody>
          <a:bodyPr wrap="square">
            <a:spAutoFit/>
          </a:bodyPr>
          <a:lstStyle/>
          <a:p>
            <a:pPr marL="285750" indent="-285750" algn="just">
              <a:lnSpc>
                <a:spcPct val="150000"/>
              </a:lnSpc>
              <a:buFont typeface="Wingdings" panose="05000000000000000000" pitchFamily="2" charset="2"/>
              <a:buChar char="ü"/>
            </a:pPr>
            <a:r>
              <a:rPr lang="vi-VN" sz="1400" b="0" i="0" dirty="0">
                <a:solidFill>
                  <a:schemeClr val="bg1"/>
                </a:solidFill>
                <a:effectLst/>
                <a:latin typeface="inherit"/>
              </a:rPr>
              <a:t>Hãy sẵn sàng đánh đổi sự đảm bảo về tài chính để lấy tiềm năng của mình cho mai sau. Hãy chấp nhận rủi ro tài chính để đổi lấy cơ hội được phát triển bản thân trong hiện tại và tương lai. Việc đầu tư vào bản thân luôn là khoản đầu tư đáng giá nhất. Do đó, hãy tìm kiếm cho mình một người Thầy, người huấn luyện tài ba để học hỏi và có thể giúp bạn khai phóng tiềm năng của mình.</a:t>
            </a:r>
          </a:p>
          <a:p>
            <a:pPr marL="285750" indent="-285750" algn="just">
              <a:lnSpc>
                <a:spcPct val="150000"/>
              </a:lnSpc>
              <a:buFont typeface="Wingdings" panose="05000000000000000000" pitchFamily="2" charset="2"/>
              <a:buChar char="ü"/>
            </a:pPr>
            <a:r>
              <a:rPr lang="vi-VN" sz="1400" b="0" i="0" dirty="0">
                <a:solidFill>
                  <a:schemeClr val="bg1"/>
                </a:solidFill>
                <a:effectLst/>
                <a:latin typeface="inherit"/>
              </a:rPr>
              <a:t>Bên cạnh đó, hãy từ bỏ cuộc sống hối hả để đổi lấy một cuộc đời tươi đẹp bằng cách làm việc mà bản thân làm tốt nhất và loại bỏ những việc không cần thiết. Hãy lên cho mình một danh sách các công việc cần làm và tập trung thực hiện nó. Những việc ngoài danh sách lập tức cho chúng vào danh sách những việc ngừng làm. Chỉ khi đó, bạn mới cảm thấy mình không còn bận rộn và chính bạn đang phục vụ cho cuộc sống của mình.</a:t>
            </a:r>
          </a:p>
        </p:txBody>
      </p:sp>
      <p:pic>
        <p:nvPicPr>
          <p:cNvPr id="3074" name="Picture 2" descr="Bạn có nghĩ thành công là phải trả giá và đánh đổi?">
            <a:extLst>
              <a:ext uri="{FF2B5EF4-FFF2-40B4-BE49-F238E27FC236}">
                <a16:creationId xmlns:a16="http://schemas.microsoft.com/office/drawing/2014/main" id="{8434037F-DA8E-2D66-B963-E7509413EB1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88927" y="1482905"/>
            <a:ext cx="3446845" cy="4880488"/>
          </a:xfrm>
          <a:prstGeom prst="rect">
            <a:avLst/>
          </a:prstGeom>
          <a:noFill/>
          <a:effectLst>
            <a:glow rad="228600">
              <a:schemeClr val="accent3">
                <a:satMod val="175000"/>
                <a:alpha val="40000"/>
              </a:schemeClr>
            </a:glow>
          </a:effectLst>
          <a:scene3d>
            <a:camera prst="isometricOffAxis1Right"/>
            <a:lightRig rig="threePt" dir="t"/>
          </a:scene3d>
          <a:extLst>
            <a:ext uri="{909E8E84-426E-40DD-AFC4-6F175D3DCCD1}">
              <a14:hiddenFill xmlns:a14="http://schemas.microsoft.com/office/drawing/2010/main">
                <a:solidFill>
                  <a:srgbClr val="FFFFFF"/>
                </a:solidFill>
              </a14:hiddenFill>
            </a:ext>
          </a:extLst>
        </p:spPr>
      </p:pic>
      <p:pic>
        <p:nvPicPr>
          <p:cNvPr id="21" name="Content Placeholder 18">
            <a:extLst>
              <a:ext uri="{FF2B5EF4-FFF2-40B4-BE49-F238E27FC236}">
                <a16:creationId xmlns:a16="http://schemas.microsoft.com/office/drawing/2014/main" id="{25D3CADB-B323-3FD2-735B-30E18ED3B0AE}"/>
              </a:ext>
            </a:extLst>
          </p:cNvPr>
          <p:cNvPicPr>
            <a:picLocks noChangeAspect="1"/>
          </p:cNvPicPr>
          <p:nvPr/>
        </p:nvPicPr>
        <p:blipFill>
          <a:blip r:embed="rId3"/>
          <a:stretch>
            <a:fillRect/>
          </a:stretch>
        </p:blipFill>
        <p:spPr>
          <a:xfrm>
            <a:off x="11385627" y="91455"/>
            <a:ext cx="806373" cy="694146"/>
          </a:xfrm>
          <a:prstGeom prst="rect">
            <a:avLst/>
          </a:prstGeom>
        </p:spPr>
      </p:pic>
    </p:spTree>
    <p:extLst>
      <p:ext uri="{BB962C8B-B14F-4D97-AF65-F5344CB8AC3E}">
        <p14:creationId xmlns:p14="http://schemas.microsoft.com/office/powerpoint/2010/main" val="20595332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5D7D5EB3-E14E-453E-A088-786A2823E07E}"/>
              </a:ext>
            </a:extLst>
          </p:cNvPr>
          <p:cNvSpPr>
            <a:spLocks noGrp="1"/>
          </p:cNvSpPr>
          <p:nvPr>
            <p:ph type="sldNum" sz="quarter" idx="12"/>
          </p:nvPr>
        </p:nvSpPr>
        <p:spPr>
          <a:xfrm>
            <a:off x="11506200" y="6215112"/>
            <a:ext cx="640080" cy="640080"/>
          </a:xfrm>
        </p:spPr>
        <p:txBody>
          <a:bodyPr/>
          <a:lstStyle/>
          <a:p>
            <a:fld id="{DFDF98CC-160E-494C-8C3C-8CDC5FA257DE}" type="slidenum">
              <a:rPr lang="en-US" smtClean="0"/>
              <a:pPr/>
              <a:t>5</a:t>
            </a:fld>
            <a:endParaRPr lang="en-US" dirty="0"/>
          </a:p>
        </p:txBody>
      </p:sp>
      <p:sp>
        <p:nvSpPr>
          <p:cNvPr id="4" name="Title 3">
            <a:extLst>
              <a:ext uri="{FF2B5EF4-FFF2-40B4-BE49-F238E27FC236}">
                <a16:creationId xmlns:a16="http://schemas.microsoft.com/office/drawing/2014/main" id="{8238D8D8-30BB-6149-B420-601B1DC6A805}"/>
              </a:ext>
            </a:extLst>
          </p:cNvPr>
          <p:cNvSpPr>
            <a:spLocks noGrp="1"/>
          </p:cNvSpPr>
          <p:nvPr>
            <p:ph type="title"/>
          </p:nvPr>
        </p:nvSpPr>
        <p:spPr/>
        <p:txBody>
          <a:bodyPr>
            <a:noAutofit/>
          </a:bodyPr>
          <a:lstStyle/>
          <a:p>
            <a:r>
              <a:rPr lang="vi-VN" sz="4400" b="1" i="0" dirty="0">
                <a:solidFill>
                  <a:srgbClr val="7030A0"/>
                </a:solidFill>
                <a:effectLst/>
                <a:latin typeface="Tahoma" panose="020B0604030504040204" pitchFamily="34" charset="0"/>
                <a:ea typeface="Tahoma" panose="020B0604030504040204" pitchFamily="34" charset="0"/>
                <a:cs typeface="Tahoma" panose="020B0604030504040204" pitchFamily="34" charset="0"/>
              </a:rPr>
              <a:t>3. Những thứ không được đánh đổi</a:t>
            </a:r>
            <a:endParaRPr lang="en-US" sz="4400" b="1" dirty="0">
              <a:solidFill>
                <a:srgbClr val="7030A0"/>
              </a:solidFill>
              <a:latin typeface="Tahoma" panose="020B0604030504040204" pitchFamily="34" charset="0"/>
              <a:ea typeface="Tahoma" panose="020B0604030504040204" pitchFamily="34" charset="0"/>
              <a:cs typeface="Tahoma" panose="020B0604030504040204" pitchFamily="34" charset="0"/>
            </a:endParaRPr>
          </a:p>
        </p:txBody>
      </p:sp>
      <p:sp>
        <p:nvSpPr>
          <p:cNvPr id="12" name="TextBox 11">
            <a:extLst>
              <a:ext uri="{FF2B5EF4-FFF2-40B4-BE49-F238E27FC236}">
                <a16:creationId xmlns:a16="http://schemas.microsoft.com/office/drawing/2014/main" id="{C38656AA-8FEB-AC13-D612-237272320A68}"/>
              </a:ext>
            </a:extLst>
          </p:cNvPr>
          <p:cNvSpPr txBox="1"/>
          <p:nvPr/>
        </p:nvSpPr>
        <p:spPr>
          <a:xfrm>
            <a:off x="4202884" y="1834506"/>
            <a:ext cx="7382312" cy="3936912"/>
          </a:xfrm>
          <a:prstGeom prst="rect">
            <a:avLst/>
          </a:prstGeom>
          <a:noFill/>
        </p:spPr>
        <p:txBody>
          <a:bodyPr wrap="square">
            <a:spAutoFit/>
          </a:bodyPr>
          <a:lstStyle/>
          <a:p>
            <a:pPr marL="285750" indent="-285750" algn="just">
              <a:lnSpc>
                <a:spcPct val="150000"/>
              </a:lnSpc>
              <a:buFont typeface="Wingdings" panose="05000000000000000000" pitchFamily="2" charset="2"/>
              <a:buChar char="ü"/>
            </a:pPr>
            <a:r>
              <a:rPr lang="vi-VN" sz="1400" b="0" i="0" dirty="0">
                <a:solidFill>
                  <a:schemeClr val="bg1"/>
                </a:solidFill>
                <a:effectLst/>
                <a:latin typeface="inherit"/>
              </a:rPr>
              <a:t>Đầu tiên, đừng đánh đổi sức khỏe của bản thân để đổi lấy bất kỳ thứ gì. Về lâu dài, cái giá phải trả cho sức khỏe luôn khiến bạn phải hối hận. Đừng để những thứ tiêu cực xâm chiếm, ảnh hưởng để sức khỏe của bạn. Hãy lên cho mình một kế hoạch ăn uống và luyện tập thể chất, tinh thần một cách hợp lý. Nên nhớ rằng, không có sức khỏe, bạn lập tức sẽ phải dừng mọi việc đang làm và thậm chí mất đi mọi thứ. </a:t>
            </a:r>
          </a:p>
          <a:p>
            <a:pPr marL="285750" indent="-285750" algn="just">
              <a:lnSpc>
                <a:spcPct val="150000"/>
              </a:lnSpc>
              <a:buFont typeface="Wingdings" panose="05000000000000000000" pitchFamily="2" charset="2"/>
              <a:buChar char="ü"/>
            </a:pPr>
            <a:r>
              <a:rPr lang="vi-VN" sz="1400" b="0" i="0" dirty="0">
                <a:solidFill>
                  <a:schemeClr val="bg1"/>
                </a:solidFill>
                <a:effectLst/>
                <a:latin typeface="inherit"/>
              </a:rPr>
              <a:t>Người ra, đừng bao giao giờ đánh đổi hôn nhân, gia đình để lấy sự nghiệp. Bởi không có gì quý giá hơn hạnh phúc gia đình và nhất là đời sống hôn nhân. Dù có bất cứ giá nào, cũng tuyệt đối không được lấy cuộc sống hôn nhân để đổi lấy một vị trí hay một sự tiến thân trong công việc.</a:t>
            </a:r>
          </a:p>
          <a:p>
            <a:pPr marL="285750" indent="-285750" algn="just">
              <a:lnSpc>
                <a:spcPct val="150000"/>
              </a:lnSpc>
              <a:buFont typeface="Wingdings" panose="05000000000000000000" pitchFamily="2" charset="2"/>
              <a:buChar char="ü"/>
            </a:pPr>
            <a:r>
              <a:rPr lang="vi-VN" sz="1400" b="0" i="0" dirty="0">
                <a:solidFill>
                  <a:schemeClr val="bg1"/>
                </a:solidFill>
                <a:effectLst/>
                <a:latin typeface="inherit"/>
              </a:rPr>
              <a:t>Cuối cùng, tuyệt đối không được đổi giá trị của mình để lấy bất kì điều gì hay bất cứ ai. Hệ giá trị của bạn, niềm tin trong bạn là điều không ai có thể thay thế. Khi hệ giá trị và niềm tin bị lung lay, cuộc đời của bạn ắt sẽ rẽ sang một hướng khác mà không biết được đó là phúc hay họa. Hãy lưu ý thật kỹ điều này!</a:t>
            </a:r>
          </a:p>
        </p:txBody>
      </p:sp>
      <p:pic>
        <p:nvPicPr>
          <p:cNvPr id="4098" name="Picture 2" descr="Top 5 sự đánh đổi mà doanh nghiệp khởi nghiệp phải chấp nhận | Tư vấn | Chợ  Đất">
            <a:extLst>
              <a:ext uri="{FF2B5EF4-FFF2-40B4-BE49-F238E27FC236}">
                <a16:creationId xmlns:a16="http://schemas.microsoft.com/office/drawing/2014/main" id="{ED42E709-4C7A-9FF3-6320-8B9A2C8F6A3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6804" y="2028038"/>
            <a:ext cx="3429000" cy="3429000"/>
          </a:xfrm>
          <a:prstGeom prst="rect">
            <a:avLst/>
          </a:prstGeom>
          <a:noFill/>
          <a:effectLst>
            <a:glow rad="228600">
              <a:schemeClr val="accent1">
                <a:satMod val="175000"/>
                <a:alpha val="40000"/>
              </a:schemeClr>
            </a:glow>
          </a:effectLst>
          <a:scene3d>
            <a:camera prst="isometricOffAxis1Right"/>
            <a:lightRig rig="threePt" dir="t"/>
          </a:scene3d>
          <a:extLst>
            <a:ext uri="{909E8E84-426E-40DD-AFC4-6F175D3DCCD1}">
              <a14:hiddenFill xmlns:a14="http://schemas.microsoft.com/office/drawing/2010/main">
                <a:solidFill>
                  <a:srgbClr val="FFFFFF"/>
                </a:solidFill>
              </a14:hiddenFill>
            </a:ext>
          </a:extLst>
        </p:spPr>
      </p:pic>
      <p:pic>
        <p:nvPicPr>
          <p:cNvPr id="13" name="Content Placeholder 18">
            <a:extLst>
              <a:ext uri="{FF2B5EF4-FFF2-40B4-BE49-F238E27FC236}">
                <a16:creationId xmlns:a16="http://schemas.microsoft.com/office/drawing/2014/main" id="{BD3EEBEB-9872-96DA-00D9-5CB5C02E695A}"/>
              </a:ext>
            </a:extLst>
          </p:cNvPr>
          <p:cNvPicPr>
            <a:picLocks noGrp="1" noChangeAspect="1"/>
          </p:cNvPicPr>
          <p:nvPr>
            <p:ph idx="1"/>
          </p:nvPr>
        </p:nvPicPr>
        <p:blipFill>
          <a:blip r:embed="rId3"/>
          <a:stretch>
            <a:fillRect/>
          </a:stretch>
        </p:blipFill>
        <p:spPr>
          <a:xfrm>
            <a:off x="11385627" y="91455"/>
            <a:ext cx="806373" cy="694146"/>
          </a:xfrm>
        </p:spPr>
      </p:pic>
    </p:spTree>
    <p:extLst>
      <p:ext uri="{BB962C8B-B14F-4D97-AF65-F5344CB8AC3E}">
        <p14:creationId xmlns:p14="http://schemas.microsoft.com/office/powerpoint/2010/main" val="33658717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barn(inVertical)">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4541ED-4B87-4D2A-8F7C-19F347B4D891}"/>
              </a:ext>
            </a:extLst>
          </p:cNvPr>
          <p:cNvSpPr>
            <a:spLocks noGrp="1"/>
          </p:cNvSpPr>
          <p:nvPr>
            <p:ph type="ctrTitle"/>
          </p:nvPr>
        </p:nvSpPr>
        <p:spPr>
          <a:xfrm>
            <a:off x="4314738" y="1286281"/>
            <a:ext cx="7877262" cy="2782723"/>
          </a:xfrm>
        </p:spPr>
        <p:txBody>
          <a:bodyPr>
            <a:normAutofit/>
          </a:bodyPr>
          <a:lstStyle/>
          <a:p>
            <a:r>
              <a:rPr lang="vi-VN" sz="3200" b="1" i="0" dirty="0">
                <a:solidFill>
                  <a:srgbClr val="7030A0"/>
                </a:solidFill>
                <a:effectLst/>
                <a:latin typeface="Tahoma" panose="020B0604030504040204" pitchFamily="34" charset="0"/>
                <a:ea typeface="Tahoma" panose="020B0604030504040204" pitchFamily="34" charset="0"/>
                <a:cs typeface="Tahoma" panose="020B0604030504040204" pitchFamily="34" charset="0"/>
              </a:rPr>
              <a:t>6 DẠNG NGƯỜI </a:t>
            </a:r>
            <a:br>
              <a:rPr lang="en-US" sz="3200" b="1" i="0" dirty="0">
                <a:solidFill>
                  <a:srgbClr val="7030A0"/>
                </a:solidFill>
                <a:effectLst/>
                <a:latin typeface="Tahoma" panose="020B0604030504040204" pitchFamily="34" charset="0"/>
                <a:ea typeface="Tahoma" panose="020B0604030504040204" pitchFamily="34" charset="0"/>
                <a:cs typeface="Tahoma" panose="020B0604030504040204" pitchFamily="34" charset="0"/>
              </a:rPr>
            </a:br>
            <a:r>
              <a:rPr lang="vi-VN" sz="3200" b="1" i="0" dirty="0">
                <a:solidFill>
                  <a:srgbClr val="7030A0"/>
                </a:solidFill>
                <a:effectLst/>
                <a:latin typeface="Tahoma" panose="020B0604030504040204" pitchFamily="34" charset="0"/>
                <a:ea typeface="Tahoma" panose="020B0604030504040204" pitchFamily="34" charset="0"/>
                <a:cs typeface="Tahoma" panose="020B0604030504040204" pitchFamily="34" charset="0"/>
              </a:rPr>
              <a:t>"ĐỘC HẠI" MÀ BẠN NÊN TRÁNH XA</a:t>
            </a:r>
            <a:endParaRPr lang="en-US" sz="3200" b="1" dirty="0">
              <a:solidFill>
                <a:srgbClr val="7030A0"/>
              </a:solidFill>
              <a:latin typeface="Tahoma" panose="020B0604030504040204" pitchFamily="34" charset="0"/>
              <a:ea typeface="Tahoma" panose="020B0604030504040204" pitchFamily="34" charset="0"/>
              <a:cs typeface="Tahoma" panose="020B0604030504040204" pitchFamily="34" charset="0"/>
            </a:endParaRPr>
          </a:p>
        </p:txBody>
      </p:sp>
      <p:sp>
        <p:nvSpPr>
          <p:cNvPr id="18" name="Slide Number Placeholder 17">
            <a:extLst>
              <a:ext uri="{FF2B5EF4-FFF2-40B4-BE49-F238E27FC236}">
                <a16:creationId xmlns:a16="http://schemas.microsoft.com/office/drawing/2014/main" id="{CC00F0CE-290E-422C-976A-8876F2CE55B4}"/>
              </a:ext>
            </a:extLst>
          </p:cNvPr>
          <p:cNvSpPr>
            <a:spLocks noGrp="1"/>
          </p:cNvSpPr>
          <p:nvPr>
            <p:ph type="sldNum" sz="quarter" idx="12"/>
          </p:nvPr>
        </p:nvSpPr>
        <p:spPr>
          <a:xfrm>
            <a:off x="11506200" y="6215112"/>
            <a:ext cx="640080" cy="640080"/>
          </a:xfrm>
        </p:spPr>
        <p:txBody>
          <a:bodyPr/>
          <a:lstStyle/>
          <a:p>
            <a:fld id="{DFDF98CC-160E-494C-8C3C-8CDC5FA257DE}" type="slidenum">
              <a:rPr lang="en-US" smtClean="0"/>
              <a:pPr/>
              <a:t>6</a:t>
            </a:fld>
            <a:endParaRPr lang="en-US" dirty="0"/>
          </a:p>
        </p:txBody>
      </p:sp>
      <p:sp>
        <p:nvSpPr>
          <p:cNvPr id="13" name="Freeform: Shape 12">
            <a:extLst>
              <a:ext uri="{FF2B5EF4-FFF2-40B4-BE49-F238E27FC236}">
                <a16:creationId xmlns:a16="http://schemas.microsoft.com/office/drawing/2014/main" id="{7C8588F4-08BF-4F4C-BE81-B3DD9189DB82}"/>
              </a:ext>
              <a:ext uri="{C183D7F6-B498-43B3-948B-1728B52AA6E4}">
                <adec:decorative xmlns:adec="http://schemas.microsoft.com/office/drawing/2017/decorative" val="1"/>
              </a:ext>
            </a:extLst>
          </p:cNvPr>
          <p:cNvSpPr/>
          <p:nvPr/>
        </p:nvSpPr>
        <p:spPr>
          <a:xfrm>
            <a:off x="3476244" y="0"/>
            <a:ext cx="6177282" cy="1778750"/>
          </a:xfrm>
          <a:custGeom>
            <a:avLst/>
            <a:gdLst>
              <a:gd name="connsiteX0" fmla="*/ 4421987 w 6386648"/>
              <a:gd name="connsiteY0" fmla="*/ 1813377 h 1849426"/>
              <a:gd name="connsiteX1" fmla="*/ 4440012 w 6386648"/>
              <a:gd name="connsiteY1" fmla="*/ 1831401 h 1849426"/>
              <a:gd name="connsiteX2" fmla="*/ 4421987 w 6386648"/>
              <a:gd name="connsiteY2" fmla="*/ 1849426 h 1849426"/>
              <a:gd name="connsiteX3" fmla="*/ 4403963 w 6386648"/>
              <a:gd name="connsiteY3" fmla="*/ 1831401 h 1849426"/>
              <a:gd name="connsiteX4" fmla="*/ 4421987 w 6386648"/>
              <a:gd name="connsiteY4" fmla="*/ 1813377 h 1849426"/>
              <a:gd name="connsiteX5" fmla="*/ 4235735 w 6386648"/>
              <a:gd name="connsiteY5" fmla="*/ 1807369 h 1849426"/>
              <a:gd name="connsiteX6" fmla="*/ 4253760 w 6386648"/>
              <a:gd name="connsiteY6" fmla="*/ 1825393 h 1849426"/>
              <a:gd name="connsiteX7" fmla="*/ 4235735 w 6386648"/>
              <a:gd name="connsiteY7" fmla="*/ 1843418 h 1849426"/>
              <a:gd name="connsiteX8" fmla="*/ 4217711 w 6386648"/>
              <a:gd name="connsiteY8" fmla="*/ 1825393 h 1849426"/>
              <a:gd name="connsiteX9" fmla="*/ 4235735 w 6386648"/>
              <a:gd name="connsiteY9" fmla="*/ 1807369 h 1849426"/>
              <a:gd name="connsiteX10" fmla="*/ 4566182 w 6386648"/>
              <a:gd name="connsiteY10" fmla="*/ 1795353 h 1849426"/>
              <a:gd name="connsiteX11" fmla="*/ 4584207 w 6386648"/>
              <a:gd name="connsiteY11" fmla="*/ 1813377 h 1849426"/>
              <a:gd name="connsiteX12" fmla="*/ 4566182 w 6386648"/>
              <a:gd name="connsiteY12" fmla="*/ 1831402 h 1849426"/>
              <a:gd name="connsiteX13" fmla="*/ 4548158 w 6386648"/>
              <a:gd name="connsiteY13" fmla="*/ 1813377 h 1849426"/>
              <a:gd name="connsiteX14" fmla="*/ 4566182 w 6386648"/>
              <a:gd name="connsiteY14" fmla="*/ 1795353 h 1849426"/>
              <a:gd name="connsiteX15" fmla="*/ 4698361 w 6386648"/>
              <a:gd name="connsiteY15" fmla="*/ 1777329 h 1849426"/>
              <a:gd name="connsiteX16" fmla="*/ 4716386 w 6386648"/>
              <a:gd name="connsiteY16" fmla="*/ 1795353 h 1849426"/>
              <a:gd name="connsiteX17" fmla="*/ 4698361 w 6386648"/>
              <a:gd name="connsiteY17" fmla="*/ 1813378 h 1849426"/>
              <a:gd name="connsiteX18" fmla="*/ 4680336 w 6386648"/>
              <a:gd name="connsiteY18" fmla="*/ 1795353 h 1849426"/>
              <a:gd name="connsiteX19" fmla="*/ 4698361 w 6386648"/>
              <a:gd name="connsiteY19" fmla="*/ 1777329 h 1849426"/>
              <a:gd name="connsiteX20" fmla="*/ 4085531 w 6386648"/>
              <a:gd name="connsiteY20" fmla="*/ 1759304 h 1849426"/>
              <a:gd name="connsiteX21" fmla="*/ 4103556 w 6386648"/>
              <a:gd name="connsiteY21" fmla="*/ 1777329 h 1849426"/>
              <a:gd name="connsiteX22" fmla="*/ 4085531 w 6386648"/>
              <a:gd name="connsiteY22" fmla="*/ 1795353 h 1849426"/>
              <a:gd name="connsiteX23" fmla="*/ 4067507 w 6386648"/>
              <a:gd name="connsiteY23" fmla="*/ 1777329 h 1849426"/>
              <a:gd name="connsiteX24" fmla="*/ 4085531 w 6386648"/>
              <a:gd name="connsiteY24" fmla="*/ 1759304 h 1849426"/>
              <a:gd name="connsiteX25" fmla="*/ 4301824 w 6386648"/>
              <a:gd name="connsiteY25" fmla="*/ 1723255 h 1849426"/>
              <a:gd name="connsiteX26" fmla="*/ 4319849 w 6386648"/>
              <a:gd name="connsiteY26" fmla="*/ 1741279 h 1849426"/>
              <a:gd name="connsiteX27" fmla="*/ 4301824 w 6386648"/>
              <a:gd name="connsiteY27" fmla="*/ 1759304 h 1849426"/>
              <a:gd name="connsiteX28" fmla="*/ 4283800 w 6386648"/>
              <a:gd name="connsiteY28" fmla="*/ 1741279 h 1849426"/>
              <a:gd name="connsiteX29" fmla="*/ 4301824 w 6386648"/>
              <a:gd name="connsiteY29" fmla="*/ 1723255 h 1849426"/>
              <a:gd name="connsiteX30" fmla="*/ 4440011 w 6386648"/>
              <a:gd name="connsiteY30" fmla="*/ 1717247 h 1849426"/>
              <a:gd name="connsiteX31" fmla="*/ 4458036 w 6386648"/>
              <a:gd name="connsiteY31" fmla="*/ 1735271 h 1849426"/>
              <a:gd name="connsiteX32" fmla="*/ 4440011 w 6386648"/>
              <a:gd name="connsiteY32" fmla="*/ 1753296 h 1849426"/>
              <a:gd name="connsiteX33" fmla="*/ 4421987 w 6386648"/>
              <a:gd name="connsiteY33" fmla="*/ 1735271 h 1849426"/>
              <a:gd name="connsiteX34" fmla="*/ 4440011 w 6386648"/>
              <a:gd name="connsiteY34" fmla="*/ 1717247 h 1849426"/>
              <a:gd name="connsiteX35" fmla="*/ 3965369 w 6386648"/>
              <a:gd name="connsiteY35" fmla="*/ 1711239 h 1849426"/>
              <a:gd name="connsiteX36" fmla="*/ 3983394 w 6386648"/>
              <a:gd name="connsiteY36" fmla="*/ 1729263 h 1849426"/>
              <a:gd name="connsiteX37" fmla="*/ 3965369 w 6386648"/>
              <a:gd name="connsiteY37" fmla="*/ 1747288 h 1849426"/>
              <a:gd name="connsiteX38" fmla="*/ 3947345 w 6386648"/>
              <a:gd name="connsiteY38" fmla="*/ 1729263 h 1849426"/>
              <a:gd name="connsiteX39" fmla="*/ 3965369 w 6386648"/>
              <a:gd name="connsiteY39" fmla="*/ 1711239 h 1849426"/>
              <a:gd name="connsiteX40" fmla="*/ 4836548 w 6386648"/>
              <a:gd name="connsiteY40" fmla="*/ 1705231 h 1849426"/>
              <a:gd name="connsiteX41" fmla="*/ 4854573 w 6386648"/>
              <a:gd name="connsiteY41" fmla="*/ 1723255 h 1849426"/>
              <a:gd name="connsiteX42" fmla="*/ 4836548 w 6386648"/>
              <a:gd name="connsiteY42" fmla="*/ 1741280 h 1849426"/>
              <a:gd name="connsiteX43" fmla="*/ 4818524 w 6386648"/>
              <a:gd name="connsiteY43" fmla="*/ 1723255 h 1849426"/>
              <a:gd name="connsiteX44" fmla="*/ 4836548 w 6386648"/>
              <a:gd name="connsiteY44" fmla="*/ 1705231 h 1849426"/>
              <a:gd name="connsiteX45" fmla="*/ 4175653 w 6386648"/>
              <a:gd name="connsiteY45" fmla="*/ 1681198 h 1849426"/>
              <a:gd name="connsiteX46" fmla="*/ 4193678 w 6386648"/>
              <a:gd name="connsiteY46" fmla="*/ 1699222 h 1849426"/>
              <a:gd name="connsiteX47" fmla="*/ 4175653 w 6386648"/>
              <a:gd name="connsiteY47" fmla="*/ 1717247 h 1849426"/>
              <a:gd name="connsiteX48" fmla="*/ 4157629 w 6386648"/>
              <a:gd name="connsiteY48" fmla="*/ 1699222 h 1849426"/>
              <a:gd name="connsiteX49" fmla="*/ 4175653 w 6386648"/>
              <a:gd name="connsiteY49" fmla="*/ 1681198 h 1849426"/>
              <a:gd name="connsiteX50" fmla="*/ 4602231 w 6386648"/>
              <a:gd name="connsiteY50" fmla="*/ 1675190 h 1849426"/>
              <a:gd name="connsiteX51" fmla="*/ 4620256 w 6386648"/>
              <a:gd name="connsiteY51" fmla="*/ 1693214 h 1849426"/>
              <a:gd name="connsiteX52" fmla="*/ 4602231 w 6386648"/>
              <a:gd name="connsiteY52" fmla="*/ 1711239 h 1849426"/>
              <a:gd name="connsiteX53" fmla="*/ 4584207 w 6386648"/>
              <a:gd name="connsiteY53" fmla="*/ 1693214 h 1849426"/>
              <a:gd name="connsiteX54" fmla="*/ 4602231 w 6386648"/>
              <a:gd name="connsiteY54" fmla="*/ 1675190 h 1849426"/>
              <a:gd name="connsiteX55" fmla="*/ 4734410 w 6386648"/>
              <a:gd name="connsiteY55" fmla="*/ 1663174 h 1849426"/>
              <a:gd name="connsiteX56" fmla="*/ 4752435 w 6386648"/>
              <a:gd name="connsiteY56" fmla="*/ 1681198 h 1849426"/>
              <a:gd name="connsiteX57" fmla="*/ 4734410 w 6386648"/>
              <a:gd name="connsiteY57" fmla="*/ 1699223 h 1849426"/>
              <a:gd name="connsiteX58" fmla="*/ 4716386 w 6386648"/>
              <a:gd name="connsiteY58" fmla="*/ 1681198 h 1849426"/>
              <a:gd name="connsiteX59" fmla="*/ 4734410 w 6386648"/>
              <a:gd name="connsiteY59" fmla="*/ 1663174 h 1849426"/>
              <a:gd name="connsiteX60" fmla="*/ 3851214 w 6386648"/>
              <a:gd name="connsiteY60" fmla="*/ 1663174 h 1849426"/>
              <a:gd name="connsiteX61" fmla="*/ 3869239 w 6386648"/>
              <a:gd name="connsiteY61" fmla="*/ 1681198 h 1849426"/>
              <a:gd name="connsiteX62" fmla="*/ 3851214 w 6386648"/>
              <a:gd name="connsiteY62" fmla="*/ 1699223 h 1849426"/>
              <a:gd name="connsiteX63" fmla="*/ 3833190 w 6386648"/>
              <a:gd name="connsiteY63" fmla="*/ 1681198 h 1849426"/>
              <a:gd name="connsiteX64" fmla="*/ 3851214 w 6386648"/>
              <a:gd name="connsiteY64" fmla="*/ 1663174 h 1849426"/>
              <a:gd name="connsiteX65" fmla="*/ 4061499 w 6386648"/>
              <a:gd name="connsiteY65" fmla="*/ 1627125 h 1849426"/>
              <a:gd name="connsiteX66" fmla="*/ 4079524 w 6386648"/>
              <a:gd name="connsiteY66" fmla="*/ 1645149 h 1849426"/>
              <a:gd name="connsiteX67" fmla="*/ 4061499 w 6386648"/>
              <a:gd name="connsiteY67" fmla="*/ 1663174 h 1849426"/>
              <a:gd name="connsiteX68" fmla="*/ 4043475 w 6386648"/>
              <a:gd name="connsiteY68" fmla="*/ 1645149 h 1849426"/>
              <a:gd name="connsiteX69" fmla="*/ 4061499 w 6386648"/>
              <a:gd name="connsiteY69" fmla="*/ 1627125 h 1849426"/>
              <a:gd name="connsiteX70" fmla="*/ 4482068 w 6386648"/>
              <a:gd name="connsiteY70" fmla="*/ 1621117 h 1849426"/>
              <a:gd name="connsiteX71" fmla="*/ 4500093 w 6386648"/>
              <a:gd name="connsiteY71" fmla="*/ 1639141 h 1849426"/>
              <a:gd name="connsiteX72" fmla="*/ 4482068 w 6386648"/>
              <a:gd name="connsiteY72" fmla="*/ 1657166 h 1849426"/>
              <a:gd name="connsiteX73" fmla="*/ 4464044 w 6386648"/>
              <a:gd name="connsiteY73" fmla="*/ 1639141 h 1849426"/>
              <a:gd name="connsiteX74" fmla="*/ 4482068 w 6386648"/>
              <a:gd name="connsiteY74" fmla="*/ 1621117 h 1849426"/>
              <a:gd name="connsiteX75" fmla="*/ 4926670 w 6386648"/>
              <a:gd name="connsiteY75" fmla="*/ 1615109 h 1849426"/>
              <a:gd name="connsiteX76" fmla="*/ 4944695 w 6386648"/>
              <a:gd name="connsiteY76" fmla="*/ 1633133 h 1849426"/>
              <a:gd name="connsiteX77" fmla="*/ 4926670 w 6386648"/>
              <a:gd name="connsiteY77" fmla="*/ 1651158 h 1849426"/>
              <a:gd name="connsiteX78" fmla="*/ 4908646 w 6386648"/>
              <a:gd name="connsiteY78" fmla="*/ 1633133 h 1849426"/>
              <a:gd name="connsiteX79" fmla="*/ 4926670 w 6386648"/>
              <a:gd name="connsiteY79" fmla="*/ 1615109 h 1849426"/>
              <a:gd name="connsiteX80" fmla="*/ 3719035 w 6386648"/>
              <a:gd name="connsiteY80" fmla="*/ 1615109 h 1849426"/>
              <a:gd name="connsiteX81" fmla="*/ 3737060 w 6386648"/>
              <a:gd name="connsiteY81" fmla="*/ 1633133 h 1849426"/>
              <a:gd name="connsiteX82" fmla="*/ 3719035 w 6386648"/>
              <a:gd name="connsiteY82" fmla="*/ 1651158 h 1849426"/>
              <a:gd name="connsiteX83" fmla="*/ 3701011 w 6386648"/>
              <a:gd name="connsiteY83" fmla="*/ 1633133 h 1849426"/>
              <a:gd name="connsiteX84" fmla="*/ 3719035 w 6386648"/>
              <a:gd name="connsiteY84" fmla="*/ 1615109 h 1849426"/>
              <a:gd name="connsiteX85" fmla="*/ 4343881 w 6386648"/>
              <a:gd name="connsiteY85" fmla="*/ 1603093 h 1849426"/>
              <a:gd name="connsiteX86" fmla="*/ 4361906 w 6386648"/>
              <a:gd name="connsiteY86" fmla="*/ 1621117 h 1849426"/>
              <a:gd name="connsiteX87" fmla="*/ 4343881 w 6386648"/>
              <a:gd name="connsiteY87" fmla="*/ 1639142 h 1849426"/>
              <a:gd name="connsiteX88" fmla="*/ 4325857 w 6386648"/>
              <a:gd name="connsiteY88" fmla="*/ 1621117 h 1849426"/>
              <a:gd name="connsiteX89" fmla="*/ 4343881 w 6386648"/>
              <a:gd name="connsiteY89" fmla="*/ 1603093 h 1849426"/>
              <a:gd name="connsiteX90" fmla="*/ 4235735 w 6386648"/>
              <a:gd name="connsiteY90" fmla="*/ 1579060 h 1849426"/>
              <a:gd name="connsiteX91" fmla="*/ 4253760 w 6386648"/>
              <a:gd name="connsiteY91" fmla="*/ 1597085 h 1849426"/>
              <a:gd name="connsiteX92" fmla="*/ 4235735 w 6386648"/>
              <a:gd name="connsiteY92" fmla="*/ 1615109 h 1849426"/>
              <a:gd name="connsiteX93" fmla="*/ 4217711 w 6386648"/>
              <a:gd name="connsiteY93" fmla="*/ 1597085 h 1849426"/>
              <a:gd name="connsiteX94" fmla="*/ 4235735 w 6386648"/>
              <a:gd name="connsiteY94" fmla="*/ 1579060 h 1849426"/>
              <a:gd name="connsiteX95" fmla="*/ 3941336 w 6386648"/>
              <a:gd name="connsiteY95" fmla="*/ 1573052 h 1849426"/>
              <a:gd name="connsiteX96" fmla="*/ 3959361 w 6386648"/>
              <a:gd name="connsiteY96" fmla="*/ 1591076 h 1849426"/>
              <a:gd name="connsiteX97" fmla="*/ 3941336 w 6386648"/>
              <a:gd name="connsiteY97" fmla="*/ 1609101 h 1849426"/>
              <a:gd name="connsiteX98" fmla="*/ 3923312 w 6386648"/>
              <a:gd name="connsiteY98" fmla="*/ 1591076 h 1849426"/>
              <a:gd name="connsiteX99" fmla="*/ 3941336 w 6386648"/>
              <a:gd name="connsiteY99" fmla="*/ 1573052 h 1849426"/>
              <a:gd name="connsiteX100" fmla="*/ 1057431 w 6386648"/>
              <a:gd name="connsiteY100" fmla="*/ 1567044 h 1849426"/>
              <a:gd name="connsiteX101" fmla="*/ 1075456 w 6386648"/>
              <a:gd name="connsiteY101" fmla="*/ 1585068 h 1849426"/>
              <a:gd name="connsiteX102" fmla="*/ 1057431 w 6386648"/>
              <a:gd name="connsiteY102" fmla="*/ 1603093 h 1849426"/>
              <a:gd name="connsiteX103" fmla="*/ 1039407 w 6386648"/>
              <a:gd name="connsiteY103" fmla="*/ 1585068 h 1849426"/>
              <a:gd name="connsiteX104" fmla="*/ 1057431 w 6386648"/>
              <a:gd name="connsiteY104" fmla="*/ 1567044 h 1849426"/>
              <a:gd name="connsiteX105" fmla="*/ 1201626 w 6386648"/>
              <a:gd name="connsiteY105" fmla="*/ 1561036 h 1849426"/>
              <a:gd name="connsiteX106" fmla="*/ 1219651 w 6386648"/>
              <a:gd name="connsiteY106" fmla="*/ 1579060 h 1849426"/>
              <a:gd name="connsiteX107" fmla="*/ 1201626 w 6386648"/>
              <a:gd name="connsiteY107" fmla="*/ 1597085 h 1849426"/>
              <a:gd name="connsiteX108" fmla="*/ 1183602 w 6386648"/>
              <a:gd name="connsiteY108" fmla="*/ 1579060 h 1849426"/>
              <a:gd name="connsiteX109" fmla="*/ 1201626 w 6386648"/>
              <a:gd name="connsiteY109" fmla="*/ 1561036 h 1849426"/>
              <a:gd name="connsiteX110" fmla="*/ 4716385 w 6386648"/>
              <a:gd name="connsiteY110" fmla="*/ 1555028 h 1849426"/>
              <a:gd name="connsiteX111" fmla="*/ 4734410 w 6386648"/>
              <a:gd name="connsiteY111" fmla="*/ 1573052 h 1849426"/>
              <a:gd name="connsiteX112" fmla="*/ 4716385 w 6386648"/>
              <a:gd name="connsiteY112" fmla="*/ 1591077 h 1849426"/>
              <a:gd name="connsiteX113" fmla="*/ 4698361 w 6386648"/>
              <a:gd name="connsiteY113" fmla="*/ 1573052 h 1849426"/>
              <a:gd name="connsiteX114" fmla="*/ 4716385 w 6386648"/>
              <a:gd name="connsiteY114" fmla="*/ 1555028 h 1849426"/>
              <a:gd name="connsiteX115" fmla="*/ 4578198 w 6386648"/>
              <a:gd name="connsiteY115" fmla="*/ 1555028 h 1849426"/>
              <a:gd name="connsiteX116" fmla="*/ 4596223 w 6386648"/>
              <a:gd name="connsiteY116" fmla="*/ 1573052 h 1849426"/>
              <a:gd name="connsiteX117" fmla="*/ 4578198 w 6386648"/>
              <a:gd name="connsiteY117" fmla="*/ 1591077 h 1849426"/>
              <a:gd name="connsiteX118" fmla="*/ 4560173 w 6386648"/>
              <a:gd name="connsiteY118" fmla="*/ 1573052 h 1849426"/>
              <a:gd name="connsiteX119" fmla="*/ 4578198 w 6386648"/>
              <a:gd name="connsiteY119" fmla="*/ 1555028 h 1849426"/>
              <a:gd name="connsiteX120" fmla="*/ 1333805 w 6386648"/>
              <a:gd name="connsiteY120" fmla="*/ 1555028 h 1849426"/>
              <a:gd name="connsiteX121" fmla="*/ 1351830 w 6386648"/>
              <a:gd name="connsiteY121" fmla="*/ 1573052 h 1849426"/>
              <a:gd name="connsiteX122" fmla="*/ 1333805 w 6386648"/>
              <a:gd name="connsiteY122" fmla="*/ 1591077 h 1849426"/>
              <a:gd name="connsiteX123" fmla="*/ 1315781 w 6386648"/>
              <a:gd name="connsiteY123" fmla="*/ 1573052 h 1849426"/>
              <a:gd name="connsiteX124" fmla="*/ 1333805 w 6386648"/>
              <a:gd name="connsiteY124" fmla="*/ 1555028 h 1849426"/>
              <a:gd name="connsiteX125" fmla="*/ 4842556 w 6386648"/>
              <a:gd name="connsiteY125" fmla="*/ 1543011 h 1849426"/>
              <a:gd name="connsiteX126" fmla="*/ 4860581 w 6386648"/>
              <a:gd name="connsiteY126" fmla="*/ 1561035 h 1849426"/>
              <a:gd name="connsiteX127" fmla="*/ 4842556 w 6386648"/>
              <a:gd name="connsiteY127" fmla="*/ 1579060 h 1849426"/>
              <a:gd name="connsiteX128" fmla="*/ 4824532 w 6386648"/>
              <a:gd name="connsiteY128" fmla="*/ 1561035 h 1849426"/>
              <a:gd name="connsiteX129" fmla="*/ 4842556 w 6386648"/>
              <a:gd name="connsiteY129" fmla="*/ 1543011 h 1849426"/>
              <a:gd name="connsiteX130" fmla="*/ 3803149 w 6386648"/>
              <a:gd name="connsiteY130" fmla="*/ 1537003 h 1849426"/>
              <a:gd name="connsiteX131" fmla="*/ 3821174 w 6386648"/>
              <a:gd name="connsiteY131" fmla="*/ 1555027 h 1849426"/>
              <a:gd name="connsiteX132" fmla="*/ 3803149 w 6386648"/>
              <a:gd name="connsiteY132" fmla="*/ 1573052 h 1849426"/>
              <a:gd name="connsiteX133" fmla="*/ 3785125 w 6386648"/>
              <a:gd name="connsiteY133" fmla="*/ 1555027 h 1849426"/>
              <a:gd name="connsiteX134" fmla="*/ 3803149 w 6386648"/>
              <a:gd name="connsiteY134" fmla="*/ 1537003 h 1849426"/>
              <a:gd name="connsiteX135" fmla="*/ 4127588 w 6386648"/>
              <a:gd name="connsiteY135" fmla="*/ 1530995 h 1849426"/>
              <a:gd name="connsiteX136" fmla="*/ 4145613 w 6386648"/>
              <a:gd name="connsiteY136" fmla="*/ 1549019 h 1849426"/>
              <a:gd name="connsiteX137" fmla="*/ 4127588 w 6386648"/>
              <a:gd name="connsiteY137" fmla="*/ 1567044 h 1849426"/>
              <a:gd name="connsiteX138" fmla="*/ 4109563 w 6386648"/>
              <a:gd name="connsiteY138" fmla="*/ 1549019 h 1849426"/>
              <a:gd name="connsiteX139" fmla="*/ 4127588 w 6386648"/>
              <a:gd name="connsiteY139" fmla="*/ 1530995 h 1849426"/>
              <a:gd name="connsiteX140" fmla="*/ 3634921 w 6386648"/>
              <a:gd name="connsiteY140" fmla="*/ 1530995 h 1849426"/>
              <a:gd name="connsiteX141" fmla="*/ 3652946 w 6386648"/>
              <a:gd name="connsiteY141" fmla="*/ 1549019 h 1849426"/>
              <a:gd name="connsiteX142" fmla="*/ 3634921 w 6386648"/>
              <a:gd name="connsiteY142" fmla="*/ 1567044 h 1849426"/>
              <a:gd name="connsiteX143" fmla="*/ 3616897 w 6386648"/>
              <a:gd name="connsiteY143" fmla="*/ 1549019 h 1849426"/>
              <a:gd name="connsiteX144" fmla="*/ 3634921 w 6386648"/>
              <a:gd name="connsiteY144" fmla="*/ 1530995 h 1849426"/>
              <a:gd name="connsiteX145" fmla="*/ 3532783 w 6386648"/>
              <a:gd name="connsiteY145" fmla="*/ 1530995 h 1849426"/>
              <a:gd name="connsiteX146" fmla="*/ 3550808 w 6386648"/>
              <a:gd name="connsiteY146" fmla="*/ 1549019 h 1849426"/>
              <a:gd name="connsiteX147" fmla="*/ 3532783 w 6386648"/>
              <a:gd name="connsiteY147" fmla="*/ 1567044 h 1849426"/>
              <a:gd name="connsiteX148" fmla="*/ 3514759 w 6386648"/>
              <a:gd name="connsiteY148" fmla="*/ 1549019 h 1849426"/>
              <a:gd name="connsiteX149" fmla="*/ 3532783 w 6386648"/>
              <a:gd name="connsiteY149" fmla="*/ 1530995 h 1849426"/>
              <a:gd name="connsiteX150" fmla="*/ 1478000 w 6386648"/>
              <a:gd name="connsiteY150" fmla="*/ 1530995 h 1849426"/>
              <a:gd name="connsiteX151" fmla="*/ 1496025 w 6386648"/>
              <a:gd name="connsiteY151" fmla="*/ 1549019 h 1849426"/>
              <a:gd name="connsiteX152" fmla="*/ 1478000 w 6386648"/>
              <a:gd name="connsiteY152" fmla="*/ 1567044 h 1849426"/>
              <a:gd name="connsiteX153" fmla="*/ 1459976 w 6386648"/>
              <a:gd name="connsiteY153" fmla="*/ 1549019 h 1849426"/>
              <a:gd name="connsiteX154" fmla="*/ 1478000 w 6386648"/>
              <a:gd name="connsiteY154" fmla="*/ 1530995 h 1849426"/>
              <a:gd name="connsiteX155" fmla="*/ 4427995 w 6386648"/>
              <a:gd name="connsiteY155" fmla="*/ 1518979 h 1849426"/>
              <a:gd name="connsiteX156" fmla="*/ 4446020 w 6386648"/>
              <a:gd name="connsiteY156" fmla="*/ 1537004 h 1849426"/>
              <a:gd name="connsiteX157" fmla="*/ 4427995 w 6386648"/>
              <a:gd name="connsiteY157" fmla="*/ 1555028 h 1849426"/>
              <a:gd name="connsiteX158" fmla="*/ 4409970 w 6386648"/>
              <a:gd name="connsiteY158" fmla="*/ 1537004 h 1849426"/>
              <a:gd name="connsiteX159" fmla="*/ 4427995 w 6386648"/>
              <a:gd name="connsiteY159" fmla="*/ 1518979 h 1849426"/>
              <a:gd name="connsiteX160" fmla="*/ 4980743 w 6386648"/>
              <a:gd name="connsiteY160" fmla="*/ 1506962 h 1849426"/>
              <a:gd name="connsiteX161" fmla="*/ 4998768 w 6386648"/>
              <a:gd name="connsiteY161" fmla="*/ 1524986 h 1849426"/>
              <a:gd name="connsiteX162" fmla="*/ 4980743 w 6386648"/>
              <a:gd name="connsiteY162" fmla="*/ 1543011 h 1849426"/>
              <a:gd name="connsiteX163" fmla="*/ 4962719 w 6386648"/>
              <a:gd name="connsiteY163" fmla="*/ 1524986 h 1849426"/>
              <a:gd name="connsiteX164" fmla="*/ 4980743 w 6386648"/>
              <a:gd name="connsiteY164" fmla="*/ 1506962 h 1849426"/>
              <a:gd name="connsiteX165" fmla="*/ 961301 w 6386648"/>
              <a:gd name="connsiteY165" fmla="*/ 1506962 h 1849426"/>
              <a:gd name="connsiteX166" fmla="*/ 979326 w 6386648"/>
              <a:gd name="connsiteY166" fmla="*/ 1524986 h 1849426"/>
              <a:gd name="connsiteX167" fmla="*/ 961301 w 6386648"/>
              <a:gd name="connsiteY167" fmla="*/ 1543011 h 1849426"/>
              <a:gd name="connsiteX168" fmla="*/ 943277 w 6386648"/>
              <a:gd name="connsiteY168" fmla="*/ 1524986 h 1849426"/>
              <a:gd name="connsiteX169" fmla="*/ 961301 w 6386648"/>
              <a:gd name="connsiteY169" fmla="*/ 1506962 h 1849426"/>
              <a:gd name="connsiteX170" fmla="*/ 859163 w 6386648"/>
              <a:gd name="connsiteY170" fmla="*/ 1500954 h 1849426"/>
              <a:gd name="connsiteX171" fmla="*/ 877188 w 6386648"/>
              <a:gd name="connsiteY171" fmla="*/ 1518978 h 1849426"/>
              <a:gd name="connsiteX172" fmla="*/ 859163 w 6386648"/>
              <a:gd name="connsiteY172" fmla="*/ 1537003 h 1849426"/>
              <a:gd name="connsiteX173" fmla="*/ 841139 w 6386648"/>
              <a:gd name="connsiteY173" fmla="*/ 1518978 h 1849426"/>
              <a:gd name="connsiteX174" fmla="*/ 859163 w 6386648"/>
              <a:gd name="connsiteY174" fmla="*/ 1500954 h 1849426"/>
              <a:gd name="connsiteX175" fmla="*/ 4013434 w 6386648"/>
              <a:gd name="connsiteY175" fmla="*/ 1482930 h 1849426"/>
              <a:gd name="connsiteX176" fmla="*/ 4031459 w 6386648"/>
              <a:gd name="connsiteY176" fmla="*/ 1500954 h 1849426"/>
              <a:gd name="connsiteX177" fmla="*/ 4013434 w 6386648"/>
              <a:gd name="connsiteY177" fmla="*/ 1518979 h 1849426"/>
              <a:gd name="connsiteX178" fmla="*/ 3995410 w 6386648"/>
              <a:gd name="connsiteY178" fmla="*/ 1500954 h 1849426"/>
              <a:gd name="connsiteX179" fmla="*/ 4013434 w 6386648"/>
              <a:gd name="connsiteY179" fmla="*/ 1482930 h 1849426"/>
              <a:gd name="connsiteX180" fmla="*/ 3412620 w 6386648"/>
              <a:gd name="connsiteY180" fmla="*/ 1482930 h 1849426"/>
              <a:gd name="connsiteX181" fmla="*/ 3430645 w 6386648"/>
              <a:gd name="connsiteY181" fmla="*/ 1500954 h 1849426"/>
              <a:gd name="connsiteX182" fmla="*/ 3412620 w 6386648"/>
              <a:gd name="connsiteY182" fmla="*/ 1518979 h 1849426"/>
              <a:gd name="connsiteX183" fmla="*/ 3394596 w 6386648"/>
              <a:gd name="connsiteY183" fmla="*/ 1500954 h 1849426"/>
              <a:gd name="connsiteX184" fmla="*/ 3412620 w 6386648"/>
              <a:gd name="connsiteY184" fmla="*/ 1482930 h 1849426"/>
              <a:gd name="connsiteX185" fmla="*/ 1586148 w 6386648"/>
              <a:gd name="connsiteY185" fmla="*/ 1476922 h 1849426"/>
              <a:gd name="connsiteX186" fmla="*/ 1604172 w 6386648"/>
              <a:gd name="connsiteY186" fmla="*/ 1494946 h 1849426"/>
              <a:gd name="connsiteX187" fmla="*/ 1586148 w 6386648"/>
              <a:gd name="connsiteY187" fmla="*/ 1512971 h 1849426"/>
              <a:gd name="connsiteX188" fmla="*/ 1568123 w 6386648"/>
              <a:gd name="connsiteY188" fmla="*/ 1494946 h 1849426"/>
              <a:gd name="connsiteX189" fmla="*/ 1586148 w 6386648"/>
              <a:gd name="connsiteY189" fmla="*/ 1476922 h 1849426"/>
              <a:gd name="connsiteX190" fmla="*/ 4271783 w 6386648"/>
              <a:gd name="connsiteY190" fmla="*/ 1464906 h 1849426"/>
              <a:gd name="connsiteX191" fmla="*/ 4289808 w 6386648"/>
              <a:gd name="connsiteY191" fmla="*/ 1482930 h 1849426"/>
              <a:gd name="connsiteX192" fmla="*/ 4271783 w 6386648"/>
              <a:gd name="connsiteY192" fmla="*/ 1500955 h 1849426"/>
              <a:gd name="connsiteX193" fmla="*/ 4253759 w 6386648"/>
              <a:gd name="connsiteY193" fmla="*/ 1482930 h 1849426"/>
              <a:gd name="connsiteX194" fmla="*/ 4271783 w 6386648"/>
              <a:gd name="connsiteY194" fmla="*/ 1464906 h 1849426"/>
              <a:gd name="connsiteX195" fmla="*/ 1105497 w 6386648"/>
              <a:gd name="connsiteY195" fmla="*/ 1464906 h 1849426"/>
              <a:gd name="connsiteX196" fmla="*/ 1123521 w 6386648"/>
              <a:gd name="connsiteY196" fmla="*/ 1482930 h 1849426"/>
              <a:gd name="connsiteX197" fmla="*/ 1105497 w 6386648"/>
              <a:gd name="connsiteY197" fmla="*/ 1500955 h 1849426"/>
              <a:gd name="connsiteX198" fmla="*/ 1087472 w 6386648"/>
              <a:gd name="connsiteY198" fmla="*/ 1482930 h 1849426"/>
              <a:gd name="connsiteX199" fmla="*/ 1105497 w 6386648"/>
              <a:gd name="connsiteY199" fmla="*/ 1464906 h 1849426"/>
              <a:gd name="connsiteX200" fmla="*/ 4602231 w 6386648"/>
              <a:gd name="connsiteY200" fmla="*/ 1452889 h 1849426"/>
              <a:gd name="connsiteX201" fmla="*/ 4620256 w 6386648"/>
              <a:gd name="connsiteY201" fmla="*/ 1470913 h 1849426"/>
              <a:gd name="connsiteX202" fmla="*/ 4602231 w 6386648"/>
              <a:gd name="connsiteY202" fmla="*/ 1488938 h 1849426"/>
              <a:gd name="connsiteX203" fmla="*/ 4584207 w 6386648"/>
              <a:gd name="connsiteY203" fmla="*/ 1470913 h 1849426"/>
              <a:gd name="connsiteX204" fmla="*/ 4602231 w 6386648"/>
              <a:gd name="connsiteY204" fmla="*/ 1452889 h 1849426"/>
              <a:gd name="connsiteX205" fmla="*/ 3875247 w 6386648"/>
              <a:gd name="connsiteY205" fmla="*/ 1452889 h 1849426"/>
              <a:gd name="connsiteX206" fmla="*/ 3893272 w 6386648"/>
              <a:gd name="connsiteY206" fmla="*/ 1470913 h 1849426"/>
              <a:gd name="connsiteX207" fmla="*/ 3875247 w 6386648"/>
              <a:gd name="connsiteY207" fmla="*/ 1488938 h 1849426"/>
              <a:gd name="connsiteX208" fmla="*/ 3857223 w 6386648"/>
              <a:gd name="connsiteY208" fmla="*/ 1470913 h 1849426"/>
              <a:gd name="connsiteX209" fmla="*/ 3875247 w 6386648"/>
              <a:gd name="connsiteY209" fmla="*/ 1452889 h 1849426"/>
              <a:gd name="connsiteX210" fmla="*/ 1706311 w 6386648"/>
              <a:gd name="connsiteY210" fmla="*/ 1452889 h 1849426"/>
              <a:gd name="connsiteX211" fmla="*/ 1724335 w 6386648"/>
              <a:gd name="connsiteY211" fmla="*/ 1470913 h 1849426"/>
              <a:gd name="connsiteX212" fmla="*/ 1706311 w 6386648"/>
              <a:gd name="connsiteY212" fmla="*/ 1488938 h 1849426"/>
              <a:gd name="connsiteX213" fmla="*/ 1688286 w 6386648"/>
              <a:gd name="connsiteY213" fmla="*/ 1470913 h 1849426"/>
              <a:gd name="connsiteX214" fmla="*/ 1706311 w 6386648"/>
              <a:gd name="connsiteY214" fmla="*/ 1452889 h 1849426"/>
              <a:gd name="connsiteX215" fmla="*/ 1411911 w 6386648"/>
              <a:gd name="connsiteY215" fmla="*/ 1452889 h 1849426"/>
              <a:gd name="connsiteX216" fmla="*/ 1429936 w 6386648"/>
              <a:gd name="connsiteY216" fmla="*/ 1470913 h 1849426"/>
              <a:gd name="connsiteX217" fmla="*/ 1411911 w 6386648"/>
              <a:gd name="connsiteY217" fmla="*/ 1488938 h 1849426"/>
              <a:gd name="connsiteX218" fmla="*/ 1393887 w 6386648"/>
              <a:gd name="connsiteY218" fmla="*/ 1470913 h 1849426"/>
              <a:gd name="connsiteX219" fmla="*/ 1411911 w 6386648"/>
              <a:gd name="connsiteY219" fmla="*/ 1452889 h 1849426"/>
              <a:gd name="connsiteX220" fmla="*/ 1249691 w 6386648"/>
              <a:gd name="connsiteY220" fmla="*/ 1452889 h 1849426"/>
              <a:gd name="connsiteX221" fmla="*/ 1267716 w 6386648"/>
              <a:gd name="connsiteY221" fmla="*/ 1470913 h 1849426"/>
              <a:gd name="connsiteX222" fmla="*/ 1249691 w 6386648"/>
              <a:gd name="connsiteY222" fmla="*/ 1488938 h 1849426"/>
              <a:gd name="connsiteX223" fmla="*/ 1231667 w 6386648"/>
              <a:gd name="connsiteY223" fmla="*/ 1470913 h 1849426"/>
              <a:gd name="connsiteX224" fmla="*/ 1249691 w 6386648"/>
              <a:gd name="connsiteY224" fmla="*/ 1452889 h 1849426"/>
              <a:gd name="connsiteX225" fmla="*/ 4764451 w 6386648"/>
              <a:gd name="connsiteY225" fmla="*/ 1446881 h 1849426"/>
              <a:gd name="connsiteX226" fmla="*/ 4782476 w 6386648"/>
              <a:gd name="connsiteY226" fmla="*/ 1464905 h 1849426"/>
              <a:gd name="connsiteX227" fmla="*/ 4764451 w 6386648"/>
              <a:gd name="connsiteY227" fmla="*/ 1482930 h 1849426"/>
              <a:gd name="connsiteX228" fmla="*/ 4746427 w 6386648"/>
              <a:gd name="connsiteY228" fmla="*/ 1464905 h 1849426"/>
              <a:gd name="connsiteX229" fmla="*/ 4764451 w 6386648"/>
              <a:gd name="connsiteY229" fmla="*/ 1446881 h 1849426"/>
              <a:gd name="connsiteX230" fmla="*/ 763032 w 6386648"/>
              <a:gd name="connsiteY230" fmla="*/ 1446881 h 1849426"/>
              <a:gd name="connsiteX231" fmla="*/ 781057 w 6386648"/>
              <a:gd name="connsiteY231" fmla="*/ 1464905 h 1849426"/>
              <a:gd name="connsiteX232" fmla="*/ 763032 w 6386648"/>
              <a:gd name="connsiteY232" fmla="*/ 1482930 h 1849426"/>
              <a:gd name="connsiteX233" fmla="*/ 745008 w 6386648"/>
              <a:gd name="connsiteY233" fmla="*/ 1464905 h 1849426"/>
              <a:gd name="connsiteX234" fmla="*/ 763032 w 6386648"/>
              <a:gd name="connsiteY234" fmla="*/ 1446881 h 1849426"/>
              <a:gd name="connsiteX235" fmla="*/ 3731051 w 6386648"/>
              <a:gd name="connsiteY235" fmla="*/ 1434865 h 1849426"/>
              <a:gd name="connsiteX236" fmla="*/ 3749076 w 6386648"/>
              <a:gd name="connsiteY236" fmla="*/ 1452889 h 1849426"/>
              <a:gd name="connsiteX237" fmla="*/ 3731051 w 6386648"/>
              <a:gd name="connsiteY237" fmla="*/ 1470914 h 1849426"/>
              <a:gd name="connsiteX238" fmla="*/ 3713027 w 6386648"/>
              <a:gd name="connsiteY238" fmla="*/ 1452889 h 1849426"/>
              <a:gd name="connsiteX239" fmla="*/ 3731051 w 6386648"/>
              <a:gd name="connsiteY239" fmla="*/ 1434865 h 1849426"/>
              <a:gd name="connsiteX240" fmla="*/ 3304474 w 6386648"/>
              <a:gd name="connsiteY240" fmla="*/ 1422849 h 1849426"/>
              <a:gd name="connsiteX241" fmla="*/ 3322499 w 6386648"/>
              <a:gd name="connsiteY241" fmla="*/ 1440873 h 1849426"/>
              <a:gd name="connsiteX242" fmla="*/ 3304474 w 6386648"/>
              <a:gd name="connsiteY242" fmla="*/ 1458898 h 1849426"/>
              <a:gd name="connsiteX243" fmla="*/ 3286450 w 6386648"/>
              <a:gd name="connsiteY243" fmla="*/ 1440873 h 1849426"/>
              <a:gd name="connsiteX244" fmla="*/ 3304474 w 6386648"/>
              <a:gd name="connsiteY244" fmla="*/ 1422849 h 1849426"/>
              <a:gd name="connsiteX245" fmla="*/ 4890621 w 6386648"/>
              <a:gd name="connsiteY245" fmla="*/ 1416840 h 1849426"/>
              <a:gd name="connsiteX246" fmla="*/ 4908646 w 6386648"/>
              <a:gd name="connsiteY246" fmla="*/ 1434864 h 1849426"/>
              <a:gd name="connsiteX247" fmla="*/ 4890621 w 6386648"/>
              <a:gd name="connsiteY247" fmla="*/ 1452889 h 1849426"/>
              <a:gd name="connsiteX248" fmla="*/ 4872597 w 6386648"/>
              <a:gd name="connsiteY248" fmla="*/ 1434864 h 1849426"/>
              <a:gd name="connsiteX249" fmla="*/ 4890621 w 6386648"/>
              <a:gd name="connsiteY249" fmla="*/ 1416840 h 1849426"/>
              <a:gd name="connsiteX250" fmla="*/ 3544799 w 6386648"/>
              <a:gd name="connsiteY250" fmla="*/ 1410832 h 1849426"/>
              <a:gd name="connsiteX251" fmla="*/ 3562824 w 6386648"/>
              <a:gd name="connsiteY251" fmla="*/ 1428856 h 1849426"/>
              <a:gd name="connsiteX252" fmla="*/ 3544799 w 6386648"/>
              <a:gd name="connsiteY252" fmla="*/ 1446881 h 1849426"/>
              <a:gd name="connsiteX253" fmla="*/ 3526775 w 6386648"/>
              <a:gd name="connsiteY253" fmla="*/ 1428856 h 1849426"/>
              <a:gd name="connsiteX254" fmla="*/ 3544799 w 6386648"/>
              <a:gd name="connsiteY254" fmla="*/ 1410832 h 1849426"/>
              <a:gd name="connsiteX255" fmla="*/ 4488076 w 6386648"/>
              <a:gd name="connsiteY255" fmla="*/ 1404824 h 1849426"/>
              <a:gd name="connsiteX256" fmla="*/ 4506101 w 6386648"/>
              <a:gd name="connsiteY256" fmla="*/ 1422848 h 1849426"/>
              <a:gd name="connsiteX257" fmla="*/ 4488076 w 6386648"/>
              <a:gd name="connsiteY257" fmla="*/ 1440873 h 1849426"/>
              <a:gd name="connsiteX258" fmla="*/ 4470051 w 6386648"/>
              <a:gd name="connsiteY258" fmla="*/ 1422848 h 1849426"/>
              <a:gd name="connsiteX259" fmla="*/ 4488076 w 6386648"/>
              <a:gd name="connsiteY259" fmla="*/ 1404824 h 1849426"/>
              <a:gd name="connsiteX260" fmla="*/ 5028808 w 6386648"/>
              <a:gd name="connsiteY260" fmla="*/ 1398816 h 1849426"/>
              <a:gd name="connsiteX261" fmla="*/ 5046833 w 6386648"/>
              <a:gd name="connsiteY261" fmla="*/ 1416841 h 1849426"/>
              <a:gd name="connsiteX262" fmla="*/ 5028808 w 6386648"/>
              <a:gd name="connsiteY262" fmla="*/ 1434865 h 1849426"/>
              <a:gd name="connsiteX263" fmla="*/ 5010783 w 6386648"/>
              <a:gd name="connsiteY263" fmla="*/ 1416841 h 1849426"/>
              <a:gd name="connsiteX264" fmla="*/ 5028808 w 6386648"/>
              <a:gd name="connsiteY264" fmla="*/ 1398816 h 1849426"/>
              <a:gd name="connsiteX265" fmla="*/ 4367914 w 6386648"/>
              <a:gd name="connsiteY265" fmla="*/ 1398816 h 1849426"/>
              <a:gd name="connsiteX266" fmla="*/ 4385939 w 6386648"/>
              <a:gd name="connsiteY266" fmla="*/ 1416841 h 1849426"/>
              <a:gd name="connsiteX267" fmla="*/ 4367914 w 6386648"/>
              <a:gd name="connsiteY267" fmla="*/ 1434865 h 1849426"/>
              <a:gd name="connsiteX268" fmla="*/ 4349889 w 6386648"/>
              <a:gd name="connsiteY268" fmla="*/ 1416841 h 1849426"/>
              <a:gd name="connsiteX269" fmla="*/ 4367914 w 6386648"/>
              <a:gd name="connsiteY269" fmla="*/ 1398816 h 1849426"/>
              <a:gd name="connsiteX270" fmla="*/ 4163637 w 6386648"/>
              <a:gd name="connsiteY270" fmla="*/ 1398816 h 1849426"/>
              <a:gd name="connsiteX271" fmla="*/ 4181662 w 6386648"/>
              <a:gd name="connsiteY271" fmla="*/ 1416841 h 1849426"/>
              <a:gd name="connsiteX272" fmla="*/ 4163637 w 6386648"/>
              <a:gd name="connsiteY272" fmla="*/ 1434865 h 1849426"/>
              <a:gd name="connsiteX273" fmla="*/ 4145613 w 6386648"/>
              <a:gd name="connsiteY273" fmla="*/ 1416841 h 1849426"/>
              <a:gd name="connsiteX274" fmla="*/ 4163637 w 6386648"/>
              <a:gd name="connsiteY274" fmla="*/ 1398816 h 1849426"/>
              <a:gd name="connsiteX275" fmla="*/ 672910 w 6386648"/>
              <a:gd name="connsiteY275" fmla="*/ 1398816 h 1849426"/>
              <a:gd name="connsiteX276" fmla="*/ 690935 w 6386648"/>
              <a:gd name="connsiteY276" fmla="*/ 1416841 h 1849426"/>
              <a:gd name="connsiteX277" fmla="*/ 672910 w 6386648"/>
              <a:gd name="connsiteY277" fmla="*/ 1434865 h 1849426"/>
              <a:gd name="connsiteX278" fmla="*/ 654886 w 6386648"/>
              <a:gd name="connsiteY278" fmla="*/ 1416841 h 1849426"/>
              <a:gd name="connsiteX279" fmla="*/ 672910 w 6386648"/>
              <a:gd name="connsiteY279" fmla="*/ 1398816 h 1849426"/>
              <a:gd name="connsiteX280" fmla="*/ 3190319 w 6386648"/>
              <a:gd name="connsiteY280" fmla="*/ 1392808 h 1849426"/>
              <a:gd name="connsiteX281" fmla="*/ 3208344 w 6386648"/>
              <a:gd name="connsiteY281" fmla="*/ 1410832 h 1849426"/>
              <a:gd name="connsiteX282" fmla="*/ 3190319 w 6386648"/>
              <a:gd name="connsiteY282" fmla="*/ 1428857 h 1849426"/>
              <a:gd name="connsiteX283" fmla="*/ 3172295 w 6386648"/>
              <a:gd name="connsiteY283" fmla="*/ 1410832 h 1849426"/>
              <a:gd name="connsiteX284" fmla="*/ 3190319 w 6386648"/>
              <a:gd name="connsiteY284" fmla="*/ 1392808 h 1849426"/>
              <a:gd name="connsiteX285" fmla="*/ 1814456 w 6386648"/>
              <a:gd name="connsiteY285" fmla="*/ 1392808 h 1849426"/>
              <a:gd name="connsiteX286" fmla="*/ 1832481 w 6386648"/>
              <a:gd name="connsiteY286" fmla="*/ 1410832 h 1849426"/>
              <a:gd name="connsiteX287" fmla="*/ 1814456 w 6386648"/>
              <a:gd name="connsiteY287" fmla="*/ 1428857 h 1849426"/>
              <a:gd name="connsiteX288" fmla="*/ 1796432 w 6386648"/>
              <a:gd name="connsiteY288" fmla="*/ 1410832 h 1849426"/>
              <a:gd name="connsiteX289" fmla="*/ 1814456 w 6386648"/>
              <a:gd name="connsiteY289" fmla="*/ 1392808 h 1849426"/>
              <a:gd name="connsiteX290" fmla="*/ 967309 w 6386648"/>
              <a:gd name="connsiteY290" fmla="*/ 1386800 h 1849426"/>
              <a:gd name="connsiteX291" fmla="*/ 985334 w 6386648"/>
              <a:gd name="connsiteY291" fmla="*/ 1404824 h 1849426"/>
              <a:gd name="connsiteX292" fmla="*/ 967309 w 6386648"/>
              <a:gd name="connsiteY292" fmla="*/ 1422849 h 1849426"/>
              <a:gd name="connsiteX293" fmla="*/ 949285 w 6386648"/>
              <a:gd name="connsiteY293" fmla="*/ 1404824 h 1849426"/>
              <a:gd name="connsiteX294" fmla="*/ 967309 w 6386648"/>
              <a:gd name="connsiteY294" fmla="*/ 1386800 h 1849426"/>
              <a:gd name="connsiteX295" fmla="*/ 4049482 w 6386648"/>
              <a:gd name="connsiteY295" fmla="*/ 1374784 h 1849426"/>
              <a:gd name="connsiteX296" fmla="*/ 4067507 w 6386648"/>
              <a:gd name="connsiteY296" fmla="*/ 1392808 h 1849426"/>
              <a:gd name="connsiteX297" fmla="*/ 4049482 w 6386648"/>
              <a:gd name="connsiteY297" fmla="*/ 1410833 h 1849426"/>
              <a:gd name="connsiteX298" fmla="*/ 4031458 w 6386648"/>
              <a:gd name="connsiteY298" fmla="*/ 1392808 h 1849426"/>
              <a:gd name="connsiteX299" fmla="*/ 4049482 w 6386648"/>
              <a:gd name="connsiteY299" fmla="*/ 1374784 h 1849426"/>
              <a:gd name="connsiteX300" fmla="*/ 4674329 w 6386648"/>
              <a:gd name="connsiteY300" fmla="*/ 1368775 h 1849426"/>
              <a:gd name="connsiteX301" fmla="*/ 4692354 w 6386648"/>
              <a:gd name="connsiteY301" fmla="*/ 1386800 h 1849426"/>
              <a:gd name="connsiteX302" fmla="*/ 4674329 w 6386648"/>
              <a:gd name="connsiteY302" fmla="*/ 1404824 h 1849426"/>
              <a:gd name="connsiteX303" fmla="*/ 4656305 w 6386648"/>
              <a:gd name="connsiteY303" fmla="*/ 1386800 h 1849426"/>
              <a:gd name="connsiteX304" fmla="*/ 4674329 w 6386648"/>
              <a:gd name="connsiteY304" fmla="*/ 1368775 h 1849426"/>
              <a:gd name="connsiteX305" fmla="*/ 1526067 w 6386648"/>
              <a:gd name="connsiteY305" fmla="*/ 1368775 h 1849426"/>
              <a:gd name="connsiteX306" fmla="*/ 1544091 w 6386648"/>
              <a:gd name="connsiteY306" fmla="*/ 1386800 h 1849426"/>
              <a:gd name="connsiteX307" fmla="*/ 1526067 w 6386648"/>
              <a:gd name="connsiteY307" fmla="*/ 1404824 h 1849426"/>
              <a:gd name="connsiteX308" fmla="*/ 1508042 w 6386648"/>
              <a:gd name="connsiteY308" fmla="*/ 1386800 h 1849426"/>
              <a:gd name="connsiteX309" fmla="*/ 1526067 w 6386648"/>
              <a:gd name="connsiteY309" fmla="*/ 1368775 h 1849426"/>
              <a:gd name="connsiteX310" fmla="*/ 1369854 w 6386648"/>
              <a:gd name="connsiteY310" fmla="*/ 1368775 h 1849426"/>
              <a:gd name="connsiteX311" fmla="*/ 1387879 w 6386648"/>
              <a:gd name="connsiteY311" fmla="*/ 1386800 h 1849426"/>
              <a:gd name="connsiteX312" fmla="*/ 1369854 w 6386648"/>
              <a:gd name="connsiteY312" fmla="*/ 1404824 h 1849426"/>
              <a:gd name="connsiteX313" fmla="*/ 1351830 w 6386648"/>
              <a:gd name="connsiteY313" fmla="*/ 1386800 h 1849426"/>
              <a:gd name="connsiteX314" fmla="*/ 1369854 w 6386648"/>
              <a:gd name="connsiteY314" fmla="*/ 1368775 h 1849426"/>
              <a:gd name="connsiteX315" fmla="*/ 3418628 w 6386648"/>
              <a:gd name="connsiteY315" fmla="*/ 1362767 h 1849426"/>
              <a:gd name="connsiteX316" fmla="*/ 3436653 w 6386648"/>
              <a:gd name="connsiteY316" fmla="*/ 1380791 h 1849426"/>
              <a:gd name="connsiteX317" fmla="*/ 3418628 w 6386648"/>
              <a:gd name="connsiteY317" fmla="*/ 1398816 h 1849426"/>
              <a:gd name="connsiteX318" fmla="*/ 3400604 w 6386648"/>
              <a:gd name="connsiteY318" fmla="*/ 1380791 h 1849426"/>
              <a:gd name="connsiteX319" fmla="*/ 3418628 w 6386648"/>
              <a:gd name="connsiteY319" fmla="*/ 1362767 h 1849426"/>
              <a:gd name="connsiteX320" fmla="*/ 1147553 w 6386648"/>
              <a:gd name="connsiteY320" fmla="*/ 1362767 h 1849426"/>
              <a:gd name="connsiteX321" fmla="*/ 1165578 w 6386648"/>
              <a:gd name="connsiteY321" fmla="*/ 1380791 h 1849426"/>
              <a:gd name="connsiteX322" fmla="*/ 1147553 w 6386648"/>
              <a:gd name="connsiteY322" fmla="*/ 1398816 h 1849426"/>
              <a:gd name="connsiteX323" fmla="*/ 1129529 w 6386648"/>
              <a:gd name="connsiteY323" fmla="*/ 1380791 h 1849426"/>
              <a:gd name="connsiteX324" fmla="*/ 1147553 w 6386648"/>
              <a:gd name="connsiteY324" fmla="*/ 1362767 h 1849426"/>
              <a:gd name="connsiteX325" fmla="*/ 3646937 w 6386648"/>
              <a:gd name="connsiteY325" fmla="*/ 1356759 h 1849426"/>
              <a:gd name="connsiteX326" fmla="*/ 3664962 w 6386648"/>
              <a:gd name="connsiteY326" fmla="*/ 1374783 h 1849426"/>
              <a:gd name="connsiteX327" fmla="*/ 3646937 w 6386648"/>
              <a:gd name="connsiteY327" fmla="*/ 1392808 h 1849426"/>
              <a:gd name="connsiteX328" fmla="*/ 3628912 w 6386648"/>
              <a:gd name="connsiteY328" fmla="*/ 1374783 h 1849426"/>
              <a:gd name="connsiteX329" fmla="*/ 3646937 w 6386648"/>
              <a:gd name="connsiteY329" fmla="*/ 1356759 h 1849426"/>
              <a:gd name="connsiteX330" fmla="*/ 1946636 w 6386648"/>
              <a:gd name="connsiteY330" fmla="*/ 1356759 h 1849426"/>
              <a:gd name="connsiteX331" fmla="*/ 1964660 w 6386648"/>
              <a:gd name="connsiteY331" fmla="*/ 1374783 h 1849426"/>
              <a:gd name="connsiteX332" fmla="*/ 1946636 w 6386648"/>
              <a:gd name="connsiteY332" fmla="*/ 1392808 h 1849426"/>
              <a:gd name="connsiteX333" fmla="*/ 1928611 w 6386648"/>
              <a:gd name="connsiteY333" fmla="*/ 1374783 h 1849426"/>
              <a:gd name="connsiteX334" fmla="*/ 1946636 w 6386648"/>
              <a:gd name="connsiteY334" fmla="*/ 1356759 h 1849426"/>
              <a:gd name="connsiteX335" fmla="*/ 1658245 w 6386648"/>
              <a:gd name="connsiteY335" fmla="*/ 1350751 h 1849426"/>
              <a:gd name="connsiteX336" fmla="*/ 1676270 w 6386648"/>
              <a:gd name="connsiteY336" fmla="*/ 1368775 h 1849426"/>
              <a:gd name="connsiteX337" fmla="*/ 1658245 w 6386648"/>
              <a:gd name="connsiteY337" fmla="*/ 1386800 h 1849426"/>
              <a:gd name="connsiteX338" fmla="*/ 1640221 w 6386648"/>
              <a:gd name="connsiteY338" fmla="*/ 1368775 h 1849426"/>
              <a:gd name="connsiteX339" fmla="*/ 1658245 w 6386648"/>
              <a:gd name="connsiteY339" fmla="*/ 1350751 h 1849426"/>
              <a:gd name="connsiteX340" fmla="*/ 3929320 w 6386648"/>
              <a:gd name="connsiteY340" fmla="*/ 1344743 h 1849426"/>
              <a:gd name="connsiteX341" fmla="*/ 3947345 w 6386648"/>
              <a:gd name="connsiteY341" fmla="*/ 1362767 h 1849426"/>
              <a:gd name="connsiteX342" fmla="*/ 3929320 w 6386648"/>
              <a:gd name="connsiteY342" fmla="*/ 1380792 h 1849426"/>
              <a:gd name="connsiteX343" fmla="*/ 3911296 w 6386648"/>
              <a:gd name="connsiteY343" fmla="*/ 1362767 h 1849426"/>
              <a:gd name="connsiteX344" fmla="*/ 3929320 w 6386648"/>
              <a:gd name="connsiteY344" fmla="*/ 1344743 h 1849426"/>
              <a:gd name="connsiteX345" fmla="*/ 3088181 w 6386648"/>
              <a:gd name="connsiteY345" fmla="*/ 1344743 h 1849426"/>
              <a:gd name="connsiteX346" fmla="*/ 3106206 w 6386648"/>
              <a:gd name="connsiteY346" fmla="*/ 1362767 h 1849426"/>
              <a:gd name="connsiteX347" fmla="*/ 3088181 w 6386648"/>
              <a:gd name="connsiteY347" fmla="*/ 1380792 h 1849426"/>
              <a:gd name="connsiteX348" fmla="*/ 3070157 w 6386648"/>
              <a:gd name="connsiteY348" fmla="*/ 1362767 h 1849426"/>
              <a:gd name="connsiteX349" fmla="*/ 3088181 w 6386648"/>
              <a:gd name="connsiteY349" fmla="*/ 1344743 h 1849426"/>
              <a:gd name="connsiteX350" fmla="*/ 853154 w 6386648"/>
              <a:gd name="connsiteY350" fmla="*/ 1344743 h 1849426"/>
              <a:gd name="connsiteX351" fmla="*/ 871179 w 6386648"/>
              <a:gd name="connsiteY351" fmla="*/ 1362767 h 1849426"/>
              <a:gd name="connsiteX352" fmla="*/ 853154 w 6386648"/>
              <a:gd name="connsiteY352" fmla="*/ 1380792 h 1849426"/>
              <a:gd name="connsiteX353" fmla="*/ 835130 w 6386648"/>
              <a:gd name="connsiteY353" fmla="*/ 1362767 h 1849426"/>
              <a:gd name="connsiteX354" fmla="*/ 853154 w 6386648"/>
              <a:gd name="connsiteY354" fmla="*/ 1344743 h 1849426"/>
              <a:gd name="connsiteX355" fmla="*/ 4283800 w 6386648"/>
              <a:gd name="connsiteY355" fmla="*/ 1326718 h 1849426"/>
              <a:gd name="connsiteX356" fmla="*/ 4301825 w 6386648"/>
              <a:gd name="connsiteY356" fmla="*/ 1344742 h 1849426"/>
              <a:gd name="connsiteX357" fmla="*/ 4283800 w 6386648"/>
              <a:gd name="connsiteY357" fmla="*/ 1362767 h 1849426"/>
              <a:gd name="connsiteX358" fmla="*/ 4265776 w 6386648"/>
              <a:gd name="connsiteY358" fmla="*/ 1344742 h 1849426"/>
              <a:gd name="connsiteX359" fmla="*/ 4283800 w 6386648"/>
              <a:gd name="connsiteY359" fmla="*/ 1326718 h 1849426"/>
              <a:gd name="connsiteX360" fmla="*/ 3815165 w 6386648"/>
              <a:gd name="connsiteY360" fmla="*/ 1326718 h 1849426"/>
              <a:gd name="connsiteX361" fmla="*/ 3833190 w 6386648"/>
              <a:gd name="connsiteY361" fmla="*/ 1344742 h 1849426"/>
              <a:gd name="connsiteX362" fmla="*/ 3815165 w 6386648"/>
              <a:gd name="connsiteY362" fmla="*/ 1362767 h 1849426"/>
              <a:gd name="connsiteX363" fmla="*/ 3797141 w 6386648"/>
              <a:gd name="connsiteY363" fmla="*/ 1344742 h 1849426"/>
              <a:gd name="connsiteX364" fmla="*/ 3815165 w 6386648"/>
              <a:gd name="connsiteY364" fmla="*/ 1326718 h 1849426"/>
              <a:gd name="connsiteX365" fmla="*/ 2980034 w 6386648"/>
              <a:gd name="connsiteY365" fmla="*/ 1326718 h 1849426"/>
              <a:gd name="connsiteX366" fmla="*/ 2998059 w 6386648"/>
              <a:gd name="connsiteY366" fmla="*/ 1344742 h 1849426"/>
              <a:gd name="connsiteX367" fmla="*/ 2980034 w 6386648"/>
              <a:gd name="connsiteY367" fmla="*/ 1362767 h 1849426"/>
              <a:gd name="connsiteX368" fmla="*/ 2962010 w 6386648"/>
              <a:gd name="connsiteY368" fmla="*/ 1344742 h 1849426"/>
              <a:gd name="connsiteX369" fmla="*/ 2980034 w 6386648"/>
              <a:gd name="connsiteY369" fmla="*/ 1326718 h 1849426"/>
              <a:gd name="connsiteX370" fmla="*/ 594806 w 6386648"/>
              <a:gd name="connsiteY370" fmla="*/ 1326718 h 1849426"/>
              <a:gd name="connsiteX371" fmla="*/ 612830 w 6386648"/>
              <a:gd name="connsiteY371" fmla="*/ 1344742 h 1849426"/>
              <a:gd name="connsiteX372" fmla="*/ 594806 w 6386648"/>
              <a:gd name="connsiteY372" fmla="*/ 1362767 h 1849426"/>
              <a:gd name="connsiteX373" fmla="*/ 576781 w 6386648"/>
              <a:gd name="connsiteY373" fmla="*/ 1344742 h 1849426"/>
              <a:gd name="connsiteX374" fmla="*/ 594806 w 6386648"/>
              <a:gd name="connsiteY374" fmla="*/ 1326718 h 1849426"/>
              <a:gd name="connsiteX375" fmla="*/ 4836548 w 6386648"/>
              <a:gd name="connsiteY375" fmla="*/ 1314702 h 1849426"/>
              <a:gd name="connsiteX376" fmla="*/ 4854573 w 6386648"/>
              <a:gd name="connsiteY376" fmla="*/ 1332726 h 1849426"/>
              <a:gd name="connsiteX377" fmla="*/ 4836548 w 6386648"/>
              <a:gd name="connsiteY377" fmla="*/ 1350751 h 1849426"/>
              <a:gd name="connsiteX378" fmla="*/ 4818524 w 6386648"/>
              <a:gd name="connsiteY378" fmla="*/ 1332726 h 1849426"/>
              <a:gd name="connsiteX379" fmla="*/ 4836548 w 6386648"/>
              <a:gd name="connsiteY379" fmla="*/ 1314702 h 1849426"/>
              <a:gd name="connsiteX380" fmla="*/ 4980743 w 6386648"/>
              <a:gd name="connsiteY380" fmla="*/ 1308694 h 1849426"/>
              <a:gd name="connsiteX381" fmla="*/ 4998768 w 6386648"/>
              <a:gd name="connsiteY381" fmla="*/ 1326719 h 1849426"/>
              <a:gd name="connsiteX382" fmla="*/ 4980743 w 6386648"/>
              <a:gd name="connsiteY382" fmla="*/ 1344743 h 1849426"/>
              <a:gd name="connsiteX383" fmla="*/ 4962719 w 6386648"/>
              <a:gd name="connsiteY383" fmla="*/ 1326719 h 1849426"/>
              <a:gd name="connsiteX384" fmla="*/ 4980743 w 6386648"/>
              <a:gd name="connsiteY384" fmla="*/ 1308694 h 1849426"/>
              <a:gd name="connsiteX385" fmla="*/ 2871888 w 6386648"/>
              <a:gd name="connsiteY385" fmla="*/ 1302686 h 1849426"/>
              <a:gd name="connsiteX386" fmla="*/ 2889913 w 6386648"/>
              <a:gd name="connsiteY386" fmla="*/ 1320710 h 1849426"/>
              <a:gd name="connsiteX387" fmla="*/ 2871888 w 6386648"/>
              <a:gd name="connsiteY387" fmla="*/ 1338735 h 1849426"/>
              <a:gd name="connsiteX388" fmla="*/ 2853864 w 6386648"/>
              <a:gd name="connsiteY388" fmla="*/ 1320710 h 1849426"/>
              <a:gd name="connsiteX389" fmla="*/ 2871888 w 6386648"/>
              <a:gd name="connsiteY389" fmla="*/ 1302686 h 1849426"/>
              <a:gd name="connsiteX390" fmla="*/ 2102847 w 6386648"/>
              <a:gd name="connsiteY390" fmla="*/ 1302686 h 1849426"/>
              <a:gd name="connsiteX391" fmla="*/ 2120872 w 6386648"/>
              <a:gd name="connsiteY391" fmla="*/ 1320710 h 1849426"/>
              <a:gd name="connsiteX392" fmla="*/ 2102847 w 6386648"/>
              <a:gd name="connsiteY392" fmla="*/ 1338735 h 1849426"/>
              <a:gd name="connsiteX393" fmla="*/ 2084823 w 6386648"/>
              <a:gd name="connsiteY393" fmla="*/ 1320710 h 1849426"/>
              <a:gd name="connsiteX394" fmla="*/ 2102847 w 6386648"/>
              <a:gd name="connsiteY394" fmla="*/ 1302686 h 1849426"/>
              <a:gd name="connsiteX395" fmla="*/ 1273724 w 6386648"/>
              <a:gd name="connsiteY395" fmla="*/ 1302686 h 1849426"/>
              <a:gd name="connsiteX396" fmla="*/ 1291749 w 6386648"/>
              <a:gd name="connsiteY396" fmla="*/ 1320710 h 1849426"/>
              <a:gd name="connsiteX397" fmla="*/ 1273724 w 6386648"/>
              <a:gd name="connsiteY397" fmla="*/ 1338735 h 1849426"/>
              <a:gd name="connsiteX398" fmla="*/ 1255700 w 6386648"/>
              <a:gd name="connsiteY398" fmla="*/ 1320710 h 1849426"/>
              <a:gd name="connsiteX399" fmla="*/ 1273724 w 6386648"/>
              <a:gd name="connsiteY399" fmla="*/ 1302686 h 1849426"/>
              <a:gd name="connsiteX400" fmla="*/ 1033398 w 6386648"/>
              <a:gd name="connsiteY400" fmla="*/ 1302686 h 1849426"/>
              <a:gd name="connsiteX401" fmla="*/ 1051423 w 6386648"/>
              <a:gd name="connsiteY401" fmla="*/ 1320710 h 1849426"/>
              <a:gd name="connsiteX402" fmla="*/ 1033398 w 6386648"/>
              <a:gd name="connsiteY402" fmla="*/ 1338735 h 1849426"/>
              <a:gd name="connsiteX403" fmla="*/ 1015374 w 6386648"/>
              <a:gd name="connsiteY403" fmla="*/ 1320710 h 1849426"/>
              <a:gd name="connsiteX404" fmla="*/ 1033398 w 6386648"/>
              <a:gd name="connsiteY404" fmla="*/ 1302686 h 1849426"/>
              <a:gd name="connsiteX405" fmla="*/ 4548158 w 6386648"/>
              <a:gd name="connsiteY405" fmla="*/ 1296678 h 1849426"/>
              <a:gd name="connsiteX406" fmla="*/ 4566183 w 6386648"/>
              <a:gd name="connsiteY406" fmla="*/ 1314702 h 1849426"/>
              <a:gd name="connsiteX407" fmla="*/ 4548158 w 6386648"/>
              <a:gd name="connsiteY407" fmla="*/ 1332727 h 1849426"/>
              <a:gd name="connsiteX408" fmla="*/ 4530133 w 6386648"/>
              <a:gd name="connsiteY408" fmla="*/ 1314702 h 1849426"/>
              <a:gd name="connsiteX409" fmla="*/ 4548158 w 6386648"/>
              <a:gd name="connsiteY409" fmla="*/ 1296678 h 1849426"/>
              <a:gd name="connsiteX410" fmla="*/ 3520767 w 6386648"/>
              <a:gd name="connsiteY410" fmla="*/ 1290670 h 1849426"/>
              <a:gd name="connsiteX411" fmla="*/ 3538792 w 6386648"/>
              <a:gd name="connsiteY411" fmla="*/ 1308694 h 1849426"/>
              <a:gd name="connsiteX412" fmla="*/ 3520767 w 6386648"/>
              <a:gd name="connsiteY412" fmla="*/ 1326719 h 1849426"/>
              <a:gd name="connsiteX413" fmla="*/ 3502743 w 6386648"/>
              <a:gd name="connsiteY413" fmla="*/ 1308694 h 1849426"/>
              <a:gd name="connsiteX414" fmla="*/ 3520767 w 6386648"/>
              <a:gd name="connsiteY414" fmla="*/ 1290670 h 1849426"/>
              <a:gd name="connsiteX415" fmla="*/ 3244392 w 6386648"/>
              <a:gd name="connsiteY415" fmla="*/ 1290670 h 1849426"/>
              <a:gd name="connsiteX416" fmla="*/ 3262417 w 6386648"/>
              <a:gd name="connsiteY416" fmla="*/ 1308694 h 1849426"/>
              <a:gd name="connsiteX417" fmla="*/ 3244392 w 6386648"/>
              <a:gd name="connsiteY417" fmla="*/ 1326719 h 1849426"/>
              <a:gd name="connsiteX418" fmla="*/ 3226368 w 6386648"/>
              <a:gd name="connsiteY418" fmla="*/ 1308694 h 1849426"/>
              <a:gd name="connsiteX419" fmla="*/ 3244392 w 6386648"/>
              <a:gd name="connsiteY419" fmla="*/ 1290670 h 1849426"/>
              <a:gd name="connsiteX420" fmla="*/ 757024 w 6386648"/>
              <a:gd name="connsiteY420" fmla="*/ 1290670 h 1849426"/>
              <a:gd name="connsiteX421" fmla="*/ 775049 w 6386648"/>
              <a:gd name="connsiteY421" fmla="*/ 1308694 h 1849426"/>
              <a:gd name="connsiteX422" fmla="*/ 757024 w 6386648"/>
              <a:gd name="connsiteY422" fmla="*/ 1326719 h 1849426"/>
              <a:gd name="connsiteX423" fmla="*/ 739000 w 6386648"/>
              <a:gd name="connsiteY423" fmla="*/ 1308694 h 1849426"/>
              <a:gd name="connsiteX424" fmla="*/ 757024 w 6386648"/>
              <a:gd name="connsiteY424" fmla="*/ 1290670 h 1849426"/>
              <a:gd name="connsiteX425" fmla="*/ 4427995 w 6386648"/>
              <a:gd name="connsiteY425" fmla="*/ 1284661 h 1849426"/>
              <a:gd name="connsiteX426" fmla="*/ 4446020 w 6386648"/>
              <a:gd name="connsiteY426" fmla="*/ 1302685 h 1849426"/>
              <a:gd name="connsiteX427" fmla="*/ 4427995 w 6386648"/>
              <a:gd name="connsiteY427" fmla="*/ 1320710 h 1849426"/>
              <a:gd name="connsiteX428" fmla="*/ 4409970 w 6386648"/>
              <a:gd name="connsiteY428" fmla="*/ 1302685 h 1849426"/>
              <a:gd name="connsiteX429" fmla="*/ 4427995 w 6386648"/>
              <a:gd name="connsiteY429" fmla="*/ 1284661 h 1849426"/>
              <a:gd name="connsiteX430" fmla="*/ 2763741 w 6386648"/>
              <a:gd name="connsiteY430" fmla="*/ 1278653 h 1849426"/>
              <a:gd name="connsiteX431" fmla="*/ 2781766 w 6386648"/>
              <a:gd name="connsiteY431" fmla="*/ 1296678 h 1849426"/>
              <a:gd name="connsiteX432" fmla="*/ 2763741 w 6386648"/>
              <a:gd name="connsiteY432" fmla="*/ 1314702 h 1849426"/>
              <a:gd name="connsiteX433" fmla="*/ 2745717 w 6386648"/>
              <a:gd name="connsiteY433" fmla="*/ 1296678 h 1849426"/>
              <a:gd name="connsiteX434" fmla="*/ 2763741 w 6386648"/>
              <a:gd name="connsiteY434" fmla="*/ 1278653 h 1849426"/>
              <a:gd name="connsiteX435" fmla="*/ 2217002 w 6386648"/>
              <a:gd name="connsiteY435" fmla="*/ 1272645 h 1849426"/>
              <a:gd name="connsiteX436" fmla="*/ 2235026 w 6386648"/>
              <a:gd name="connsiteY436" fmla="*/ 1290669 h 1849426"/>
              <a:gd name="connsiteX437" fmla="*/ 2217002 w 6386648"/>
              <a:gd name="connsiteY437" fmla="*/ 1308694 h 1849426"/>
              <a:gd name="connsiteX438" fmla="*/ 2198977 w 6386648"/>
              <a:gd name="connsiteY438" fmla="*/ 1290669 h 1849426"/>
              <a:gd name="connsiteX439" fmla="*/ 2217002 w 6386648"/>
              <a:gd name="connsiteY439" fmla="*/ 1272645 h 1849426"/>
              <a:gd name="connsiteX440" fmla="*/ 1874537 w 6386648"/>
              <a:gd name="connsiteY440" fmla="*/ 1272645 h 1849426"/>
              <a:gd name="connsiteX441" fmla="*/ 1892562 w 6386648"/>
              <a:gd name="connsiteY441" fmla="*/ 1290669 h 1849426"/>
              <a:gd name="connsiteX442" fmla="*/ 1874537 w 6386648"/>
              <a:gd name="connsiteY442" fmla="*/ 1308694 h 1849426"/>
              <a:gd name="connsiteX443" fmla="*/ 1856513 w 6386648"/>
              <a:gd name="connsiteY443" fmla="*/ 1290669 h 1849426"/>
              <a:gd name="connsiteX444" fmla="*/ 1874537 w 6386648"/>
              <a:gd name="connsiteY444" fmla="*/ 1272645 h 1849426"/>
              <a:gd name="connsiteX445" fmla="*/ 3376571 w 6386648"/>
              <a:gd name="connsiteY445" fmla="*/ 1266637 h 1849426"/>
              <a:gd name="connsiteX446" fmla="*/ 3394596 w 6386648"/>
              <a:gd name="connsiteY446" fmla="*/ 1284661 h 1849426"/>
              <a:gd name="connsiteX447" fmla="*/ 3376571 w 6386648"/>
              <a:gd name="connsiteY447" fmla="*/ 1302686 h 1849426"/>
              <a:gd name="connsiteX448" fmla="*/ 3358546 w 6386648"/>
              <a:gd name="connsiteY448" fmla="*/ 1284661 h 1849426"/>
              <a:gd name="connsiteX449" fmla="*/ 3376571 w 6386648"/>
              <a:gd name="connsiteY449" fmla="*/ 1266637 h 1849426"/>
              <a:gd name="connsiteX450" fmla="*/ 2643579 w 6386648"/>
              <a:gd name="connsiteY450" fmla="*/ 1266637 h 1849426"/>
              <a:gd name="connsiteX451" fmla="*/ 2661604 w 6386648"/>
              <a:gd name="connsiteY451" fmla="*/ 1284661 h 1849426"/>
              <a:gd name="connsiteX452" fmla="*/ 2643579 w 6386648"/>
              <a:gd name="connsiteY452" fmla="*/ 1302686 h 1849426"/>
              <a:gd name="connsiteX453" fmla="*/ 2625555 w 6386648"/>
              <a:gd name="connsiteY453" fmla="*/ 1284661 h 1849426"/>
              <a:gd name="connsiteX454" fmla="*/ 2643579 w 6386648"/>
              <a:gd name="connsiteY454" fmla="*/ 1266637 h 1849426"/>
              <a:gd name="connsiteX455" fmla="*/ 1754375 w 6386648"/>
              <a:gd name="connsiteY455" fmla="*/ 1266637 h 1849426"/>
              <a:gd name="connsiteX456" fmla="*/ 1772400 w 6386648"/>
              <a:gd name="connsiteY456" fmla="*/ 1284661 h 1849426"/>
              <a:gd name="connsiteX457" fmla="*/ 1754375 w 6386648"/>
              <a:gd name="connsiteY457" fmla="*/ 1302686 h 1849426"/>
              <a:gd name="connsiteX458" fmla="*/ 1736351 w 6386648"/>
              <a:gd name="connsiteY458" fmla="*/ 1284661 h 1849426"/>
              <a:gd name="connsiteX459" fmla="*/ 1754375 w 6386648"/>
              <a:gd name="connsiteY459" fmla="*/ 1266637 h 1849426"/>
              <a:gd name="connsiteX460" fmla="*/ 4740418 w 6386648"/>
              <a:gd name="connsiteY460" fmla="*/ 1260629 h 1849426"/>
              <a:gd name="connsiteX461" fmla="*/ 4758443 w 6386648"/>
              <a:gd name="connsiteY461" fmla="*/ 1278653 h 1849426"/>
              <a:gd name="connsiteX462" fmla="*/ 4740418 w 6386648"/>
              <a:gd name="connsiteY462" fmla="*/ 1296678 h 1849426"/>
              <a:gd name="connsiteX463" fmla="*/ 4722394 w 6386648"/>
              <a:gd name="connsiteY463" fmla="*/ 1278653 h 1849426"/>
              <a:gd name="connsiteX464" fmla="*/ 4740418 w 6386648"/>
              <a:gd name="connsiteY464" fmla="*/ 1260629 h 1849426"/>
              <a:gd name="connsiteX465" fmla="*/ 4103556 w 6386648"/>
              <a:gd name="connsiteY465" fmla="*/ 1260629 h 1849426"/>
              <a:gd name="connsiteX466" fmla="*/ 4121581 w 6386648"/>
              <a:gd name="connsiteY466" fmla="*/ 1278653 h 1849426"/>
              <a:gd name="connsiteX467" fmla="*/ 4103556 w 6386648"/>
              <a:gd name="connsiteY467" fmla="*/ 1296678 h 1849426"/>
              <a:gd name="connsiteX468" fmla="*/ 4085532 w 6386648"/>
              <a:gd name="connsiteY468" fmla="*/ 1278653 h 1849426"/>
              <a:gd name="connsiteX469" fmla="*/ 4103556 w 6386648"/>
              <a:gd name="connsiteY469" fmla="*/ 1260629 h 1849426"/>
              <a:gd name="connsiteX470" fmla="*/ 3725043 w 6386648"/>
              <a:gd name="connsiteY470" fmla="*/ 1260629 h 1849426"/>
              <a:gd name="connsiteX471" fmla="*/ 3743068 w 6386648"/>
              <a:gd name="connsiteY471" fmla="*/ 1278653 h 1849426"/>
              <a:gd name="connsiteX472" fmla="*/ 3725043 w 6386648"/>
              <a:gd name="connsiteY472" fmla="*/ 1296678 h 1849426"/>
              <a:gd name="connsiteX473" fmla="*/ 3707019 w 6386648"/>
              <a:gd name="connsiteY473" fmla="*/ 1278653 h 1849426"/>
              <a:gd name="connsiteX474" fmla="*/ 3725043 w 6386648"/>
              <a:gd name="connsiteY474" fmla="*/ 1260629 h 1849426"/>
              <a:gd name="connsiteX475" fmla="*/ 1405904 w 6386648"/>
              <a:gd name="connsiteY475" fmla="*/ 1260629 h 1849426"/>
              <a:gd name="connsiteX476" fmla="*/ 1423928 w 6386648"/>
              <a:gd name="connsiteY476" fmla="*/ 1278653 h 1849426"/>
              <a:gd name="connsiteX477" fmla="*/ 1405904 w 6386648"/>
              <a:gd name="connsiteY477" fmla="*/ 1296678 h 1849426"/>
              <a:gd name="connsiteX478" fmla="*/ 1387879 w 6386648"/>
              <a:gd name="connsiteY478" fmla="*/ 1278653 h 1849426"/>
              <a:gd name="connsiteX479" fmla="*/ 1405904 w 6386648"/>
              <a:gd name="connsiteY479" fmla="*/ 1260629 h 1849426"/>
              <a:gd name="connsiteX480" fmla="*/ 492666 w 6386648"/>
              <a:gd name="connsiteY480" fmla="*/ 1260629 h 1849426"/>
              <a:gd name="connsiteX481" fmla="*/ 510691 w 6386648"/>
              <a:gd name="connsiteY481" fmla="*/ 1278653 h 1849426"/>
              <a:gd name="connsiteX482" fmla="*/ 492666 w 6386648"/>
              <a:gd name="connsiteY482" fmla="*/ 1296678 h 1849426"/>
              <a:gd name="connsiteX483" fmla="*/ 474642 w 6386648"/>
              <a:gd name="connsiteY483" fmla="*/ 1278653 h 1849426"/>
              <a:gd name="connsiteX484" fmla="*/ 492666 w 6386648"/>
              <a:gd name="connsiteY484" fmla="*/ 1260629 h 1849426"/>
              <a:gd name="connsiteX485" fmla="*/ 4229726 w 6386648"/>
              <a:gd name="connsiteY485" fmla="*/ 1248613 h 1849426"/>
              <a:gd name="connsiteX486" fmla="*/ 4247751 w 6386648"/>
              <a:gd name="connsiteY486" fmla="*/ 1266638 h 1849426"/>
              <a:gd name="connsiteX487" fmla="*/ 4229726 w 6386648"/>
              <a:gd name="connsiteY487" fmla="*/ 1284662 h 1849426"/>
              <a:gd name="connsiteX488" fmla="*/ 4211702 w 6386648"/>
              <a:gd name="connsiteY488" fmla="*/ 1266638 h 1849426"/>
              <a:gd name="connsiteX489" fmla="*/ 4229726 w 6386648"/>
              <a:gd name="connsiteY489" fmla="*/ 1248613 h 1849426"/>
              <a:gd name="connsiteX490" fmla="*/ 2439302 w 6386648"/>
              <a:gd name="connsiteY490" fmla="*/ 1248613 h 1849426"/>
              <a:gd name="connsiteX491" fmla="*/ 2457327 w 6386648"/>
              <a:gd name="connsiteY491" fmla="*/ 1266638 h 1849426"/>
              <a:gd name="connsiteX492" fmla="*/ 2439302 w 6386648"/>
              <a:gd name="connsiteY492" fmla="*/ 1284662 h 1849426"/>
              <a:gd name="connsiteX493" fmla="*/ 2421278 w 6386648"/>
              <a:gd name="connsiteY493" fmla="*/ 1266638 h 1849426"/>
              <a:gd name="connsiteX494" fmla="*/ 2439302 w 6386648"/>
              <a:gd name="connsiteY494" fmla="*/ 1248613 h 1849426"/>
              <a:gd name="connsiteX495" fmla="*/ 2337165 w 6386648"/>
              <a:gd name="connsiteY495" fmla="*/ 1248613 h 1849426"/>
              <a:gd name="connsiteX496" fmla="*/ 2355189 w 6386648"/>
              <a:gd name="connsiteY496" fmla="*/ 1266638 h 1849426"/>
              <a:gd name="connsiteX497" fmla="*/ 2337165 w 6386648"/>
              <a:gd name="connsiteY497" fmla="*/ 1284662 h 1849426"/>
              <a:gd name="connsiteX498" fmla="*/ 2319140 w 6386648"/>
              <a:gd name="connsiteY498" fmla="*/ 1266638 h 1849426"/>
              <a:gd name="connsiteX499" fmla="*/ 2337165 w 6386648"/>
              <a:gd name="connsiteY499" fmla="*/ 1248613 h 1849426"/>
              <a:gd name="connsiteX500" fmla="*/ 2012725 w 6386648"/>
              <a:gd name="connsiteY500" fmla="*/ 1248613 h 1849426"/>
              <a:gd name="connsiteX501" fmla="*/ 2030750 w 6386648"/>
              <a:gd name="connsiteY501" fmla="*/ 1266638 h 1849426"/>
              <a:gd name="connsiteX502" fmla="*/ 2012725 w 6386648"/>
              <a:gd name="connsiteY502" fmla="*/ 1284662 h 1849426"/>
              <a:gd name="connsiteX503" fmla="*/ 1994701 w 6386648"/>
              <a:gd name="connsiteY503" fmla="*/ 1266638 h 1849426"/>
              <a:gd name="connsiteX504" fmla="*/ 2012725 w 6386648"/>
              <a:gd name="connsiteY504" fmla="*/ 1248613 h 1849426"/>
              <a:gd name="connsiteX505" fmla="*/ 1165578 w 6386648"/>
              <a:gd name="connsiteY505" fmla="*/ 1248613 h 1849426"/>
              <a:gd name="connsiteX506" fmla="*/ 1183602 w 6386648"/>
              <a:gd name="connsiteY506" fmla="*/ 1266638 h 1849426"/>
              <a:gd name="connsiteX507" fmla="*/ 1165578 w 6386648"/>
              <a:gd name="connsiteY507" fmla="*/ 1284662 h 1849426"/>
              <a:gd name="connsiteX508" fmla="*/ 1147553 w 6386648"/>
              <a:gd name="connsiteY508" fmla="*/ 1266638 h 1849426"/>
              <a:gd name="connsiteX509" fmla="*/ 1165578 w 6386648"/>
              <a:gd name="connsiteY509" fmla="*/ 1248613 h 1849426"/>
              <a:gd name="connsiteX510" fmla="*/ 3989401 w 6386648"/>
              <a:gd name="connsiteY510" fmla="*/ 1242605 h 1849426"/>
              <a:gd name="connsiteX511" fmla="*/ 4007426 w 6386648"/>
              <a:gd name="connsiteY511" fmla="*/ 1260629 h 1849426"/>
              <a:gd name="connsiteX512" fmla="*/ 3989401 w 6386648"/>
              <a:gd name="connsiteY512" fmla="*/ 1278654 h 1849426"/>
              <a:gd name="connsiteX513" fmla="*/ 3971377 w 6386648"/>
              <a:gd name="connsiteY513" fmla="*/ 1260629 h 1849426"/>
              <a:gd name="connsiteX514" fmla="*/ 3989401 w 6386648"/>
              <a:gd name="connsiteY514" fmla="*/ 1242605 h 1849426"/>
              <a:gd name="connsiteX515" fmla="*/ 1514049 w 6386648"/>
              <a:gd name="connsiteY515" fmla="*/ 1242605 h 1849426"/>
              <a:gd name="connsiteX516" fmla="*/ 1532074 w 6386648"/>
              <a:gd name="connsiteY516" fmla="*/ 1260629 h 1849426"/>
              <a:gd name="connsiteX517" fmla="*/ 1514049 w 6386648"/>
              <a:gd name="connsiteY517" fmla="*/ 1278654 h 1849426"/>
              <a:gd name="connsiteX518" fmla="*/ 1496025 w 6386648"/>
              <a:gd name="connsiteY518" fmla="*/ 1260629 h 1849426"/>
              <a:gd name="connsiteX519" fmla="*/ 1514049 w 6386648"/>
              <a:gd name="connsiteY519" fmla="*/ 1242605 h 1849426"/>
              <a:gd name="connsiteX520" fmla="*/ 3088181 w 6386648"/>
              <a:gd name="connsiteY520" fmla="*/ 1230588 h 1849426"/>
              <a:gd name="connsiteX521" fmla="*/ 3106206 w 6386648"/>
              <a:gd name="connsiteY521" fmla="*/ 1248612 h 1849426"/>
              <a:gd name="connsiteX522" fmla="*/ 3088181 w 6386648"/>
              <a:gd name="connsiteY522" fmla="*/ 1266637 h 1849426"/>
              <a:gd name="connsiteX523" fmla="*/ 3070157 w 6386648"/>
              <a:gd name="connsiteY523" fmla="*/ 1248612 h 1849426"/>
              <a:gd name="connsiteX524" fmla="*/ 3088181 w 6386648"/>
              <a:gd name="connsiteY524" fmla="*/ 1230588 h 1849426"/>
              <a:gd name="connsiteX525" fmla="*/ 895212 w 6386648"/>
              <a:gd name="connsiteY525" fmla="*/ 1230588 h 1849426"/>
              <a:gd name="connsiteX526" fmla="*/ 913236 w 6386648"/>
              <a:gd name="connsiteY526" fmla="*/ 1248612 h 1849426"/>
              <a:gd name="connsiteX527" fmla="*/ 895212 w 6386648"/>
              <a:gd name="connsiteY527" fmla="*/ 1266637 h 1849426"/>
              <a:gd name="connsiteX528" fmla="*/ 877187 w 6386648"/>
              <a:gd name="connsiteY528" fmla="*/ 1248612 h 1849426"/>
              <a:gd name="connsiteX529" fmla="*/ 895212 w 6386648"/>
              <a:gd name="connsiteY529" fmla="*/ 1230588 h 1849426"/>
              <a:gd name="connsiteX530" fmla="*/ 4626263 w 6386648"/>
              <a:gd name="connsiteY530" fmla="*/ 1224580 h 1849426"/>
              <a:gd name="connsiteX531" fmla="*/ 4644288 w 6386648"/>
              <a:gd name="connsiteY531" fmla="*/ 1242604 h 1849426"/>
              <a:gd name="connsiteX532" fmla="*/ 4626263 w 6386648"/>
              <a:gd name="connsiteY532" fmla="*/ 1260629 h 1849426"/>
              <a:gd name="connsiteX533" fmla="*/ 4608239 w 6386648"/>
              <a:gd name="connsiteY533" fmla="*/ 1242604 h 1849426"/>
              <a:gd name="connsiteX534" fmla="*/ 4626263 w 6386648"/>
              <a:gd name="connsiteY534" fmla="*/ 1224580 h 1849426"/>
              <a:gd name="connsiteX535" fmla="*/ 2547449 w 6386648"/>
              <a:gd name="connsiteY535" fmla="*/ 1224580 h 1849426"/>
              <a:gd name="connsiteX536" fmla="*/ 2565474 w 6386648"/>
              <a:gd name="connsiteY536" fmla="*/ 1242604 h 1849426"/>
              <a:gd name="connsiteX537" fmla="*/ 2547449 w 6386648"/>
              <a:gd name="connsiteY537" fmla="*/ 1260629 h 1849426"/>
              <a:gd name="connsiteX538" fmla="*/ 2529425 w 6386648"/>
              <a:gd name="connsiteY538" fmla="*/ 1242604 h 1849426"/>
              <a:gd name="connsiteX539" fmla="*/ 2547449 w 6386648"/>
              <a:gd name="connsiteY539" fmla="*/ 1224580 h 1849426"/>
              <a:gd name="connsiteX540" fmla="*/ 1628204 w 6386648"/>
              <a:gd name="connsiteY540" fmla="*/ 1224580 h 1849426"/>
              <a:gd name="connsiteX541" fmla="*/ 1646229 w 6386648"/>
              <a:gd name="connsiteY541" fmla="*/ 1242604 h 1849426"/>
              <a:gd name="connsiteX542" fmla="*/ 1628204 w 6386648"/>
              <a:gd name="connsiteY542" fmla="*/ 1260629 h 1849426"/>
              <a:gd name="connsiteX543" fmla="*/ 1610180 w 6386648"/>
              <a:gd name="connsiteY543" fmla="*/ 1242604 h 1849426"/>
              <a:gd name="connsiteX544" fmla="*/ 1628204 w 6386648"/>
              <a:gd name="connsiteY544" fmla="*/ 1224580 h 1849426"/>
              <a:gd name="connsiteX545" fmla="*/ 5052841 w 6386648"/>
              <a:gd name="connsiteY545" fmla="*/ 1212564 h 1849426"/>
              <a:gd name="connsiteX546" fmla="*/ 5070866 w 6386648"/>
              <a:gd name="connsiteY546" fmla="*/ 1230588 h 1849426"/>
              <a:gd name="connsiteX547" fmla="*/ 5052841 w 6386648"/>
              <a:gd name="connsiteY547" fmla="*/ 1248613 h 1849426"/>
              <a:gd name="connsiteX548" fmla="*/ 5034817 w 6386648"/>
              <a:gd name="connsiteY548" fmla="*/ 1230588 h 1849426"/>
              <a:gd name="connsiteX549" fmla="*/ 5052841 w 6386648"/>
              <a:gd name="connsiteY549" fmla="*/ 1212564 h 1849426"/>
              <a:gd name="connsiteX550" fmla="*/ 3845206 w 6386648"/>
              <a:gd name="connsiteY550" fmla="*/ 1206556 h 1849426"/>
              <a:gd name="connsiteX551" fmla="*/ 3863231 w 6386648"/>
              <a:gd name="connsiteY551" fmla="*/ 1224580 h 1849426"/>
              <a:gd name="connsiteX552" fmla="*/ 3845206 w 6386648"/>
              <a:gd name="connsiteY552" fmla="*/ 1242605 h 1849426"/>
              <a:gd name="connsiteX553" fmla="*/ 3827182 w 6386648"/>
              <a:gd name="connsiteY553" fmla="*/ 1224580 h 1849426"/>
              <a:gd name="connsiteX554" fmla="*/ 3845206 w 6386648"/>
              <a:gd name="connsiteY554" fmla="*/ 1206556 h 1849426"/>
              <a:gd name="connsiteX555" fmla="*/ 3604880 w 6386648"/>
              <a:gd name="connsiteY555" fmla="*/ 1206556 h 1849426"/>
              <a:gd name="connsiteX556" fmla="*/ 3622905 w 6386648"/>
              <a:gd name="connsiteY556" fmla="*/ 1224580 h 1849426"/>
              <a:gd name="connsiteX557" fmla="*/ 3604880 w 6386648"/>
              <a:gd name="connsiteY557" fmla="*/ 1242605 h 1849426"/>
              <a:gd name="connsiteX558" fmla="*/ 3586856 w 6386648"/>
              <a:gd name="connsiteY558" fmla="*/ 1224580 h 1849426"/>
              <a:gd name="connsiteX559" fmla="*/ 3604880 w 6386648"/>
              <a:gd name="connsiteY559" fmla="*/ 1206556 h 1849426"/>
              <a:gd name="connsiteX560" fmla="*/ 600813 w 6386648"/>
              <a:gd name="connsiteY560" fmla="*/ 1200548 h 1849426"/>
              <a:gd name="connsiteX561" fmla="*/ 618838 w 6386648"/>
              <a:gd name="connsiteY561" fmla="*/ 1218572 h 1849426"/>
              <a:gd name="connsiteX562" fmla="*/ 600813 w 6386648"/>
              <a:gd name="connsiteY562" fmla="*/ 1236597 h 1849426"/>
              <a:gd name="connsiteX563" fmla="*/ 582789 w 6386648"/>
              <a:gd name="connsiteY563" fmla="*/ 1218572 h 1849426"/>
              <a:gd name="connsiteX564" fmla="*/ 600813 w 6386648"/>
              <a:gd name="connsiteY564" fmla="*/ 1200548 h 1849426"/>
              <a:gd name="connsiteX565" fmla="*/ 2949994 w 6386648"/>
              <a:gd name="connsiteY565" fmla="*/ 1194539 h 1849426"/>
              <a:gd name="connsiteX566" fmla="*/ 2968019 w 6386648"/>
              <a:gd name="connsiteY566" fmla="*/ 1212563 h 1849426"/>
              <a:gd name="connsiteX567" fmla="*/ 2949994 w 6386648"/>
              <a:gd name="connsiteY567" fmla="*/ 1230588 h 1849426"/>
              <a:gd name="connsiteX568" fmla="*/ 2931970 w 6386648"/>
              <a:gd name="connsiteY568" fmla="*/ 1212563 h 1849426"/>
              <a:gd name="connsiteX569" fmla="*/ 2949994 w 6386648"/>
              <a:gd name="connsiteY569" fmla="*/ 1194539 h 1849426"/>
              <a:gd name="connsiteX570" fmla="*/ 1009366 w 6386648"/>
              <a:gd name="connsiteY570" fmla="*/ 1194539 h 1849426"/>
              <a:gd name="connsiteX571" fmla="*/ 1027391 w 6386648"/>
              <a:gd name="connsiteY571" fmla="*/ 1212563 h 1849426"/>
              <a:gd name="connsiteX572" fmla="*/ 1009366 w 6386648"/>
              <a:gd name="connsiteY572" fmla="*/ 1230588 h 1849426"/>
              <a:gd name="connsiteX573" fmla="*/ 991342 w 6386648"/>
              <a:gd name="connsiteY573" fmla="*/ 1212563 h 1849426"/>
              <a:gd name="connsiteX574" fmla="*/ 1009366 w 6386648"/>
              <a:gd name="connsiteY574" fmla="*/ 1194539 h 1849426"/>
              <a:gd name="connsiteX575" fmla="*/ 4932678 w 6386648"/>
              <a:gd name="connsiteY575" fmla="*/ 1188531 h 1849426"/>
              <a:gd name="connsiteX576" fmla="*/ 4950703 w 6386648"/>
              <a:gd name="connsiteY576" fmla="*/ 1206556 h 1849426"/>
              <a:gd name="connsiteX577" fmla="*/ 4932678 w 6386648"/>
              <a:gd name="connsiteY577" fmla="*/ 1224580 h 1849426"/>
              <a:gd name="connsiteX578" fmla="*/ 4914654 w 6386648"/>
              <a:gd name="connsiteY578" fmla="*/ 1206556 h 1849426"/>
              <a:gd name="connsiteX579" fmla="*/ 4932678 w 6386648"/>
              <a:gd name="connsiteY579" fmla="*/ 1188531 h 1849426"/>
              <a:gd name="connsiteX580" fmla="*/ 4361905 w 6386648"/>
              <a:gd name="connsiteY580" fmla="*/ 1188531 h 1849426"/>
              <a:gd name="connsiteX581" fmla="*/ 4379930 w 6386648"/>
              <a:gd name="connsiteY581" fmla="*/ 1206556 h 1849426"/>
              <a:gd name="connsiteX582" fmla="*/ 4361905 w 6386648"/>
              <a:gd name="connsiteY582" fmla="*/ 1224580 h 1849426"/>
              <a:gd name="connsiteX583" fmla="*/ 4343881 w 6386648"/>
              <a:gd name="connsiteY583" fmla="*/ 1206556 h 1849426"/>
              <a:gd name="connsiteX584" fmla="*/ 4361905 w 6386648"/>
              <a:gd name="connsiteY584" fmla="*/ 1188531 h 1849426"/>
              <a:gd name="connsiteX585" fmla="*/ 3220360 w 6386648"/>
              <a:gd name="connsiteY585" fmla="*/ 1188531 h 1849426"/>
              <a:gd name="connsiteX586" fmla="*/ 3238385 w 6386648"/>
              <a:gd name="connsiteY586" fmla="*/ 1206556 h 1849426"/>
              <a:gd name="connsiteX587" fmla="*/ 3220360 w 6386648"/>
              <a:gd name="connsiteY587" fmla="*/ 1224580 h 1849426"/>
              <a:gd name="connsiteX588" fmla="*/ 3202336 w 6386648"/>
              <a:gd name="connsiteY588" fmla="*/ 1206556 h 1849426"/>
              <a:gd name="connsiteX589" fmla="*/ 3220360 w 6386648"/>
              <a:gd name="connsiteY589" fmla="*/ 1188531 h 1849426"/>
              <a:gd name="connsiteX590" fmla="*/ 708959 w 6386648"/>
              <a:gd name="connsiteY590" fmla="*/ 1188531 h 1849426"/>
              <a:gd name="connsiteX591" fmla="*/ 726984 w 6386648"/>
              <a:gd name="connsiteY591" fmla="*/ 1206556 h 1849426"/>
              <a:gd name="connsiteX592" fmla="*/ 708959 w 6386648"/>
              <a:gd name="connsiteY592" fmla="*/ 1224580 h 1849426"/>
              <a:gd name="connsiteX593" fmla="*/ 690935 w 6386648"/>
              <a:gd name="connsiteY593" fmla="*/ 1206556 h 1849426"/>
              <a:gd name="connsiteX594" fmla="*/ 708959 w 6386648"/>
              <a:gd name="connsiteY594" fmla="*/ 1188531 h 1849426"/>
              <a:gd name="connsiteX595" fmla="*/ 4824532 w 6386648"/>
              <a:gd name="connsiteY595" fmla="*/ 1182523 h 1849426"/>
              <a:gd name="connsiteX596" fmla="*/ 4842557 w 6386648"/>
              <a:gd name="connsiteY596" fmla="*/ 1200547 h 1849426"/>
              <a:gd name="connsiteX597" fmla="*/ 4824532 w 6386648"/>
              <a:gd name="connsiteY597" fmla="*/ 1218572 h 1849426"/>
              <a:gd name="connsiteX598" fmla="*/ 4806508 w 6386648"/>
              <a:gd name="connsiteY598" fmla="*/ 1200547 h 1849426"/>
              <a:gd name="connsiteX599" fmla="*/ 4824532 w 6386648"/>
              <a:gd name="connsiteY599" fmla="*/ 1182523 h 1849426"/>
              <a:gd name="connsiteX600" fmla="*/ 1279732 w 6386648"/>
              <a:gd name="connsiteY600" fmla="*/ 1170507 h 1849426"/>
              <a:gd name="connsiteX601" fmla="*/ 1297757 w 6386648"/>
              <a:gd name="connsiteY601" fmla="*/ 1188531 h 1849426"/>
              <a:gd name="connsiteX602" fmla="*/ 1279732 w 6386648"/>
              <a:gd name="connsiteY602" fmla="*/ 1206556 h 1849426"/>
              <a:gd name="connsiteX603" fmla="*/ 1261708 w 6386648"/>
              <a:gd name="connsiteY603" fmla="*/ 1188531 h 1849426"/>
              <a:gd name="connsiteX604" fmla="*/ 1279732 w 6386648"/>
              <a:gd name="connsiteY604" fmla="*/ 1170507 h 1849426"/>
              <a:gd name="connsiteX605" fmla="*/ 3478710 w 6386648"/>
              <a:gd name="connsiteY605" fmla="*/ 1164499 h 1849426"/>
              <a:gd name="connsiteX606" fmla="*/ 3496735 w 6386648"/>
              <a:gd name="connsiteY606" fmla="*/ 1182523 h 1849426"/>
              <a:gd name="connsiteX607" fmla="*/ 3478710 w 6386648"/>
              <a:gd name="connsiteY607" fmla="*/ 1200548 h 1849426"/>
              <a:gd name="connsiteX608" fmla="*/ 3460686 w 6386648"/>
              <a:gd name="connsiteY608" fmla="*/ 1182523 h 1849426"/>
              <a:gd name="connsiteX609" fmla="*/ 3478710 w 6386648"/>
              <a:gd name="connsiteY609" fmla="*/ 1164499 h 1849426"/>
              <a:gd name="connsiteX610" fmla="*/ 2703660 w 6386648"/>
              <a:gd name="connsiteY610" fmla="*/ 1164499 h 1849426"/>
              <a:gd name="connsiteX611" fmla="*/ 2721685 w 6386648"/>
              <a:gd name="connsiteY611" fmla="*/ 1182523 h 1849426"/>
              <a:gd name="connsiteX612" fmla="*/ 2703660 w 6386648"/>
              <a:gd name="connsiteY612" fmla="*/ 1200548 h 1849426"/>
              <a:gd name="connsiteX613" fmla="*/ 2685636 w 6386648"/>
              <a:gd name="connsiteY613" fmla="*/ 1182523 h 1849426"/>
              <a:gd name="connsiteX614" fmla="*/ 2703660 w 6386648"/>
              <a:gd name="connsiteY614" fmla="*/ 1164499 h 1849426"/>
              <a:gd name="connsiteX615" fmla="*/ 4500093 w 6386648"/>
              <a:gd name="connsiteY615" fmla="*/ 1158491 h 1849426"/>
              <a:gd name="connsiteX616" fmla="*/ 4518118 w 6386648"/>
              <a:gd name="connsiteY616" fmla="*/ 1176516 h 1849426"/>
              <a:gd name="connsiteX617" fmla="*/ 4500093 w 6386648"/>
              <a:gd name="connsiteY617" fmla="*/ 1194540 h 1849426"/>
              <a:gd name="connsiteX618" fmla="*/ 4482069 w 6386648"/>
              <a:gd name="connsiteY618" fmla="*/ 1176516 h 1849426"/>
              <a:gd name="connsiteX619" fmla="*/ 4500093 w 6386648"/>
              <a:gd name="connsiteY619" fmla="*/ 1158491 h 1849426"/>
              <a:gd name="connsiteX620" fmla="*/ 4199686 w 6386648"/>
              <a:gd name="connsiteY620" fmla="*/ 1158491 h 1849426"/>
              <a:gd name="connsiteX621" fmla="*/ 4217711 w 6386648"/>
              <a:gd name="connsiteY621" fmla="*/ 1176516 h 1849426"/>
              <a:gd name="connsiteX622" fmla="*/ 4199686 w 6386648"/>
              <a:gd name="connsiteY622" fmla="*/ 1194540 h 1849426"/>
              <a:gd name="connsiteX623" fmla="*/ 4181662 w 6386648"/>
              <a:gd name="connsiteY623" fmla="*/ 1176516 h 1849426"/>
              <a:gd name="connsiteX624" fmla="*/ 4199686 w 6386648"/>
              <a:gd name="connsiteY624" fmla="*/ 1158491 h 1849426"/>
              <a:gd name="connsiteX625" fmla="*/ 2132887 w 6386648"/>
              <a:gd name="connsiteY625" fmla="*/ 1158491 h 1849426"/>
              <a:gd name="connsiteX626" fmla="*/ 2150912 w 6386648"/>
              <a:gd name="connsiteY626" fmla="*/ 1176516 h 1849426"/>
              <a:gd name="connsiteX627" fmla="*/ 2132887 w 6386648"/>
              <a:gd name="connsiteY627" fmla="*/ 1194540 h 1849426"/>
              <a:gd name="connsiteX628" fmla="*/ 2114863 w 6386648"/>
              <a:gd name="connsiteY628" fmla="*/ 1176516 h 1849426"/>
              <a:gd name="connsiteX629" fmla="*/ 2132887 w 6386648"/>
              <a:gd name="connsiteY629" fmla="*/ 1158491 h 1849426"/>
              <a:gd name="connsiteX630" fmla="*/ 1850505 w 6386648"/>
              <a:gd name="connsiteY630" fmla="*/ 1158491 h 1849426"/>
              <a:gd name="connsiteX631" fmla="*/ 1868530 w 6386648"/>
              <a:gd name="connsiteY631" fmla="*/ 1176516 h 1849426"/>
              <a:gd name="connsiteX632" fmla="*/ 1850505 w 6386648"/>
              <a:gd name="connsiteY632" fmla="*/ 1194540 h 1849426"/>
              <a:gd name="connsiteX633" fmla="*/ 1832481 w 6386648"/>
              <a:gd name="connsiteY633" fmla="*/ 1176516 h 1849426"/>
              <a:gd name="connsiteX634" fmla="*/ 1850505 w 6386648"/>
              <a:gd name="connsiteY634" fmla="*/ 1158491 h 1849426"/>
              <a:gd name="connsiteX635" fmla="*/ 3340522 w 6386648"/>
              <a:gd name="connsiteY635" fmla="*/ 1152483 h 1849426"/>
              <a:gd name="connsiteX636" fmla="*/ 3358547 w 6386648"/>
              <a:gd name="connsiteY636" fmla="*/ 1170507 h 1849426"/>
              <a:gd name="connsiteX637" fmla="*/ 3340522 w 6386648"/>
              <a:gd name="connsiteY637" fmla="*/ 1188532 h 1849426"/>
              <a:gd name="connsiteX638" fmla="*/ 3322498 w 6386648"/>
              <a:gd name="connsiteY638" fmla="*/ 1170507 h 1849426"/>
              <a:gd name="connsiteX639" fmla="*/ 3340522 w 6386648"/>
              <a:gd name="connsiteY639" fmla="*/ 1152483 h 1849426"/>
              <a:gd name="connsiteX640" fmla="*/ 2829831 w 6386648"/>
              <a:gd name="connsiteY640" fmla="*/ 1152483 h 1849426"/>
              <a:gd name="connsiteX641" fmla="*/ 2847856 w 6386648"/>
              <a:gd name="connsiteY641" fmla="*/ 1170507 h 1849426"/>
              <a:gd name="connsiteX642" fmla="*/ 2829831 w 6386648"/>
              <a:gd name="connsiteY642" fmla="*/ 1188532 h 1849426"/>
              <a:gd name="connsiteX643" fmla="*/ 2811807 w 6386648"/>
              <a:gd name="connsiteY643" fmla="*/ 1170507 h 1849426"/>
              <a:gd name="connsiteX644" fmla="*/ 2829831 w 6386648"/>
              <a:gd name="connsiteY644" fmla="*/ 1152483 h 1849426"/>
              <a:gd name="connsiteX645" fmla="*/ 2253050 w 6386648"/>
              <a:gd name="connsiteY645" fmla="*/ 1152483 h 1849426"/>
              <a:gd name="connsiteX646" fmla="*/ 2271075 w 6386648"/>
              <a:gd name="connsiteY646" fmla="*/ 1170507 h 1849426"/>
              <a:gd name="connsiteX647" fmla="*/ 2253050 w 6386648"/>
              <a:gd name="connsiteY647" fmla="*/ 1188532 h 1849426"/>
              <a:gd name="connsiteX648" fmla="*/ 2235026 w 6386648"/>
              <a:gd name="connsiteY648" fmla="*/ 1170507 h 1849426"/>
              <a:gd name="connsiteX649" fmla="*/ 2253050 w 6386648"/>
              <a:gd name="connsiteY649" fmla="*/ 1152483 h 1849426"/>
              <a:gd name="connsiteX650" fmla="*/ 1994700 w 6386648"/>
              <a:gd name="connsiteY650" fmla="*/ 1146474 h 1849426"/>
              <a:gd name="connsiteX651" fmla="*/ 2012725 w 6386648"/>
              <a:gd name="connsiteY651" fmla="*/ 1164498 h 1849426"/>
              <a:gd name="connsiteX652" fmla="*/ 1994700 w 6386648"/>
              <a:gd name="connsiteY652" fmla="*/ 1182523 h 1849426"/>
              <a:gd name="connsiteX653" fmla="*/ 1976676 w 6386648"/>
              <a:gd name="connsiteY653" fmla="*/ 1164498 h 1849426"/>
              <a:gd name="connsiteX654" fmla="*/ 1994700 w 6386648"/>
              <a:gd name="connsiteY654" fmla="*/ 1146474 h 1849426"/>
              <a:gd name="connsiteX655" fmla="*/ 1718326 w 6386648"/>
              <a:gd name="connsiteY655" fmla="*/ 1146474 h 1849426"/>
              <a:gd name="connsiteX656" fmla="*/ 1736351 w 6386648"/>
              <a:gd name="connsiteY656" fmla="*/ 1164498 h 1849426"/>
              <a:gd name="connsiteX657" fmla="*/ 1718326 w 6386648"/>
              <a:gd name="connsiteY657" fmla="*/ 1182523 h 1849426"/>
              <a:gd name="connsiteX658" fmla="*/ 1700302 w 6386648"/>
              <a:gd name="connsiteY658" fmla="*/ 1164498 h 1849426"/>
              <a:gd name="connsiteX659" fmla="*/ 1718326 w 6386648"/>
              <a:gd name="connsiteY659" fmla="*/ 1146474 h 1849426"/>
              <a:gd name="connsiteX660" fmla="*/ 1129529 w 6386648"/>
              <a:gd name="connsiteY660" fmla="*/ 1146474 h 1849426"/>
              <a:gd name="connsiteX661" fmla="*/ 1147554 w 6386648"/>
              <a:gd name="connsiteY661" fmla="*/ 1164498 h 1849426"/>
              <a:gd name="connsiteX662" fmla="*/ 1129529 w 6386648"/>
              <a:gd name="connsiteY662" fmla="*/ 1182523 h 1849426"/>
              <a:gd name="connsiteX663" fmla="*/ 1111505 w 6386648"/>
              <a:gd name="connsiteY663" fmla="*/ 1164498 h 1849426"/>
              <a:gd name="connsiteX664" fmla="*/ 1129529 w 6386648"/>
              <a:gd name="connsiteY664" fmla="*/ 1146474 h 1849426"/>
              <a:gd name="connsiteX665" fmla="*/ 498674 w 6386648"/>
              <a:gd name="connsiteY665" fmla="*/ 1140466 h 1849426"/>
              <a:gd name="connsiteX666" fmla="*/ 516699 w 6386648"/>
              <a:gd name="connsiteY666" fmla="*/ 1158490 h 1849426"/>
              <a:gd name="connsiteX667" fmla="*/ 498674 w 6386648"/>
              <a:gd name="connsiteY667" fmla="*/ 1176515 h 1849426"/>
              <a:gd name="connsiteX668" fmla="*/ 480650 w 6386648"/>
              <a:gd name="connsiteY668" fmla="*/ 1158490 h 1849426"/>
              <a:gd name="connsiteX669" fmla="*/ 498674 w 6386648"/>
              <a:gd name="connsiteY669" fmla="*/ 1140466 h 1849426"/>
              <a:gd name="connsiteX670" fmla="*/ 3707019 w 6386648"/>
              <a:gd name="connsiteY670" fmla="*/ 1134458 h 1849426"/>
              <a:gd name="connsiteX671" fmla="*/ 3725044 w 6386648"/>
              <a:gd name="connsiteY671" fmla="*/ 1152482 h 1849426"/>
              <a:gd name="connsiteX672" fmla="*/ 3707019 w 6386648"/>
              <a:gd name="connsiteY672" fmla="*/ 1170507 h 1849426"/>
              <a:gd name="connsiteX673" fmla="*/ 3688994 w 6386648"/>
              <a:gd name="connsiteY673" fmla="*/ 1152482 h 1849426"/>
              <a:gd name="connsiteX674" fmla="*/ 3707019 w 6386648"/>
              <a:gd name="connsiteY674" fmla="*/ 1134458 h 1849426"/>
              <a:gd name="connsiteX675" fmla="*/ 799081 w 6386648"/>
              <a:gd name="connsiteY675" fmla="*/ 1134458 h 1849426"/>
              <a:gd name="connsiteX676" fmla="*/ 817106 w 6386648"/>
              <a:gd name="connsiteY676" fmla="*/ 1152482 h 1849426"/>
              <a:gd name="connsiteX677" fmla="*/ 799081 w 6386648"/>
              <a:gd name="connsiteY677" fmla="*/ 1170507 h 1849426"/>
              <a:gd name="connsiteX678" fmla="*/ 781057 w 6386648"/>
              <a:gd name="connsiteY678" fmla="*/ 1152482 h 1849426"/>
              <a:gd name="connsiteX679" fmla="*/ 799081 w 6386648"/>
              <a:gd name="connsiteY679" fmla="*/ 1134458 h 1849426"/>
              <a:gd name="connsiteX680" fmla="*/ 384520 w 6386648"/>
              <a:gd name="connsiteY680" fmla="*/ 1134458 h 1849426"/>
              <a:gd name="connsiteX681" fmla="*/ 402545 w 6386648"/>
              <a:gd name="connsiteY681" fmla="*/ 1152482 h 1849426"/>
              <a:gd name="connsiteX682" fmla="*/ 384520 w 6386648"/>
              <a:gd name="connsiteY682" fmla="*/ 1170507 h 1849426"/>
              <a:gd name="connsiteX683" fmla="*/ 366496 w 6386648"/>
              <a:gd name="connsiteY683" fmla="*/ 1152482 h 1849426"/>
              <a:gd name="connsiteX684" fmla="*/ 384520 w 6386648"/>
              <a:gd name="connsiteY684" fmla="*/ 1134458 h 1849426"/>
              <a:gd name="connsiteX685" fmla="*/ 3935328 w 6386648"/>
              <a:gd name="connsiteY685" fmla="*/ 1128450 h 1849426"/>
              <a:gd name="connsiteX686" fmla="*/ 3953353 w 6386648"/>
              <a:gd name="connsiteY686" fmla="*/ 1146475 h 1849426"/>
              <a:gd name="connsiteX687" fmla="*/ 3935328 w 6386648"/>
              <a:gd name="connsiteY687" fmla="*/ 1164499 h 1849426"/>
              <a:gd name="connsiteX688" fmla="*/ 3917304 w 6386648"/>
              <a:gd name="connsiteY688" fmla="*/ 1146475 h 1849426"/>
              <a:gd name="connsiteX689" fmla="*/ 3935328 w 6386648"/>
              <a:gd name="connsiteY689" fmla="*/ 1128450 h 1849426"/>
              <a:gd name="connsiteX690" fmla="*/ 1514049 w 6386648"/>
              <a:gd name="connsiteY690" fmla="*/ 1128450 h 1849426"/>
              <a:gd name="connsiteX691" fmla="*/ 1532074 w 6386648"/>
              <a:gd name="connsiteY691" fmla="*/ 1146475 h 1849426"/>
              <a:gd name="connsiteX692" fmla="*/ 1514049 w 6386648"/>
              <a:gd name="connsiteY692" fmla="*/ 1164499 h 1849426"/>
              <a:gd name="connsiteX693" fmla="*/ 1496025 w 6386648"/>
              <a:gd name="connsiteY693" fmla="*/ 1146475 h 1849426"/>
              <a:gd name="connsiteX694" fmla="*/ 1514049 w 6386648"/>
              <a:gd name="connsiteY694" fmla="*/ 1128450 h 1849426"/>
              <a:gd name="connsiteX695" fmla="*/ 4650296 w 6386648"/>
              <a:gd name="connsiteY695" fmla="*/ 1122442 h 1849426"/>
              <a:gd name="connsiteX696" fmla="*/ 4668321 w 6386648"/>
              <a:gd name="connsiteY696" fmla="*/ 1140466 h 1849426"/>
              <a:gd name="connsiteX697" fmla="*/ 4650296 w 6386648"/>
              <a:gd name="connsiteY697" fmla="*/ 1158491 h 1849426"/>
              <a:gd name="connsiteX698" fmla="*/ 4632272 w 6386648"/>
              <a:gd name="connsiteY698" fmla="*/ 1140466 h 1849426"/>
              <a:gd name="connsiteX699" fmla="*/ 4650296 w 6386648"/>
              <a:gd name="connsiteY699" fmla="*/ 1122442 h 1849426"/>
              <a:gd name="connsiteX700" fmla="*/ 4073515 w 6386648"/>
              <a:gd name="connsiteY700" fmla="*/ 1122442 h 1849426"/>
              <a:gd name="connsiteX701" fmla="*/ 4091540 w 6386648"/>
              <a:gd name="connsiteY701" fmla="*/ 1140466 h 1849426"/>
              <a:gd name="connsiteX702" fmla="*/ 4073515 w 6386648"/>
              <a:gd name="connsiteY702" fmla="*/ 1158491 h 1849426"/>
              <a:gd name="connsiteX703" fmla="*/ 4055491 w 6386648"/>
              <a:gd name="connsiteY703" fmla="*/ 1140466 h 1849426"/>
              <a:gd name="connsiteX704" fmla="*/ 4073515 w 6386648"/>
              <a:gd name="connsiteY704" fmla="*/ 1122442 h 1849426"/>
              <a:gd name="connsiteX705" fmla="*/ 2475351 w 6386648"/>
              <a:gd name="connsiteY705" fmla="*/ 1122442 h 1849426"/>
              <a:gd name="connsiteX706" fmla="*/ 2493376 w 6386648"/>
              <a:gd name="connsiteY706" fmla="*/ 1140466 h 1849426"/>
              <a:gd name="connsiteX707" fmla="*/ 2475351 w 6386648"/>
              <a:gd name="connsiteY707" fmla="*/ 1158491 h 1849426"/>
              <a:gd name="connsiteX708" fmla="*/ 2457326 w 6386648"/>
              <a:gd name="connsiteY708" fmla="*/ 1140466 h 1849426"/>
              <a:gd name="connsiteX709" fmla="*/ 2475351 w 6386648"/>
              <a:gd name="connsiteY709" fmla="*/ 1122442 h 1849426"/>
              <a:gd name="connsiteX710" fmla="*/ 1393887 w 6386648"/>
              <a:gd name="connsiteY710" fmla="*/ 1122442 h 1849426"/>
              <a:gd name="connsiteX711" fmla="*/ 1411912 w 6386648"/>
              <a:gd name="connsiteY711" fmla="*/ 1140466 h 1849426"/>
              <a:gd name="connsiteX712" fmla="*/ 1393887 w 6386648"/>
              <a:gd name="connsiteY712" fmla="*/ 1158491 h 1849426"/>
              <a:gd name="connsiteX713" fmla="*/ 1375863 w 6386648"/>
              <a:gd name="connsiteY713" fmla="*/ 1140466 h 1849426"/>
              <a:gd name="connsiteX714" fmla="*/ 1393887 w 6386648"/>
              <a:gd name="connsiteY714" fmla="*/ 1122442 h 1849426"/>
              <a:gd name="connsiteX715" fmla="*/ 3058140 w 6386648"/>
              <a:gd name="connsiteY715" fmla="*/ 1116434 h 1849426"/>
              <a:gd name="connsiteX716" fmla="*/ 3076165 w 6386648"/>
              <a:gd name="connsiteY716" fmla="*/ 1134458 h 1849426"/>
              <a:gd name="connsiteX717" fmla="*/ 3058140 w 6386648"/>
              <a:gd name="connsiteY717" fmla="*/ 1152483 h 1849426"/>
              <a:gd name="connsiteX718" fmla="*/ 3040116 w 6386648"/>
              <a:gd name="connsiteY718" fmla="*/ 1134458 h 1849426"/>
              <a:gd name="connsiteX719" fmla="*/ 3058140 w 6386648"/>
              <a:gd name="connsiteY719" fmla="*/ 1116434 h 1849426"/>
              <a:gd name="connsiteX720" fmla="*/ 4800499 w 6386648"/>
              <a:gd name="connsiteY720" fmla="*/ 1092401 h 1849426"/>
              <a:gd name="connsiteX721" fmla="*/ 4818524 w 6386648"/>
              <a:gd name="connsiteY721" fmla="*/ 1110425 h 1849426"/>
              <a:gd name="connsiteX722" fmla="*/ 4800499 w 6386648"/>
              <a:gd name="connsiteY722" fmla="*/ 1128450 h 1849426"/>
              <a:gd name="connsiteX723" fmla="*/ 4782475 w 6386648"/>
              <a:gd name="connsiteY723" fmla="*/ 1110425 h 1849426"/>
              <a:gd name="connsiteX724" fmla="*/ 4800499 w 6386648"/>
              <a:gd name="connsiteY724" fmla="*/ 1092401 h 1849426"/>
              <a:gd name="connsiteX725" fmla="*/ 2349180 w 6386648"/>
              <a:gd name="connsiteY725" fmla="*/ 1092401 h 1849426"/>
              <a:gd name="connsiteX726" fmla="*/ 2367205 w 6386648"/>
              <a:gd name="connsiteY726" fmla="*/ 1110425 h 1849426"/>
              <a:gd name="connsiteX727" fmla="*/ 2349180 w 6386648"/>
              <a:gd name="connsiteY727" fmla="*/ 1128450 h 1849426"/>
              <a:gd name="connsiteX728" fmla="*/ 2331156 w 6386648"/>
              <a:gd name="connsiteY728" fmla="*/ 1110425 h 1849426"/>
              <a:gd name="connsiteX729" fmla="*/ 2349180 w 6386648"/>
              <a:gd name="connsiteY729" fmla="*/ 1092401 h 1849426"/>
              <a:gd name="connsiteX730" fmla="*/ 931260 w 6386648"/>
              <a:gd name="connsiteY730" fmla="*/ 1092401 h 1849426"/>
              <a:gd name="connsiteX731" fmla="*/ 949285 w 6386648"/>
              <a:gd name="connsiteY731" fmla="*/ 1110425 h 1849426"/>
              <a:gd name="connsiteX732" fmla="*/ 931260 w 6386648"/>
              <a:gd name="connsiteY732" fmla="*/ 1128450 h 1849426"/>
              <a:gd name="connsiteX733" fmla="*/ 913236 w 6386648"/>
              <a:gd name="connsiteY733" fmla="*/ 1110425 h 1849426"/>
              <a:gd name="connsiteX734" fmla="*/ 931260 w 6386648"/>
              <a:gd name="connsiteY734" fmla="*/ 1092401 h 1849426"/>
              <a:gd name="connsiteX735" fmla="*/ 4986752 w 6386648"/>
              <a:gd name="connsiteY735" fmla="*/ 1086393 h 1849426"/>
              <a:gd name="connsiteX736" fmla="*/ 5004777 w 6386648"/>
              <a:gd name="connsiteY736" fmla="*/ 1104417 h 1849426"/>
              <a:gd name="connsiteX737" fmla="*/ 4986752 w 6386648"/>
              <a:gd name="connsiteY737" fmla="*/ 1122442 h 1849426"/>
              <a:gd name="connsiteX738" fmla="*/ 4968728 w 6386648"/>
              <a:gd name="connsiteY738" fmla="*/ 1104417 h 1849426"/>
              <a:gd name="connsiteX739" fmla="*/ 4986752 w 6386648"/>
              <a:gd name="connsiteY739" fmla="*/ 1086393 h 1849426"/>
              <a:gd name="connsiteX740" fmla="*/ 3815165 w 6386648"/>
              <a:gd name="connsiteY740" fmla="*/ 1086393 h 1849426"/>
              <a:gd name="connsiteX741" fmla="*/ 3833190 w 6386648"/>
              <a:gd name="connsiteY741" fmla="*/ 1104417 h 1849426"/>
              <a:gd name="connsiteX742" fmla="*/ 3815165 w 6386648"/>
              <a:gd name="connsiteY742" fmla="*/ 1122442 h 1849426"/>
              <a:gd name="connsiteX743" fmla="*/ 3797141 w 6386648"/>
              <a:gd name="connsiteY743" fmla="*/ 1104417 h 1849426"/>
              <a:gd name="connsiteX744" fmla="*/ 3815165 w 6386648"/>
              <a:gd name="connsiteY744" fmla="*/ 1086393 h 1849426"/>
              <a:gd name="connsiteX745" fmla="*/ 3586856 w 6386648"/>
              <a:gd name="connsiteY745" fmla="*/ 1086393 h 1849426"/>
              <a:gd name="connsiteX746" fmla="*/ 3604881 w 6386648"/>
              <a:gd name="connsiteY746" fmla="*/ 1104417 h 1849426"/>
              <a:gd name="connsiteX747" fmla="*/ 3586856 w 6386648"/>
              <a:gd name="connsiteY747" fmla="*/ 1122442 h 1849426"/>
              <a:gd name="connsiteX748" fmla="*/ 3568831 w 6386648"/>
              <a:gd name="connsiteY748" fmla="*/ 1104417 h 1849426"/>
              <a:gd name="connsiteX749" fmla="*/ 3586856 w 6386648"/>
              <a:gd name="connsiteY749" fmla="*/ 1086393 h 1849426"/>
              <a:gd name="connsiteX750" fmla="*/ 3166287 w 6386648"/>
              <a:gd name="connsiteY750" fmla="*/ 1086393 h 1849426"/>
              <a:gd name="connsiteX751" fmla="*/ 3184312 w 6386648"/>
              <a:gd name="connsiteY751" fmla="*/ 1104417 h 1849426"/>
              <a:gd name="connsiteX752" fmla="*/ 3166287 w 6386648"/>
              <a:gd name="connsiteY752" fmla="*/ 1122442 h 1849426"/>
              <a:gd name="connsiteX753" fmla="*/ 3148262 w 6386648"/>
              <a:gd name="connsiteY753" fmla="*/ 1104417 h 1849426"/>
              <a:gd name="connsiteX754" fmla="*/ 3166287 w 6386648"/>
              <a:gd name="connsiteY754" fmla="*/ 1086393 h 1849426"/>
              <a:gd name="connsiteX755" fmla="*/ 2595514 w 6386648"/>
              <a:gd name="connsiteY755" fmla="*/ 1086393 h 1849426"/>
              <a:gd name="connsiteX756" fmla="*/ 2613539 w 6386648"/>
              <a:gd name="connsiteY756" fmla="*/ 1104417 h 1849426"/>
              <a:gd name="connsiteX757" fmla="*/ 2595514 w 6386648"/>
              <a:gd name="connsiteY757" fmla="*/ 1122442 h 1849426"/>
              <a:gd name="connsiteX758" fmla="*/ 2577489 w 6386648"/>
              <a:gd name="connsiteY758" fmla="*/ 1104417 h 1849426"/>
              <a:gd name="connsiteX759" fmla="*/ 2595514 w 6386648"/>
              <a:gd name="connsiteY759" fmla="*/ 1086393 h 1849426"/>
              <a:gd name="connsiteX760" fmla="*/ 1628204 w 6386648"/>
              <a:gd name="connsiteY760" fmla="*/ 1074377 h 1849426"/>
              <a:gd name="connsiteX761" fmla="*/ 1646229 w 6386648"/>
              <a:gd name="connsiteY761" fmla="*/ 1092401 h 1849426"/>
              <a:gd name="connsiteX762" fmla="*/ 1628204 w 6386648"/>
              <a:gd name="connsiteY762" fmla="*/ 1110426 h 1849426"/>
              <a:gd name="connsiteX763" fmla="*/ 1610180 w 6386648"/>
              <a:gd name="connsiteY763" fmla="*/ 1092401 h 1849426"/>
              <a:gd name="connsiteX764" fmla="*/ 1628204 w 6386648"/>
              <a:gd name="connsiteY764" fmla="*/ 1074377 h 1849426"/>
              <a:gd name="connsiteX765" fmla="*/ 642870 w 6386648"/>
              <a:gd name="connsiteY765" fmla="*/ 1074377 h 1849426"/>
              <a:gd name="connsiteX766" fmla="*/ 660895 w 6386648"/>
              <a:gd name="connsiteY766" fmla="*/ 1092401 h 1849426"/>
              <a:gd name="connsiteX767" fmla="*/ 642870 w 6386648"/>
              <a:gd name="connsiteY767" fmla="*/ 1110426 h 1849426"/>
              <a:gd name="connsiteX768" fmla="*/ 624846 w 6386648"/>
              <a:gd name="connsiteY768" fmla="*/ 1092401 h 1849426"/>
              <a:gd name="connsiteX769" fmla="*/ 642870 w 6386648"/>
              <a:gd name="connsiteY769" fmla="*/ 1074377 h 1849426"/>
              <a:gd name="connsiteX770" fmla="*/ 2925961 w 6386648"/>
              <a:gd name="connsiteY770" fmla="*/ 1068369 h 1849426"/>
              <a:gd name="connsiteX771" fmla="*/ 2943986 w 6386648"/>
              <a:gd name="connsiteY771" fmla="*/ 1086394 h 1849426"/>
              <a:gd name="connsiteX772" fmla="*/ 2925961 w 6386648"/>
              <a:gd name="connsiteY772" fmla="*/ 1104418 h 1849426"/>
              <a:gd name="connsiteX773" fmla="*/ 2907936 w 6386648"/>
              <a:gd name="connsiteY773" fmla="*/ 1086394 h 1849426"/>
              <a:gd name="connsiteX774" fmla="*/ 2925961 w 6386648"/>
              <a:gd name="connsiteY774" fmla="*/ 1068369 h 1849426"/>
              <a:gd name="connsiteX775" fmla="*/ 3424636 w 6386648"/>
              <a:gd name="connsiteY775" fmla="*/ 1062360 h 1849426"/>
              <a:gd name="connsiteX776" fmla="*/ 3442661 w 6386648"/>
              <a:gd name="connsiteY776" fmla="*/ 1080384 h 1849426"/>
              <a:gd name="connsiteX777" fmla="*/ 3424636 w 6386648"/>
              <a:gd name="connsiteY777" fmla="*/ 1098409 h 1849426"/>
              <a:gd name="connsiteX778" fmla="*/ 3406612 w 6386648"/>
              <a:gd name="connsiteY778" fmla="*/ 1080384 h 1849426"/>
              <a:gd name="connsiteX779" fmla="*/ 3424636 w 6386648"/>
              <a:gd name="connsiteY779" fmla="*/ 1062360 h 1849426"/>
              <a:gd name="connsiteX780" fmla="*/ 1249691 w 6386648"/>
              <a:gd name="connsiteY780" fmla="*/ 1062360 h 1849426"/>
              <a:gd name="connsiteX781" fmla="*/ 1267716 w 6386648"/>
              <a:gd name="connsiteY781" fmla="*/ 1080384 h 1849426"/>
              <a:gd name="connsiteX782" fmla="*/ 1249691 w 6386648"/>
              <a:gd name="connsiteY782" fmla="*/ 1098409 h 1849426"/>
              <a:gd name="connsiteX783" fmla="*/ 1231667 w 6386648"/>
              <a:gd name="connsiteY783" fmla="*/ 1080384 h 1849426"/>
              <a:gd name="connsiteX784" fmla="*/ 1249691 w 6386648"/>
              <a:gd name="connsiteY784" fmla="*/ 1062360 h 1849426"/>
              <a:gd name="connsiteX785" fmla="*/ 1075456 w 6386648"/>
              <a:gd name="connsiteY785" fmla="*/ 1062360 h 1849426"/>
              <a:gd name="connsiteX786" fmla="*/ 1093480 w 6386648"/>
              <a:gd name="connsiteY786" fmla="*/ 1080384 h 1849426"/>
              <a:gd name="connsiteX787" fmla="*/ 1075456 w 6386648"/>
              <a:gd name="connsiteY787" fmla="*/ 1098409 h 1849426"/>
              <a:gd name="connsiteX788" fmla="*/ 1057431 w 6386648"/>
              <a:gd name="connsiteY788" fmla="*/ 1080384 h 1849426"/>
              <a:gd name="connsiteX789" fmla="*/ 1075456 w 6386648"/>
              <a:gd name="connsiteY789" fmla="*/ 1062360 h 1849426"/>
              <a:gd name="connsiteX790" fmla="*/ 1928611 w 6386648"/>
              <a:gd name="connsiteY790" fmla="*/ 1056352 h 1849426"/>
              <a:gd name="connsiteX791" fmla="*/ 1946636 w 6386648"/>
              <a:gd name="connsiteY791" fmla="*/ 1074376 h 1849426"/>
              <a:gd name="connsiteX792" fmla="*/ 1928611 w 6386648"/>
              <a:gd name="connsiteY792" fmla="*/ 1092401 h 1849426"/>
              <a:gd name="connsiteX793" fmla="*/ 1910587 w 6386648"/>
              <a:gd name="connsiteY793" fmla="*/ 1074376 h 1849426"/>
              <a:gd name="connsiteX794" fmla="*/ 1928611 w 6386648"/>
              <a:gd name="connsiteY794" fmla="*/ 1056352 h 1849426"/>
              <a:gd name="connsiteX795" fmla="*/ 2709668 w 6386648"/>
              <a:gd name="connsiteY795" fmla="*/ 1044336 h 1849426"/>
              <a:gd name="connsiteX796" fmla="*/ 2727693 w 6386648"/>
              <a:gd name="connsiteY796" fmla="*/ 1062360 h 1849426"/>
              <a:gd name="connsiteX797" fmla="*/ 2709668 w 6386648"/>
              <a:gd name="connsiteY797" fmla="*/ 1080385 h 1849426"/>
              <a:gd name="connsiteX798" fmla="*/ 2691644 w 6386648"/>
              <a:gd name="connsiteY798" fmla="*/ 1062360 h 1849426"/>
              <a:gd name="connsiteX799" fmla="*/ 2709668 w 6386648"/>
              <a:gd name="connsiteY799" fmla="*/ 1044336 h 1849426"/>
              <a:gd name="connsiteX800" fmla="*/ 1784415 w 6386648"/>
              <a:gd name="connsiteY800" fmla="*/ 1044336 h 1849426"/>
              <a:gd name="connsiteX801" fmla="*/ 1802440 w 6386648"/>
              <a:gd name="connsiteY801" fmla="*/ 1062360 h 1849426"/>
              <a:gd name="connsiteX802" fmla="*/ 1784415 w 6386648"/>
              <a:gd name="connsiteY802" fmla="*/ 1080385 h 1849426"/>
              <a:gd name="connsiteX803" fmla="*/ 1766391 w 6386648"/>
              <a:gd name="connsiteY803" fmla="*/ 1062360 h 1849426"/>
              <a:gd name="connsiteX804" fmla="*/ 1784415 w 6386648"/>
              <a:gd name="connsiteY804" fmla="*/ 1044336 h 1849426"/>
              <a:gd name="connsiteX805" fmla="*/ 3292457 w 6386648"/>
              <a:gd name="connsiteY805" fmla="*/ 1038328 h 1849426"/>
              <a:gd name="connsiteX806" fmla="*/ 3310482 w 6386648"/>
              <a:gd name="connsiteY806" fmla="*/ 1056353 h 1849426"/>
              <a:gd name="connsiteX807" fmla="*/ 3292457 w 6386648"/>
              <a:gd name="connsiteY807" fmla="*/ 1074377 h 1849426"/>
              <a:gd name="connsiteX808" fmla="*/ 3274433 w 6386648"/>
              <a:gd name="connsiteY808" fmla="*/ 1056353 h 1849426"/>
              <a:gd name="connsiteX809" fmla="*/ 3292457 w 6386648"/>
              <a:gd name="connsiteY809" fmla="*/ 1038328 h 1849426"/>
              <a:gd name="connsiteX810" fmla="*/ 2198977 w 6386648"/>
              <a:gd name="connsiteY810" fmla="*/ 1038328 h 1849426"/>
              <a:gd name="connsiteX811" fmla="*/ 2217002 w 6386648"/>
              <a:gd name="connsiteY811" fmla="*/ 1056353 h 1849426"/>
              <a:gd name="connsiteX812" fmla="*/ 2198977 w 6386648"/>
              <a:gd name="connsiteY812" fmla="*/ 1074377 h 1849426"/>
              <a:gd name="connsiteX813" fmla="*/ 2180953 w 6386648"/>
              <a:gd name="connsiteY813" fmla="*/ 1056353 h 1849426"/>
              <a:gd name="connsiteX814" fmla="*/ 2198977 w 6386648"/>
              <a:gd name="connsiteY814" fmla="*/ 1038328 h 1849426"/>
              <a:gd name="connsiteX815" fmla="*/ 2078814 w 6386648"/>
              <a:gd name="connsiteY815" fmla="*/ 1032320 h 1849426"/>
              <a:gd name="connsiteX816" fmla="*/ 2096839 w 6386648"/>
              <a:gd name="connsiteY816" fmla="*/ 1050344 h 1849426"/>
              <a:gd name="connsiteX817" fmla="*/ 2078814 w 6386648"/>
              <a:gd name="connsiteY817" fmla="*/ 1068369 h 1849426"/>
              <a:gd name="connsiteX818" fmla="*/ 2060790 w 6386648"/>
              <a:gd name="connsiteY818" fmla="*/ 1050344 h 1849426"/>
              <a:gd name="connsiteX819" fmla="*/ 2078814 w 6386648"/>
              <a:gd name="connsiteY819" fmla="*/ 1032320 h 1849426"/>
              <a:gd name="connsiteX820" fmla="*/ 3983393 w 6386648"/>
              <a:gd name="connsiteY820" fmla="*/ 1026312 h 1849426"/>
              <a:gd name="connsiteX821" fmla="*/ 4001418 w 6386648"/>
              <a:gd name="connsiteY821" fmla="*/ 1044336 h 1849426"/>
              <a:gd name="connsiteX822" fmla="*/ 3983393 w 6386648"/>
              <a:gd name="connsiteY822" fmla="*/ 1062361 h 1849426"/>
              <a:gd name="connsiteX823" fmla="*/ 3965369 w 6386648"/>
              <a:gd name="connsiteY823" fmla="*/ 1044336 h 1849426"/>
              <a:gd name="connsiteX824" fmla="*/ 3983393 w 6386648"/>
              <a:gd name="connsiteY824" fmla="*/ 1026312 h 1849426"/>
              <a:gd name="connsiteX825" fmla="*/ 817106 w 6386648"/>
              <a:gd name="connsiteY825" fmla="*/ 1020304 h 1849426"/>
              <a:gd name="connsiteX826" fmla="*/ 829123 w 6386648"/>
              <a:gd name="connsiteY826" fmla="*/ 1032320 h 1849426"/>
              <a:gd name="connsiteX827" fmla="*/ 817106 w 6386648"/>
              <a:gd name="connsiteY827" fmla="*/ 1044336 h 1849426"/>
              <a:gd name="connsiteX828" fmla="*/ 805090 w 6386648"/>
              <a:gd name="connsiteY828" fmla="*/ 1032320 h 1849426"/>
              <a:gd name="connsiteX829" fmla="*/ 817106 w 6386648"/>
              <a:gd name="connsiteY829" fmla="*/ 1020304 h 1849426"/>
              <a:gd name="connsiteX830" fmla="*/ 2817815 w 6386648"/>
              <a:gd name="connsiteY830" fmla="*/ 1014295 h 1849426"/>
              <a:gd name="connsiteX831" fmla="*/ 2835840 w 6386648"/>
              <a:gd name="connsiteY831" fmla="*/ 1032319 h 1849426"/>
              <a:gd name="connsiteX832" fmla="*/ 2817815 w 6386648"/>
              <a:gd name="connsiteY832" fmla="*/ 1050344 h 1849426"/>
              <a:gd name="connsiteX833" fmla="*/ 2799791 w 6386648"/>
              <a:gd name="connsiteY833" fmla="*/ 1032319 h 1849426"/>
              <a:gd name="connsiteX834" fmla="*/ 2817815 w 6386648"/>
              <a:gd name="connsiteY834" fmla="*/ 1014295 h 1849426"/>
              <a:gd name="connsiteX835" fmla="*/ 2445310 w 6386648"/>
              <a:gd name="connsiteY835" fmla="*/ 1014295 h 1849426"/>
              <a:gd name="connsiteX836" fmla="*/ 2463335 w 6386648"/>
              <a:gd name="connsiteY836" fmla="*/ 1032319 h 1849426"/>
              <a:gd name="connsiteX837" fmla="*/ 2445310 w 6386648"/>
              <a:gd name="connsiteY837" fmla="*/ 1050344 h 1849426"/>
              <a:gd name="connsiteX838" fmla="*/ 2427285 w 6386648"/>
              <a:gd name="connsiteY838" fmla="*/ 1032319 h 1849426"/>
              <a:gd name="connsiteX839" fmla="*/ 2445310 w 6386648"/>
              <a:gd name="connsiteY839" fmla="*/ 1014295 h 1849426"/>
              <a:gd name="connsiteX840" fmla="*/ 420569 w 6386648"/>
              <a:gd name="connsiteY840" fmla="*/ 1014295 h 1849426"/>
              <a:gd name="connsiteX841" fmla="*/ 438594 w 6386648"/>
              <a:gd name="connsiteY841" fmla="*/ 1032319 h 1849426"/>
              <a:gd name="connsiteX842" fmla="*/ 420569 w 6386648"/>
              <a:gd name="connsiteY842" fmla="*/ 1050344 h 1849426"/>
              <a:gd name="connsiteX843" fmla="*/ 402545 w 6386648"/>
              <a:gd name="connsiteY843" fmla="*/ 1032319 h 1849426"/>
              <a:gd name="connsiteX844" fmla="*/ 420569 w 6386648"/>
              <a:gd name="connsiteY844" fmla="*/ 1014295 h 1849426"/>
              <a:gd name="connsiteX845" fmla="*/ 1520057 w 6386648"/>
              <a:gd name="connsiteY845" fmla="*/ 1008287 h 1849426"/>
              <a:gd name="connsiteX846" fmla="*/ 1538082 w 6386648"/>
              <a:gd name="connsiteY846" fmla="*/ 1026312 h 1849426"/>
              <a:gd name="connsiteX847" fmla="*/ 1520057 w 6386648"/>
              <a:gd name="connsiteY847" fmla="*/ 1044336 h 1849426"/>
              <a:gd name="connsiteX848" fmla="*/ 1502033 w 6386648"/>
              <a:gd name="connsiteY848" fmla="*/ 1026312 h 1849426"/>
              <a:gd name="connsiteX849" fmla="*/ 1520057 w 6386648"/>
              <a:gd name="connsiteY849" fmla="*/ 1008287 h 1849426"/>
              <a:gd name="connsiteX850" fmla="*/ 1387878 w 6386648"/>
              <a:gd name="connsiteY850" fmla="*/ 1008287 h 1849426"/>
              <a:gd name="connsiteX851" fmla="*/ 1405903 w 6386648"/>
              <a:gd name="connsiteY851" fmla="*/ 1026312 h 1849426"/>
              <a:gd name="connsiteX852" fmla="*/ 1387878 w 6386648"/>
              <a:gd name="connsiteY852" fmla="*/ 1044336 h 1849426"/>
              <a:gd name="connsiteX853" fmla="*/ 1369854 w 6386648"/>
              <a:gd name="connsiteY853" fmla="*/ 1026312 h 1849426"/>
              <a:gd name="connsiteX854" fmla="*/ 1387878 w 6386648"/>
              <a:gd name="connsiteY854" fmla="*/ 1008287 h 1849426"/>
              <a:gd name="connsiteX855" fmla="*/ 534724 w 6386648"/>
              <a:gd name="connsiteY855" fmla="*/ 1008287 h 1849426"/>
              <a:gd name="connsiteX856" fmla="*/ 552748 w 6386648"/>
              <a:gd name="connsiteY856" fmla="*/ 1026312 h 1849426"/>
              <a:gd name="connsiteX857" fmla="*/ 534724 w 6386648"/>
              <a:gd name="connsiteY857" fmla="*/ 1044336 h 1849426"/>
              <a:gd name="connsiteX858" fmla="*/ 516699 w 6386648"/>
              <a:gd name="connsiteY858" fmla="*/ 1026312 h 1849426"/>
              <a:gd name="connsiteX859" fmla="*/ 534724 w 6386648"/>
              <a:gd name="connsiteY859" fmla="*/ 1008287 h 1849426"/>
              <a:gd name="connsiteX860" fmla="*/ 3016083 w 6386648"/>
              <a:gd name="connsiteY860" fmla="*/ 1002279 h 1849426"/>
              <a:gd name="connsiteX861" fmla="*/ 3034108 w 6386648"/>
              <a:gd name="connsiteY861" fmla="*/ 1020303 h 1849426"/>
              <a:gd name="connsiteX862" fmla="*/ 3016083 w 6386648"/>
              <a:gd name="connsiteY862" fmla="*/ 1038328 h 1849426"/>
              <a:gd name="connsiteX863" fmla="*/ 2998058 w 6386648"/>
              <a:gd name="connsiteY863" fmla="*/ 1020303 h 1849426"/>
              <a:gd name="connsiteX864" fmla="*/ 3016083 w 6386648"/>
              <a:gd name="connsiteY864" fmla="*/ 1002279 h 1849426"/>
              <a:gd name="connsiteX865" fmla="*/ 294398 w 6386648"/>
              <a:gd name="connsiteY865" fmla="*/ 996271 h 1849426"/>
              <a:gd name="connsiteX866" fmla="*/ 312423 w 6386648"/>
              <a:gd name="connsiteY866" fmla="*/ 1014295 h 1849426"/>
              <a:gd name="connsiteX867" fmla="*/ 294398 w 6386648"/>
              <a:gd name="connsiteY867" fmla="*/ 1032320 h 1849426"/>
              <a:gd name="connsiteX868" fmla="*/ 276374 w 6386648"/>
              <a:gd name="connsiteY868" fmla="*/ 1014295 h 1849426"/>
              <a:gd name="connsiteX869" fmla="*/ 294398 w 6386648"/>
              <a:gd name="connsiteY869" fmla="*/ 996271 h 1849426"/>
              <a:gd name="connsiteX870" fmla="*/ 3676978 w 6386648"/>
              <a:gd name="connsiteY870" fmla="*/ 990263 h 1849426"/>
              <a:gd name="connsiteX871" fmla="*/ 3695003 w 6386648"/>
              <a:gd name="connsiteY871" fmla="*/ 1008287 h 1849426"/>
              <a:gd name="connsiteX872" fmla="*/ 3676978 w 6386648"/>
              <a:gd name="connsiteY872" fmla="*/ 1026312 h 1849426"/>
              <a:gd name="connsiteX873" fmla="*/ 3658953 w 6386648"/>
              <a:gd name="connsiteY873" fmla="*/ 1008287 h 1849426"/>
              <a:gd name="connsiteX874" fmla="*/ 3676978 w 6386648"/>
              <a:gd name="connsiteY874" fmla="*/ 990263 h 1849426"/>
              <a:gd name="connsiteX875" fmla="*/ 3544799 w 6386648"/>
              <a:gd name="connsiteY875" fmla="*/ 984255 h 1849426"/>
              <a:gd name="connsiteX876" fmla="*/ 3562824 w 6386648"/>
              <a:gd name="connsiteY876" fmla="*/ 1002279 h 1849426"/>
              <a:gd name="connsiteX877" fmla="*/ 3544799 w 6386648"/>
              <a:gd name="connsiteY877" fmla="*/ 1020304 h 1849426"/>
              <a:gd name="connsiteX878" fmla="*/ 3526775 w 6386648"/>
              <a:gd name="connsiteY878" fmla="*/ 1002279 h 1849426"/>
              <a:gd name="connsiteX879" fmla="*/ 3544799 w 6386648"/>
              <a:gd name="connsiteY879" fmla="*/ 984255 h 1849426"/>
              <a:gd name="connsiteX880" fmla="*/ 708959 w 6386648"/>
              <a:gd name="connsiteY880" fmla="*/ 984255 h 1849426"/>
              <a:gd name="connsiteX881" fmla="*/ 726984 w 6386648"/>
              <a:gd name="connsiteY881" fmla="*/ 1002279 h 1849426"/>
              <a:gd name="connsiteX882" fmla="*/ 708959 w 6386648"/>
              <a:gd name="connsiteY882" fmla="*/ 1020304 h 1849426"/>
              <a:gd name="connsiteX883" fmla="*/ 690935 w 6386648"/>
              <a:gd name="connsiteY883" fmla="*/ 1002279 h 1849426"/>
              <a:gd name="connsiteX884" fmla="*/ 708959 w 6386648"/>
              <a:gd name="connsiteY884" fmla="*/ 984255 h 1849426"/>
              <a:gd name="connsiteX885" fmla="*/ 3803149 w 6386648"/>
              <a:gd name="connsiteY885" fmla="*/ 978247 h 1849426"/>
              <a:gd name="connsiteX886" fmla="*/ 3821174 w 6386648"/>
              <a:gd name="connsiteY886" fmla="*/ 996272 h 1849426"/>
              <a:gd name="connsiteX887" fmla="*/ 3803149 w 6386648"/>
              <a:gd name="connsiteY887" fmla="*/ 1014296 h 1849426"/>
              <a:gd name="connsiteX888" fmla="*/ 3785125 w 6386648"/>
              <a:gd name="connsiteY888" fmla="*/ 996272 h 1849426"/>
              <a:gd name="connsiteX889" fmla="*/ 3803149 w 6386648"/>
              <a:gd name="connsiteY889" fmla="*/ 978247 h 1849426"/>
              <a:gd name="connsiteX890" fmla="*/ 1003358 w 6386648"/>
              <a:gd name="connsiteY890" fmla="*/ 978247 h 1849426"/>
              <a:gd name="connsiteX891" fmla="*/ 1021383 w 6386648"/>
              <a:gd name="connsiteY891" fmla="*/ 996272 h 1849426"/>
              <a:gd name="connsiteX892" fmla="*/ 1003358 w 6386648"/>
              <a:gd name="connsiteY892" fmla="*/ 1014296 h 1849426"/>
              <a:gd name="connsiteX893" fmla="*/ 985334 w 6386648"/>
              <a:gd name="connsiteY893" fmla="*/ 996272 h 1849426"/>
              <a:gd name="connsiteX894" fmla="*/ 1003358 w 6386648"/>
              <a:gd name="connsiteY894" fmla="*/ 978247 h 1849426"/>
              <a:gd name="connsiteX895" fmla="*/ 3196327 w 6386648"/>
              <a:gd name="connsiteY895" fmla="*/ 972238 h 1849426"/>
              <a:gd name="connsiteX896" fmla="*/ 3214352 w 6386648"/>
              <a:gd name="connsiteY896" fmla="*/ 990262 h 1849426"/>
              <a:gd name="connsiteX897" fmla="*/ 3196327 w 6386648"/>
              <a:gd name="connsiteY897" fmla="*/ 1008287 h 1849426"/>
              <a:gd name="connsiteX898" fmla="*/ 3178302 w 6386648"/>
              <a:gd name="connsiteY898" fmla="*/ 990262 h 1849426"/>
              <a:gd name="connsiteX899" fmla="*/ 3196327 w 6386648"/>
              <a:gd name="connsiteY899" fmla="*/ 972238 h 1849426"/>
              <a:gd name="connsiteX900" fmla="*/ 1183602 w 6386648"/>
              <a:gd name="connsiteY900" fmla="*/ 972238 h 1849426"/>
              <a:gd name="connsiteX901" fmla="*/ 1201627 w 6386648"/>
              <a:gd name="connsiteY901" fmla="*/ 990262 h 1849426"/>
              <a:gd name="connsiteX902" fmla="*/ 1183602 w 6386648"/>
              <a:gd name="connsiteY902" fmla="*/ 1008287 h 1849426"/>
              <a:gd name="connsiteX903" fmla="*/ 1165578 w 6386648"/>
              <a:gd name="connsiteY903" fmla="*/ 990262 h 1849426"/>
              <a:gd name="connsiteX904" fmla="*/ 1183602 w 6386648"/>
              <a:gd name="connsiteY904" fmla="*/ 972238 h 1849426"/>
              <a:gd name="connsiteX905" fmla="*/ 2271074 w 6386648"/>
              <a:gd name="connsiteY905" fmla="*/ 960222 h 1849426"/>
              <a:gd name="connsiteX906" fmla="*/ 2289099 w 6386648"/>
              <a:gd name="connsiteY906" fmla="*/ 978246 h 1849426"/>
              <a:gd name="connsiteX907" fmla="*/ 2271074 w 6386648"/>
              <a:gd name="connsiteY907" fmla="*/ 996271 h 1849426"/>
              <a:gd name="connsiteX908" fmla="*/ 2253050 w 6386648"/>
              <a:gd name="connsiteY908" fmla="*/ 978246 h 1849426"/>
              <a:gd name="connsiteX909" fmla="*/ 2271074 w 6386648"/>
              <a:gd name="connsiteY909" fmla="*/ 960222 h 1849426"/>
              <a:gd name="connsiteX910" fmla="*/ 1658245 w 6386648"/>
              <a:gd name="connsiteY910" fmla="*/ 960222 h 1849426"/>
              <a:gd name="connsiteX911" fmla="*/ 1676270 w 6386648"/>
              <a:gd name="connsiteY911" fmla="*/ 978246 h 1849426"/>
              <a:gd name="connsiteX912" fmla="*/ 1658245 w 6386648"/>
              <a:gd name="connsiteY912" fmla="*/ 996271 h 1849426"/>
              <a:gd name="connsiteX913" fmla="*/ 1640221 w 6386648"/>
              <a:gd name="connsiteY913" fmla="*/ 978246 h 1849426"/>
              <a:gd name="connsiteX914" fmla="*/ 1658245 w 6386648"/>
              <a:gd name="connsiteY914" fmla="*/ 960222 h 1849426"/>
              <a:gd name="connsiteX915" fmla="*/ 1958651 w 6386648"/>
              <a:gd name="connsiteY915" fmla="*/ 954214 h 1849426"/>
              <a:gd name="connsiteX916" fmla="*/ 1976676 w 6386648"/>
              <a:gd name="connsiteY916" fmla="*/ 972238 h 1849426"/>
              <a:gd name="connsiteX917" fmla="*/ 1958651 w 6386648"/>
              <a:gd name="connsiteY917" fmla="*/ 990263 h 1849426"/>
              <a:gd name="connsiteX918" fmla="*/ 1940627 w 6386648"/>
              <a:gd name="connsiteY918" fmla="*/ 972238 h 1849426"/>
              <a:gd name="connsiteX919" fmla="*/ 1958651 w 6386648"/>
              <a:gd name="connsiteY919" fmla="*/ 954214 h 1849426"/>
              <a:gd name="connsiteX920" fmla="*/ 2631562 w 6386648"/>
              <a:gd name="connsiteY920" fmla="*/ 948206 h 1849426"/>
              <a:gd name="connsiteX921" fmla="*/ 2649587 w 6386648"/>
              <a:gd name="connsiteY921" fmla="*/ 966231 h 1849426"/>
              <a:gd name="connsiteX922" fmla="*/ 2631562 w 6386648"/>
              <a:gd name="connsiteY922" fmla="*/ 984255 h 1849426"/>
              <a:gd name="connsiteX923" fmla="*/ 2613538 w 6386648"/>
              <a:gd name="connsiteY923" fmla="*/ 966231 h 1849426"/>
              <a:gd name="connsiteX924" fmla="*/ 2631562 w 6386648"/>
              <a:gd name="connsiteY924" fmla="*/ 948206 h 1849426"/>
              <a:gd name="connsiteX925" fmla="*/ 1838489 w 6386648"/>
              <a:gd name="connsiteY925" fmla="*/ 948206 h 1849426"/>
              <a:gd name="connsiteX926" fmla="*/ 1856514 w 6386648"/>
              <a:gd name="connsiteY926" fmla="*/ 966231 h 1849426"/>
              <a:gd name="connsiteX927" fmla="*/ 1838489 w 6386648"/>
              <a:gd name="connsiteY927" fmla="*/ 984255 h 1849426"/>
              <a:gd name="connsiteX928" fmla="*/ 1820465 w 6386648"/>
              <a:gd name="connsiteY928" fmla="*/ 966231 h 1849426"/>
              <a:gd name="connsiteX929" fmla="*/ 1838489 w 6386648"/>
              <a:gd name="connsiteY929" fmla="*/ 948206 h 1849426"/>
              <a:gd name="connsiteX930" fmla="*/ 3430644 w 6386648"/>
              <a:gd name="connsiteY930" fmla="*/ 942198 h 1849426"/>
              <a:gd name="connsiteX931" fmla="*/ 3448669 w 6386648"/>
              <a:gd name="connsiteY931" fmla="*/ 960222 h 1849426"/>
              <a:gd name="connsiteX932" fmla="*/ 3430644 w 6386648"/>
              <a:gd name="connsiteY932" fmla="*/ 978247 h 1849426"/>
              <a:gd name="connsiteX933" fmla="*/ 3412620 w 6386648"/>
              <a:gd name="connsiteY933" fmla="*/ 960222 h 1849426"/>
              <a:gd name="connsiteX934" fmla="*/ 3430644 w 6386648"/>
              <a:gd name="connsiteY934" fmla="*/ 942198 h 1849426"/>
              <a:gd name="connsiteX935" fmla="*/ 2529424 w 6386648"/>
              <a:gd name="connsiteY935" fmla="*/ 942198 h 1849426"/>
              <a:gd name="connsiteX936" fmla="*/ 2547449 w 6386648"/>
              <a:gd name="connsiteY936" fmla="*/ 960222 h 1849426"/>
              <a:gd name="connsiteX937" fmla="*/ 2529424 w 6386648"/>
              <a:gd name="connsiteY937" fmla="*/ 978247 h 1849426"/>
              <a:gd name="connsiteX938" fmla="*/ 2511400 w 6386648"/>
              <a:gd name="connsiteY938" fmla="*/ 960222 h 1849426"/>
              <a:gd name="connsiteX939" fmla="*/ 2529424 w 6386648"/>
              <a:gd name="connsiteY939" fmla="*/ 942198 h 1849426"/>
              <a:gd name="connsiteX940" fmla="*/ 889203 w 6386648"/>
              <a:gd name="connsiteY940" fmla="*/ 942198 h 1849426"/>
              <a:gd name="connsiteX941" fmla="*/ 907228 w 6386648"/>
              <a:gd name="connsiteY941" fmla="*/ 960222 h 1849426"/>
              <a:gd name="connsiteX942" fmla="*/ 889203 w 6386648"/>
              <a:gd name="connsiteY942" fmla="*/ 978247 h 1849426"/>
              <a:gd name="connsiteX943" fmla="*/ 871179 w 6386648"/>
              <a:gd name="connsiteY943" fmla="*/ 960222 h 1849426"/>
              <a:gd name="connsiteX944" fmla="*/ 889203 w 6386648"/>
              <a:gd name="connsiteY944" fmla="*/ 942198 h 1849426"/>
              <a:gd name="connsiteX945" fmla="*/ 3935328 w 6386648"/>
              <a:gd name="connsiteY945" fmla="*/ 936190 h 1849426"/>
              <a:gd name="connsiteX946" fmla="*/ 3953353 w 6386648"/>
              <a:gd name="connsiteY946" fmla="*/ 954214 h 1849426"/>
              <a:gd name="connsiteX947" fmla="*/ 3935328 w 6386648"/>
              <a:gd name="connsiteY947" fmla="*/ 972239 h 1849426"/>
              <a:gd name="connsiteX948" fmla="*/ 3917304 w 6386648"/>
              <a:gd name="connsiteY948" fmla="*/ 954214 h 1849426"/>
              <a:gd name="connsiteX949" fmla="*/ 3935328 w 6386648"/>
              <a:gd name="connsiteY949" fmla="*/ 936190 h 1849426"/>
              <a:gd name="connsiteX950" fmla="*/ 1303765 w 6386648"/>
              <a:gd name="connsiteY950" fmla="*/ 936190 h 1849426"/>
              <a:gd name="connsiteX951" fmla="*/ 1321790 w 6386648"/>
              <a:gd name="connsiteY951" fmla="*/ 954214 h 1849426"/>
              <a:gd name="connsiteX952" fmla="*/ 1303765 w 6386648"/>
              <a:gd name="connsiteY952" fmla="*/ 972239 h 1849426"/>
              <a:gd name="connsiteX953" fmla="*/ 1285741 w 6386648"/>
              <a:gd name="connsiteY953" fmla="*/ 954214 h 1849426"/>
              <a:gd name="connsiteX954" fmla="*/ 1303765 w 6386648"/>
              <a:gd name="connsiteY954" fmla="*/ 936190 h 1849426"/>
              <a:gd name="connsiteX955" fmla="*/ 600813 w 6386648"/>
              <a:gd name="connsiteY955" fmla="*/ 924173 h 1849426"/>
              <a:gd name="connsiteX956" fmla="*/ 618838 w 6386648"/>
              <a:gd name="connsiteY956" fmla="*/ 942197 h 1849426"/>
              <a:gd name="connsiteX957" fmla="*/ 600813 w 6386648"/>
              <a:gd name="connsiteY957" fmla="*/ 960222 h 1849426"/>
              <a:gd name="connsiteX958" fmla="*/ 582789 w 6386648"/>
              <a:gd name="connsiteY958" fmla="*/ 942197 h 1849426"/>
              <a:gd name="connsiteX959" fmla="*/ 600813 w 6386648"/>
              <a:gd name="connsiteY959" fmla="*/ 924173 h 1849426"/>
              <a:gd name="connsiteX960" fmla="*/ 3088181 w 6386648"/>
              <a:gd name="connsiteY960" fmla="*/ 918165 h 1849426"/>
              <a:gd name="connsiteX961" fmla="*/ 3106206 w 6386648"/>
              <a:gd name="connsiteY961" fmla="*/ 936190 h 1849426"/>
              <a:gd name="connsiteX962" fmla="*/ 3088181 w 6386648"/>
              <a:gd name="connsiteY962" fmla="*/ 954214 h 1849426"/>
              <a:gd name="connsiteX963" fmla="*/ 3070157 w 6386648"/>
              <a:gd name="connsiteY963" fmla="*/ 936190 h 1849426"/>
              <a:gd name="connsiteX964" fmla="*/ 3088181 w 6386648"/>
              <a:gd name="connsiteY964" fmla="*/ 918165 h 1849426"/>
              <a:gd name="connsiteX965" fmla="*/ 2883904 w 6386648"/>
              <a:gd name="connsiteY965" fmla="*/ 918165 h 1849426"/>
              <a:gd name="connsiteX966" fmla="*/ 2901929 w 6386648"/>
              <a:gd name="connsiteY966" fmla="*/ 936190 h 1849426"/>
              <a:gd name="connsiteX967" fmla="*/ 2883904 w 6386648"/>
              <a:gd name="connsiteY967" fmla="*/ 954214 h 1849426"/>
              <a:gd name="connsiteX968" fmla="*/ 2865880 w 6386648"/>
              <a:gd name="connsiteY968" fmla="*/ 936190 h 1849426"/>
              <a:gd name="connsiteX969" fmla="*/ 2883904 w 6386648"/>
              <a:gd name="connsiteY969" fmla="*/ 918165 h 1849426"/>
              <a:gd name="connsiteX970" fmla="*/ 2379221 w 6386648"/>
              <a:gd name="connsiteY970" fmla="*/ 918165 h 1849426"/>
              <a:gd name="connsiteX971" fmla="*/ 2397246 w 6386648"/>
              <a:gd name="connsiteY971" fmla="*/ 936190 h 1849426"/>
              <a:gd name="connsiteX972" fmla="*/ 2379221 w 6386648"/>
              <a:gd name="connsiteY972" fmla="*/ 954214 h 1849426"/>
              <a:gd name="connsiteX973" fmla="*/ 2361197 w 6386648"/>
              <a:gd name="connsiteY973" fmla="*/ 936190 h 1849426"/>
              <a:gd name="connsiteX974" fmla="*/ 2379221 w 6386648"/>
              <a:gd name="connsiteY974" fmla="*/ 918165 h 1849426"/>
              <a:gd name="connsiteX975" fmla="*/ 2120871 w 6386648"/>
              <a:gd name="connsiteY975" fmla="*/ 918165 h 1849426"/>
              <a:gd name="connsiteX976" fmla="*/ 2138896 w 6386648"/>
              <a:gd name="connsiteY976" fmla="*/ 936190 h 1849426"/>
              <a:gd name="connsiteX977" fmla="*/ 2120871 w 6386648"/>
              <a:gd name="connsiteY977" fmla="*/ 954214 h 1849426"/>
              <a:gd name="connsiteX978" fmla="*/ 2102847 w 6386648"/>
              <a:gd name="connsiteY978" fmla="*/ 936190 h 1849426"/>
              <a:gd name="connsiteX979" fmla="*/ 2120871 w 6386648"/>
              <a:gd name="connsiteY979" fmla="*/ 918165 h 1849426"/>
              <a:gd name="connsiteX980" fmla="*/ 3328506 w 6386648"/>
              <a:gd name="connsiteY980" fmla="*/ 906149 h 1849426"/>
              <a:gd name="connsiteX981" fmla="*/ 3346531 w 6386648"/>
              <a:gd name="connsiteY981" fmla="*/ 924173 h 1849426"/>
              <a:gd name="connsiteX982" fmla="*/ 3328506 w 6386648"/>
              <a:gd name="connsiteY982" fmla="*/ 942198 h 1849426"/>
              <a:gd name="connsiteX983" fmla="*/ 3310482 w 6386648"/>
              <a:gd name="connsiteY983" fmla="*/ 924173 h 1849426"/>
              <a:gd name="connsiteX984" fmla="*/ 3328506 w 6386648"/>
              <a:gd name="connsiteY984" fmla="*/ 906149 h 1849426"/>
              <a:gd name="connsiteX985" fmla="*/ 1508041 w 6386648"/>
              <a:gd name="connsiteY985" fmla="*/ 900141 h 1849426"/>
              <a:gd name="connsiteX986" fmla="*/ 1526066 w 6386648"/>
              <a:gd name="connsiteY986" fmla="*/ 918165 h 1849426"/>
              <a:gd name="connsiteX987" fmla="*/ 1508041 w 6386648"/>
              <a:gd name="connsiteY987" fmla="*/ 936190 h 1849426"/>
              <a:gd name="connsiteX988" fmla="*/ 1490017 w 6386648"/>
              <a:gd name="connsiteY988" fmla="*/ 918165 h 1849426"/>
              <a:gd name="connsiteX989" fmla="*/ 1508041 w 6386648"/>
              <a:gd name="connsiteY989" fmla="*/ 900141 h 1849426"/>
              <a:gd name="connsiteX990" fmla="*/ 2739709 w 6386648"/>
              <a:gd name="connsiteY990" fmla="*/ 894133 h 1849426"/>
              <a:gd name="connsiteX991" fmla="*/ 2757734 w 6386648"/>
              <a:gd name="connsiteY991" fmla="*/ 912157 h 1849426"/>
              <a:gd name="connsiteX992" fmla="*/ 2739709 w 6386648"/>
              <a:gd name="connsiteY992" fmla="*/ 930182 h 1849426"/>
              <a:gd name="connsiteX993" fmla="*/ 2721685 w 6386648"/>
              <a:gd name="connsiteY993" fmla="*/ 912157 h 1849426"/>
              <a:gd name="connsiteX994" fmla="*/ 2739709 w 6386648"/>
              <a:gd name="connsiteY994" fmla="*/ 894133 h 1849426"/>
              <a:gd name="connsiteX995" fmla="*/ 360487 w 6386648"/>
              <a:gd name="connsiteY995" fmla="*/ 894133 h 1849426"/>
              <a:gd name="connsiteX996" fmla="*/ 378512 w 6386648"/>
              <a:gd name="connsiteY996" fmla="*/ 912157 h 1849426"/>
              <a:gd name="connsiteX997" fmla="*/ 360487 w 6386648"/>
              <a:gd name="connsiteY997" fmla="*/ 930182 h 1849426"/>
              <a:gd name="connsiteX998" fmla="*/ 342463 w 6386648"/>
              <a:gd name="connsiteY998" fmla="*/ 912157 h 1849426"/>
              <a:gd name="connsiteX999" fmla="*/ 360487 w 6386648"/>
              <a:gd name="connsiteY999" fmla="*/ 894133 h 1849426"/>
              <a:gd name="connsiteX1000" fmla="*/ 1093480 w 6386648"/>
              <a:gd name="connsiteY1000" fmla="*/ 888125 h 1849426"/>
              <a:gd name="connsiteX1001" fmla="*/ 1111505 w 6386648"/>
              <a:gd name="connsiteY1001" fmla="*/ 906150 h 1849426"/>
              <a:gd name="connsiteX1002" fmla="*/ 1093480 w 6386648"/>
              <a:gd name="connsiteY1002" fmla="*/ 924174 h 1849426"/>
              <a:gd name="connsiteX1003" fmla="*/ 1075456 w 6386648"/>
              <a:gd name="connsiteY1003" fmla="*/ 906150 h 1849426"/>
              <a:gd name="connsiteX1004" fmla="*/ 1093480 w 6386648"/>
              <a:gd name="connsiteY1004" fmla="*/ 888125 h 1849426"/>
              <a:gd name="connsiteX1005" fmla="*/ 3707019 w 6386648"/>
              <a:gd name="connsiteY1005" fmla="*/ 882116 h 1849426"/>
              <a:gd name="connsiteX1006" fmla="*/ 3725044 w 6386648"/>
              <a:gd name="connsiteY1006" fmla="*/ 900140 h 1849426"/>
              <a:gd name="connsiteX1007" fmla="*/ 3707019 w 6386648"/>
              <a:gd name="connsiteY1007" fmla="*/ 918165 h 1849426"/>
              <a:gd name="connsiteX1008" fmla="*/ 3688994 w 6386648"/>
              <a:gd name="connsiteY1008" fmla="*/ 900140 h 1849426"/>
              <a:gd name="connsiteX1009" fmla="*/ 3707019 w 6386648"/>
              <a:gd name="connsiteY1009" fmla="*/ 882116 h 1849426"/>
              <a:gd name="connsiteX1010" fmla="*/ 1742358 w 6386648"/>
              <a:gd name="connsiteY1010" fmla="*/ 882116 h 1849426"/>
              <a:gd name="connsiteX1011" fmla="*/ 1760383 w 6386648"/>
              <a:gd name="connsiteY1011" fmla="*/ 900140 h 1849426"/>
              <a:gd name="connsiteX1012" fmla="*/ 1742358 w 6386648"/>
              <a:gd name="connsiteY1012" fmla="*/ 918165 h 1849426"/>
              <a:gd name="connsiteX1013" fmla="*/ 1724334 w 6386648"/>
              <a:gd name="connsiteY1013" fmla="*/ 900140 h 1849426"/>
              <a:gd name="connsiteX1014" fmla="*/ 1742358 w 6386648"/>
              <a:gd name="connsiteY1014" fmla="*/ 882116 h 1849426"/>
              <a:gd name="connsiteX1015" fmla="*/ 757024 w 6386648"/>
              <a:gd name="connsiteY1015" fmla="*/ 876108 h 1849426"/>
              <a:gd name="connsiteX1016" fmla="*/ 775049 w 6386648"/>
              <a:gd name="connsiteY1016" fmla="*/ 894132 h 1849426"/>
              <a:gd name="connsiteX1017" fmla="*/ 757024 w 6386648"/>
              <a:gd name="connsiteY1017" fmla="*/ 912157 h 1849426"/>
              <a:gd name="connsiteX1018" fmla="*/ 739000 w 6386648"/>
              <a:gd name="connsiteY1018" fmla="*/ 894132 h 1849426"/>
              <a:gd name="connsiteX1019" fmla="*/ 757024 w 6386648"/>
              <a:gd name="connsiteY1019" fmla="*/ 876108 h 1849426"/>
              <a:gd name="connsiteX1020" fmla="*/ 6104265 w 6386648"/>
              <a:gd name="connsiteY1020" fmla="*/ 870100 h 1849426"/>
              <a:gd name="connsiteX1021" fmla="*/ 6122290 w 6386648"/>
              <a:gd name="connsiteY1021" fmla="*/ 888124 h 1849426"/>
              <a:gd name="connsiteX1022" fmla="*/ 6104265 w 6386648"/>
              <a:gd name="connsiteY1022" fmla="*/ 906149 h 1849426"/>
              <a:gd name="connsiteX1023" fmla="*/ 6086241 w 6386648"/>
              <a:gd name="connsiteY1023" fmla="*/ 888124 h 1849426"/>
              <a:gd name="connsiteX1024" fmla="*/ 6104265 w 6386648"/>
              <a:gd name="connsiteY1024" fmla="*/ 870100 h 1849426"/>
              <a:gd name="connsiteX1025" fmla="*/ 474642 w 6386648"/>
              <a:gd name="connsiteY1025" fmla="*/ 870100 h 1849426"/>
              <a:gd name="connsiteX1026" fmla="*/ 492667 w 6386648"/>
              <a:gd name="connsiteY1026" fmla="*/ 888124 h 1849426"/>
              <a:gd name="connsiteX1027" fmla="*/ 474642 w 6386648"/>
              <a:gd name="connsiteY1027" fmla="*/ 906149 h 1849426"/>
              <a:gd name="connsiteX1028" fmla="*/ 456618 w 6386648"/>
              <a:gd name="connsiteY1028" fmla="*/ 888124 h 1849426"/>
              <a:gd name="connsiteX1029" fmla="*/ 474642 w 6386648"/>
              <a:gd name="connsiteY1029" fmla="*/ 870100 h 1849426"/>
              <a:gd name="connsiteX1030" fmla="*/ 3568832 w 6386648"/>
              <a:gd name="connsiteY1030" fmla="*/ 864092 h 1849426"/>
              <a:gd name="connsiteX1031" fmla="*/ 3586857 w 6386648"/>
              <a:gd name="connsiteY1031" fmla="*/ 882116 h 1849426"/>
              <a:gd name="connsiteX1032" fmla="*/ 3568832 w 6386648"/>
              <a:gd name="connsiteY1032" fmla="*/ 900141 h 1849426"/>
              <a:gd name="connsiteX1033" fmla="*/ 3550808 w 6386648"/>
              <a:gd name="connsiteY1033" fmla="*/ 882116 h 1849426"/>
              <a:gd name="connsiteX1034" fmla="*/ 3568832 w 6386648"/>
              <a:gd name="connsiteY1034" fmla="*/ 864092 h 1849426"/>
              <a:gd name="connsiteX1035" fmla="*/ 2980034 w 6386648"/>
              <a:gd name="connsiteY1035" fmla="*/ 864092 h 1849426"/>
              <a:gd name="connsiteX1036" fmla="*/ 2998059 w 6386648"/>
              <a:gd name="connsiteY1036" fmla="*/ 882116 h 1849426"/>
              <a:gd name="connsiteX1037" fmla="*/ 2980034 w 6386648"/>
              <a:gd name="connsiteY1037" fmla="*/ 900141 h 1849426"/>
              <a:gd name="connsiteX1038" fmla="*/ 2962010 w 6386648"/>
              <a:gd name="connsiteY1038" fmla="*/ 882116 h 1849426"/>
              <a:gd name="connsiteX1039" fmla="*/ 2980034 w 6386648"/>
              <a:gd name="connsiteY1039" fmla="*/ 864092 h 1849426"/>
              <a:gd name="connsiteX1040" fmla="*/ 2012725 w 6386648"/>
              <a:gd name="connsiteY1040" fmla="*/ 864092 h 1849426"/>
              <a:gd name="connsiteX1041" fmla="*/ 2030750 w 6386648"/>
              <a:gd name="connsiteY1041" fmla="*/ 882116 h 1849426"/>
              <a:gd name="connsiteX1042" fmla="*/ 2012725 w 6386648"/>
              <a:gd name="connsiteY1042" fmla="*/ 900141 h 1849426"/>
              <a:gd name="connsiteX1043" fmla="*/ 1994701 w 6386648"/>
              <a:gd name="connsiteY1043" fmla="*/ 882116 h 1849426"/>
              <a:gd name="connsiteX1044" fmla="*/ 2012725 w 6386648"/>
              <a:gd name="connsiteY1044" fmla="*/ 864092 h 1849426"/>
              <a:gd name="connsiteX1045" fmla="*/ 3857222 w 6386648"/>
              <a:gd name="connsiteY1045" fmla="*/ 858084 h 1849426"/>
              <a:gd name="connsiteX1046" fmla="*/ 3875247 w 6386648"/>
              <a:gd name="connsiteY1046" fmla="*/ 876109 h 1849426"/>
              <a:gd name="connsiteX1047" fmla="*/ 3857222 w 6386648"/>
              <a:gd name="connsiteY1047" fmla="*/ 894133 h 1849426"/>
              <a:gd name="connsiteX1048" fmla="*/ 3839197 w 6386648"/>
              <a:gd name="connsiteY1048" fmla="*/ 876109 h 1849426"/>
              <a:gd name="connsiteX1049" fmla="*/ 3857222 w 6386648"/>
              <a:gd name="connsiteY1049" fmla="*/ 858084 h 1849426"/>
              <a:gd name="connsiteX1050" fmla="*/ 1387878 w 6386648"/>
              <a:gd name="connsiteY1050" fmla="*/ 858084 h 1849426"/>
              <a:gd name="connsiteX1051" fmla="*/ 1405903 w 6386648"/>
              <a:gd name="connsiteY1051" fmla="*/ 876109 h 1849426"/>
              <a:gd name="connsiteX1052" fmla="*/ 1387878 w 6386648"/>
              <a:gd name="connsiteY1052" fmla="*/ 894133 h 1849426"/>
              <a:gd name="connsiteX1053" fmla="*/ 1369854 w 6386648"/>
              <a:gd name="connsiteY1053" fmla="*/ 876109 h 1849426"/>
              <a:gd name="connsiteX1054" fmla="*/ 1387878 w 6386648"/>
              <a:gd name="connsiteY1054" fmla="*/ 858084 h 1849426"/>
              <a:gd name="connsiteX1055" fmla="*/ 973317 w 6386648"/>
              <a:gd name="connsiteY1055" fmla="*/ 852076 h 1849426"/>
              <a:gd name="connsiteX1056" fmla="*/ 991342 w 6386648"/>
              <a:gd name="connsiteY1056" fmla="*/ 870100 h 1849426"/>
              <a:gd name="connsiteX1057" fmla="*/ 973317 w 6386648"/>
              <a:gd name="connsiteY1057" fmla="*/ 888125 h 1849426"/>
              <a:gd name="connsiteX1058" fmla="*/ 955293 w 6386648"/>
              <a:gd name="connsiteY1058" fmla="*/ 870100 h 1849426"/>
              <a:gd name="connsiteX1059" fmla="*/ 973317 w 6386648"/>
              <a:gd name="connsiteY1059" fmla="*/ 852076 h 1849426"/>
              <a:gd name="connsiteX1060" fmla="*/ 228308 w 6386648"/>
              <a:gd name="connsiteY1060" fmla="*/ 852076 h 1849426"/>
              <a:gd name="connsiteX1061" fmla="*/ 246333 w 6386648"/>
              <a:gd name="connsiteY1061" fmla="*/ 870100 h 1849426"/>
              <a:gd name="connsiteX1062" fmla="*/ 228308 w 6386648"/>
              <a:gd name="connsiteY1062" fmla="*/ 888125 h 1849426"/>
              <a:gd name="connsiteX1063" fmla="*/ 210284 w 6386648"/>
              <a:gd name="connsiteY1063" fmla="*/ 870100 h 1849426"/>
              <a:gd name="connsiteX1064" fmla="*/ 228308 w 6386648"/>
              <a:gd name="connsiteY1064" fmla="*/ 852076 h 1849426"/>
              <a:gd name="connsiteX1065" fmla="*/ 3196327 w 6386648"/>
              <a:gd name="connsiteY1065" fmla="*/ 846068 h 1849426"/>
              <a:gd name="connsiteX1066" fmla="*/ 3214352 w 6386648"/>
              <a:gd name="connsiteY1066" fmla="*/ 864092 h 1849426"/>
              <a:gd name="connsiteX1067" fmla="*/ 3196327 w 6386648"/>
              <a:gd name="connsiteY1067" fmla="*/ 882117 h 1849426"/>
              <a:gd name="connsiteX1068" fmla="*/ 3178302 w 6386648"/>
              <a:gd name="connsiteY1068" fmla="*/ 864092 h 1849426"/>
              <a:gd name="connsiteX1069" fmla="*/ 3196327 w 6386648"/>
              <a:gd name="connsiteY1069" fmla="*/ 846068 h 1849426"/>
              <a:gd name="connsiteX1070" fmla="*/ 6218419 w 6386648"/>
              <a:gd name="connsiteY1070" fmla="*/ 840059 h 1849426"/>
              <a:gd name="connsiteX1071" fmla="*/ 6236444 w 6386648"/>
              <a:gd name="connsiteY1071" fmla="*/ 858083 h 1849426"/>
              <a:gd name="connsiteX1072" fmla="*/ 6218419 w 6386648"/>
              <a:gd name="connsiteY1072" fmla="*/ 876108 h 1849426"/>
              <a:gd name="connsiteX1073" fmla="*/ 6200395 w 6386648"/>
              <a:gd name="connsiteY1073" fmla="*/ 858083 h 1849426"/>
              <a:gd name="connsiteX1074" fmla="*/ 6218419 w 6386648"/>
              <a:gd name="connsiteY1074" fmla="*/ 840059 h 1849426"/>
              <a:gd name="connsiteX1075" fmla="*/ 5978094 w 6386648"/>
              <a:gd name="connsiteY1075" fmla="*/ 834051 h 1849426"/>
              <a:gd name="connsiteX1076" fmla="*/ 5996119 w 6386648"/>
              <a:gd name="connsiteY1076" fmla="*/ 852075 h 1849426"/>
              <a:gd name="connsiteX1077" fmla="*/ 5978094 w 6386648"/>
              <a:gd name="connsiteY1077" fmla="*/ 870100 h 1849426"/>
              <a:gd name="connsiteX1078" fmla="*/ 5960070 w 6386648"/>
              <a:gd name="connsiteY1078" fmla="*/ 852075 h 1849426"/>
              <a:gd name="connsiteX1079" fmla="*/ 5978094 w 6386648"/>
              <a:gd name="connsiteY1079" fmla="*/ 834051 h 1849426"/>
              <a:gd name="connsiteX1080" fmla="*/ 2198977 w 6386648"/>
              <a:gd name="connsiteY1080" fmla="*/ 834051 h 1849426"/>
              <a:gd name="connsiteX1081" fmla="*/ 2217002 w 6386648"/>
              <a:gd name="connsiteY1081" fmla="*/ 852075 h 1849426"/>
              <a:gd name="connsiteX1082" fmla="*/ 2198977 w 6386648"/>
              <a:gd name="connsiteY1082" fmla="*/ 870100 h 1849426"/>
              <a:gd name="connsiteX1083" fmla="*/ 2180953 w 6386648"/>
              <a:gd name="connsiteY1083" fmla="*/ 852075 h 1849426"/>
              <a:gd name="connsiteX1084" fmla="*/ 2198977 w 6386648"/>
              <a:gd name="connsiteY1084" fmla="*/ 834051 h 1849426"/>
              <a:gd name="connsiteX1085" fmla="*/ 1622196 w 6386648"/>
              <a:gd name="connsiteY1085" fmla="*/ 834051 h 1849426"/>
              <a:gd name="connsiteX1086" fmla="*/ 1640221 w 6386648"/>
              <a:gd name="connsiteY1086" fmla="*/ 852075 h 1849426"/>
              <a:gd name="connsiteX1087" fmla="*/ 1622196 w 6386648"/>
              <a:gd name="connsiteY1087" fmla="*/ 870100 h 1849426"/>
              <a:gd name="connsiteX1088" fmla="*/ 1604172 w 6386648"/>
              <a:gd name="connsiteY1088" fmla="*/ 852075 h 1849426"/>
              <a:gd name="connsiteX1089" fmla="*/ 1622196 w 6386648"/>
              <a:gd name="connsiteY1089" fmla="*/ 834051 h 1849426"/>
              <a:gd name="connsiteX1090" fmla="*/ 1201626 w 6386648"/>
              <a:gd name="connsiteY1090" fmla="*/ 834051 h 1849426"/>
              <a:gd name="connsiteX1091" fmla="*/ 1219651 w 6386648"/>
              <a:gd name="connsiteY1091" fmla="*/ 852075 h 1849426"/>
              <a:gd name="connsiteX1092" fmla="*/ 1201626 w 6386648"/>
              <a:gd name="connsiteY1092" fmla="*/ 870100 h 1849426"/>
              <a:gd name="connsiteX1093" fmla="*/ 1183602 w 6386648"/>
              <a:gd name="connsiteY1093" fmla="*/ 852075 h 1849426"/>
              <a:gd name="connsiteX1094" fmla="*/ 1201626 w 6386648"/>
              <a:gd name="connsiteY1094" fmla="*/ 834051 h 1849426"/>
              <a:gd name="connsiteX1095" fmla="*/ 2469343 w 6386648"/>
              <a:gd name="connsiteY1095" fmla="*/ 828043 h 1849426"/>
              <a:gd name="connsiteX1096" fmla="*/ 2487368 w 6386648"/>
              <a:gd name="connsiteY1096" fmla="*/ 846068 h 1849426"/>
              <a:gd name="connsiteX1097" fmla="*/ 2469343 w 6386648"/>
              <a:gd name="connsiteY1097" fmla="*/ 864092 h 1849426"/>
              <a:gd name="connsiteX1098" fmla="*/ 2451319 w 6386648"/>
              <a:gd name="connsiteY1098" fmla="*/ 846068 h 1849426"/>
              <a:gd name="connsiteX1099" fmla="*/ 2469343 w 6386648"/>
              <a:gd name="connsiteY1099" fmla="*/ 828043 h 1849426"/>
              <a:gd name="connsiteX1100" fmla="*/ 3448669 w 6386648"/>
              <a:gd name="connsiteY1100" fmla="*/ 822035 h 1849426"/>
              <a:gd name="connsiteX1101" fmla="*/ 3466694 w 6386648"/>
              <a:gd name="connsiteY1101" fmla="*/ 840059 h 1849426"/>
              <a:gd name="connsiteX1102" fmla="*/ 3448669 w 6386648"/>
              <a:gd name="connsiteY1102" fmla="*/ 858084 h 1849426"/>
              <a:gd name="connsiteX1103" fmla="*/ 3430645 w 6386648"/>
              <a:gd name="connsiteY1103" fmla="*/ 840059 h 1849426"/>
              <a:gd name="connsiteX1104" fmla="*/ 3448669 w 6386648"/>
              <a:gd name="connsiteY1104" fmla="*/ 822035 h 1849426"/>
              <a:gd name="connsiteX1105" fmla="*/ 1874537 w 6386648"/>
              <a:gd name="connsiteY1105" fmla="*/ 822035 h 1849426"/>
              <a:gd name="connsiteX1106" fmla="*/ 1892562 w 6386648"/>
              <a:gd name="connsiteY1106" fmla="*/ 840059 h 1849426"/>
              <a:gd name="connsiteX1107" fmla="*/ 1874537 w 6386648"/>
              <a:gd name="connsiteY1107" fmla="*/ 858084 h 1849426"/>
              <a:gd name="connsiteX1108" fmla="*/ 1856513 w 6386648"/>
              <a:gd name="connsiteY1108" fmla="*/ 840059 h 1849426"/>
              <a:gd name="connsiteX1109" fmla="*/ 1874537 w 6386648"/>
              <a:gd name="connsiteY1109" fmla="*/ 822035 h 1849426"/>
              <a:gd name="connsiteX1110" fmla="*/ 2823823 w 6386648"/>
              <a:gd name="connsiteY1110" fmla="*/ 816027 h 1849426"/>
              <a:gd name="connsiteX1111" fmla="*/ 2841848 w 6386648"/>
              <a:gd name="connsiteY1111" fmla="*/ 834051 h 1849426"/>
              <a:gd name="connsiteX1112" fmla="*/ 2823823 w 6386648"/>
              <a:gd name="connsiteY1112" fmla="*/ 852076 h 1849426"/>
              <a:gd name="connsiteX1113" fmla="*/ 2805799 w 6386648"/>
              <a:gd name="connsiteY1113" fmla="*/ 834051 h 1849426"/>
              <a:gd name="connsiteX1114" fmla="*/ 2823823 w 6386648"/>
              <a:gd name="connsiteY1114" fmla="*/ 816027 h 1849426"/>
              <a:gd name="connsiteX1115" fmla="*/ 2595514 w 6386648"/>
              <a:gd name="connsiteY1115" fmla="*/ 816027 h 1849426"/>
              <a:gd name="connsiteX1116" fmla="*/ 2613539 w 6386648"/>
              <a:gd name="connsiteY1116" fmla="*/ 834051 h 1849426"/>
              <a:gd name="connsiteX1117" fmla="*/ 2595514 w 6386648"/>
              <a:gd name="connsiteY1117" fmla="*/ 852076 h 1849426"/>
              <a:gd name="connsiteX1118" fmla="*/ 2577489 w 6386648"/>
              <a:gd name="connsiteY1118" fmla="*/ 834051 h 1849426"/>
              <a:gd name="connsiteX1119" fmla="*/ 2595514 w 6386648"/>
              <a:gd name="connsiteY1119" fmla="*/ 816027 h 1849426"/>
              <a:gd name="connsiteX1120" fmla="*/ 2307124 w 6386648"/>
              <a:gd name="connsiteY1120" fmla="*/ 816027 h 1849426"/>
              <a:gd name="connsiteX1121" fmla="*/ 2325148 w 6386648"/>
              <a:gd name="connsiteY1121" fmla="*/ 834051 h 1849426"/>
              <a:gd name="connsiteX1122" fmla="*/ 2307124 w 6386648"/>
              <a:gd name="connsiteY1122" fmla="*/ 852076 h 1849426"/>
              <a:gd name="connsiteX1123" fmla="*/ 2289099 w 6386648"/>
              <a:gd name="connsiteY1123" fmla="*/ 834051 h 1849426"/>
              <a:gd name="connsiteX1124" fmla="*/ 2307124 w 6386648"/>
              <a:gd name="connsiteY1124" fmla="*/ 816027 h 1849426"/>
              <a:gd name="connsiteX1125" fmla="*/ 606821 w 6386648"/>
              <a:gd name="connsiteY1125" fmla="*/ 816027 h 1849426"/>
              <a:gd name="connsiteX1126" fmla="*/ 624846 w 6386648"/>
              <a:gd name="connsiteY1126" fmla="*/ 834051 h 1849426"/>
              <a:gd name="connsiteX1127" fmla="*/ 606821 w 6386648"/>
              <a:gd name="connsiteY1127" fmla="*/ 852076 h 1849426"/>
              <a:gd name="connsiteX1128" fmla="*/ 588797 w 6386648"/>
              <a:gd name="connsiteY1128" fmla="*/ 834051 h 1849426"/>
              <a:gd name="connsiteX1129" fmla="*/ 606821 w 6386648"/>
              <a:gd name="connsiteY1129" fmla="*/ 816027 h 1849426"/>
              <a:gd name="connsiteX1130" fmla="*/ 3292457 w 6386648"/>
              <a:gd name="connsiteY1130" fmla="*/ 791994 h 1849426"/>
              <a:gd name="connsiteX1131" fmla="*/ 3310482 w 6386648"/>
              <a:gd name="connsiteY1131" fmla="*/ 810018 h 1849426"/>
              <a:gd name="connsiteX1132" fmla="*/ 3292457 w 6386648"/>
              <a:gd name="connsiteY1132" fmla="*/ 828043 h 1849426"/>
              <a:gd name="connsiteX1133" fmla="*/ 3274433 w 6386648"/>
              <a:gd name="connsiteY1133" fmla="*/ 810018 h 1849426"/>
              <a:gd name="connsiteX1134" fmla="*/ 3292457 w 6386648"/>
              <a:gd name="connsiteY1134" fmla="*/ 791994 h 1849426"/>
              <a:gd name="connsiteX1135" fmla="*/ 859163 w 6386648"/>
              <a:gd name="connsiteY1135" fmla="*/ 791994 h 1849426"/>
              <a:gd name="connsiteX1136" fmla="*/ 877188 w 6386648"/>
              <a:gd name="connsiteY1136" fmla="*/ 810018 h 1849426"/>
              <a:gd name="connsiteX1137" fmla="*/ 859163 w 6386648"/>
              <a:gd name="connsiteY1137" fmla="*/ 828043 h 1849426"/>
              <a:gd name="connsiteX1138" fmla="*/ 841139 w 6386648"/>
              <a:gd name="connsiteY1138" fmla="*/ 810018 h 1849426"/>
              <a:gd name="connsiteX1139" fmla="*/ 859163 w 6386648"/>
              <a:gd name="connsiteY1139" fmla="*/ 791994 h 1849426"/>
              <a:gd name="connsiteX1140" fmla="*/ 1297756 w 6386648"/>
              <a:gd name="connsiteY1140" fmla="*/ 785986 h 1849426"/>
              <a:gd name="connsiteX1141" fmla="*/ 1315781 w 6386648"/>
              <a:gd name="connsiteY1141" fmla="*/ 804010 h 1849426"/>
              <a:gd name="connsiteX1142" fmla="*/ 1297756 w 6386648"/>
              <a:gd name="connsiteY1142" fmla="*/ 822035 h 1849426"/>
              <a:gd name="connsiteX1143" fmla="*/ 1279732 w 6386648"/>
              <a:gd name="connsiteY1143" fmla="*/ 804010 h 1849426"/>
              <a:gd name="connsiteX1144" fmla="*/ 1297756 w 6386648"/>
              <a:gd name="connsiteY1144" fmla="*/ 785986 h 1849426"/>
              <a:gd name="connsiteX1145" fmla="*/ 324438 w 6386648"/>
              <a:gd name="connsiteY1145" fmla="*/ 785986 h 1849426"/>
              <a:gd name="connsiteX1146" fmla="*/ 342463 w 6386648"/>
              <a:gd name="connsiteY1146" fmla="*/ 804010 h 1849426"/>
              <a:gd name="connsiteX1147" fmla="*/ 324438 w 6386648"/>
              <a:gd name="connsiteY1147" fmla="*/ 822035 h 1849426"/>
              <a:gd name="connsiteX1148" fmla="*/ 306414 w 6386648"/>
              <a:gd name="connsiteY1148" fmla="*/ 804010 h 1849426"/>
              <a:gd name="connsiteX1149" fmla="*/ 324438 w 6386648"/>
              <a:gd name="connsiteY1149" fmla="*/ 785986 h 1849426"/>
              <a:gd name="connsiteX1150" fmla="*/ 3755084 w 6386648"/>
              <a:gd name="connsiteY1150" fmla="*/ 779978 h 1849426"/>
              <a:gd name="connsiteX1151" fmla="*/ 3773109 w 6386648"/>
              <a:gd name="connsiteY1151" fmla="*/ 798002 h 1849426"/>
              <a:gd name="connsiteX1152" fmla="*/ 3755084 w 6386648"/>
              <a:gd name="connsiteY1152" fmla="*/ 816027 h 1849426"/>
              <a:gd name="connsiteX1153" fmla="*/ 3737060 w 6386648"/>
              <a:gd name="connsiteY1153" fmla="*/ 798002 h 1849426"/>
              <a:gd name="connsiteX1154" fmla="*/ 3755084 w 6386648"/>
              <a:gd name="connsiteY1154" fmla="*/ 779978 h 1849426"/>
              <a:gd name="connsiteX1155" fmla="*/ 1496026 w 6386648"/>
              <a:gd name="connsiteY1155" fmla="*/ 779978 h 1849426"/>
              <a:gd name="connsiteX1156" fmla="*/ 1514050 w 6386648"/>
              <a:gd name="connsiteY1156" fmla="*/ 798002 h 1849426"/>
              <a:gd name="connsiteX1157" fmla="*/ 1496026 w 6386648"/>
              <a:gd name="connsiteY1157" fmla="*/ 816027 h 1849426"/>
              <a:gd name="connsiteX1158" fmla="*/ 1478001 w 6386648"/>
              <a:gd name="connsiteY1158" fmla="*/ 798002 h 1849426"/>
              <a:gd name="connsiteX1159" fmla="*/ 1496026 w 6386648"/>
              <a:gd name="connsiteY1159" fmla="*/ 779978 h 1849426"/>
              <a:gd name="connsiteX1160" fmla="*/ 3622905 w 6386648"/>
              <a:gd name="connsiteY1160" fmla="*/ 767962 h 1849426"/>
              <a:gd name="connsiteX1161" fmla="*/ 3640930 w 6386648"/>
              <a:gd name="connsiteY1161" fmla="*/ 785987 h 1849426"/>
              <a:gd name="connsiteX1162" fmla="*/ 3622905 w 6386648"/>
              <a:gd name="connsiteY1162" fmla="*/ 804011 h 1849426"/>
              <a:gd name="connsiteX1163" fmla="*/ 3604881 w 6386648"/>
              <a:gd name="connsiteY1163" fmla="*/ 785987 h 1849426"/>
              <a:gd name="connsiteX1164" fmla="*/ 3622905 w 6386648"/>
              <a:gd name="connsiteY1164" fmla="*/ 767962 h 1849426"/>
              <a:gd name="connsiteX1165" fmla="*/ 3112213 w 6386648"/>
              <a:gd name="connsiteY1165" fmla="*/ 767962 h 1849426"/>
              <a:gd name="connsiteX1166" fmla="*/ 3130238 w 6386648"/>
              <a:gd name="connsiteY1166" fmla="*/ 785987 h 1849426"/>
              <a:gd name="connsiteX1167" fmla="*/ 3112213 w 6386648"/>
              <a:gd name="connsiteY1167" fmla="*/ 804011 h 1849426"/>
              <a:gd name="connsiteX1168" fmla="*/ 3094189 w 6386648"/>
              <a:gd name="connsiteY1168" fmla="*/ 785987 h 1849426"/>
              <a:gd name="connsiteX1169" fmla="*/ 3112213 w 6386648"/>
              <a:gd name="connsiteY1169" fmla="*/ 767962 h 1849426"/>
              <a:gd name="connsiteX1170" fmla="*/ 714968 w 6386648"/>
              <a:gd name="connsiteY1170" fmla="*/ 767962 h 1849426"/>
              <a:gd name="connsiteX1171" fmla="*/ 732992 w 6386648"/>
              <a:gd name="connsiteY1171" fmla="*/ 785987 h 1849426"/>
              <a:gd name="connsiteX1172" fmla="*/ 714968 w 6386648"/>
              <a:gd name="connsiteY1172" fmla="*/ 804011 h 1849426"/>
              <a:gd name="connsiteX1173" fmla="*/ 696943 w 6386648"/>
              <a:gd name="connsiteY1173" fmla="*/ 785987 h 1849426"/>
              <a:gd name="connsiteX1174" fmla="*/ 714968 w 6386648"/>
              <a:gd name="connsiteY1174" fmla="*/ 767962 h 1849426"/>
              <a:gd name="connsiteX1175" fmla="*/ 2986042 w 6386648"/>
              <a:gd name="connsiteY1175" fmla="*/ 761954 h 1849426"/>
              <a:gd name="connsiteX1176" fmla="*/ 3004067 w 6386648"/>
              <a:gd name="connsiteY1176" fmla="*/ 779978 h 1849426"/>
              <a:gd name="connsiteX1177" fmla="*/ 2986042 w 6386648"/>
              <a:gd name="connsiteY1177" fmla="*/ 798003 h 1849426"/>
              <a:gd name="connsiteX1178" fmla="*/ 2968017 w 6386648"/>
              <a:gd name="connsiteY1178" fmla="*/ 779978 h 1849426"/>
              <a:gd name="connsiteX1179" fmla="*/ 2986042 w 6386648"/>
              <a:gd name="connsiteY1179" fmla="*/ 761954 h 1849426"/>
              <a:gd name="connsiteX1180" fmla="*/ 1736351 w 6386648"/>
              <a:gd name="connsiteY1180" fmla="*/ 761954 h 1849426"/>
              <a:gd name="connsiteX1181" fmla="*/ 1754375 w 6386648"/>
              <a:gd name="connsiteY1181" fmla="*/ 779978 h 1849426"/>
              <a:gd name="connsiteX1182" fmla="*/ 1736351 w 6386648"/>
              <a:gd name="connsiteY1182" fmla="*/ 798003 h 1849426"/>
              <a:gd name="connsiteX1183" fmla="*/ 1718326 w 6386648"/>
              <a:gd name="connsiteY1183" fmla="*/ 779978 h 1849426"/>
              <a:gd name="connsiteX1184" fmla="*/ 1736351 w 6386648"/>
              <a:gd name="connsiteY1184" fmla="*/ 761954 h 1849426"/>
              <a:gd name="connsiteX1185" fmla="*/ 5863939 w 6386648"/>
              <a:gd name="connsiteY1185" fmla="*/ 755946 h 1849426"/>
              <a:gd name="connsiteX1186" fmla="*/ 5881964 w 6386648"/>
              <a:gd name="connsiteY1186" fmla="*/ 773970 h 1849426"/>
              <a:gd name="connsiteX1187" fmla="*/ 5863939 w 6386648"/>
              <a:gd name="connsiteY1187" fmla="*/ 791995 h 1849426"/>
              <a:gd name="connsiteX1188" fmla="*/ 5845915 w 6386648"/>
              <a:gd name="connsiteY1188" fmla="*/ 773970 h 1849426"/>
              <a:gd name="connsiteX1189" fmla="*/ 5863939 w 6386648"/>
              <a:gd name="connsiteY1189" fmla="*/ 755946 h 1849426"/>
              <a:gd name="connsiteX1190" fmla="*/ 2685636 w 6386648"/>
              <a:gd name="connsiteY1190" fmla="*/ 755946 h 1849426"/>
              <a:gd name="connsiteX1191" fmla="*/ 2703661 w 6386648"/>
              <a:gd name="connsiteY1191" fmla="*/ 773970 h 1849426"/>
              <a:gd name="connsiteX1192" fmla="*/ 2685636 w 6386648"/>
              <a:gd name="connsiteY1192" fmla="*/ 791995 h 1849426"/>
              <a:gd name="connsiteX1193" fmla="*/ 2667611 w 6386648"/>
              <a:gd name="connsiteY1193" fmla="*/ 773970 h 1849426"/>
              <a:gd name="connsiteX1194" fmla="*/ 2685636 w 6386648"/>
              <a:gd name="connsiteY1194" fmla="*/ 755946 h 1849426"/>
              <a:gd name="connsiteX1195" fmla="*/ 1069447 w 6386648"/>
              <a:gd name="connsiteY1195" fmla="*/ 755946 h 1849426"/>
              <a:gd name="connsiteX1196" fmla="*/ 1087472 w 6386648"/>
              <a:gd name="connsiteY1196" fmla="*/ 773970 h 1849426"/>
              <a:gd name="connsiteX1197" fmla="*/ 1069447 w 6386648"/>
              <a:gd name="connsiteY1197" fmla="*/ 791995 h 1849426"/>
              <a:gd name="connsiteX1198" fmla="*/ 1051423 w 6386648"/>
              <a:gd name="connsiteY1198" fmla="*/ 773970 h 1849426"/>
              <a:gd name="connsiteX1199" fmla="*/ 1069447 w 6386648"/>
              <a:gd name="connsiteY1199" fmla="*/ 755946 h 1849426"/>
              <a:gd name="connsiteX1200" fmla="*/ 3935328 w 6386648"/>
              <a:gd name="connsiteY1200" fmla="*/ 749937 h 1849426"/>
              <a:gd name="connsiteX1201" fmla="*/ 3953353 w 6386648"/>
              <a:gd name="connsiteY1201" fmla="*/ 767961 h 1849426"/>
              <a:gd name="connsiteX1202" fmla="*/ 3935328 w 6386648"/>
              <a:gd name="connsiteY1202" fmla="*/ 785986 h 1849426"/>
              <a:gd name="connsiteX1203" fmla="*/ 3917304 w 6386648"/>
              <a:gd name="connsiteY1203" fmla="*/ 767961 h 1849426"/>
              <a:gd name="connsiteX1204" fmla="*/ 3935328 w 6386648"/>
              <a:gd name="connsiteY1204" fmla="*/ 749937 h 1849426"/>
              <a:gd name="connsiteX1205" fmla="*/ 2114863 w 6386648"/>
              <a:gd name="connsiteY1205" fmla="*/ 749937 h 1849426"/>
              <a:gd name="connsiteX1206" fmla="*/ 2132888 w 6386648"/>
              <a:gd name="connsiteY1206" fmla="*/ 767961 h 1849426"/>
              <a:gd name="connsiteX1207" fmla="*/ 2114863 w 6386648"/>
              <a:gd name="connsiteY1207" fmla="*/ 785986 h 1849426"/>
              <a:gd name="connsiteX1208" fmla="*/ 2096839 w 6386648"/>
              <a:gd name="connsiteY1208" fmla="*/ 767961 h 1849426"/>
              <a:gd name="connsiteX1209" fmla="*/ 2114863 w 6386648"/>
              <a:gd name="connsiteY1209" fmla="*/ 749937 h 1849426"/>
              <a:gd name="connsiteX1210" fmla="*/ 2006717 w 6386648"/>
              <a:gd name="connsiteY1210" fmla="*/ 749937 h 1849426"/>
              <a:gd name="connsiteX1211" fmla="*/ 2024741 w 6386648"/>
              <a:gd name="connsiteY1211" fmla="*/ 767961 h 1849426"/>
              <a:gd name="connsiteX1212" fmla="*/ 2006717 w 6386648"/>
              <a:gd name="connsiteY1212" fmla="*/ 785986 h 1849426"/>
              <a:gd name="connsiteX1213" fmla="*/ 1988692 w 6386648"/>
              <a:gd name="connsiteY1213" fmla="*/ 767961 h 1849426"/>
              <a:gd name="connsiteX1214" fmla="*/ 2006717 w 6386648"/>
              <a:gd name="connsiteY1214" fmla="*/ 749937 h 1849426"/>
              <a:gd name="connsiteX1215" fmla="*/ 6116281 w 6386648"/>
              <a:gd name="connsiteY1215" fmla="*/ 737921 h 1849426"/>
              <a:gd name="connsiteX1216" fmla="*/ 6134306 w 6386648"/>
              <a:gd name="connsiteY1216" fmla="*/ 755946 h 1849426"/>
              <a:gd name="connsiteX1217" fmla="*/ 6116281 w 6386648"/>
              <a:gd name="connsiteY1217" fmla="*/ 773970 h 1849426"/>
              <a:gd name="connsiteX1218" fmla="*/ 6098257 w 6386648"/>
              <a:gd name="connsiteY1218" fmla="*/ 755946 h 1849426"/>
              <a:gd name="connsiteX1219" fmla="*/ 6116281 w 6386648"/>
              <a:gd name="connsiteY1219" fmla="*/ 737921 h 1849426"/>
              <a:gd name="connsiteX1220" fmla="*/ 2397246 w 6386648"/>
              <a:gd name="connsiteY1220" fmla="*/ 737921 h 1849426"/>
              <a:gd name="connsiteX1221" fmla="*/ 2415270 w 6386648"/>
              <a:gd name="connsiteY1221" fmla="*/ 755946 h 1849426"/>
              <a:gd name="connsiteX1222" fmla="*/ 2397246 w 6386648"/>
              <a:gd name="connsiteY1222" fmla="*/ 773970 h 1849426"/>
              <a:gd name="connsiteX1223" fmla="*/ 2379221 w 6386648"/>
              <a:gd name="connsiteY1223" fmla="*/ 755946 h 1849426"/>
              <a:gd name="connsiteX1224" fmla="*/ 2397246 w 6386648"/>
              <a:gd name="connsiteY1224" fmla="*/ 737921 h 1849426"/>
              <a:gd name="connsiteX1225" fmla="*/ 522707 w 6386648"/>
              <a:gd name="connsiteY1225" fmla="*/ 731913 h 1849426"/>
              <a:gd name="connsiteX1226" fmla="*/ 540732 w 6386648"/>
              <a:gd name="connsiteY1226" fmla="*/ 749937 h 1849426"/>
              <a:gd name="connsiteX1227" fmla="*/ 522707 w 6386648"/>
              <a:gd name="connsiteY1227" fmla="*/ 767962 h 1849426"/>
              <a:gd name="connsiteX1228" fmla="*/ 504683 w 6386648"/>
              <a:gd name="connsiteY1228" fmla="*/ 749937 h 1849426"/>
              <a:gd name="connsiteX1229" fmla="*/ 522707 w 6386648"/>
              <a:gd name="connsiteY1229" fmla="*/ 731913 h 1849426"/>
              <a:gd name="connsiteX1230" fmla="*/ 414561 w 6386648"/>
              <a:gd name="connsiteY1230" fmla="*/ 731913 h 1849426"/>
              <a:gd name="connsiteX1231" fmla="*/ 432586 w 6386648"/>
              <a:gd name="connsiteY1231" fmla="*/ 749937 h 1849426"/>
              <a:gd name="connsiteX1232" fmla="*/ 414561 w 6386648"/>
              <a:gd name="connsiteY1232" fmla="*/ 767962 h 1849426"/>
              <a:gd name="connsiteX1233" fmla="*/ 396537 w 6386648"/>
              <a:gd name="connsiteY1233" fmla="*/ 749937 h 1849426"/>
              <a:gd name="connsiteX1234" fmla="*/ 414561 w 6386648"/>
              <a:gd name="connsiteY1234" fmla="*/ 731913 h 1849426"/>
              <a:gd name="connsiteX1235" fmla="*/ 6236444 w 6386648"/>
              <a:gd name="connsiteY1235" fmla="*/ 725905 h 1849426"/>
              <a:gd name="connsiteX1236" fmla="*/ 6254469 w 6386648"/>
              <a:gd name="connsiteY1236" fmla="*/ 743929 h 1849426"/>
              <a:gd name="connsiteX1237" fmla="*/ 6236444 w 6386648"/>
              <a:gd name="connsiteY1237" fmla="*/ 761954 h 1849426"/>
              <a:gd name="connsiteX1238" fmla="*/ 6218420 w 6386648"/>
              <a:gd name="connsiteY1238" fmla="*/ 743929 h 1849426"/>
              <a:gd name="connsiteX1239" fmla="*/ 6236444 w 6386648"/>
              <a:gd name="connsiteY1239" fmla="*/ 725905 h 1849426"/>
              <a:gd name="connsiteX1240" fmla="*/ 961301 w 6386648"/>
              <a:gd name="connsiteY1240" fmla="*/ 725905 h 1849426"/>
              <a:gd name="connsiteX1241" fmla="*/ 979326 w 6386648"/>
              <a:gd name="connsiteY1241" fmla="*/ 743929 h 1849426"/>
              <a:gd name="connsiteX1242" fmla="*/ 961301 w 6386648"/>
              <a:gd name="connsiteY1242" fmla="*/ 761954 h 1849426"/>
              <a:gd name="connsiteX1243" fmla="*/ 943277 w 6386648"/>
              <a:gd name="connsiteY1243" fmla="*/ 743929 h 1849426"/>
              <a:gd name="connsiteX1244" fmla="*/ 961301 w 6386648"/>
              <a:gd name="connsiteY1244" fmla="*/ 725905 h 1849426"/>
              <a:gd name="connsiteX1245" fmla="*/ 3400604 w 6386648"/>
              <a:gd name="connsiteY1245" fmla="*/ 719897 h 1849426"/>
              <a:gd name="connsiteX1246" fmla="*/ 3418629 w 6386648"/>
              <a:gd name="connsiteY1246" fmla="*/ 737921 h 1849426"/>
              <a:gd name="connsiteX1247" fmla="*/ 3400604 w 6386648"/>
              <a:gd name="connsiteY1247" fmla="*/ 755946 h 1849426"/>
              <a:gd name="connsiteX1248" fmla="*/ 3382580 w 6386648"/>
              <a:gd name="connsiteY1248" fmla="*/ 737921 h 1849426"/>
              <a:gd name="connsiteX1249" fmla="*/ 3400604 w 6386648"/>
              <a:gd name="connsiteY1249" fmla="*/ 719897 h 1849426"/>
              <a:gd name="connsiteX1250" fmla="*/ 6002126 w 6386648"/>
              <a:gd name="connsiteY1250" fmla="*/ 713889 h 1849426"/>
              <a:gd name="connsiteX1251" fmla="*/ 6020151 w 6386648"/>
              <a:gd name="connsiteY1251" fmla="*/ 731913 h 1849426"/>
              <a:gd name="connsiteX1252" fmla="*/ 6002126 w 6386648"/>
              <a:gd name="connsiteY1252" fmla="*/ 749938 h 1849426"/>
              <a:gd name="connsiteX1253" fmla="*/ 5984102 w 6386648"/>
              <a:gd name="connsiteY1253" fmla="*/ 731913 h 1849426"/>
              <a:gd name="connsiteX1254" fmla="*/ 6002126 w 6386648"/>
              <a:gd name="connsiteY1254" fmla="*/ 713889 h 1849426"/>
              <a:gd name="connsiteX1255" fmla="*/ 1610179 w 6386648"/>
              <a:gd name="connsiteY1255" fmla="*/ 713889 h 1849426"/>
              <a:gd name="connsiteX1256" fmla="*/ 1628204 w 6386648"/>
              <a:gd name="connsiteY1256" fmla="*/ 731913 h 1849426"/>
              <a:gd name="connsiteX1257" fmla="*/ 1610179 w 6386648"/>
              <a:gd name="connsiteY1257" fmla="*/ 749938 h 1849426"/>
              <a:gd name="connsiteX1258" fmla="*/ 1592155 w 6386648"/>
              <a:gd name="connsiteY1258" fmla="*/ 731913 h 1849426"/>
              <a:gd name="connsiteX1259" fmla="*/ 1610179 w 6386648"/>
              <a:gd name="connsiteY1259" fmla="*/ 713889 h 1849426"/>
              <a:gd name="connsiteX1260" fmla="*/ 3520767 w 6386648"/>
              <a:gd name="connsiteY1260" fmla="*/ 707881 h 1849426"/>
              <a:gd name="connsiteX1261" fmla="*/ 3538792 w 6386648"/>
              <a:gd name="connsiteY1261" fmla="*/ 725906 h 1849426"/>
              <a:gd name="connsiteX1262" fmla="*/ 3520767 w 6386648"/>
              <a:gd name="connsiteY1262" fmla="*/ 743930 h 1849426"/>
              <a:gd name="connsiteX1263" fmla="*/ 3502743 w 6386648"/>
              <a:gd name="connsiteY1263" fmla="*/ 725906 h 1849426"/>
              <a:gd name="connsiteX1264" fmla="*/ 3520767 w 6386648"/>
              <a:gd name="connsiteY1264" fmla="*/ 707881 h 1849426"/>
              <a:gd name="connsiteX1265" fmla="*/ 2895920 w 6386648"/>
              <a:gd name="connsiteY1265" fmla="*/ 701872 h 1849426"/>
              <a:gd name="connsiteX1266" fmla="*/ 2913945 w 6386648"/>
              <a:gd name="connsiteY1266" fmla="*/ 719896 h 1849426"/>
              <a:gd name="connsiteX1267" fmla="*/ 2895920 w 6386648"/>
              <a:gd name="connsiteY1267" fmla="*/ 737921 h 1849426"/>
              <a:gd name="connsiteX1268" fmla="*/ 2877895 w 6386648"/>
              <a:gd name="connsiteY1268" fmla="*/ 719896 h 1849426"/>
              <a:gd name="connsiteX1269" fmla="*/ 2895920 w 6386648"/>
              <a:gd name="connsiteY1269" fmla="*/ 701872 h 1849426"/>
              <a:gd name="connsiteX1270" fmla="*/ 2547449 w 6386648"/>
              <a:gd name="connsiteY1270" fmla="*/ 701872 h 1849426"/>
              <a:gd name="connsiteX1271" fmla="*/ 2565474 w 6386648"/>
              <a:gd name="connsiteY1271" fmla="*/ 719896 h 1849426"/>
              <a:gd name="connsiteX1272" fmla="*/ 2547449 w 6386648"/>
              <a:gd name="connsiteY1272" fmla="*/ 737921 h 1849426"/>
              <a:gd name="connsiteX1273" fmla="*/ 2529425 w 6386648"/>
              <a:gd name="connsiteY1273" fmla="*/ 719896 h 1849426"/>
              <a:gd name="connsiteX1274" fmla="*/ 2547449 w 6386648"/>
              <a:gd name="connsiteY1274" fmla="*/ 701872 h 1849426"/>
              <a:gd name="connsiteX1275" fmla="*/ 2241034 w 6386648"/>
              <a:gd name="connsiteY1275" fmla="*/ 701872 h 1849426"/>
              <a:gd name="connsiteX1276" fmla="*/ 2259059 w 6386648"/>
              <a:gd name="connsiteY1276" fmla="*/ 719896 h 1849426"/>
              <a:gd name="connsiteX1277" fmla="*/ 2241034 w 6386648"/>
              <a:gd name="connsiteY1277" fmla="*/ 737921 h 1849426"/>
              <a:gd name="connsiteX1278" fmla="*/ 2223010 w 6386648"/>
              <a:gd name="connsiteY1278" fmla="*/ 719896 h 1849426"/>
              <a:gd name="connsiteX1279" fmla="*/ 2241034 w 6386648"/>
              <a:gd name="connsiteY1279" fmla="*/ 701872 h 1849426"/>
              <a:gd name="connsiteX1280" fmla="*/ 1411911 w 6386648"/>
              <a:gd name="connsiteY1280" fmla="*/ 701872 h 1849426"/>
              <a:gd name="connsiteX1281" fmla="*/ 1429936 w 6386648"/>
              <a:gd name="connsiteY1281" fmla="*/ 719896 h 1849426"/>
              <a:gd name="connsiteX1282" fmla="*/ 1411911 w 6386648"/>
              <a:gd name="connsiteY1282" fmla="*/ 737921 h 1849426"/>
              <a:gd name="connsiteX1283" fmla="*/ 1393887 w 6386648"/>
              <a:gd name="connsiteY1283" fmla="*/ 719896 h 1849426"/>
              <a:gd name="connsiteX1284" fmla="*/ 1411911 w 6386648"/>
              <a:gd name="connsiteY1284" fmla="*/ 701872 h 1849426"/>
              <a:gd name="connsiteX1285" fmla="*/ 1165578 w 6386648"/>
              <a:gd name="connsiteY1285" fmla="*/ 701872 h 1849426"/>
              <a:gd name="connsiteX1286" fmla="*/ 1183602 w 6386648"/>
              <a:gd name="connsiteY1286" fmla="*/ 719896 h 1849426"/>
              <a:gd name="connsiteX1287" fmla="*/ 1165578 w 6386648"/>
              <a:gd name="connsiteY1287" fmla="*/ 737921 h 1849426"/>
              <a:gd name="connsiteX1288" fmla="*/ 1147553 w 6386648"/>
              <a:gd name="connsiteY1288" fmla="*/ 719896 h 1849426"/>
              <a:gd name="connsiteX1289" fmla="*/ 1165578 w 6386648"/>
              <a:gd name="connsiteY1289" fmla="*/ 701872 h 1849426"/>
              <a:gd name="connsiteX1290" fmla="*/ 168227 w 6386648"/>
              <a:gd name="connsiteY1290" fmla="*/ 701872 h 1849426"/>
              <a:gd name="connsiteX1291" fmla="*/ 186252 w 6386648"/>
              <a:gd name="connsiteY1291" fmla="*/ 719896 h 1849426"/>
              <a:gd name="connsiteX1292" fmla="*/ 168227 w 6386648"/>
              <a:gd name="connsiteY1292" fmla="*/ 737921 h 1849426"/>
              <a:gd name="connsiteX1293" fmla="*/ 150203 w 6386648"/>
              <a:gd name="connsiteY1293" fmla="*/ 719896 h 1849426"/>
              <a:gd name="connsiteX1294" fmla="*/ 168227 w 6386648"/>
              <a:gd name="connsiteY1294" fmla="*/ 701872 h 1849426"/>
              <a:gd name="connsiteX1295" fmla="*/ 1910586 w 6386648"/>
              <a:gd name="connsiteY1295" fmla="*/ 695864 h 1849426"/>
              <a:gd name="connsiteX1296" fmla="*/ 1928611 w 6386648"/>
              <a:gd name="connsiteY1296" fmla="*/ 713888 h 1849426"/>
              <a:gd name="connsiteX1297" fmla="*/ 1910586 w 6386648"/>
              <a:gd name="connsiteY1297" fmla="*/ 731913 h 1849426"/>
              <a:gd name="connsiteX1298" fmla="*/ 1892562 w 6386648"/>
              <a:gd name="connsiteY1298" fmla="*/ 713888 h 1849426"/>
              <a:gd name="connsiteX1299" fmla="*/ 1910586 w 6386648"/>
              <a:gd name="connsiteY1299" fmla="*/ 695864 h 1849426"/>
              <a:gd name="connsiteX1300" fmla="*/ 3833190 w 6386648"/>
              <a:gd name="connsiteY1300" fmla="*/ 689856 h 1849426"/>
              <a:gd name="connsiteX1301" fmla="*/ 3851215 w 6386648"/>
              <a:gd name="connsiteY1301" fmla="*/ 707880 h 1849426"/>
              <a:gd name="connsiteX1302" fmla="*/ 3833190 w 6386648"/>
              <a:gd name="connsiteY1302" fmla="*/ 725905 h 1849426"/>
              <a:gd name="connsiteX1303" fmla="*/ 3815166 w 6386648"/>
              <a:gd name="connsiteY1303" fmla="*/ 707880 h 1849426"/>
              <a:gd name="connsiteX1304" fmla="*/ 3833190 w 6386648"/>
              <a:gd name="connsiteY1304" fmla="*/ 689856 h 1849426"/>
              <a:gd name="connsiteX1305" fmla="*/ 2787774 w 6386648"/>
              <a:gd name="connsiteY1305" fmla="*/ 689856 h 1849426"/>
              <a:gd name="connsiteX1306" fmla="*/ 2805799 w 6386648"/>
              <a:gd name="connsiteY1306" fmla="*/ 707880 h 1849426"/>
              <a:gd name="connsiteX1307" fmla="*/ 2787774 w 6386648"/>
              <a:gd name="connsiteY1307" fmla="*/ 725905 h 1849426"/>
              <a:gd name="connsiteX1308" fmla="*/ 2769750 w 6386648"/>
              <a:gd name="connsiteY1308" fmla="*/ 707880 h 1849426"/>
              <a:gd name="connsiteX1309" fmla="*/ 2787774 w 6386648"/>
              <a:gd name="connsiteY1309" fmla="*/ 689856 h 1849426"/>
              <a:gd name="connsiteX1310" fmla="*/ 5737768 w 6386648"/>
              <a:gd name="connsiteY1310" fmla="*/ 677840 h 1849426"/>
              <a:gd name="connsiteX1311" fmla="*/ 5755793 w 6386648"/>
              <a:gd name="connsiteY1311" fmla="*/ 695865 h 1849426"/>
              <a:gd name="connsiteX1312" fmla="*/ 5737768 w 6386648"/>
              <a:gd name="connsiteY1312" fmla="*/ 713889 h 1849426"/>
              <a:gd name="connsiteX1313" fmla="*/ 5719744 w 6386648"/>
              <a:gd name="connsiteY1313" fmla="*/ 695865 h 1849426"/>
              <a:gd name="connsiteX1314" fmla="*/ 5737768 w 6386648"/>
              <a:gd name="connsiteY1314" fmla="*/ 677840 h 1849426"/>
              <a:gd name="connsiteX1315" fmla="*/ 781057 w 6386648"/>
              <a:gd name="connsiteY1315" fmla="*/ 677840 h 1849426"/>
              <a:gd name="connsiteX1316" fmla="*/ 799082 w 6386648"/>
              <a:gd name="connsiteY1316" fmla="*/ 695865 h 1849426"/>
              <a:gd name="connsiteX1317" fmla="*/ 781057 w 6386648"/>
              <a:gd name="connsiteY1317" fmla="*/ 713889 h 1849426"/>
              <a:gd name="connsiteX1318" fmla="*/ 763033 w 6386648"/>
              <a:gd name="connsiteY1318" fmla="*/ 695865 h 1849426"/>
              <a:gd name="connsiteX1319" fmla="*/ 781057 w 6386648"/>
              <a:gd name="connsiteY1319" fmla="*/ 677840 h 1849426"/>
              <a:gd name="connsiteX1320" fmla="*/ 276373 w 6386648"/>
              <a:gd name="connsiteY1320" fmla="*/ 677840 h 1849426"/>
              <a:gd name="connsiteX1321" fmla="*/ 294398 w 6386648"/>
              <a:gd name="connsiteY1321" fmla="*/ 695865 h 1849426"/>
              <a:gd name="connsiteX1322" fmla="*/ 276373 w 6386648"/>
              <a:gd name="connsiteY1322" fmla="*/ 713889 h 1849426"/>
              <a:gd name="connsiteX1323" fmla="*/ 258349 w 6386648"/>
              <a:gd name="connsiteY1323" fmla="*/ 695865 h 1849426"/>
              <a:gd name="connsiteX1324" fmla="*/ 276373 w 6386648"/>
              <a:gd name="connsiteY1324" fmla="*/ 677840 h 1849426"/>
              <a:gd name="connsiteX1325" fmla="*/ 1784415 w 6386648"/>
              <a:gd name="connsiteY1325" fmla="*/ 671832 h 1849426"/>
              <a:gd name="connsiteX1326" fmla="*/ 1802440 w 6386648"/>
              <a:gd name="connsiteY1326" fmla="*/ 689856 h 1849426"/>
              <a:gd name="connsiteX1327" fmla="*/ 1784415 w 6386648"/>
              <a:gd name="connsiteY1327" fmla="*/ 707881 h 1849426"/>
              <a:gd name="connsiteX1328" fmla="*/ 1766391 w 6386648"/>
              <a:gd name="connsiteY1328" fmla="*/ 689856 h 1849426"/>
              <a:gd name="connsiteX1329" fmla="*/ 1784415 w 6386648"/>
              <a:gd name="connsiteY1329" fmla="*/ 671832 h 1849426"/>
              <a:gd name="connsiteX1330" fmla="*/ 3713027 w 6386648"/>
              <a:gd name="connsiteY1330" fmla="*/ 665824 h 1849426"/>
              <a:gd name="connsiteX1331" fmla="*/ 3731052 w 6386648"/>
              <a:gd name="connsiteY1331" fmla="*/ 683848 h 1849426"/>
              <a:gd name="connsiteX1332" fmla="*/ 3713027 w 6386648"/>
              <a:gd name="connsiteY1332" fmla="*/ 701873 h 1849426"/>
              <a:gd name="connsiteX1333" fmla="*/ 3695003 w 6386648"/>
              <a:gd name="connsiteY1333" fmla="*/ 683848 h 1849426"/>
              <a:gd name="connsiteX1334" fmla="*/ 3713027 w 6386648"/>
              <a:gd name="connsiteY1334" fmla="*/ 665824 h 1849426"/>
              <a:gd name="connsiteX1335" fmla="*/ 3274433 w 6386648"/>
              <a:gd name="connsiteY1335" fmla="*/ 665824 h 1849426"/>
              <a:gd name="connsiteX1336" fmla="*/ 3292458 w 6386648"/>
              <a:gd name="connsiteY1336" fmla="*/ 683848 h 1849426"/>
              <a:gd name="connsiteX1337" fmla="*/ 3274433 w 6386648"/>
              <a:gd name="connsiteY1337" fmla="*/ 701873 h 1849426"/>
              <a:gd name="connsiteX1338" fmla="*/ 3256409 w 6386648"/>
              <a:gd name="connsiteY1338" fmla="*/ 683848 h 1849426"/>
              <a:gd name="connsiteX1339" fmla="*/ 3274433 w 6386648"/>
              <a:gd name="connsiteY1339" fmla="*/ 665824 h 1849426"/>
              <a:gd name="connsiteX1340" fmla="*/ 1291748 w 6386648"/>
              <a:gd name="connsiteY1340" fmla="*/ 665824 h 1849426"/>
              <a:gd name="connsiteX1341" fmla="*/ 1309773 w 6386648"/>
              <a:gd name="connsiteY1341" fmla="*/ 683848 h 1849426"/>
              <a:gd name="connsiteX1342" fmla="*/ 1291748 w 6386648"/>
              <a:gd name="connsiteY1342" fmla="*/ 701873 h 1849426"/>
              <a:gd name="connsiteX1343" fmla="*/ 1273724 w 6386648"/>
              <a:gd name="connsiteY1343" fmla="*/ 683848 h 1849426"/>
              <a:gd name="connsiteX1344" fmla="*/ 1291748 w 6386648"/>
              <a:gd name="connsiteY1344" fmla="*/ 665824 h 1849426"/>
              <a:gd name="connsiteX1345" fmla="*/ 636862 w 6386648"/>
              <a:gd name="connsiteY1345" fmla="*/ 665824 h 1849426"/>
              <a:gd name="connsiteX1346" fmla="*/ 654887 w 6386648"/>
              <a:gd name="connsiteY1346" fmla="*/ 683848 h 1849426"/>
              <a:gd name="connsiteX1347" fmla="*/ 636862 w 6386648"/>
              <a:gd name="connsiteY1347" fmla="*/ 701873 h 1849426"/>
              <a:gd name="connsiteX1348" fmla="*/ 618838 w 6386648"/>
              <a:gd name="connsiteY1348" fmla="*/ 683848 h 1849426"/>
              <a:gd name="connsiteX1349" fmla="*/ 636862 w 6386648"/>
              <a:gd name="connsiteY1349" fmla="*/ 665824 h 1849426"/>
              <a:gd name="connsiteX1350" fmla="*/ 3172295 w 6386648"/>
              <a:gd name="connsiteY1350" fmla="*/ 659815 h 1849426"/>
              <a:gd name="connsiteX1351" fmla="*/ 3190320 w 6386648"/>
              <a:gd name="connsiteY1351" fmla="*/ 677839 h 1849426"/>
              <a:gd name="connsiteX1352" fmla="*/ 3172295 w 6386648"/>
              <a:gd name="connsiteY1352" fmla="*/ 695864 h 1849426"/>
              <a:gd name="connsiteX1353" fmla="*/ 3154271 w 6386648"/>
              <a:gd name="connsiteY1353" fmla="*/ 677839 h 1849426"/>
              <a:gd name="connsiteX1354" fmla="*/ 3172295 w 6386648"/>
              <a:gd name="connsiteY1354" fmla="*/ 659815 h 1849426"/>
              <a:gd name="connsiteX1355" fmla="*/ 6314550 w 6386648"/>
              <a:gd name="connsiteY1355" fmla="*/ 647799 h 1849426"/>
              <a:gd name="connsiteX1356" fmla="*/ 6332574 w 6386648"/>
              <a:gd name="connsiteY1356" fmla="*/ 665824 h 1849426"/>
              <a:gd name="connsiteX1357" fmla="*/ 6314550 w 6386648"/>
              <a:gd name="connsiteY1357" fmla="*/ 683848 h 1849426"/>
              <a:gd name="connsiteX1358" fmla="*/ 6296525 w 6386648"/>
              <a:gd name="connsiteY1358" fmla="*/ 665824 h 1849426"/>
              <a:gd name="connsiteX1359" fmla="*/ 6314550 w 6386648"/>
              <a:gd name="connsiteY1359" fmla="*/ 647799 h 1849426"/>
              <a:gd name="connsiteX1360" fmla="*/ 3040116 w 6386648"/>
              <a:gd name="connsiteY1360" fmla="*/ 647799 h 1849426"/>
              <a:gd name="connsiteX1361" fmla="*/ 3058141 w 6386648"/>
              <a:gd name="connsiteY1361" fmla="*/ 665824 h 1849426"/>
              <a:gd name="connsiteX1362" fmla="*/ 3040116 w 6386648"/>
              <a:gd name="connsiteY1362" fmla="*/ 683848 h 1849426"/>
              <a:gd name="connsiteX1363" fmla="*/ 3022092 w 6386648"/>
              <a:gd name="connsiteY1363" fmla="*/ 665824 h 1849426"/>
              <a:gd name="connsiteX1364" fmla="*/ 3040116 w 6386648"/>
              <a:gd name="connsiteY1364" fmla="*/ 647799 h 1849426"/>
              <a:gd name="connsiteX1365" fmla="*/ 4025450 w 6386648"/>
              <a:gd name="connsiteY1365" fmla="*/ 641791 h 1849426"/>
              <a:gd name="connsiteX1366" fmla="*/ 4043475 w 6386648"/>
              <a:gd name="connsiteY1366" fmla="*/ 659815 h 1849426"/>
              <a:gd name="connsiteX1367" fmla="*/ 4025450 w 6386648"/>
              <a:gd name="connsiteY1367" fmla="*/ 677840 h 1849426"/>
              <a:gd name="connsiteX1368" fmla="*/ 4007426 w 6386648"/>
              <a:gd name="connsiteY1368" fmla="*/ 659815 h 1849426"/>
              <a:gd name="connsiteX1369" fmla="*/ 4025450 w 6386648"/>
              <a:gd name="connsiteY1369" fmla="*/ 641791 h 1849426"/>
              <a:gd name="connsiteX1370" fmla="*/ 5948053 w 6386648"/>
              <a:gd name="connsiteY1370" fmla="*/ 629775 h 1849426"/>
              <a:gd name="connsiteX1371" fmla="*/ 5966078 w 6386648"/>
              <a:gd name="connsiteY1371" fmla="*/ 647799 h 1849426"/>
              <a:gd name="connsiteX1372" fmla="*/ 5948053 w 6386648"/>
              <a:gd name="connsiteY1372" fmla="*/ 665824 h 1849426"/>
              <a:gd name="connsiteX1373" fmla="*/ 5930029 w 6386648"/>
              <a:gd name="connsiteY1373" fmla="*/ 647799 h 1849426"/>
              <a:gd name="connsiteX1374" fmla="*/ 5948053 w 6386648"/>
              <a:gd name="connsiteY1374" fmla="*/ 629775 h 1849426"/>
              <a:gd name="connsiteX1375" fmla="*/ 2673619 w 6386648"/>
              <a:gd name="connsiteY1375" fmla="*/ 629775 h 1849426"/>
              <a:gd name="connsiteX1376" fmla="*/ 2691644 w 6386648"/>
              <a:gd name="connsiteY1376" fmla="*/ 647799 h 1849426"/>
              <a:gd name="connsiteX1377" fmla="*/ 2673619 w 6386648"/>
              <a:gd name="connsiteY1377" fmla="*/ 665824 h 1849426"/>
              <a:gd name="connsiteX1378" fmla="*/ 2655595 w 6386648"/>
              <a:gd name="connsiteY1378" fmla="*/ 647799 h 1849426"/>
              <a:gd name="connsiteX1379" fmla="*/ 2673619 w 6386648"/>
              <a:gd name="connsiteY1379" fmla="*/ 629775 h 1849426"/>
              <a:gd name="connsiteX1380" fmla="*/ 2331156 w 6386648"/>
              <a:gd name="connsiteY1380" fmla="*/ 629775 h 1849426"/>
              <a:gd name="connsiteX1381" fmla="*/ 2349181 w 6386648"/>
              <a:gd name="connsiteY1381" fmla="*/ 647799 h 1849426"/>
              <a:gd name="connsiteX1382" fmla="*/ 2331156 w 6386648"/>
              <a:gd name="connsiteY1382" fmla="*/ 665824 h 1849426"/>
              <a:gd name="connsiteX1383" fmla="*/ 2313132 w 6386648"/>
              <a:gd name="connsiteY1383" fmla="*/ 647799 h 1849426"/>
              <a:gd name="connsiteX1384" fmla="*/ 2331156 w 6386648"/>
              <a:gd name="connsiteY1384" fmla="*/ 629775 h 1849426"/>
              <a:gd name="connsiteX1385" fmla="*/ 1514049 w 6386648"/>
              <a:gd name="connsiteY1385" fmla="*/ 629775 h 1849426"/>
              <a:gd name="connsiteX1386" fmla="*/ 1532074 w 6386648"/>
              <a:gd name="connsiteY1386" fmla="*/ 647799 h 1849426"/>
              <a:gd name="connsiteX1387" fmla="*/ 1514049 w 6386648"/>
              <a:gd name="connsiteY1387" fmla="*/ 665824 h 1849426"/>
              <a:gd name="connsiteX1388" fmla="*/ 1496025 w 6386648"/>
              <a:gd name="connsiteY1388" fmla="*/ 647799 h 1849426"/>
              <a:gd name="connsiteX1389" fmla="*/ 1514049 w 6386648"/>
              <a:gd name="connsiteY1389" fmla="*/ 629775 h 1849426"/>
              <a:gd name="connsiteX1390" fmla="*/ 901219 w 6386648"/>
              <a:gd name="connsiteY1390" fmla="*/ 629775 h 1849426"/>
              <a:gd name="connsiteX1391" fmla="*/ 919244 w 6386648"/>
              <a:gd name="connsiteY1391" fmla="*/ 647799 h 1849426"/>
              <a:gd name="connsiteX1392" fmla="*/ 901219 w 6386648"/>
              <a:gd name="connsiteY1392" fmla="*/ 665824 h 1849426"/>
              <a:gd name="connsiteX1393" fmla="*/ 883195 w 6386648"/>
              <a:gd name="connsiteY1393" fmla="*/ 647799 h 1849426"/>
              <a:gd name="connsiteX1394" fmla="*/ 901219 w 6386648"/>
              <a:gd name="connsiteY1394" fmla="*/ 629775 h 1849426"/>
              <a:gd name="connsiteX1395" fmla="*/ 5827891 w 6386648"/>
              <a:gd name="connsiteY1395" fmla="*/ 617758 h 1849426"/>
              <a:gd name="connsiteX1396" fmla="*/ 5845916 w 6386648"/>
              <a:gd name="connsiteY1396" fmla="*/ 635783 h 1849426"/>
              <a:gd name="connsiteX1397" fmla="*/ 5827891 w 6386648"/>
              <a:gd name="connsiteY1397" fmla="*/ 653807 h 1849426"/>
              <a:gd name="connsiteX1398" fmla="*/ 5809867 w 6386648"/>
              <a:gd name="connsiteY1398" fmla="*/ 635783 h 1849426"/>
              <a:gd name="connsiteX1399" fmla="*/ 5827891 w 6386648"/>
              <a:gd name="connsiteY1399" fmla="*/ 617758 h 1849426"/>
              <a:gd name="connsiteX1400" fmla="*/ 2469343 w 6386648"/>
              <a:gd name="connsiteY1400" fmla="*/ 617758 h 1849426"/>
              <a:gd name="connsiteX1401" fmla="*/ 2487368 w 6386648"/>
              <a:gd name="connsiteY1401" fmla="*/ 635783 h 1849426"/>
              <a:gd name="connsiteX1402" fmla="*/ 2469343 w 6386648"/>
              <a:gd name="connsiteY1402" fmla="*/ 653807 h 1849426"/>
              <a:gd name="connsiteX1403" fmla="*/ 2451319 w 6386648"/>
              <a:gd name="connsiteY1403" fmla="*/ 635783 h 1849426"/>
              <a:gd name="connsiteX1404" fmla="*/ 2469343 w 6386648"/>
              <a:gd name="connsiteY1404" fmla="*/ 617758 h 1849426"/>
              <a:gd name="connsiteX1405" fmla="*/ 6110273 w 6386648"/>
              <a:gd name="connsiteY1405" fmla="*/ 611750 h 1849426"/>
              <a:gd name="connsiteX1406" fmla="*/ 6128298 w 6386648"/>
              <a:gd name="connsiteY1406" fmla="*/ 629774 h 1849426"/>
              <a:gd name="connsiteX1407" fmla="*/ 6110273 w 6386648"/>
              <a:gd name="connsiteY1407" fmla="*/ 647799 h 1849426"/>
              <a:gd name="connsiteX1408" fmla="*/ 6092248 w 6386648"/>
              <a:gd name="connsiteY1408" fmla="*/ 629774 h 1849426"/>
              <a:gd name="connsiteX1409" fmla="*/ 6110273 w 6386648"/>
              <a:gd name="connsiteY1409" fmla="*/ 611750 h 1849426"/>
              <a:gd name="connsiteX1410" fmla="*/ 3598872 w 6386648"/>
              <a:gd name="connsiteY1410" fmla="*/ 611750 h 1849426"/>
              <a:gd name="connsiteX1411" fmla="*/ 3616897 w 6386648"/>
              <a:gd name="connsiteY1411" fmla="*/ 629774 h 1849426"/>
              <a:gd name="connsiteX1412" fmla="*/ 3598872 w 6386648"/>
              <a:gd name="connsiteY1412" fmla="*/ 647799 h 1849426"/>
              <a:gd name="connsiteX1413" fmla="*/ 3580848 w 6386648"/>
              <a:gd name="connsiteY1413" fmla="*/ 629774 h 1849426"/>
              <a:gd name="connsiteX1414" fmla="*/ 3598872 w 6386648"/>
              <a:gd name="connsiteY1414" fmla="*/ 611750 h 1849426"/>
              <a:gd name="connsiteX1415" fmla="*/ 2150912 w 6386648"/>
              <a:gd name="connsiteY1415" fmla="*/ 611750 h 1849426"/>
              <a:gd name="connsiteX1416" fmla="*/ 2168937 w 6386648"/>
              <a:gd name="connsiteY1416" fmla="*/ 629774 h 1849426"/>
              <a:gd name="connsiteX1417" fmla="*/ 2150912 w 6386648"/>
              <a:gd name="connsiteY1417" fmla="*/ 647799 h 1849426"/>
              <a:gd name="connsiteX1418" fmla="*/ 2132888 w 6386648"/>
              <a:gd name="connsiteY1418" fmla="*/ 629774 h 1849426"/>
              <a:gd name="connsiteX1419" fmla="*/ 2150912 w 6386648"/>
              <a:gd name="connsiteY1419" fmla="*/ 611750 h 1849426"/>
              <a:gd name="connsiteX1420" fmla="*/ 2036758 w 6386648"/>
              <a:gd name="connsiteY1420" fmla="*/ 605742 h 1849426"/>
              <a:gd name="connsiteX1421" fmla="*/ 2054782 w 6386648"/>
              <a:gd name="connsiteY1421" fmla="*/ 623766 h 1849426"/>
              <a:gd name="connsiteX1422" fmla="*/ 2036758 w 6386648"/>
              <a:gd name="connsiteY1422" fmla="*/ 641791 h 1849426"/>
              <a:gd name="connsiteX1423" fmla="*/ 2018733 w 6386648"/>
              <a:gd name="connsiteY1423" fmla="*/ 623766 h 1849426"/>
              <a:gd name="connsiteX1424" fmla="*/ 2036758 w 6386648"/>
              <a:gd name="connsiteY1424" fmla="*/ 605742 h 1849426"/>
              <a:gd name="connsiteX1425" fmla="*/ 1652236 w 6386648"/>
              <a:gd name="connsiteY1425" fmla="*/ 605742 h 1849426"/>
              <a:gd name="connsiteX1426" fmla="*/ 1670261 w 6386648"/>
              <a:gd name="connsiteY1426" fmla="*/ 623766 h 1849426"/>
              <a:gd name="connsiteX1427" fmla="*/ 1652236 w 6386648"/>
              <a:gd name="connsiteY1427" fmla="*/ 641791 h 1849426"/>
              <a:gd name="connsiteX1428" fmla="*/ 1634212 w 6386648"/>
              <a:gd name="connsiteY1428" fmla="*/ 623766 h 1849426"/>
              <a:gd name="connsiteX1429" fmla="*/ 1652236 w 6386648"/>
              <a:gd name="connsiteY1429" fmla="*/ 605742 h 1849426"/>
              <a:gd name="connsiteX1430" fmla="*/ 1027390 w 6386648"/>
              <a:gd name="connsiteY1430" fmla="*/ 605742 h 1849426"/>
              <a:gd name="connsiteX1431" fmla="*/ 1045415 w 6386648"/>
              <a:gd name="connsiteY1431" fmla="*/ 623766 h 1849426"/>
              <a:gd name="connsiteX1432" fmla="*/ 1027390 w 6386648"/>
              <a:gd name="connsiteY1432" fmla="*/ 641791 h 1849426"/>
              <a:gd name="connsiteX1433" fmla="*/ 1009366 w 6386648"/>
              <a:gd name="connsiteY1433" fmla="*/ 623766 h 1849426"/>
              <a:gd name="connsiteX1434" fmla="*/ 1027390 w 6386648"/>
              <a:gd name="connsiteY1434" fmla="*/ 605742 h 1849426"/>
              <a:gd name="connsiteX1435" fmla="*/ 504684 w 6386648"/>
              <a:gd name="connsiteY1435" fmla="*/ 605742 h 1849426"/>
              <a:gd name="connsiteX1436" fmla="*/ 522708 w 6386648"/>
              <a:gd name="connsiteY1436" fmla="*/ 623766 h 1849426"/>
              <a:gd name="connsiteX1437" fmla="*/ 504684 w 6386648"/>
              <a:gd name="connsiteY1437" fmla="*/ 641791 h 1849426"/>
              <a:gd name="connsiteX1438" fmla="*/ 486659 w 6386648"/>
              <a:gd name="connsiteY1438" fmla="*/ 623766 h 1849426"/>
              <a:gd name="connsiteX1439" fmla="*/ 504684 w 6386648"/>
              <a:gd name="connsiteY1439" fmla="*/ 605742 h 1849426"/>
              <a:gd name="connsiteX1440" fmla="*/ 378512 w 6386648"/>
              <a:gd name="connsiteY1440" fmla="*/ 605742 h 1849426"/>
              <a:gd name="connsiteX1441" fmla="*/ 396537 w 6386648"/>
              <a:gd name="connsiteY1441" fmla="*/ 623766 h 1849426"/>
              <a:gd name="connsiteX1442" fmla="*/ 378512 w 6386648"/>
              <a:gd name="connsiteY1442" fmla="*/ 641791 h 1849426"/>
              <a:gd name="connsiteX1443" fmla="*/ 360488 w 6386648"/>
              <a:gd name="connsiteY1443" fmla="*/ 623766 h 1849426"/>
              <a:gd name="connsiteX1444" fmla="*/ 378512 w 6386648"/>
              <a:gd name="connsiteY1444" fmla="*/ 605742 h 1849426"/>
              <a:gd name="connsiteX1445" fmla="*/ 3358547 w 6386648"/>
              <a:gd name="connsiteY1445" fmla="*/ 599734 h 1849426"/>
              <a:gd name="connsiteX1446" fmla="*/ 3376572 w 6386648"/>
              <a:gd name="connsiteY1446" fmla="*/ 617758 h 1849426"/>
              <a:gd name="connsiteX1447" fmla="*/ 3358547 w 6386648"/>
              <a:gd name="connsiteY1447" fmla="*/ 635783 h 1849426"/>
              <a:gd name="connsiteX1448" fmla="*/ 3340523 w 6386648"/>
              <a:gd name="connsiteY1448" fmla="*/ 617758 h 1849426"/>
              <a:gd name="connsiteX1449" fmla="*/ 3358547 w 6386648"/>
              <a:gd name="connsiteY1449" fmla="*/ 599734 h 1849426"/>
              <a:gd name="connsiteX1450" fmla="*/ 3887263 w 6386648"/>
              <a:gd name="connsiteY1450" fmla="*/ 593726 h 1849426"/>
              <a:gd name="connsiteX1451" fmla="*/ 3905288 w 6386648"/>
              <a:gd name="connsiteY1451" fmla="*/ 611750 h 1849426"/>
              <a:gd name="connsiteX1452" fmla="*/ 3887263 w 6386648"/>
              <a:gd name="connsiteY1452" fmla="*/ 629775 h 1849426"/>
              <a:gd name="connsiteX1453" fmla="*/ 3869238 w 6386648"/>
              <a:gd name="connsiteY1453" fmla="*/ 611750 h 1849426"/>
              <a:gd name="connsiteX1454" fmla="*/ 3887263 w 6386648"/>
              <a:gd name="connsiteY1454" fmla="*/ 593726 h 1849426"/>
              <a:gd name="connsiteX1455" fmla="*/ 5623614 w 6386648"/>
              <a:gd name="connsiteY1455" fmla="*/ 587718 h 1849426"/>
              <a:gd name="connsiteX1456" fmla="*/ 5641639 w 6386648"/>
              <a:gd name="connsiteY1456" fmla="*/ 605743 h 1849426"/>
              <a:gd name="connsiteX1457" fmla="*/ 5623614 w 6386648"/>
              <a:gd name="connsiteY1457" fmla="*/ 623767 h 1849426"/>
              <a:gd name="connsiteX1458" fmla="*/ 5605590 w 6386648"/>
              <a:gd name="connsiteY1458" fmla="*/ 605743 h 1849426"/>
              <a:gd name="connsiteX1459" fmla="*/ 5623614 w 6386648"/>
              <a:gd name="connsiteY1459" fmla="*/ 587718 h 1849426"/>
              <a:gd name="connsiteX1460" fmla="*/ 4157629 w 6386648"/>
              <a:gd name="connsiteY1460" fmla="*/ 587718 h 1849426"/>
              <a:gd name="connsiteX1461" fmla="*/ 4175654 w 6386648"/>
              <a:gd name="connsiteY1461" fmla="*/ 605743 h 1849426"/>
              <a:gd name="connsiteX1462" fmla="*/ 4157629 w 6386648"/>
              <a:gd name="connsiteY1462" fmla="*/ 623767 h 1849426"/>
              <a:gd name="connsiteX1463" fmla="*/ 4139604 w 6386648"/>
              <a:gd name="connsiteY1463" fmla="*/ 605743 h 1849426"/>
              <a:gd name="connsiteX1464" fmla="*/ 4157629 w 6386648"/>
              <a:gd name="connsiteY1464" fmla="*/ 587718 h 1849426"/>
              <a:gd name="connsiteX1465" fmla="*/ 1886555 w 6386648"/>
              <a:gd name="connsiteY1465" fmla="*/ 587718 h 1849426"/>
              <a:gd name="connsiteX1466" fmla="*/ 1904579 w 6386648"/>
              <a:gd name="connsiteY1466" fmla="*/ 605743 h 1849426"/>
              <a:gd name="connsiteX1467" fmla="*/ 1886555 w 6386648"/>
              <a:gd name="connsiteY1467" fmla="*/ 623767 h 1849426"/>
              <a:gd name="connsiteX1468" fmla="*/ 1868530 w 6386648"/>
              <a:gd name="connsiteY1468" fmla="*/ 605743 h 1849426"/>
              <a:gd name="connsiteX1469" fmla="*/ 1886555 w 6386648"/>
              <a:gd name="connsiteY1469" fmla="*/ 587718 h 1849426"/>
              <a:gd name="connsiteX1470" fmla="*/ 1147553 w 6386648"/>
              <a:gd name="connsiteY1470" fmla="*/ 587718 h 1849426"/>
              <a:gd name="connsiteX1471" fmla="*/ 1165578 w 6386648"/>
              <a:gd name="connsiteY1471" fmla="*/ 605743 h 1849426"/>
              <a:gd name="connsiteX1472" fmla="*/ 1147553 w 6386648"/>
              <a:gd name="connsiteY1472" fmla="*/ 623767 h 1849426"/>
              <a:gd name="connsiteX1473" fmla="*/ 1129529 w 6386648"/>
              <a:gd name="connsiteY1473" fmla="*/ 605743 h 1849426"/>
              <a:gd name="connsiteX1474" fmla="*/ 1147553 w 6386648"/>
              <a:gd name="connsiteY1474" fmla="*/ 587718 h 1849426"/>
              <a:gd name="connsiteX1475" fmla="*/ 6212411 w 6386648"/>
              <a:gd name="connsiteY1475" fmla="*/ 581710 h 1849426"/>
              <a:gd name="connsiteX1476" fmla="*/ 6230436 w 6386648"/>
              <a:gd name="connsiteY1476" fmla="*/ 599734 h 1849426"/>
              <a:gd name="connsiteX1477" fmla="*/ 6212411 w 6386648"/>
              <a:gd name="connsiteY1477" fmla="*/ 617759 h 1849426"/>
              <a:gd name="connsiteX1478" fmla="*/ 6194387 w 6386648"/>
              <a:gd name="connsiteY1478" fmla="*/ 599734 h 1849426"/>
              <a:gd name="connsiteX1479" fmla="*/ 6212411 w 6386648"/>
              <a:gd name="connsiteY1479" fmla="*/ 581710 h 1849426"/>
              <a:gd name="connsiteX1480" fmla="*/ 3478710 w 6386648"/>
              <a:gd name="connsiteY1480" fmla="*/ 581710 h 1849426"/>
              <a:gd name="connsiteX1481" fmla="*/ 3496735 w 6386648"/>
              <a:gd name="connsiteY1481" fmla="*/ 599734 h 1849426"/>
              <a:gd name="connsiteX1482" fmla="*/ 3478710 w 6386648"/>
              <a:gd name="connsiteY1482" fmla="*/ 617759 h 1849426"/>
              <a:gd name="connsiteX1483" fmla="*/ 3460686 w 6386648"/>
              <a:gd name="connsiteY1483" fmla="*/ 599734 h 1849426"/>
              <a:gd name="connsiteX1484" fmla="*/ 3478710 w 6386648"/>
              <a:gd name="connsiteY1484" fmla="*/ 581710 h 1849426"/>
              <a:gd name="connsiteX1485" fmla="*/ 2883904 w 6386648"/>
              <a:gd name="connsiteY1485" fmla="*/ 581710 h 1849426"/>
              <a:gd name="connsiteX1486" fmla="*/ 2901929 w 6386648"/>
              <a:gd name="connsiteY1486" fmla="*/ 599734 h 1849426"/>
              <a:gd name="connsiteX1487" fmla="*/ 2883904 w 6386648"/>
              <a:gd name="connsiteY1487" fmla="*/ 617759 h 1849426"/>
              <a:gd name="connsiteX1488" fmla="*/ 2865880 w 6386648"/>
              <a:gd name="connsiteY1488" fmla="*/ 599734 h 1849426"/>
              <a:gd name="connsiteX1489" fmla="*/ 2883904 w 6386648"/>
              <a:gd name="connsiteY1489" fmla="*/ 581710 h 1849426"/>
              <a:gd name="connsiteX1490" fmla="*/ 4488076 w 6386648"/>
              <a:gd name="connsiteY1490" fmla="*/ 575702 h 1849426"/>
              <a:gd name="connsiteX1491" fmla="*/ 4506101 w 6386648"/>
              <a:gd name="connsiteY1491" fmla="*/ 593726 h 1849426"/>
              <a:gd name="connsiteX1492" fmla="*/ 4488076 w 6386648"/>
              <a:gd name="connsiteY1492" fmla="*/ 611751 h 1849426"/>
              <a:gd name="connsiteX1493" fmla="*/ 4470051 w 6386648"/>
              <a:gd name="connsiteY1493" fmla="*/ 593726 h 1849426"/>
              <a:gd name="connsiteX1494" fmla="*/ 4488076 w 6386648"/>
              <a:gd name="connsiteY1494" fmla="*/ 575702 h 1849426"/>
              <a:gd name="connsiteX1495" fmla="*/ 4313840 w 6386648"/>
              <a:gd name="connsiteY1495" fmla="*/ 575702 h 1849426"/>
              <a:gd name="connsiteX1496" fmla="*/ 4331865 w 6386648"/>
              <a:gd name="connsiteY1496" fmla="*/ 593726 h 1849426"/>
              <a:gd name="connsiteX1497" fmla="*/ 4313840 w 6386648"/>
              <a:gd name="connsiteY1497" fmla="*/ 611751 h 1849426"/>
              <a:gd name="connsiteX1498" fmla="*/ 4295816 w 6386648"/>
              <a:gd name="connsiteY1498" fmla="*/ 593726 h 1849426"/>
              <a:gd name="connsiteX1499" fmla="*/ 4313840 w 6386648"/>
              <a:gd name="connsiteY1499" fmla="*/ 575702 h 1849426"/>
              <a:gd name="connsiteX1500" fmla="*/ 1381870 w 6386648"/>
              <a:gd name="connsiteY1500" fmla="*/ 569693 h 1849426"/>
              <a:gd name="connsiteX1501" fmla="*/ 1399895 w 6386648"/>
              <a:gd name="connsiteY1501" fmla="*/ 587717 h 1849426"/>
              <a:gd name="connsiteX1502" fmla="*/ 1381870 w 6386648"/>
              <a:gd name="connsiteY1502" fmla="*/ 605742 h 1849426"/>
              <a:gd name="connsiteX1503" fmla="*/ 1363846 w 6386648"/>
              <a:gd name="connsiteY1503" fmla="*/ 587717 h 1849426"/>
              <a:gd name="connsiteX1504" fmla="*/ 1381870 w 6386648"/>
              <a:gd name="connsiteY1504" fmla="*/ 569693 h 1849426"/>
              <a:gd name="connsiteX1505" fmla="*/ 126170 w 6386648"/>
              <a:gd name="connsiteY1505" fmla="*/ 563685 h 1849426"/>
              <a:gd name="connsiteX1506" fmla="*/ 144195 w 6386648"/>
              <a:gd name="connsiteY1506" fmla="*/ 581709 h 1849426"/>
              <a:gd name="connsiteX1507" fmla="*/ 126170 w 6386648"/>
              <a:gd name="connsiteY1507" fmla="*/ 599734 h 1849426"/>
              <a:gd name="connsiteX1508" fmla="*/ 108146 w 6386648"/>
              <a:gd name="connsiteY1508" fmla="*/ 581709 h 1849426"/>
              <a:gd name="connsiteX1509" fmla="*/ 126170 w 6386648"/>
              <a:gd name="connsiteY1509" fmla="*/ 563685 h 1849426"/>
              <a:gd name="connsiteX1510" fmla="*/ 2583497 w 6386648"/>
              <a:gd name="connsiteY1510" fmla="*/ 557677 h 1849426"/>
              <a:gd name="connsiteX1511" fmla="*/ 2601522 w 6386648"/>
              <a:gd name="connsiteY1511" fmla="*/ 575702 h 1849426"/>
              <a:gd name="connsiteX1512" fmla="*/ 2583497 w 6386648"/>
              <a:gd name="connsiteY1512" fmla="*/ 593726 h 1849426"/>
              <a:gd name="connsiteX1513" fmla="*/ 2565473 w 6386648"/>
              <a:gd name="connsiteY1513" fmla="*/ 575702 h 1849426"/>
              <a:gd name="connsiteX1514" fmla="*/ 2583497 w 6386648"/>
              <a:gd name="connsiteY1514" fmla="*/ 557677 h 1849426"/>
              <a:gd name="connsiteX1515" fmla="*/ 246333 w 6386648"/>
              <a:gd name="connsiteY1515" fmla="*/ 557677 h 1849426"/>
              <a:gd name="connsiteX1516" fmla="*/ 264358 w 6386648"/>
              <a:gd name="connsiteY1516" fmla="*/ 575702 h 1849426"/>
              <a:gd name="connsiteX1517" fmla="*/ 246333 w 6386648"/>
              <a:gd name="connsiteY1517" fmla="*/ 593726 h 1849426"/>
              <a:gd name="connsiteX1518" fmla="*/ 228309 w 6386648"/>
              <a:gd name="connsiteY1518" fmla="*/ 575702 h 1849426"/>
              <a:gd name="connsiteX1519" fmla="*/ 246333 w 6386648"/>
              <a:gd name="connsiteY1519" fmla="*/ 557677 h 1849426"/>
              <a:gd name="connsiteX1520" fmla="*/ 1736351 w 6386648"/>
              <a:gd name="connsiteY1520" fmla="*/ 551669 h 1849426"/>
              <a:gd name="connsiteX1521" fmla="*/ 1754375 w 6386648"/>
              <a:gd name="connsiteY1521" fmla="*/ 569693 h 1849426"/>
              <a:gd name="connsiteX1522" fmla="*/ 1736351 w 6386648"/>
              <a:gd name="connsiteY1522" fmla="*/ 587718 h 1849426"/>
              <a:gd name="connsiteX1523" fmla="*/ 1718326 w 6386648"/>
              <a:gd name="connsiteY1523" fmla="*/ 569693 h 1849426"/>
              <a:gd name="connsiteX1524" fmla="*/ 1736351 w 6386648"/>
              <a:gd name="connsiteY1524" fmla="*/ 551669 h 1849426"/>
              <a:gd name="connsiteX1525" fmla="*/ 3731051 w 6386648"/>
              <a:gd name="connsiteY1525" fmla="*/ 545661 h 1849426"/>
              <a:gd name="connsiteX1526" fmla="*/ 3749076 w 6386648"/>
              <a:gd name="connsiteY1526" fmla="*/ 563685 h 1849426"/>
              <a:gd name="connsiteX1527" fmla="*/ 3731051 w 6386648"/>
              <a:gd name="connsiteY1527" fmla="*/ 581710 h 1849426"/>
              <a:gd name="connsiteX1528" fmla="*/ 3713027 w 6386648"/>
              <a:gd name="connsiteY1528" fmla="*/ 563685 h 1849426"/>
              <a:gd name="connsiteX1529" fmla="*/ 3731051 w 6386648"/>
              <a:gd name="connsiteY1529" fmla="*/ 545661 h 1849426"/>
              <a:gd name="connsiteX1530" fmla="*/ 2763741 w 6386648"/>
              <a:gd name="connsiteY1530" fmla="*/ 545661 h 1849426"/>
              <a:gd name="connsiteX1531" fmla="*/ 2781766 w 6386648"/>
              <a:gd name="connsiteY1531" fmla="*/ 563685 h 1849426"/>
              <a:gd name="connsiteX1532" fmla="*/ 2763741 w 6386648"/>
              <a:gd name="connsiteY1532" fmla="*/ 581710 h 1849426"/>
              <a:gd name="connsiteX1533" fmla="*/ 2745717 w 6386648"/>
              <a:gd name="connsiteY1533" fmla="*/ 563685 h 1849426"/>
              <a:gd name="connsiteX1534" fmla="*/ 2763741 w 6386648"/>
              <a:gd name="connsiteY1534" fmla="*/ 545661 h 1849426"/>
              <a:gd name="connsiteX1535" fmla="*/ 726984 w 6386648"/>
              <a:gd name="connsiteY1535" fmla="*/ 545661 h 1849426"/>
              <a:gd name="connsiteX1536" fmla="*/ 745009 w 6386648"/>
              <a:gd name="connsiteY1536" fmla="*/ 563685 h 1849426"/>
              <a:gd name="connsiteX1537" fmla="*/ 726984 w 6386648"/>
              <a:gd name="connsiteY1537" fmla="*/ 581710 h 1849426"/>
              <a:gd name="connsiteX1538" fmla="*/ 708960 w 6386648"/>
              <a:gd name="connsiteY1538" fmla="*/ 563685 h 1849426"/>
              <a:gd name="connsiteX1539" fmla="*/ 726984 w 6386648"/>
              <a:gd name="connsiteY1539" fmla="*/ 545661 h 1849426"/>
              <a:gd name="connsiteX1540" fmla="*/ 3136246 w 6386648"/>
              <a:gd name="connsiteY1540" fmla="*/ 539653 h 1849426"/>
              <a:gd name="connsiteX1541" fmla="*/ 3154271 w 6386648"/>
              <a:gd name="connsiteY1541" fmla="*/ 557677 h 1849426"/>
              <a:gd name="connsiteX1542" fmla="*/ 3136246 w 6386648"/>
              <a:gd name="connsiteY1542" fmla="*/ 575702 h 1849426"/>
              <a:gd name="connsiteX1543" fmla="*/ 3118221 w 6386648"/>
              <a:gd name="connsiteY1543" fmla="*/ 557677 h 1849426"/>
              <a:gd name="connsiteX1544" fmla="*/ 3136246 w 6386648"/>
              <a:gd name="connsiteY1544" fmla="*/ 539653 h 1849426"/>
              <a:gd name="connsiteX1545" fmla="*/ 3004067 w 6386648"/>
              <a:gd name="connsiteY1545" fmla="*/ 539653 h 1849426"/>
              <a:gd name="connsiteX1546" fmla="*/ 3022092 w 6386648"/>
              <a:gd name="connsiteY1546" fmla="*/ 557677 h 1849426"/>
              <a:gd name="connsiteX1547" fmla="*/ 3004067 w 6386648"/>
              <a:gd name="connsiteY1547" fmla="*/ 575702 h 1849426"/>
              <a:gd name="connsiteX1548" fmla="*/ 2986043 w 6386648"/>
              <a:gd name="connsiteY1548" fmla="*/ 557677 h 1849426"/>
              <a:gd name="connsiteX1549" fmla="*/ 3004067 w 6386648"/>
              <a:gd name="connsiteY1549" fmla="*/ 539653 h 1849426"/>
              <a:gd name="connsiteX1550" fmla="*/ 835130 w 6386648"/>
              <a:gd name="connsiteY1550" fmla="*/ 539653 h 1849426"/>
              <a:gd name="connsiteX1551" fmla="*/ 847146 w 6386648"/>
              <a:gd name="connsiteY1551" fmla="*/ 551669 h 1849426"/>
              <a:gd name="connsiteX1552" fmla="*/ 835130 w 6386648"/>
              <a:gd name="connsiteY1552" fmla="*/ 563685 h 1849426"/>
              <a:gd name="connsiteX1553" fmla="*/ 823114 w 6386648"/>
              <a:gd name="connsiteY1553" fmla="*/ 551669 h 1849426"/>
              <a:gd name="connsiteX1554" fmla="*/ 835130 w 6386648"/>
              <a:gd name="connsiteY1554" fmla="*/ 539653 h 1849426"/>
              <a:gd name="connsiteX1555" fmla="*/ 612829 w 6386648"/>
              <a:gd name="connsiteY1555" fmla="*/ 539653 h 1849426"/>
              <a:gd name="connsiteX1556" fmla="*/ 630854 w 6386648"/>
              <a:gd name="connsiteY1556" fmla="*/ 557677 h 1849426"/>
              <a:gd name="connsiteX1557" fmla="*/ 612829 w 6386648"/>
              <a:gd name="connsiteY1557" fmla="*/ 575702 h 1849426"/>
              <a:gd name="connsiteX1558" fmla="*/ 594805 w 6386648"/>
              <a:gd name="connsiteY1558" fmla="*/ 557677 h 1849426"/>
              <a:gd name="connsiteX1559" fmla="*/ 612829 w 6386648"/>
              <a:gd name="connsiteY1559" fmla="*/ 539653 h 1849426"/>
              <a:gd name="connsiteX1560" fmla="*/ 6014143 w 6386648"/>
              <a:gd name="connsiteY1560" fmla="*/ 533645 h 1849426"/>
              <a:gd name="connsiteX1561" fmla="*/ 6032168 w 6386648"/>
              <a:gd name="connsiteY1561" fmla="*/ 551669 h 1849426"/>
              <a:gd name="connsiteX1562" fmla="*/ 6014143 w 6386648"/>
              <a:gd name="connsiteY1562" fmla="*/ 569694 h 1849426"/>
              <a:gd name="connsiteX1563" fmla="*/ 5996119 w 6386648"/>
              <a:gd name="connsiteY1563" fmla="*/ 551669 h 1849426"/>
              <a:gd name="connsiteX1564" fmla="*/ 6014143 w 6386648"/>
              <a:gd name="connsiteY1564" fmla="*/ 533645 h 1849426"/>
              <a:gd name="connsiteX1565" fmla="*/ 5725752 w 6386648"/>
              <a:gd name="connsiteY1565" fmla="*/ 533645 h 1849426"/>
              <a:gd name="connsiteX1566" fmla="*/ 5743777 w 6386648"/>
              <a:gd name="connsiteY1566" fmla="*/ 551669 h 1849426"/>
              <a:gd name="connsiteX1567" fmla="*/ 5725752 w 6386648"/>
              <a:gd name="connsiteY1567" fmla="*/ 569694 h 1849426"/>
              <a:gd name="connsiteX1568" fmla="*/ 5707728 w 6386648"/>
              <a:gd name="connsiteY1568" fmla="*/ 551669 h 1849426"/>
              <a:gd name="connsiteX1569" fmla="*/ 5725752 w 6386648"/>
              <a:gd name="connsiteY1569" fmla="*/ 533645 h 1849426"/>
              <a:gd name="connsiteX1570" fmla="*/ 4013434 w 6386648"/>
              <a:gd name="connsiteY1570" fmla="*/ 533645 h 1849426"/>
              <a:gd name="connsiteX1571" fmla="*/ 4031459 w 6386648"/>
              <a:gd name="connsiteY1571" fmla="*/ 551669 h 1849426"/>
              <a:gd name="connsiteX1572" fmla="*/ 4013434 w 6386648"/>
              <a:gd name="connsiteY1572" fmla="*/ 569694 h 1849426"/>
              <a:gd name="connsiteX1573" fmla="*/ 3995410 w 6386648"/>
              <a:gd name="connsiteY1573" fmla="*/ 551669 h 1849426"/>
              <a:gd name="connsiteX1574" fmla="*/ 4013434 w 6386648"/>
              <a:gd name="connsiteY1574" fmla="*/ 533645 h 1849426"/>
              <a:gd name="connsiteX1575" fmla="*/ 2223009 w 6386648"/>
              <a:gd name="connsiteY1575" fmla="*/ 533645 h 1849426"/>
              <a:gd name="connsiteX1576" fmla="*/ 2241034 w 6386648"/>
              <a:gd name="connsiteY1576" fmla="*/ 551669 h 1849426"/>
              <a:gd name="connsiteX1577" fmla="*/ 2223009 w 6386648"/>
              <a:gd name="connsiteY1577" fmla="*/ 569694 h 1849426"/>
              <a:gd name="connsiteX1578" fmla="*/ 2204985 w 6386648"/>
              <a:gd name="connsiteY1578" fmla="*/ 551669 h 1849426"/>
              <a:gd name="connsiteX1579" fmla="*/ 2223009 w 6386648"/>
              <a:gd name="connsiteY1579" fmla="*/ 533645 h 1849426"/>
              <a:gd name="connsiteX1580" fmla="*/ 1249691 w 6386648"/>
              <a:gd name="connsiteY1580" fmla="*/ 533645 h 1849426"/>
              <a:gd name="connsiteX1581" fmla="*/ 1267716 w 6386648"/>
              <a:gd name="connsiteY1581" fmla="*/ 551669 h 1849426"/>
              <a:gd name="connsiteX1582" fmla="*/ 1249691 w 6386648"/>
              <a:gd name="connsiteY1582" fmla="*/ 569694 h 1849426"/>
              <a:gd name="connsiteX1583" fmla="*/ 1231667 w 6386648"/>
              <a:gd name="connsiteY1583" fmla="*/ 551669 h 1849426"/>
              <a:gd name="connsiteX1584" fmla="*/ 1249691 w 6386648"/>
              <a:gd name="connsiteY1584" fmla="*/ 533645 h 1849426"/>
              <a:gd name="connsiteX1585" fmla="*/ 2409261 w 6386648"/>
              <a:gd name="connsiteY1585" fmla="*/ 527636 h 1849426"/>
              <a:gd name="connsiteX1586" fmla="*/ 2427286 w 6386648"/>
              <a:gd name="connsiteY1586" fmla="*/ 545661 h 1849426"/>
              <a:gd name="connsiteX1587" fmla="*/ 2409261 w 6386648"/>
              <a:gd name="connsiteY1587" fmla="*/ 563685 h 1849426"/>
              <a:gd name="connsiteX1588" fmla="*/ 2391237 w 6386648"/>
              <a:gd name="connsiteY1588" fmla="*/ 545661 h 1849426"/>
              <a:gd name="connsiteX1589" fmla="*/ 2409261 w 6386648"/>
              <a:gd name="connsiteY1589" fmla="*/ 527636 h 1849426"/>
              <a:gd name="connsiteX1590" fmla="*/ 5527484 w 6386648"/>
              <a:gd name="connsiteY1590" fmla="*/ 521628 h 1849426"/>
              <a:gd name="connsiteX1591" fmla="*/ 5545509 w 6386648"/>
              <a:gd name="connsiteY1591" fmla="*/ 539652 h 1849426"/>
              <a:gd name="connsiteX1592" fmla="*/ 5527484 w 6386648"/>
              <a:gd name="connsiteY1592" fmla="*/ 557677 h 1849426"/>
              <a:gd name="connsiteX1593" fmla="*/ 5509460 w 6386648"/>
              <a:gd name="connsiteY1593" fmla="*/ 539652 h 1849426"/>
              <a:gd name="connsiteX1594" fmla="*/ 5527484 w 6386648"/>
              <a:gd name="connsiteY1594" fmla="*/ 521628 h 1849426"/>
              <a:gd name="connsiteX1595" fmla="*/ 4830540 w 6386648"/>
              <a:gd name="connsiteY1595" fmla="*/ 521628 h 1849426"/>
              <a:gd name="connsiteX1596" fmla="*/ 4848565 w 6386648"/>
              <a:gd name="connsiteY1596" fmla="*/ 539652 h 1849426"/>
              <a:gd name="connsiteX1597" fmla="*/ 4830540 w 6386648"/>
              <a:gd name="connsiteY1597" fmla="*/ 557677 h 1849426"/>
              <a:gd name="connsiteX1598" fmla="*/ 4812516 w 6386648"/>
              <a:gd name="connsiteY1598" fmla="*/ 539652 h 1849426"/>
              <a:gd name="connsiteX1599" fmla="*/ 4830540 w 6386648"/>
              <a:gd name="connsiteY1599" fmla="*/ 521628 h 1849426"/>
              <a:gd name="connsiteX1600" fmla="*/ 1514049 w 6386648"/>
              <a:gd name="connsiteY1600" fmla="*/ 521628 h 1849426"/>
              <a:gd name="connsiteX1601" fmla="*/ 1532074 w 6386648"/>
              <a:gd name="connsiteY1601" fmla="*/ 539652 h 1849426"/>
              <a:gd name="connsiteX1602" fmla="*/ 1514049 w 6386648"/>
              <a:gd name="connsiteY1602" fmla="*/ 557677 h 1849426"/>
              <a:gd name="connsiteX1603" fmla="*/ 1496025 w 6386648"/>
              <a:gd name="connsiteY1603" fmla="*/ 539652 h 1849426"/>
              <a:gd name="connsiteX1604" fmla="*/ 1514049 w 6386648"/>
              <a:gd name="connsiteY1604" fmla="*/ 521628 h 1849426"/>
              <a:gd name="connsiteX1605" fmla="*/ 6332574 w 6386648"/>
              <a:gd name="connsiteY1605" fmla="*/ 515620 h 1849426"/>
              <a:gd name="connsiteX1606" fmla="*/ 6350598 w 6386648"/>
              <a:gd name="connsiteY1606" fmla="*/ 533644 h 1849426"/>
              <a:gd name="connsiteX1607" fmla="*/ 6332574 w 6386648"/>
              <a:gd name="connsiteY1607" fmla="*/ 551669 h 1849426"/>
              <a:gd name="connsiteX1608" fmla="*/ 6314549 w 6386648"/>
              <a:gd name="connsiteY1608" fmla="*/ 533644 h 1849426"/>
              <a:gd name="connsiteX1609" fmla="*/ 6332574 w 6386648"/>
              <a:gd name="connsiteY1609" fmla="*/ 515620 h 1849426"/>
              <a:gd name="connsiteX1610" fmla="*/ 5893980 w 6386648"/>
              <a:gd name="connsiteY1610" fmla="*/ 509612 h 1849426"/>
              <a:gd name="connsiteX1611" fmla="*/ 5912005 w 6386648"/>
              <a:gd name="connsiteY1611" fmla="*/ 527636 h 1849426"/>
              <a:gd name="connsiteX1612" fmla="*/ 5893980 w 6386648"/>
              <a:gd name="connsiteY1612" fmla="*/ 545661 h 1849426"/>
              <a:gd name="connsiteX1613" fmla="*/ 5875956 w 6386648"/>
              <a:gd name="connsiteY1613" fmla="*/ 527636 h 1849426"/>
              <a:gd name="connsiteX1614" fmla="*/ 5893980 w 6386648"/>
              <a:gd name="connsiteY1614" fmla="*/ 509612 h 1849426"/>
              <a:gd name="connsiteX1615" fmla="*/ 3244392 w 6386648"/>
              <a:gd name="connsiteY1615" fmla="*/ 509612 h 1849426"/>
              <a:gd name="connsiteX1616" fmla="*/ 3262417 w 6386648"/>
              <a:gd name="connsiteY1616" fmla="*/ 527636 h 1849426"/>
              <a:gd name="connsiteX1617" fmla="*/ 3244392 w 6386648"/>
              <a:gd name="connsiteY1617" fmla="*/ 545661 h 1849426"/>
              <a:gd name="connsiteX1618" fmla="*/ 3226368 w 6386648"/>
              <a:gd name="connsiteY1618" fmla="*/ 527636 h 1849426"/>
              <a:gd name="connsiteX1619" fmla="*/ 3244392 w 6386648"/>
              <a:gd name="connsiteY1619" fmla="*/ 509612 h 1849426"/>
              <a:gd name="connsiteX1620" fmla="*/ 1982684 w 6386648"/>
              <a:gd name="connsiteY1620" fmla="*/ 509612 h 1849426"/>
              <a:gd name="connsiteX1621" fmla="*/ 2000709 w 6386648"/>
              <a:gd name="connsiteY1621" fmla="*/ 527636 h 1849426"/>
              <a:gd name="connsiteX1622" fmla="*/ 1982684 w 6386648"/>
              <a:gd name="connsiteY1622" fmla="*/ 545661 h 1849426"/>
              <a:gd name="connsiteX1623" fmla="*/ 1964660 w 6386648"/>
              <a:gd name="connsiteY1623" fmla="*/ 527636 h 1849426"/>
              <a:gd name="connsiteX1624" fmla="*/ 1982684 w 6386648"/>
              <a:gd name="connsiteY1624" fmla="*/ 509612 h 1849426"/>
              <a:gd name="connsiteX1625" fmla="*/ 5040825 w 6386648"/>
              <a:gd name="connsiteY1625" fmla="*/ 503604 h 1849426"/>
              <a:gd name="connsiteX1626" fmla="*/ 5058850 w 6386648"/>
              <a:gd name="connsiteY1626" fmla="*/ 521628 h 1849426"/>
              <a:gd name="connsiteX1627" fmla="*/ 5040825 w 6386648"/>
              <a:gd name="connsiteY1627" fmla="*/ 539653 h 1849426"/>
              <a:gd name="connsiteX1628" fmla="*/ 5022801 w 6386648"/>
              <a:gd name="connsiteY1628" fmla="*/ 521628 h 1849426"/>
              <a:gd name="connsiteX1629" fmla="*/ 5040825 w 6386648"/>
              <a:gd name="connsiteY1629" fmla="*/ 503604 h 1849426"/>
              <a:gd name="connsiteX1630" fmla="*/ 4926670 w 6386648"/>
              <a:gd name="connsiteY1630" fmla="*/ 503604 h 1849426"/>
              <a:gd name="connsiteX1631" fmla="*/ 4944695 w 6386648"/>
              <a:gd name="connsiteY1631" fmla="*/ 521628 h 1849426"/>
              <a:gd name="connsiteX1632" fmla="*/ 4926670 w 6386648"/>
              <a:gd name="connsiteY1632" fmla="*/ 539653 h 1849426"/>
              <a:gd name="connsiteX1633" fmla="*/ 4908646 w 6386648"/>
              <a:gd name="connsiteY1633" fmla="*/ 521628 h 1849426"/>
              <a:gd name="connsiteX1634" fmla="*/ 4926670 w 6386648"/>
              <a:gd name="connsiteY1634" fmla="*/ 503604 h 1849426"/>
              <a:gd name="connsiteX1635" fmla="*/ 5419337 w 6386648"/>
              <a:gd name="connsiteY1635" fmla="*/ 497596 h 1849426"/>
              <a:gd name="connsiteX1636" fmla="*/ 5437362 w 6386648"/>
              <a:gd name="connsiteY1636" fmla="*/ 515621 h 1849426"/>
              <a:gd name="connsiteX1637" fmla="*/ 5419337 w 6386648"/>
              <a:gd name="connsiteY1637" fmla="*/ 533645 h 1849426"/>
              <a:gd name="connsiteX1638" fmla="*/ 5401312 w 6386648"/>
              <a:gd name="connsiteY1638" fmla="*/ 515621 h 1849426"/>
              <a:gd name="connsiteX1639" fmla="*/ 5419337 w 6386648"/>
              <a:gd name="connsiteY1639" fmla="*/ 497596 h 1849426"/>
              <a:gd name="connsiteX1640" fmla="*/ 3610889 w 6386648"/>
              <a:gd name="connsiteY1640" fmla="*/ 497596 h 1849426"/>
              <a:gd name="connsiteX1641" fmla="*/ 3628914 w 6386648"/>
              <a:gd name="connsiteY1641" fmla="*/ 515621 h 1849426"/>
              <a:gd name="connsiteX1642" fmla="*/ 3610889 w 6386648"/>
              <a:gd name="connsiteY1642" fmla="*/ 533645 h 1849426"/>
              <a:gd name="connsiteX1643" fmla="*/ 3592865 w 6386648"/>
              <a:gd name="connsiteY1643" fmla="*/ 515621 h 1849426"/>
              <a:gd name="connsiteX1644" fmla="*/ 3610889 w 6386648"/>
              <a:gd name="connsiteY1644" fmla="*/ 497596 h 1849426"/>
              <a:gd name="connsiteX1645" fmla="*/ 967309 w 6386648"/>
              <a:gd name="connsiteY1645" fmla="*/ 497596 h 1849426"/>
              <a:gd name="connsiteX1646" fmla="*/ 985334 w 6386648"/>
              <a:gd name="connsiteY1646" fmla="*/ 515621 h 1849426"/>
              <a:gd name="connsiteX1647" fmla="*/ 967309 w 6386648"/>
              <a:gd name="connsiteY1647" fmla="*/ 533645 h 1849426"/>
              <a:gd name="connsiteX1648" fmla="*/ 949285 w 6386648"/>
              <a:gd name="connsiteY1648" fmla="*/ 515621 h 1849426"/>
              <a:gd name="connsiteX1649" fmla="*/ 967309 w 6386648"/>
              <a:gd name="connsiteY1649" fmla="*/ 497596 h 1849426"/>
              <a:gd name="connsiteX1650" fmla="*/ 450609 w 6386648"/>
              <a:gd name="connsiteY1650" fmla="*/ 497596 h 1849426"/>
              <a:gd name="connsiteX1651" fmla="*/ 468634 w 6386648"/>
              <a:gd name="connsiteY1651" fmla="*/ 515621 h 1849426"/>
              <a:gd name="connsiteX1652" fmla="*/ 450609 w 6386648"/>
              <a:gd name="connsiteY1652" fmla="*/ 533645 h 1849426"/>
              <a:gd name="connsiteX1653" fmla="*/ 432585 w 6386648"/>
              <a:gd name="connsiteY1653" fmla="*/ 515621 h 1849426"/>
              <a:gd name="connsiteX1654" fmla="*/ 450609 w 6386648"/>
              <a:gd name="connsiteY1654" fmla="*/ 497596 h 1849426"/>
              <a:gd name="connsiteX1655" fmla="*/ 4632272 w 6386648"/>
              <a:gd name="connsiteY1655" fmla="*/ 485580 h 1849426"/>
              <a:gd name="connsiteX1656" fmla="*/ 4650297 w 6386648"/>
              <a:gd name="connsiteY1656" fmla="*/ 503604 h 1849426"/>
              <a:gd name="connsiteX1657" fmla="*/ 4632272 w 6386648"/>
              <a:gd name="connsiteY1657" fmla="*/ 521629 h 1849426"/>
              <a:gd name="connsiteX1658" fmla="*/ 4614248 w 6386648"/>
              <a:gd name="connsiteY1658" fmla="*/ 503604 h 1849426"/>
              <a:gd name="connsiteX1659" fmla="*/ 4632272 w 6386648"/>
              <a:gd name="connsiteY1659" fmla="*/ 485580 h 1849426"/>
              <a:gd name="connsiteX1660" fmla="*/ 4379930 w 6386648"/>
              <a:gd name="connsiteY1660" fmla="*/ 485580 h 1849426"/>
              <a:gd name="connsiteX1661" fmla="*/ 4397955 w 6386648"/>
              <a:gd name="connsiteY1661" fmla="*/ 503604 h 1849426"/>
              <a:gd name="connsiteX1662" fmla="*/ 4379930 w 6386648"/>
              <a:gd name="connsiteY1662" fmla="*/ 521629 h 1849426"/>
              <a:gd name="connsiteX1663" fmla="*/ 4361906 w 6386648"/>
              <a:gd name="connsiteY1663" fmla="*/ 503604 h 1849426"/>
              <a:gd name="connsiteX1664" fmla="*/ 4379930 w 6386648"/>
              <a:gd name="connsiteY1664" fmla="*/ 485580 h 1849426"/>
              <a:gd name="connsiteX1665" fmla="*/ 5160987 w 6386648"/>
              <a:gd name="connsiteY1665" fmla="*/ 479571 h 1849426"/>
              <a:gd name="connsiteX1666" fmla="*/ 5179012 w 6386648"/>
              <a:gd name="connsiteY1666" fmla="*/ 497595 h 1849426"/>
              <a:gd name="connsiteX1667" fmla="*/ 5160987 w 6386648"/>
              <a:gd name="connsiteY1667" fmla="*/ 515620 h 1849426"/>
              <a:gd name="connsiteX1668" fmla="*/ 5142963 w 6386648"/>
              <a:gd name="connsiteY1668" fmla="*/ 497595 h 1849426"/>
              <a:gd name="connsiteX1669" fmla="*/ 5160987 w 6386648"/>
              <a:gd name="connsiteY1669" fmla="*/ 479571 h 1849426"/>
              <a:gd name="connsiteX1670" fmla="*/ 4241743 w 6386648"/>
              <a:gd name="connsiteY1670" fmla="*/ 479571 h 1849426"/>
              <a:gd name="connsiteX1671" fmla="*/ 4259768 w 6386648"/>
              <a:gd name="connsiteY1671" fmla="*/ 497595 h 1849426"/>
              <a:gd name="connsiteX1672" fmla="*/ 4241743 w 6386648"/>
              <a:gd name="connsiteY1672" fmla="*/ 515620 h 1849426"/>
              <a:gd name="connsiteX1673" fmla="*/ 4223719 w 6386648"/>
              <a:gd name="connsiteY1673" fmla="*/ 497595 h 1849426"/>
              <a:gd name="connsiteX1674" fmla="*/ 4241743 w 6386648"/>
              <a:gd name="connsiteY1674" fmla="*/ 479571 h 1849426"/>
              <a:gd name="connsiteX1675" fmla="*/ 3821173 w 6386648"/>
              <a:gd name="connsiteY1675" fmla="*/ 479571 h 1849426"/>
              <a:gd name="connsiteX1676" fmla="*/ 3839198 w 6386648"/>
              <a:gd name="connsiteY1676" fmla="*/ 497595 h 1849426"/>
              <a:gd name="connsiteX1677" fmla="*/ 3821173 w 6386648"/>
              <a:gd name="connsiteY1677" fmla="*/ 515620 h 1849426"/>
              <a:gd name="connsiteX1678" fmla="*/ 3803149 w 6386648"/>
              <a:gd name="connsiteY1678" fmla="*/ 497595 h 1849426"/>
              <a:gd name="connsiteX1679" fmla="*/ 3821173 w 6386648"/>
              <a:gd name="connsiteY1679" fmla="*/ 479571 h 1849426"/>
              <a:gd name="connsiteX1680" fmla="*/ 3364555 w 6386648"/>
              <a:gd name="connsiteY1680" fmla="*/ 479571 h 1849426"/>
              <a:gd name="connsiteX1681" fmla="*/ 3382580 w 6386648"/>
              <a:gd name="connsiteY1681" fmla="*/ 497595 h 1849426"/>
              <a:gd name="connsiteX1682" fmla="*/ 3364555 w 6386648"/>
              <a:gd name="connsiteY1682" fmla="*/ 515620 h 1849426"/>
              <a:gd name="connsiteX1683" fmla="*/ 3346531 w 6386648"/>
              <a:gd name="connsiteY1683" fmla="*/ 497595 h 1849426"/>
              <a:gd name="connsiteX1684" fmla="*/ 3364555 w 6386648"/>
              <a:gd name="connsiteY1684" fmla="*/ 479571 h 1849426"/>
              <a:gd name="connsiteX1685" fmla="*/ 1093480 w 6386648"/>
              <a:gd name="connsiteY1685" fmla="*/ 479571 h 1849426"/>
              <a:gd name="connsiteX1686" fmla="*/ 1111505 w 6386648"/>
              <a:gd name="connsiteY1686" fmla="*/ 497595 h 1849426"/>
              <a:gd name="connsiteX1687" fmla="*/ 1093480 w 6386648"/>
              <a:gd name="connsiteY1687" fmla="*/ 515620 h 1849426"/>
              <a:gd name="connsiteX1688" fmla="*/ 1075456 w 6386648"/>
              <a:gd name="connsiteY1688" fmla="*/ 497595 h 1849426"/>
              <a:gd name="connsiteX1689" fmla="*/ 1093480 w 6386648"/>
              <a:gd name="connsiteY1689" fmla="*/ 479571 h 1849426"/>
              <a:gd name="connsiteX1690" fmla="*/ 5299175 w 6386648"/>
              <a:gd name="connsiteY1690" fmla="*/ 473563 h 1849426"/>
              <a:gd name="connsiteX1691" fmla="*/ 5317200 w 6386648"/>
              <a:gd name="connsiteY1691" fmla="*/ 491587 h 1849426"/>
              <a:gd name="connsiteX1692" fmla="*/ 5299175 w 6386648"/>
              <a:gd name="connsiteY1692" fmla="*/ 509612 h 1849426"/>
              <a:gd name="connsiteX1693" fmla="*/ 5281150 w 6386648"/>
              <a:gd name="connsiteY1693" fmla="*/ 491587 h 1849426"/>
              <a:gd name="connsiteX1694" fmla="*/ 5299175 w 6386648"/>
              <a:gd name="connsiteY1694" fmla="*/ 473563 h 1849426"/>
              <a:gd name="connsiteX1695" fmla="*/ 4506101 w 6386648"/>
              <a:gd name="connsiteY1695" fmla="*/ 473563 h 1849426"/>
              <a:gd name="connsiteX1696" fmla="*/ 4524126 w 6386648"/>
              <a:gd name="connsiteY1696" fmla="*/ 491587 h 1849426"/>
              <a:gd name="connsiteX1697" fmla="*/ 4506101 w 6386648"/>
              <a:gd name="connsiteY1697" fmla="*/ 509612 h 1849426"/>
              <a:gd name="connsiteX1698" fmla="*/ 4488077 w 6386648"/>
              <a:gd name="connsiteY1698" fmla="*/ 491587 h 1849426"/>
              <a:gd name="connsiteX1699" fmla="*/ 4506101 w 6386648"/>
              <a:gd name="connsiteY1699" fmla="*/ 473563 h 1849426"/>
              <a:gd name="connsiteX1700" fmla="*/ 4115572 w 6386648"/>
              <a:gd name="connsiteY1700" fmla="*/ 473563 h 1849426"/>
              <a:gd name="connsiteX1701" fmla="*/ 4133597 w 6386648"/>
              <a:gd name="connsiteY1701" fmla="*/ 491587 h 1849426"/>
              <a:gd name="connsiteX1702" fmla="*/ 4115572 w 6386648"/>
              <a:gd name="connsiteY1702" fmla="*/ 509612 h 1849426"/>
              <a:gd name="connsiteX1703" fmla="*/ 4097548 w 6386648"/>
              <a:gd name="connsiteY1703" fmla="*/ 491587 h 1849426"/>
              <a:gd name="connsiteX1704" fmla="*/ 4115572 w 6386648"/>
              <a:gd name="connsiteY1704" fmla="*/ 473563 h 1849426"/>
              <a:gd name="connsiteX1705" fmla="*/ 2295107 w 6386648"/>
              <a:gd name="connsiteY1705" fmla="*/ 473563 h 1849426"/>
              <a:gd name="connsiteX1706" fmla="*/ 2313132 w 6386648"/>
              <a:gd name="connsiteY1706" fmla="*/ 491587 h 1849426"/>
              <a:gd name="connsiteX1707" fmla="*/ 2295107 w 6386648"/>
              <a:gd name="connsiteY1707" fmla="*/ 509612 h 1849426"/>
              <a:gd name="connsiteX1708" fmla="*/ 2277083 w 6386648"/>
              <a:gd name="connsiteY1708" fmla="*/ 491587 h 1849426"/>
              <a:gd name="connsiteX1709" fmla="*/ 2295107 w 6386648"/>
              <a:gd name="connsiteY1709" fmla="*/ 473563 h 1849426"/>
              <a:gd name="connsiteX1710" fmla="*/ 1838489 w 6386648"/>
              <a:gd name="connsiteY1710" fmla="*/ 473563 h 1849426"/>
              <a:gd name="connsiteX1711" fmla="*/ 1856514 w 6386648"/>
              <a:gd name="connsiteY1711" fmla="*/ 491587 h 1849426"/>
              <a:gd name="connsiteX1712" fmla="*/ 1838489 w 6386648"/>
              <a:gd name="connsiteY1712" fmla="*/ 509612 h 1849426"/>
              <a:gd name="connsiteX1713" fmla="*/ 1820465 w 6386648"/>
              <a:gd name="connsiteY1713" fmla="*/ 491587 h 1849426"/>
              <a:gd name="connsiteX1714" fmla="*/ 1838489 w 6386648"/>
              <a:gd name="connsiteY1714" fmla="*/ 473563 h 1849426"/>
              <a:gd name="connsiteX1715" fmla="*/ 2889912 w 6386648"/>
              <a:gd name="connsiteY1715" fmla="*/ 467555 h 1849426"/>
              <a:gd name="connsiteX1716" fmla="*/ 2907937 w 6386648"/>
              <a:gd name="connsiteY1716" fmla="*/ 485580 h 1849426"/>
              <a:gd name="connsiteX1717" fmla="*/ 2889912 w 6386648"/>
              <a:gd name="connsiteY1717" fmla="*/ 503604 h 1849426"/>
              <a:gd name="connsiteX1718" fmla="*/ 2871888 w 6386648"/>
              <a:gd name="connsiteY1718" fmla="*/ 485580 h 1849426"/>
              <a:gd name="connsiteX1719" fmla="*/ 2889912 w 6386648"/>
              <a:gd name="connsiteY1719" fmla="*/ 467555 h 1849426"/>
              <a:gd name="connsiteX1720" fmla="*/ 2108855 w 6386648"/>
              <a:gd name="connsiteY1720" fmla="*/ 467555 h 1849426"/>
              <a:gd name="connsiteX1721" fmla="*/ 2126880 w 6386648"/>
              <a:gd name="connsiteY1721" fmla="*/ 485580 h 1849426"/>
              <a:gd name="connsiteX1722" fmla="*/ 2108855 w 6386648"/>
              <a:gd name="connsiteY1722" fmla="*/ 503604 h 1849426"/>
              <a:gd name="connsiteX1723" fmla="*/ 2090831 w 6386648"/>
              <a:gd name="connsiteY1723" fmla="*/ 485580 h 1849426"/>
              <a:gd name="connsiteX1724" fmla="*/ 2108855 w 6386648"/>
              <a:gd name="connsiteY1724" fmla="*/ 467555 h 1849426"/>
              <a:gd name="connsiteX1725" fmla="*/ 1616189 w 6386648"/>
              <a:gd name="connsiteY1725" fmla="*/ 467555 h 1849426"/>
              <a:gd name="connsiteX1726" fmla="*/ 1634213 w 6386648"/>
              <a:gd name="connsiteY1726" fmla="*/ 485580 h 1849426"/>
              <a:gd name="connsiteX1727" fmla="*/ 1616189 w 6386648"/>
              <a:gd name="connsiteY1727" fmla="*/ 503604 h 1849426"/>
              <a:gd name="connsiteX1728" fmla="*/ 1598164 w 6386648"/>
              <a:gd name="connsiteY1728" fmla="*/ 485580 h 1849426"/>
              <a:gd name="connsiteX1729" fmla="*/ 1616189 w 6386648"/>
              <a:gd name="connsiteY1729" fmla="*/ 467555 h 1849426"/>
              <a:gd name="connsiteX1730" fmla="*/ 330447 w 6386648"/>
              <a:gd name="connsiteY1730" fmla="*/ 467555 h 1849426"/>
              <a:gd name="connsiteX1731" fmla="*/ 348472 w 6386648"/>
              <a:gd name="connsiteY1731" fmla="*/ 485580 h 1849426"/>
              <a:gd name="connsiteX1732" fmla="*/ 330447 w 6386648"/>
              <a:gd name="connsiteY1732" fmla="*/ 503604 h 1849426"/>
              <a:gd name="connsiteX1733" fmla="*/ 312423 w 6386648"/>
              <a:gd name="connsiteY1733" fmla="*/ 485580 h 1849426"/>
              <a:gd name="connsiteX1734" fmla="*/ 330447 w 6386648"/>
              <a:gd name="connsiteY1734" fmla="*/ 467555 h 1849426"/>
              <a:gd name="connsiteX1735" fmla="*/ 3935328 w 6386648"/>
              <a:gd name="connsiteY1735" fmla="*/ 461547 h 1849426"/>
              <a:gd name="connsiteX1736" fmla="*/ 3953353 w 6386648"/>
              <a:gd name="connsiteY1736" fmla="*/ 479571 h 1849426"/>
              <a:gd name="connsiteX1737" fmla="*/ 3935328 w 6386648"/>
              <a:gd name="connsiteY1737" fmla="*/ 497596 h 1849426"/>
              <a:gd name="connsiteX1738" fmla="*/ 3917304 w 6386648"/>
              <a:gd name="connsiteY1738" fmla="*/ 479571 h 1849426"/>
              <a:gd name="connsiteX1739" fmla="*/ 3935328 w 6386648"/>
              <a:gd name="connsiteY1739" fmla="*/ 461547 h 1849426"/>
              <a:gd name="connsiteX1740" fmla="*/ 6224427 w 6386648"/>
              <a:gd name="connsiteY1740" fmla="*/ 455539 h 1849426"/>
              <a:gd name="connsiteX1741" fmla="*/ 6242452 w 6386648"/>
              <a:gd name="connsiteY1741" fmla="*/ 473563 h 1849426"/>
              <a:gd name="connsiteX1742" fmla="*/ 6224427 w 6386648"/>
              <a:gd name="connsiteY1742" fmla="*/ 491588 h 1849426"/>
              <a:gd name="connsiteX1743" fmla="*/ 6206403 w 6386648"/>
              <a:gd name="connsiteY1743" fmla="*/ 473563 h 1849426"/>
              <a:gd name="connsiteX1744" fmla="*/ 6224427 w 6386648"/>
              <a:gd name="connsiteY1744" fmla="*/ 455539 h 1849426"/>
              <a:gd name="connsiteX1745" fmla="*/ 6110273 w 6386648"/>
              <a:gd name="connsiteY1745" fmla="*/ 455539 h 1849426"/>
              <a:gd name="connsiteX1746" fmla="*/ 6128298 w 6386648"/>
              <a:gd name="connsiteY1746" fmla="*/ 473563 h 1849426"/>
              <a:gd name="connsiteX1747" fmla="*/ 6110273 w 6386648"/>
              <a:gd name="connsiteY1747" fmla="*/ 491588 h 1849426"/>
              <a:gd name="connsiteX1748" fmla="*/ 6092248 w 6386648"/>
              <a:gd name="connsiteY1748" fmla="*/ 473563 h 1849426"/>
              <a:gd name="connsiteX1749" fmla="*/ 6110273 w 6386648"/>
              <a:gd name="connsiteY1749" fmla="*/ 455539 h 1849426"/>
              <a:gd name="connsiteX1750" fmla="*/ 3496734 w 6386648"/>
              <a:gd name="connsiteY1750" fmla="*/ 455539 h 1849426"/>
              <a:gd name="connsiteX1751" fmla="*/ 3514759 w 6386648"/>
              <a:gd name="connsiteY1751" fmla="*/ 473563 h 1849426"/>
              <a:gd name="connsiteX1752" fmla="*/ 3496734 w 6386648"/>
              <a:gd name="connsiteY1752" fmla="*/ 491588 h 1849426"/>
              <a:gd name="connsiteX1753" fmla="*/ 3478709 w 6386648"/>
              <a:gd name="connsiteY1753" fmla="*/ 473563 h 1849426"/>
              <a:gd name="connsiteX1754" fmla="*/ 3496734 w 6386648"/>
              <a:gd name="connsiteY1754" fmla="*/ 455539 h 1849426"/>
              <a:gd name="connsiteX1755" fmla="*/ 1333805 w 6386648"/>
              <a:gd name="connsiteY1755" fmla="*/ 455539 h 1849426"/>
              <a:gd name="connsiteX1756" fmla="*/ 1351830 w 6386648"/>
              <a:gd name="connsiteY1756" fmla="*/ 473563 h 1849426"/>
              <a:gd name="connsiteX1757" fmla="*/ 1333805 w 6386648"/>
              <a:gd name="connsiteY1757" fmla="*/ 491588 h 1849426"/>
              <a:gd name="connsiteX1758" fmla="*/ 1315781 w 6386648"/>
              <a:gd name="connsiteY1758" fmla="*/ 473563 h 1849426"/>
              <a:gd name="connsiteX1759" fmla="*/ 1333805 w 6386648"/>
              <a:gd name="connsiteY1759" fmla="*/ 455539 h 1849426"/>
              <a:gd name="connsiteX1760" fmla="*/ 2727693 w 6386648"/>
              <a:gd name="connsiteY1760" fmla="*/ 449531 h 1849426"/>
              <a:gd name="connsiteX1761" fmla="*/ 2745718 w 6386648"/>
              <a:gd name="connsiteY1761" fmla="*/ 467555 h 1849426"/>
              <a:gd name="connsiteX1762" fmla="*/ 2727693 w 6386648"/>
              <a:gd name="connsiteY1762" fmla="*/ 485580 h 1849426"/>
              <a:gd name="connsiteX1763" fmla="*/ 2709669 w 6386648"/>
              <a:gd name="connsiteY1763" fmla="*/ 467555 h 1849426"/>
              <a:gd name="connsiteX1764" fmla="*/ 2727693 w 6386648"/>
              <a:gd name="connsiteY1764" fmla="*/ 449531 h 1849426"/>
              <a:gd name="connsiteX1765" fmla="*/ 2607530 w 6386648"/>
              <a:gd name="connsiteY1765" fmla="*/ 449531 h 1849426"/>
              <a:gd name="connsiteX1766" fmla="*/ 2625555 w 6386648"/>
              <a:gd name="connsiteY1766" fmla="*/ 467555 h 1849426"/>
              <a:gd name="connsiteX1767" fmla="*/ 2607530 w 6386648"/>
              <a:gd name="connsiteY1767" fmla="*/ 485580 h 1849426"/>
              <a:gd name="connsiteX1768" fmla="*/ 2589506 w 6386648"/>
              <a:gd name="connsiteY1768" fmla="*/ 467555 h 1849426"/>
              <a:gd name="connsiteX1769" fmla="*/ 2607530 w 6386648"/>
              <a:gd name="connsiteY1769" fmla="*/ 449531 h 1849426"/>
              <a:gd name="connsiteX1770" fmla="*/ 5797850 w 6386648"/>
              <a:gd name="connsiteY1770" fmla="*/ 443523 h 1849426"/>
              <a:gd name="connsiteX1771" fmla="*/ 5815875 w 6386648"/>
              <a:gd name="connsiteY1771" fmla="*/ 461547 h 1849426"/>
              <a:gd name="connsiteX1772" fmla="*/ 5797850 w 6386648"/>
              <a:gd name="connsiteY1772" fmla="*/ 479572 h 1849426"/>
              <a:gd name="connsiteX1773" fmla="*/ 5779826 w 6386648"/>
              <a:gd name="connsiteY1773" fmla="*/ 461547 h 1849426"/>
              <a:gd name="connsiteX1774" fmla="*/ 5797850 w 6386648"/>
              <a:gd name="connsiteY1774" fmla="*/ 443523 h 1849426"/>
              <a:gd name="connsiteX1775" fmla="*/ 5653655 w 6386648"/>
              <a:gd name="connsiteY1775" fmla="*/ 443523 h 1849426"/>
              <a:gd name="connsiteX1776" fmla="*/ 5671680 w 6386648"/>
              <a:gd name="connsiteY1776" fmla="*/ 461547 h 1849426"/>
              <a:gd name="connsiteX1777" fmla="*/ 5653655 w 6386648"/>
              <a:gd name="connsiteY1777" fmla="*/ 479572 h 1849426"/>
              <a:gd name="connsiteX1778" fmla="*/ 5635631 w 6386648"/>
              <a:gd name="connsiteY1778" fmla="*/ 461547 h 1849426"/>
              <a:gd name="connsiteX1779" fmla="*/ 5653655 w 6386648"/>
              <a:gd name="connsiteY1779" fmla="*/ 443523 h 1849426"/>
              <a:gd name="connsiteX1780" fmla="*/ 96129 w 6386648"/>
              <a:gd name="connsiteY1780" fmla="*/ 437514 h 1849426"/>
              <a:gd name="connsiteX1781" fmla="*/ 114154 w 6386648"/>
              <a:gd name="connsiteY1781" fmla="*/ 455539 h 1849426"/>
              <a:gd name="connsiteX1782" fmla="*/ 96129 w 6386648"/>
              <a:gd name="connsiteY1782" fmla="*/ 473563 h 1849426"/>
              <a:gd name="connsiteX1783" fmla="*/ 78105 w 6386648"/>
              <a:gd name="connsiteY1783" fmla="*/ 455539 h 1849426"/>
              <a:gd name="connsiteX1784" fmla="*/ 96129 w 6386648"/>
              <a:gd name="connsiteY1784" fmla="*/ 437514 h 1849426"/>
              <a:gd name="connsiteX1785" fmla="*/ 3058140 w 6386648"/>
              <a:gd name="connsiteY1785" fmla="*/ 431506 h 1849426"/>
              <a:gd name="connsiteX1786" fmla="*/ 3076165 w 6386648"/>
              <a:gd name="connsiteY1786" fmla="*/ 449530 h 1849426"/>
              <a:gd name="connsiteX1787" fmla="*/ 3058140 w 6386648"/>
              <a:gd name="connsiteY1787" fmla="*/ 467555 h 1849426"/>
              <a:gd name="connsiteX1788" fmla="*/ 3040116 w 6386648"/>
              <a:gd name="connsiteY1788" fmla="*/ 449530 h 1849426"/>
              <a:gd name="connsiteX1789" fmla="*/ 3058140 w 6386648"/>
              <a:gd name="connsiteY1789" fmla="*/ 431506 h 1849426"/>
              <a:gd name="connsiteX1790" fmla="*/ 2493375 w 6386648"/>
              <a:gd name="connsiteY1790" fmla="*/ 431506 h 1849426"/>
              <a:gd name="connsiteX1791" fmla="*/ 2511400 w 6386648"/>
              <a:gd name="connsiteY1791" fmla="*/ 449530 h 1849426"/>
              <a:gd name="connsiteX1792" fmla="*/ 2493375 w 6386648"/>
              <a:gd name="connsiteY1792" fmla="*/ 467555 h 1849426"/>
              <a:gd name="connsiteX1793" fmla="*/ 2475351 w 6386648"/>
              <a:gd name="connsiteY1793" fmla="*/ 449530 h 1849426"/>
              <a:gd name="connsiteX1794" fmla="*/ 2493375 w 6386648"/>
              <a:gd name="connsiteY1794" fmla="*/ 431506 h 1849426"/>
              <a:gd name="connsiteX1795" fmla="*/ 216292 w 6386648"/>
              <a:gd name="connsiteY1795" fmla="*/ 431506 h 1849426"/>
              <a:gd name="connsiteX1796" fmla="*/ 234317 w 6386648"/>
              <a:gd name="connsiteY1796" fmla="*/ 449530 h 1849426"/>
              <a:gd name="connsiteX1797" fmla="*/ 216292 w 6386648"/>
              <a:gd name="connsiteY1797" fmla="*/ 467555 h 1849426"/>
              <a:gd name="connsiteX1798" fmla="*/ 198268 w 6386648"/>
              <a:gd name="connsiteY1798" fmla="*/ 449530 h 1849426"/>
              <a:gd name="connsiteX1799" fmla="*/ 216292 w 6386648"/>
              <a:gd name="connsiteY1799" fmla="*/ 431506 h 1849426"/>
              <a:gd name="connsiteX1800" fmla="*/ 4758442 w 6386648"/>
              <a:gd name="connsiteY1800" fmla="*/ 425498 h 1849426"/>
              <a:gd name="connsiteX1801" fmla="*/ 4776467 w 6386648"/>
              <a:gd name="connsiteY1801" fmla="*/ 443522 h 1849426"/>
              <a:gd name="connsiteX1802" fmla="*/ 4758442 w 6386648"/>
              <a:gd name="connsiteY1802" fmla="*/ 461547 h 1849426"/>
              <a:gd name="connsiteX1803" fmla="*/ 4740417 w 6386648"/>
              <a:gd name="connsiteY1803" fmla="*/ 443522 h 1849426"/>
              <a:gd name="connsiteX1804" fmla="*/ 4758442 w 6386648"/>
              <a:gd name="connsiteY1804" fmla="*/ 425498 h 1849426"/>
              <a:gd name="connsiteX1805" fmla="*/ 1453968 w 6386648"/>
              <a:gd name="connsiteY1805" fmla="*/ 425498 h 1849426"/>
              <a:gd name="connsiteX1806" fmla="*/ 1471993 w 6386648"/>
              <a:gd name="connsiteY1806" fmla="*/ 443522 h 1849426"/>
              <a:gd name="connsiteX1807" fmla="*/ 1453968 w 6386648"/>
              <a:gd name="connsiteY1807" fmla="*/ 461547 h 1849426"/>
              <a:gd name="connsiteX1808" fmla="*/ 1435944 w 6386648"/>
              <a:gd name="connsiteY1808" fmla="*/ 443522 h 1849426"/>
              <a:gd name="connsiteX1809" fmla="*/ 1453968 w 6386648"/>
              <a:gd name="connsiteY1809" fmla="*/ 425498 h 1849426"/>
              <a:gd name="connsiteX1810" fmla="*/ 552748 w 6386648"/>
              <a:gd name="connsiteY1810" fmla="*/ 425498 h 1849426"/>
              <a:gd name="connsiteX1811" fmla="*/ 570773 w 6386648"/>
              <a:gd name="connsiteY1811" fmla="*/ 443522 h 1849426"/>
              <a:gd name="connsiteX1812" fmla="*/ 552748 w 6386648"/>
              <a:gd name="connsiteY1812" fmla="*/ 461547 h 1849426"/>
              <a:gd name="connsiteX1813" fmla="*/ 534724 w 6386648"/>
              <a:gd name="connsiteY1813" fmla="*/ 443522 h 1849426"/>
              <a:gd name="connsiteX1814" fmla="*/ 552748 w 6386648"/>
              <a:gd name="connsiteY1814" fmla="*/ 425498 h 1849426"/>
              <a:gd name="connsiteX1815" fmla="*/ 1742358 w 6386648"/>
              <a:gd name="connsiteY1815" fmla="*/ 419490 h 1849426"/>
              <a:gd name="connsiteX1816" fmla="*/ 1760383 w 6386648"/>
              <a:gd name="connsiteY1816" fmla="*/ 437514 h 1849426"/>
              <a:gd name="connsiteX1817" fmla="*/ 1742358 w 6386648"/>
              <a:gd name="connsiteY1817" fmla="*/ 455539 h 1849426"/>
              <a:gd name="connsiteX1818" fmla="*/ 1724334 w 6386648"/>
              <a:gd name="connsiteY1818" fmla="*/ 437514 h 1849426"/>
              <a:gd name="connsiteX1819" fmla="*/ 1742358 w 6386648"/>
              <a:gd name="connsiteY1819" fmla="*/ 419490 h 1849426"/>
              <a:gd name="connsiteX1820" fmla="*/ 1183602 w 6386648"/>
              <a:gd name="connsiteY1820" fmla="*/ 413482 h 1849426"/>
              <a:gd name="connsiteX1821" fmla="*/ 1201627 w 6386648"/>
              <a:gd name="connsiteY1821" fmla="*/ 431506 h 1849426"/>
              <a:gd name="connsiteX1822" fmla="*/ 1183602 w 6386648"/>
              <a:gd name="connsiteY1822" fmla="*/ 449531 h 1849426"/>
              <a:gd name="connsiteX1823" fmla="*/ 1165578 w 6386648"/>
              <a:gd name="connsiteY1823" fmla="*/ 431506 h 1849426"/>
              <a:gd name="connsiteX1824" fmla="*/ 1183602 w 6386648"/>
              <a:gd name="connsiteY1824" fmla="*/ 413482 h 1849426"/>
              <a:gd name="connsiteX1825" fmla="*/ 895212 w 6386648"/>
              <a:gd name="connsiteY1825" fmla="*/ 413482 h 1849426"/>
              <a:gd name="connsiteX1826" fmla="*/ 913236 w 6386648"/>
              <a:gd name="connsiteY1826" fmla="*/ 431506 h 1849426"/>
              <a:gd name="connsiteX1827" fmla="*/ 895212 w 6386648"/>
              <a:gd name="connsiteY1827" fmla="*/ 449531 h 1849426"/>
              <a:gd name="connsiteX1828" fmla="*/ 877187 w 6386648"/>
              <a:gd name="connsiteY1828" fmla="*/ 431506 h 1849426"/>
              <a:gd name="connsiteX1829" fmla="*/ 895212 w 6386648"/>
              <a:gd name="connsiteY1829" fmla="*/ 413482 h 1849426"/>
              <a:gd name="connsiteX1830" fmla="*/ 672910 w 6386648"/>
              <a:gd name="connsiteY1830" fmla="*/ 413482 h 1849426"/>
              <a:gd name="connsiteX1831" fmla="*/ 690935 w 6386648"/>
              <a:gd name="connsiteY1831" fmla="*/ 431506 h 1849426"/>
              <a:gd name="connsiteX1832" fmla="*/ 672910 w 6386648"/>
              <a:gd name="connsiteY1832" fmla="*/ 449531 h 1849426"/>
              <a:gd name="connsiteX1833" fmla="*/ 654886 w 6386648"/>
              <a:gd name="connsiteY1833" fmla="*/ 431506 h 1849426"/>
              <a:gd name="connsiteX1834" fmla="*/ 672910 w 6386648"/>
              <a:gd name="connsiteY1834" fmla="*/ 413482 h 1849426"/>
              <a:gd name="connsiteX1835" fmla="*/ 3719035 w 6386648"/>
              <a:gd name="connsiteY1835" fmla="*/ 407474 h 1849426"/>
              <a:gd name="connsiteX1836" fmla="*/ 3737060 w 6386648"/>
              <a:gd name="connsiteY1836" fmla="*/ 425499 h 1849426"/>
              <a:gd name="connsiteX1837" fmla="*/ 3719035 w 6386648"/>
              <a:gd name="connsiteY1837" fmla="*/ 443523 h 1849426"/>
              <a:gd name="connsiteX1838" fmla="*/ 3701011 w 6386648"/>
              <a:gd name="connsiteY1838" fmla="*/ 425499 h 1849426"/>
              <a:gd name="connsiteX1839" fmla="*/ 3719035 w 6386648"/>
              <a:gd name="connsiteY1839" fmla="*/ 407474 h 1849426"/>
              <a:gd name="connsiteX1840" fmla="*/ 6002126 w 6386648"/>
              <a:gd name="connsiteY1840" fmla="*/ 401466 h 1849426"/>
              <a:gd name="connsiteX1841" fmla="*/ 6020151 w 6386648"/>
              <a:gd name="connsiteY1841" fmla="*/ 419490 h 1849426"/>
              <a:gd name="connsiteX1842" fmla="*/ 6002126 w 6386648"/>
              <a:gd name="connsiteY1842" fmla="*/ 437515 h 1849426"/>
              <a:gd name="connsiteX1843" fmla="*/ 5984102 w 6386648"/>
              <a:gd name="connsiteY1843" fmla="*/ 419490 h 1849426"/>
              <a:gd name="connsiteX1844" fmla="*/ 6002126 w 6386648"/>
              <a:gd name="connsiteY1844" fmla="*/ 401466 h 1849426"/>
              <a:gd name="connsiteX1845" fmla="*/ 1970668 w 6386648"/>
              <a:gd name="connsiteY1845" fmla="*/ 401466 h 1849426"/>
              <a:gd name="connsiteX1846" fmla="*/ 1988693 w 6386648"/>
              <a:gd name="connsiteY1846" fmla="*/ 419490 h 1849426"/>
              <a:gd name="connsiteX1847" fmla="*/ 1970668 w 6386648"/>
              <a:gd name="connsiteY1847" fmla="*/ 437515 h 1849426"/>
              <a:gd name="connsiteX1848" fmla="*/ 1952644 w 6386648"/>
              <a:gd name="connsiteY1848" fmla="*/ 419490 h 1849426"/>
              <a:gd name="connsiteX1849" fmla="*/ 1970668 w 6386648"/>
              <a:gd name="connsiteY1849" fmla="*/ 401466 h 1849426"/>
              <a:gd name="connsiteX1850" fmla="*/ 5533492 w 6386648"/>
              <a:gd name="connsiteY1850" fmla="*/ 395457 h 1849426"/>
              <a:gd name="connsiteX1851" fmla="*/ 5551517 w 6386648"/>
              <a:gd name="connsiteY1851" fmla="*/ 413481 h 1849426"/>
              <a:gd name="connsiteX1852" fmla="*/ 5533492 w 6386648"/>
              <a:gd name="connsiteY1852" fmla="*/ 431506 h 1849426"/>
              <a:gd name="connsiteX1853" fmla="*/ 5515468 w 6386648"/>
              <a:gd name="connsiteY1853" fmla="*/ 413481 h 1849426"/>
              <a:gd name="connsiteX1854" fmla="*/ 5533492 w 6386648"/>
              <a:gd name="connsiteY1854" fmla="*/ 395457 h 1849426"/>
              <a:gd name="connsiteX1855" fmla="*/ 3166287 w 6386648"/>
              <a:gd name="connsiteY1855" fmla="*/ 395457 h 1849426"/>
              <a:gd name="connsiteX1856" fmla="*/ 3184312 w 6386648"/>
              <a:gd name="connsiteY1856" fmla="*/ 413481 h 1849426"/>
              <a:gd name="connsiteX1857" fmla="*/ 3166287 w 6386648"/>
              <a:gd name="connsiteY1857" fmla="*/ 431506 h 1849426"/>
              <a:gd name="connsiteX1858" fmla="*/ 3148262 w 6386648"/>
              <a:gd name="connsiteY1858" fmla="*/ 413481 h 1849426"/>
              <a:gd name="connsiteX1859" fmla="*/ 3166287 w 6386648"/>
              <a:gd name="connsiteY1859" fmla="*/ 395457 h 1849426"/>
              <a:gd name="connsiteX1860" fmla="*/ 2373213 w 6386648"/>
              <a:gd name="connsiteY1860" fmla="*/ 395457 h 1849426"/>
              <a:gd name="connsiteX1861" fmla="*/ 2391238 w 6386648"/>
              <a:gd name="connsiteY1861" fmla="*/ 413481 h 1849426"/>
              <a:gd name="connsiteX1862" fmla="*/ 2373213 w 6386648"/>
              <a:gd name="connsiteY1862" fmla="*/ 431506 h 1849426"/>
              <a:gd name="connsiteX1863" fmla="*/ 2355189 w 6386648"/>
              <a:gd name="connsiteY1863" fmla="*/ 413481 h 1849426"/>
              <a:gd name="connsiteX1864" fmla="*/ 2373213 w 6386648"/>
              <a:gd name="connsiteY1864" fmla="*/ 395457 h 1849426"/>
              <a:gd name="connsiteX1865" fmla="*/ 787065 w 6386648"/>
              <a:gd name="connsiteY1865" fmla="*/ 395457 h 1849426"/>
              <a:gd name="connsiteX1866" fmla="*/ 805090 w 6386648"/>
              <a:gd name="connsiteY1866" fmla="*/ 413481 h 1849426"/>
              <a:gd name="connsiteX1867" fmla="*/ 787065 w 6386648"/>
              <a:gd name="connsiteY1867" fmla="*/ 431506 h 1849426"/>
              <a:gd name="connsiteX1868" fmla="*/ 769041 w 6386648"/>
              <a:gd name="connsiteY1868" fmla="*/ 413481 h 1849426"/>
              <a:gd name="connsiteX1869" fmla="*/ 787065 w 6386648"/>
              <a:gd name="connsiteY1869" fmla="*/ 395457 h 1849426"/>
              <a:gd name="connsiteX1870" fmla="*/ 6344591 w 6386648"/>
              <a:gd name="connsiteY1870" fmla="*/ 389449 h 1849426"/>
              <a:gd name="connsiteX1871" fmla="*/ 6362615 w 6386648"/>
              <a:gd name="connsiteY1871" fmla="*/ 407473 h 1849426"/>
              <a:gd name="connsiteX1872" fmla="*/ 6344591 w 6386648"/>
              <a:gd name="connsiteY1872" fmla="*/ 425498 h 1849426"/>
              <a:gd name="connsiteX1873" fmla="*/ 6326566 w 6386648"/>
              <a:gd name="connsiteY1873" fmla="*/ 407473 h 1849426"/>
              <a:gd name="connsiteX1874" fmla="*/ 6344591 w 6386648"/>
              <a:gd name="connsiteY1874" fmla="*/ 389449 h 1849426"/>
              <a:gd name="connsiteX1875" fmla="*/ 5407321 w 6386648"/>
              <a:gd name="connsiteY1875" fmla="*/ 383441 h 1849426"/>
              <a:gd name="connsiteX1876" fmla="*/ 5425346 w 6386648"/>
              <a:gd name="connsiteY1876" fmla="*/ 401465 h 1849426"/>
              <a:gd name="connsiteX1877" fmla="*/ 5407321 w 6386648"/>
              <a:gd name="connsiteY1877" fmla="*/ 419490 h 1849426"/>
              <a:gd name="connsiteX1878" fmla="*/ 5389297 w 6386648"/>
              <a:gd name="connsiteY1878" fmla="*/ 401465 h 1849426"/>
              <a:gd name="connsiteX1879" fmla="*/ 5407321 w 6386648"/>
              <a:gd name="connsiteY1879" fmla="*/ 383441 h 1849426"/>
              <a:gd name="connsiteX1880" fmla="*/ 5233085 w 6386648"/>
              <a:gd name="connsiteY1880" fmla="*/ 383441 h 1849426"/>
              <a:gd name="connsiteX1881" fmla="*/ 5251110 w 6386648"/>
              <a:gd name="connsiteY1881" fmla="*/ 401465 h 1849426"/>
              <a:gd name="connsiteX1882" fmla="*/ 5233085 w 6386648"/>
              <a:gd name="connsiteY1882" fmla="*/ 419490 h 1849426"/>
              <a:gd name="connsiteX1883" fmla="*/ 5215061 w 6386648"/>
              <a:gd name="connsiteY1883" fmla="*/ 401465 h 1849426"/>
              <a:gd name="connsiteX1884" fmla="*/ 5233085 w 6386648"/>
              <a:gd name="connsiteY1884" fmla="*/ 383441 h 1849426"/>
              <a:gd name="connsiteX1885" fmla="*/ 4956711 w 6386648"/>
              <a:gd name="connsiteY1885" fmla="*/ 383441 h 1849426"/>
              <a:gd name="connsiteX1886" fmla="*/ 4974736 w 6386648"/>
              <a:gd name="connsiteY1886" fmla="*/ 401465 h 1849426"/>
              <a:gd name="connsiteX1887" fmla="*/ 4956711 w 6386648"/>
              <a:gd name="connsiteY1887" fmla="*/ 419490 h 1849426"/>
              <a:gd name="connsiteX1888" fmla="*/ 4938687 w 6386648"/>
              <a:gd name="connsiteY1888" fmla="*/ 401465 h 1849426"/>
              <a:gd name="connsiteX1889" fmla="*/ 4956711 w 6386648"/>
              <a:gd name="connsiteY1889" fmla="*/ 383441 h 1849426"/>
              <a:gd name="connsiteX1890" fmla="*/ 3604880 w 6386648"/>
              <a:gd name="connsiteY1890" fmla="*/ 377433 h 1849426"/>
              <a:gd name="connsiteX1891" fmla="*/ 3622905 w 6386648"/>
              <a:gd name="connsiteY1891" fmla="*/ 395458 h 1849426"/>
              <a:gd name="connsiteX1892" fmla="*/ 3604880 w 6386648"/>
              <a:gd name="connsiteY1892" fmla="*/ 413482 h 1849426"/>
              <a:gd name="connsiteX1893" fmla="*/ 3586856 w 6386648"/>
              <a:gd name="connsiteY1893" fmla="*/ 395458 h 1849426"/>
              <a:gd name="connsiteX1894" fmla="*/ 3604880 w 6386648"/>
              <a:gd name="connsiteY1894" fmla="*/ 377433 h 1849426"/>
              <a:gd name="connsiteX1895" fmla="*/ 5082882 w 6386648"/>
              <a:gd name="connsiteY1895" fmla="*/ 371425 h 1849426"/>
              <a:gd name="connsiteX1896" fmla="*/ 5100907 w 6386648"/>
              <a:gd name="connsiteY1896" fmla="*/ 389449 h 1849426"/>
              <a:gd name="connsiteX1897" fmla="*/ 5082882 w 6386648"/>
              <a:gd name="connsiteY1897" fmla="*/ 407474 h 1849426"/>
              <a:gd name="connsiteX1898" fmla="*/ 5064858 w 6386648"/>
              <a:gd name="connsiteY1898" fmla="*/ 389449 h 1849426"/>
              <a:gd name="connsiteX1899" fmla="*/ 5082882 w 6386648"/>
              <a:gd name="connsiteY1899" fmla="*/ 371425 h 1849426"/>
              <a:gd name="connsiteX1900" fmla="*/ 4638280 w 6386648"/>
              <a:gd name="connsiteY1900" fmla="*/ 371425 h 1849426"/>
              <a:gd name="connsiteX1901" fmla="*/ 4656305 w 6386648"/>
              <a:gd name="connsiteY1901" fmla="*/ 389449 h 1849426"/>
              <a:gd name="connsiteX1902" fmla="*/ 4638280 w 6386648"/>
              <a:gd name="connsiteY1902" fmla="*/ 407474 h 1849426"/>
              <a:gd name="connsiteX1903" fmla="*/ 4620255 w 6386648"/>
              <a:gd name="connsiteY1903" fmla="*/ 389449 h 1849426"/>
              <a:gd name="connsiteX1904" fmla="*/ 4638280 w 6386648"/>
              <a:gd name="connsiteY1904" fmla="*/ 371425 h 1849426"/>
              <a:gd name="connsiteX1905" fmla="*/ 4289808 w 6386648"/>
              <a:gd name="connsiteY1905" fmla="*/ 371425 h 1849426"/>
              <a:gd name="connsiteX1906" fmla="*/ 4307833 w 6386648"/>
              <a:gd name="connsiteY1906" fmla="*/ 389449 h 1849426"/>
              <a:gd name="connsiteX1907" fmla="*/ 4289808 w 6386648"/>
              <a:gd name="connsiteY1907" fmla="*/ 407474 h 1849426"/>
              <a:gd name="connsiteX1908" fmla="*/ 4271784 w 6386648"/>
              <a:gd name="connsiteY1908" fmla="*/ 389449 h 1849426"/>
              <a:gd name="connsiteX1909" fmla="*/ 4289808 w 6386648"/>
              <a:gd name="connsiteY1909" fmla="*/ 371425 h 1849426"/>
              <a:gd name="connsiteX1910" fmla="*/ 3412620 w 6386648"/>
              <a:gd name="connsiteY1910" fmla="*/ 371425 h 1849426"/>
              <a:gd name="connsiteX1911" fmla="*/ 3430645 w 6386648"/>
              <a:gd name="connsiteY1911" fmla="*/ 389449 h 1849426"/>
              <a:gd name="connsiteX1912" fmla="*/ 3412620 w 6386648"/>
              <a:gd name="connsiteY1912" fmla="*/ 407474 h 1849426"/>
              <a:gd name="connsiteX1913" fmla="*/ 3394596 w 6386648"/>
              <a:gd name="connsiteY1913" fmla="*/ 389449 h 1849426"/>
              <a:gd name="connsiteX1914" fmla="*/ 3412620 w 6386648"/>
              <a:gd name="connsiteY1914" fmla="*/ 371425 h 1849426"/>
              <a:gd name="connsiteX1915" fmla="*/ 3286449 w 6386648"/>
              <a:gd name="connsiteY1915" fmla="*/ 371425 h 1849426"/>
              <a:gd name="connsiteX1916" fmla="*/ 3304474 w 6386648"/>
              <a:gd name="connsiteY1916" fmla="*/ 389449 h 1849426"/>
              <a:gd name="connsiteX1917" fmla="*/ 3286449 w 6386648"/>
              <a:gd name="connsiteY1917" fmla="*/ 407474 h 1849426"/>
              <a:gd name="connsiteX1918" fmla="*/ 3268424 w 6386648"/>
              <a:gd name="connsiteY1918" fmla="*/ 389449 h 1849426"/>
              <a:gd name="connsiteX1919" fmla="*/ 3286449 w 6386648"/>
              <a:gd name="connsiteY1919" fmla="*/ 371425 h 1849426"/>
              <a:gd name="connsiteX1920" fmla="*/ 2204985 w 6386648"/>
              <a:gd name="connsiteY1920" fmla="*/ 371425 h 1849426"/>
              <a:gd name="connsiteX1921" fmla="*/ 2223010 w 6386648"/>
              <a:gd name="connsiteY1921" fmla="*/ 389449 h 1849426"/>
              <a:gd name="connsiteX1922" fmla="*/ 2204985 w 6386648"/>
              <a:gd name="connsiteY1922" fmla="*/ 407474 h 1849426"/>
              <a:gd name="connsiteX1923" fmla="*/ 2186961 w 6386648"/>
              <a:gd name="connsiteY1923" fmla="*/ 389449 h 1849426"/>
              <a:gd name="connsiteX1924" fmla="*/ 2204985 w 6386648"/>
              <a:gd name="connsiteY1924" fmla="*/ 371425 h 1849426"/>
              <a:gd name="connsiteX1925" fmla="*/ 1033398 w 6386648"/>
              <a:gd name="connsiteY1925" fmla="*/ 371425 h 1849426"/>
              <a:gd name="connsiteX1926" fmla="*/ 1051423 w 6386648"/>
              <a:gd name="connsiteY1926" fmla="*/ 389449 h 1849426"/>
              <a:gd name="connsiteX1927" fmla="*/ 1033398 w 6386648"/>
              <a:gd name="connsiteY1927" fmla="*/ 407474 h 1849426"/>
              <a:gd name="connsiteX1928" fmla="*/ 1015374 w 6386648"/>
              <a:gd name="connsiteY1928" fmla="*/ 389449 h 1849426"/>
              <a:gd name="connsiteX1929" fmla="*/ 1033398 w 6386648"/>
              <a:gd name="connsiteY1929" fmla="*/ 371425 h 1849426"/>
              <a:gd name="connsiteX1930" fmla="*/ 432585 w 6386648"/>
              <a:gd name="connsiteY1930" fmla="*/ 371425 h 1849426"/>
              <a:gd name="connsiteX1931" fmla="*/ 450610 w 6386648"/>
              <a:gd name="connsiteY1931" fmla="*/ 389449 h 1849426"/>
              <a:gd name="connsiteX1932" fmla="*/ 432585 w 6386648"/>
              <a:gd name="connsiteY1932" fmla="*/ 407474 h 1849426"/>
              <a:gd name="connsiteX1933" fmla="*/ 414561 w 6386648"/>
              <a:gd name="connsiteY1933" fmla="*/ 389449 h 1849426"/>
              <a:gd name="connsiteX1934" fmla="*/ 432585 w 6386648"/>
              <a:gd name="connsiteY1934" fmla="*/ 371425 h 1849426"/>
              <a:gd name="connsiteX1935" fmla="*/ 4037466 w 6386648"/>
              <a:gd name="connsiteY1935" fmla="*/ 365417 h 1849426"/>
              <a:gd name="connsiteX1936" fmla="*/ 4055491 w 6386648"/>
              <a:gd name="connsiteY1936" fmla="*/ 383441 h 1849426"/>
              <a:gd name="connsiteX1937" fmla="*/ 4037466 w 6386648"/>
              <a:gd name="connsiteY1937" fmla="*/ 401466 h 1849426"/>
              <a:gd name="connsiteX1938" fmla="*/ 4019441 w 6386648"/>
              <a:gd name="connsiteY1938" fmla="*/ 383441 h 1849426"/>
              <a:gd name="connsiteX1939" fmla="*/ 4037466 w 6386648"/>
              <a:gd name="connsiteY1939" fmla="*/ 365417 h 1849426"/>
              <a:gd name="connsiteX1940" fmla="*/ 2943986 w 6386648"/>
              <a:gd name="connsiteY1940" fmla="*/ 365417 h 1849426"/>
              <a:gd name="connsiteX1941" fmla="*/ 2962011 w 6386648"/>
              <a:gd name="connsiteY1941" fmla="*/ 383441 h 1849426"/>
              <a:gd name="connsiteX1942" fmla="*/ 2943986 w 6386648"/>
              <a:gd name="connsiteY1942" fmla="*/ 401466 h 1849426"/>
              <a:gd name="connsiteX1943" fmla="*/ 2925962 w 6386648"/>
              <a:gd name="connsiteY1943" fmla="*/ 383441 h 1849426"/>
              <a:gd name="connsiteX1944" fmla="*/ 2943986 w 6386648"/>
              <a:gd name="connsiteY1944" fmla="*/ 365417 h 1849426"/>
              <a:gd name="connsiteX1945" fmla="*/ 2811807 w 6386648"/>
              <a:gd name="connsiteY1945" fmla="*/ 365417 h 1849426"/>
              <a:gd name="connsiteX1946" fmla="*/ 2829832 w 6386648"/>
              <a:gd name="connsiteY1946" fmla="*/ 383441 h 1849426"/>
              <a:gd name="connsiteX1947" fmla="*/ 2811807 w 6386648"/>
              <a:gd name="connsiteY1947" fmla="*/ 401466 h 1849426"/>
              <a:gd name="connsiteX1948" fmla="*/ 2793783 w 6386648"/>
              <a:gd name="connsiteY1948" fmla="*/ 383441 h 1849426"/>
              <a:gd name="connsiteX1949" fmla="*/ 2811807 w 6386648"/>
              <a:gd name="connsiteY1949" fmla="*/ 365417 h 1849426"/>
              <a:gd name="connsiteX1950" fmla="*/ 5899988 w 6386648"/>
              <a:gd name="connsiteY1950" fmla="*/ 353401 h 1849426"/>
              <a:gd name="connsiteX1951" fmla="*/ 5918013 w 6386648"/>
              <a:gd name="connsiteY1951" fmla="*/ 371425 h 1849426"/>
              <a:gd name="connsiteX1952" fmla="*/ 5899988 w 6386648"/>
              <a:gd name="connsiteY1952" fmla="*/ 389450 h 1849426"/>
              <a:gd name="connsiteX1953" fmla="*/ 5881963 w 6386648"/>
              <a:gd name="connsiteY1953" fmla="*/ 371425 h 1849426"/>
              <a:gd name="connsiteX1954" fmla="*/ 5899988 w 6386648"/>
              <a:gd name="connsiteY1954" fmla="*/ 353401 h 1849426"/>
              <a:gd name="connsiteX1955" fmla="*/ 4842556 w 6386648"/>
              <a:gd name="connsiteY1955" fmla="*/ 353401 h 1849426"/>
              <a:gd name="connsiteX1956" fmla="*/ 4860581 w 6386648"/>
              <a:gd name="connsiteY1956" fmla="*/ 371425 h 1849426"/>
              <a:gd name="connsiteX1957" fmla="*/ 4842556 w 6386648"/>
              <a:gd name="connsiteY1957" fmla="*/ 389450 h 1849426"/>
              <a:gd name="connsiteX1958" fmla="*/ 4824532 w 6386648"/>
              <a:gd name="connsiteY1958" fmla="*/ 371425 h 1849426"/>
              <a:gd name="connsiteX1959" fmla="*/ 4842556 w 6386648"/>
              <a:gd name="connsiteY1959" fmla="*/ 353401 h 1849426"/>
              <a:gd name="connsiteX1960" fmla="*/ 4518117 w 6386648"/>
              <a:gd name="connsiteY1960" fmla="*/ 353401 h 1849426"/>
              <a:gd name="connsiteX1961" fmla="*/ 4536142 w 6386648"/>
              <a:gd name="connsiteY1961" fmla="*/ 371425 h 1849426"/>
              <a:gd name="connsiteX1962" fmla="*/ 4518117 w 6386648"/>
              <a:gd name="connsiteY1962" fmla="*/ 389450 h 1849426"/>
              <a:gd name="connsiteX1963" fmla="*/ 4500092 w 6386648"/>
              <a:gd name="connsiteY1963" fmla="*/ 371425 h 1849426"/>
              <a:gd name="connsiteX1964" fmla="*/ 4518117 w 6386648"/>
              <a:gd name="connsiteY1964" fmla="*/ 353401 h 1849426"/>
              <a:gd name="connsiteX1965" fmla="*/ 4403962 w 6386648"/>
              <a:gd name="connsiteY1965" fmla="*/ 353401 h 1849426"/>
              <a:gd name="connsiteX1966" fmla="*/ 4421987 w 6386648"/>
              <a:gd name="connsiteY1966" fmla="*/ 371425 h 1849426"/>
              <a:gd name="connsiteX1967" fmla="*/ 4403962 w 6386648"/>
              <a:gd name="connsiteY1967" fmla="*/ 389450 h 1849426"/>
              <a:gd name="connsiteX1968" fmla="*/ 4385938 w 6386648"/>
              <a:gd name="connsiteY1968" fmla="*/ 371425 h 1849426"/>
              <a:gd name="connsiteX1969" fmla="*/ 4403962 w 6386648"/>
              <a:gd name="connsiteY1969" fmla="*/ 353401 h 1849426"/>
              <a:gd name="connsiteX1970" fmla="*/ 4151621 w 6386648"/>
              <a:gd name="connsiteY1970" fmla="*/ 353401 h 1849426"/>
              <a:gd name="connsiteX1971" fmla="*/ 4169646 w 6386648"/>
              <a:gd name="connsiteY1971" fmla="*/ 371425 h 1849426"/>
              <a:gd name="connsiteX1972" fmla="*/ 4151621 w 6386648"/>
              <a:gd name="connsiteY1972" fmla="*/ 389450 h 1849426"/>
              <a:gd name="connsiteX1973" fmla="*/ 4133597 w 6386648"/>
              <a:gd name="connsiteY1973" fmla="*/ 371425 h 1849426"/>
              <a:gd name="connsiteX1974" fmla="*/ 4151621 w 6386648"/>
              <a:gd name="connsiteY1974" fmla="*/ 353401 h 1849426"/>
              <a:gd name="connsiteX1975" fmla="*/ 3911295 w 6386648"/>
              <a:gd name="connsiteY1975" fmla="*/ 347392 h 1849426"/>
              <a:gd name="connsiteX1976" fmla="*/ 3929320 w 6386648"/>
              <a:gd name="connsiteY1976" fmla="*/ 365417 h 1849426"/>
              <a:gd name="connsiteX1977" fmla="*/ 3911295 w 6386648"/>
              <a:gd name="connsiteY1977" fmla="*/ 383441 h 1849426"/>
              <a:gd name="connsiteX1978" fmla="*/ 3893271 w 6386648"/>
              <a:gd name="connsiteY1978" fmla="*/ 365417 h 1849426"/>
              <a:gd name="connsiteX1979" fmla="*/ 3911295 w 6386648"/>
              <a:gd name="connsiteY1979" fmla="*/ 347392 h 1849426"/>
              <a:gd name="connsiteX1980" fmla="*/ 2078814 w 6386648"/>
              <a:gd name="connsiteY1980" fmla="*/ 347392 h 1849426"/>
              <a:gd name="connsiteX1981" fmla="*/ 2096839 w 6386648"/>
              <a:gd name="connsiteY1981" fmla="*/ 365417 h 1849426"/>
              <a:gd name="connsiteX1982" fmla="*/ 2078814 w 6386648"/>
              <a:gd name="connsiteY1982" fmla="*/ 383441 h 1849426"/>
              <a:gd name="connsiteX1983" fmla="*/ 2060790 w 6386648"/>
              <a:gd name="connsiteY1983" fmla="*/ 365417 h 1849426"/>
              <a:gd name="connsiteX1984" fmla="*/ 2078814 w 6386648"/>
              <a:gd name="connsiteY1984" fmla="*/ 347392 h 1849426"/>
              <a:gd name="connsiteX1985" fmla="*/ 1345823 w 6386648"/>
              <a:gd name="connsiteY1985" fmla="*/ 347392 h 1849426"/>
              <a:gd name="connsiteX1986" fmla="*/ 1363847 w 6386648"/>
              <a:gd name="connsiteY1986" fmla="*/ 365417 h 1849426"/>
              <a:gd name="connsiteX1987" fmla="*/ 1345823 w 6386648"/>
              <a:gd name="connsiteY1987" fmla="*/ 383441 h 1849426"/>
              <a:gd name="connsiteX1988" fmla="*/ 1327798 w 6386648"/>
              <a:gd name="connsiteY1988" fmla="*/ 365417 h 1849426"/>
              <a:gd name="connsiteX1989" fmla="*/ 1345823 w 6386648"/>
              <a:gd name="connsiteY1989" fmla="*/ 347392 h 1849426"/>
              <a:gd name="connsiteX1990" fmla="*/ 1556107 w 6386648"/>
              <a:gd name="connsiteY1990" fmla="*/ 341384 h 1849426"/>
              <a:gd name="connsiteX1991" fmla="*/ 1574131 w 6386648"/>
              <a:gd name="connsiteY1991" fmla="*/ 359408 h 1849426"/>
              <a:gd name="connsiteX1992" fmla="*/ 1556107 w 6386648"/>
              <a:gd name="connsiteY1992" fmla="*/ 377433 h 1849426"/>
              <a:gd name="connsiteX1993" fmla="*/ 1538082 w 6386648"/>
              <a:gd name="connsiteY1993" fmla="*/ 359408 h 1849426"/>
              <a:gd name="connsiteX1994" fmla="*/ 1556107 w 6386648"/>
              <a:gd name="connsiteY1994" fmla="*/ 341384 h 1849426"/>
              <a:gd name="connsiteX1995" fmla="*/ 306414 w 6386648"/>
              <a:gd name="connsiteY1995" fmla="*/ 341384 h 1849426"/>
              <a:gd name="connsiteX1996" fmla="*/ 324439 w 6386648"/>
              <a:gd name="connsiteY1996" fmla="*/ 359408 h 1849426"/>
              <a:gd name="connsiteX1997" fmla="*/ 306414 w 6386648"/>
              <a:gd name="connsiteY1997" fmla="*/ 377433 h 1849426"/>
              <a:gd name="connsiteX1998" fmla="*/ 288390 w 6386648"/>
              <a:gd name="connsiteY1998" fmla="*/ 359408 h 1849426"/>
              <a:gd name="connsiteX1999" fmla="*/ 306414 w 6386648"/>
              <a:gd name="connsiteY1999" fmla="*/ 341384 h 1849426"/>
              <a:gd name="connsiteX2000" fmla="*/ 6206403 w 6386648"/>
              <a:gd name="connsiteY2000" fmla="*/ 335376 h 1849426"/>
              <a:gd name="connsiteX2001" fmla="*/ 6224428 w 6386648"/>
              <a:gd name="connsiteY2001" fmla="*/ 353400 h 1849426"/>
              <a:gd name="connsiteX2002" fmla="*/ 6206403 w 6386648"/>
              <a:gd name="connsiteY2002" fmla="*/ 371425 h 1849426"/>
              <a:gd name="connsiteX2003" fmla="*/ 6188379 w 6386648"/>
              <a:gd name="connsiteY2003" fmla="*/ 353400 h 1849426"/>
              <a:gd name="connsiteX2004" fmla="*/ 6206403 w 6386648"/>
              <a:gd name="connsiteY2004" fmla="*/ 335376 h 1849426"/>
              <a:gd name="connsiteX2005" fmla="*/ 1670261 w 6386648"/>
              <a:gd name="connsiteY2005" fmla="*/ 335376 h 1849426"/>
              <a:gd name="connsiteX2006" fmla="*/ 1688286 w 6386648"/>
              <a:gd name="connsiteY2006" fmla="*/ 353400 h 1849426"/>
              <a:gd name="connsiteX2007" fmla="*/ 1670261 w 6386648"/>
              <a:gd name="connsiteY2007" fmla="*/ 371425 h 1849426"/>
              <a:gd name="connsiteX2008" fmla="*/ 1652237 w 6386648"/>
              <a:gd name="connsiteY2008" fmla="*/ 353400 h 1849426"/>
              <a:gd name="connsiteX2009" fmla="*/ 1670261 w 6386648"/>
              <a:gd name="connsiteY2009" fmla="*/ 335376 h 1849426"/>
              <a:gd name="connsiteX2010" fmla="*/ 5767809 w 6386648"/>
              <a:gd name="connsiteY2010" fmla="*/ 329368 h 1849426"/>
              <a:gd name="connsiteX2011" fmla="*/ 5785834 w 6386648"/>
              <a:gd name="connsiteY2011" fmla="*/ 347392 h 1849426"/>
              <a:gd name="connsiteX2012" fmla="*/ 5767809 w 6386648"/>
              <a:gd name="connsiteY2012" fmla="*/ 365417 h 1849426"/>
              <a:gd name="connsiteX2013" fmla="*/ 5749785 w 6386648"/>
              <a:gd name="connsiteY2013" fmla="*/ 347392 h 1849426"/>
              <a:gd name="connsiteX2014" fmla="*/ 5767809 w 6386648"/>
              <a:gd name="connsiteY2014" fmla="*/ 329368 h 1849426"/>
              <a:gd name="connsiteX2015" fmla="*/ 3797141 w 6386648"/>
              <a:gd name="connsiteY2015" fmla="*/ 329368 h 1849426"/>
              <a:gd name="connsiteX2016" fmla="*/ 3815166 w 6386648"/>
              <a:gd name="connsiteY2016" fmla="*/ 347392 h 1849426"/>
              <a:gd name="connsiteX2017" fmla="*/ 3797141 w 6386648"/>
              <a:gd name="connsiteY2017" fmla="*/ 365417 h 1849426"/>
              <a:gd name="connsiteX2018" fmla="*/ 3779116 w 6386648"/>
              <a:gd name="connsiteY2018" fmla="*/ 347392 h 1849426"/>
              <a:gd name="connsiteX2019" fmla="*/ 3797141 w 6386648"/>
              <a:gd name="connsiteY2019" fmla="*/ 329368 h 1849426"/>
              <a:gd name="connsiteX2020" fmla="*/ 2673619 w 6386648"/>
              <a:gd name="connsiteY2020" fmla="*/ 329368 h 1849426"/>
              <a:gd name="connsiteX2021" fmla="*/ 2691644 w 6386648"/>
              <a:gd name="connsiteY2021" fmla="*/ 347392 h 1849426"/>
              <a:gd name="connsiteX2022" fmla="*/ 2673619 w 6386648"/>
              <a:gd name="connsiteY2022" fmla="*/ 365417 h 1849426"/>
              <a:gd name="connsiteX2023" fmla="*/ 2655595 w 6386648"/>
              <a:gd name="connsiteY2023" fmla="*/ 347392 h 1849426"/>
              <a:gd name="connsiteX2024" fmla="*/ 2673619 w 6386648"/>
              <a:gd name="connsiteY2024" fmla="*/ 329368 h 1849426"/>
              <a:gd name="connsiteX2025" fmla="*/ 1898570 w 6386648"/>
              <a:gd name="connsiteY2025" fmla="*/ 329368 h 1849426"/>
              <a:gd name="connsiteX2026" fmla="*/ 1916595 w 6386648"/>
              <a:gd name="connsiteY2026" fmla="*/ 347392 h 1849426"/>
              <a:gd name="connsiteX2027" fmla="*/ 1898570 w 6386648"/>
              <a:gd name="connsiteY2027" fmla="*/ 365417 h 1849426"/>
              <a:gd name="connsiteX2028" fmla="*/ 1880546 w 6386648"/>
              <a:gd name="connsiteY2028" fmla="*/ 347392 h 1849426"/>
              <a:gd name="connsiteX2029" fmla="*/ 1898570 w 6386648"/>
              <a:gd name="connsiteY2029" fmla="*/ 329368 h 1849426"/>
              <a:gd name="connsiteX2030" fmla="*/ 66089 w 6386648"/>
              <a:gd name="connsiteY2030" fmla="*/ 323360 h 1849426"/>
              <a:gd name="connsiteX2031" fmla="*/ 84114 w 6386648"/>
              <a:gd name="connsiteY2031" fmla="*/ 341384 h 1849426"/>
              <a:gd name="connsiteX2032" fmla="*/ 66089 w 6386648"/>
              <a:gd name="connsiteY2032" fmla="*/ 359409 h 1849426"/>
              <a:gd name="connsiteX2033" fmla="*/ 48065 w 6386648"/>
              <a:gd name="connsiteY2033" fmla="*/ 341384 h 1849426"/>
              <a:gd name="connsiteX2034" fmla="*/ 66089 w 6386648"/>
              <a:gd name="connsiteY2034" fmla="*/ 323360 h 1849426"/>
              <a:gd name="connsiteX2035" fmla="*/ 5647646 w 6386648"/>
              <a:gd name="connsiteY2035" fmla="*/ 317352 h 1849426"/>
              <a:gd name="connsiteX2036" fmla="*/ 5665671 w 6386648"/>
              <a:gd name="connsiteY2036" fmla="*/ 335377 h 1849426"/>
              <a:gd name="connsiteX2037" fmla="*/ 5647646 w 6386648"/>
              <a:gd name="connsiteY2037" fmla="*/ 353401 h 1849426"/>
              <a:gd name="connsiteX2038" fmla="*/ 5629622 w 6386648"/>
              <a:gd name="connsiteY2038" fmla="*/ 335377 h 1849426"/>
              <a:gd name="connsiteX2039" fmla="*/ 5647646 w 6386648"/>
              <a:gd name="connsiteY2039" fmla="*/ 317352 h 1849426"/>
              <a:gd name="connsiteX2040" fmla="*/ 3064148 w 6386648"/>
              <a:gd name="connsiteY2040" fmla="*/ 311344 h 1849426"/>
              <a:gd name="connsiteX2041" fmla="*/ 3082173 w 6386648"/>
              <a:gd name="connsiteY2041" fmla="*/ 329368 h 1849426"/>
              <a:gd name="connsiteX2042" fmla="*/ 3064148 w 6386648"/>
              <a:gd name="connsiteY2042" fmla="*/ 347393 h 1849426"/>
              <a:gd name="connsiteX2043" fmla="*/ 3046124 w 6386648"/>
              <a:gd name="connsiteY2043" fmla="*/ 329368 h 1849426"/>
              <a:gd name="connsiteX2044" fmla="*/ 3064148 w 6386648"/>
              <a:gd name="connsiteY2044" fmla="*/ 311344 h 1849426"/>
              <a:gd name="connsiteX2045" fmla="*/ 2553457 w 6386648"/>
              <a:gd name="connsiteY2045" fmla="*/ 311344 h 1849426"/>
              <a:gd name="connsiteX2046" fmla="*/ 2571482 w 6386648"/>
              <a:gd name="connsiteY2046" fmla="*/ 329368 h 1849426"/>
              <a:gd name="connsiteX2047" fmla="*/ 2553457 w 6386648"/>
              <a:gd name="connsiteY2047" fmla="*/ 347393 h 1849426"/>
              <a:gd name="connsiteX2048" fmla="*/ 2535433 w 6386648"/>
              <a:gd name="connsiteY2048" fmla="*/ 329368 h 1849426"/>
              <a:gd name="connsiteX2049" fmla="*/ 2553457 w 6386648"/>
              <a:gd name="connsiteY2049" fmla="*/ 311344 h 1849426"/>
              <a:gd name="connsiteX2050" fmla="*/ 6098257 w 6386648"/>
              <a:gd name="connsiteY2050" fmla="*/ 305335 h 1849426"/>
              <a:gd name="connsiteX2051" fmla="*/ 6116282 w 6386648"/>
              <a:gd name="connsiteY2051" fmla="*/ 323359 h 1849426"/>
              <a:gd name="connsiteX2052" fmla="*/ 6098257 w 6386648"/>
              <a:gd name="connsiteY2052" fmla="*/ 341384 h 1849426"/>
              <a:gd name="connsiteX2053" fmla="*/ 6080233 w 6386648"/>
              <a:gd name="connsiteY2053" fmla="*/ 323359 h 1849426"/>
              <a:gd name="connsiteX2054" fmla="*/ 6098257 w 6386648"/>
              <a:gd name="connsiteY2054" fmla="*/ 305335 h 1849426"/>
              <a:gd name="connsiteX2055" fmla="*/ 1231667 w 6386648"/>
              <a:gd name="connsiteY2055" fmla="*/ 305335 h 1849426"/>
              <a:gd name="connsiteX2056" fmla="*/ 1249692 w 6386648"/>
              <a:gd name="connsiteY2056" fmla="*/ 323359 h 1849426"/>
              <a:gd name="connsiteX2057" fmla="*/ 1231667 w 6386648"/>
              <a:gd name="connsiteY2057" fmla="*/ 341384 h 1849426"/>
              <a:gd name="connsiteX2058" fmla="*/ 1213643 w 6386648"/>
              <a:gd name="connsiteY2058" fmla="*/ 323359 h 1849426"/>
              <a:gd name="connsiteX2059" fmla="*/ 1231667 w 6386648"/>
              <a:gd name="connsiteY2059" fmla="*/ 305335 h 1849426"/>
              <a:gd name="connsiteX2060" fmla="*/ 174235 w 6386648"/>
              <a:gd name="connsiteY2060" fmla="*/ 305335 h 1849426"/>
              <a:gd name="connsiteX2061" fmla="*/ 192260 w 6386648"/>
              <a:gd name="connsiteY2061" fmla="*/ 323359 h 1849426"/>
              <a:gd name="connsiteX2062" fmla="*/ 174235 w 6386648"/>
              <a:gd name="connsiteY2062" fmla="*/ 341384 h 1849426"/>
              <a:gd name="connsiteX2063" fmla="*/ 156211 w 6386648"/>
              <a:gd name="connsiteY2063" fmla="*/ 323359 h 1849426"/>
              <a:gd name="connsiteX2064" fmla="*/ 174235 w 6386648"/>
              <a:gd name="connsiteY2064" fmla="*/ 305335 h 1849426"/>
              <a:gd name="connsiteX2065" fmla="*/ 3520767 w 6386648"/>
              <a:gd name="connsiteY2065" fmla="*/ 299327 h 1849426"/>
              <a:gd name="connsiteX2066" fmla="*/ 3538792 w 6386648"/>
              <a:gd name="connsiteY2066" fmla="*/ 317351 h 1849426"/>
              <a:gd name="connsiteX2067" fmla="*/ 3520767 w 6386648"/>
              <a:gd name="connsiteY2067" fmla="*/ 335376 h 1849426"/>
              <a:gd name="connsiteX2068" fmla="*/ 3502743 w 6386648"/>
              <a:gd name="connsiteY2068" fmla="*/ 317351 h 1849426"/>
              <a:gd name="connsiteX2069" fmla="*/ 3520767 w 6386648"/>
              <a:gd name="connsiteY2069" fmla="*/ 299327 h 1849426"/>
              <a:gd name="connsiteX2070" fmla="*/ 5347240 w 6386648"/>
              <a:gd name="connsiteY2070" fmla="*/ 293319 h 1849426"/>
              <a:gd name="connsiteX2071" fmla="*/ 5365265 w 6386648"/>
              <a:gd name="connsiteY2071" fmla="*/ 311343 h 1849426"/>
              <a:gd name="connsiteX2072" fmla="*/ 5347240 w 6386648"/>
              <a:gd name="connsiteY2072" fmla="*/ 329368 h 1849426"/>
              <a:gd name="connsiteX2073" fmla="*/ 5329216 w 6386648"/>
              <a:gd name="connsiteY2073" fmla="*/ 311343 h 1849426"/>
              <a:gd name="connsiteX2074" fmla="*/ 5347240 w 6386648"/>
              <a:gd name="connsiteY2074" fmla="*/ 293319 h 1849426"/>
              <a:gd name="connsiteX2075" fmla="*/ 2439302 w 6386648"/>
              <a:gd name="connsiteY2075" fmla="*/ 293319 h 1849426"/>
              <a:gd name="connsiteX2076" fmla="*/ 2457327 w 6386648"/>
              <a:gd name="connsiteY2076" fmla="*/ 311343 h 1849426"/>
              <a:gd name="connsiteX2077" fmla="*/ 2439302 w 6386648"/>
              <a:gd name="connsiteY2077" fmla="*/ 329368 h 1849426"/>
              <a:gd name="connsiteX2078" fmla="*/ 2421278 w 6386648"/>
              <a:gd name="connsiteY2078" fmla="*/ 311343 h 1849426"/>
              <a:gd name="connsiteX2079" fmla="*/ 2439302 w 6386648"/>
              <a:gd name="connsiteY2079" fmla="*/ 293319 h 1849426"/>
              <a:gd name="connsiteX2080" fmla="*/ 2301115 w 6386648"/>
              <a:gd name="connsiteY2080" fmla="*/ 293319 h 1849426"/>
              <a:gd name="connsiteX2081" fmla="*/ 2319140 w 6386648"/>
              <a:gd name="connsiteY2081" fmla="*/ 311343 h 1849426"/>
              <a:gd name="connsiteX2082" fmla="*/ 2301115 w 6386648"/>
              <a:gd name="connsiteY2082" fmla="*/ 329368 h 1849426"/>
              <a:gd name="connsiteX2083" fmla="*/ 2283091 w 6386648"/>
              <a:gd name="connsiteY2083" fmla="*/ 311343 h 1849426"/>
              <a:gd name="connsiteX2084" fmla="*/ 2301115 w 6386648"/>
              <a:gd name="connsiteY2084" fmla="*/ 293319 h 1849426"/>
              <a:gd name="connsiteX2085" fmla="*/ 1447960 w 6386648"/>
              <a:gd name="connsiteY2085" fmla="*/ 293319 h 1849426"/>
              <a:gd name="connsiteX2086" fmla="*/ 1465985 w 6386648"/>
              <a:gd name="connsiteY2086" fmla="*/ 311343 h 1849426"/>
              <a:gd name="connsiteX2087" fmla="*/ 1447960 w 6386648"/>
              <a:gd name="connsiteY2087" fmla="*/ 329368 h 1849426"/>
              <a:gd name="connsiteX2088" fmla="*/ 1429936 w 6386648"/>
              <a:gd name="connsiteY2088" fmla="*/ 311343 h 1849426"/>
              <a:gd name="connsiteX2089" fmla="*/ 1447960 w 6386648"/>
              <a:gd name="connsiteY2089" fmla="*/ 293319 h 1849426"/>
              <a:gd name="connsiteX2090" fmla="*/ 901219 w 6386648"/>
              <a:gd name="connsiteY2090" fmla="*/ 293319 h 1849426"/>
              <a:gd name="connsiteX2091" fmla="*/ 919244 w 6386648"/>
              <a:gd name="connsiteY2091" fmla="*/ 311343 h 1849426"/>
              <a:gd name="connsiteX2092" fmla="*/ 901219 w 6386648"/>
              <a:gd name="connsiteY2092" fmla="*/ 329368 h 1849426"/>
              <a:gd name="connsiteX2093" fmla="*/ 883195 w 6386648"/>
              <a:gd name="connsiteY2093" fmla="*/ 311343 h 1849426"/>
              <a:gd name="connsiteX2094" fmla="*/ 901219 w 6386648"/>
              <a:gd name="connsiteY2094" fmla="*/ 293319 h 1849426"/>
              <a:gd name="connsiteX2095" fmla="*/ 552748 w 6386648"/>
              <a:gd name="connsiteY2095" fmla="*/ 293319 h 1849426"/>
              <a:gd name="connsiteX2096" fmla="*/ 570773 w 6386648"/>
              <a:gd name="connsiteY2096" fmla="*/ 311343 h 1849426"/>
              <a:gd name="connsiteX2097" fmla="*/ 552748 w 6386648"/>
              <a:gd name="connsiteY2097" fmla="*/ 329368 h 1849426"/>
              <a:gd name="connsiteX2098" fmla="*/ 534724 w 6386648"/>
              <a:gd name="connsiteY2098" fmla="*/ 311343 h 1849426"/>
              <a:gd name="connsiteX2099" fmla="*/ 552748 w 6386648"/>
              <a:gd name="connsiteY2099" fmla="*/ 293319 h 1849426"/>
              <a:gd name="connsiteX2100" fmla="*/ 6326566 w 6386648"/>
              <a:gd name="connsiteY2100" fmla="*/ 287311 h 1849426"/>
              <a:gd name="connsiteX2101" fmla="*/ 6344591 w 6386648"/>
              <a:gd name="connsiteY2101" fmla="*/ 305336 h 1849426"/>
              <a:gd name="connsiteX2102" fmla="*/ 6326566 w 6386648"/>
              <a:gd name="connsiteY2102" fmla="*/ 323360 h 1849426"/>
              <a:gd name="connsiteX2103" fmla="*/ 6308542 w 6386648"/>
              <a:gd name="connsiteY2103" fmla="*/ 305336 h 1849426"/>
              <a:gd name="connsiteX2104" fmla="*/ 6326566 w 6386648"/>
              <a:gd name="connsiteY2104" fmla="*/ 287311 h 1849426"/>
              <a:gd name="connsiteX2105" fmla="*/ 5503451 w 6386648"/>
              <a:gd name="connsiteY2105" fmla="*/ 287311 h 1849426"/>
              <a:gd name="connsiteX2106" fmla="*/ 5521476 w 6386648"/>
              <a:gd name="connsiteY2106" fmla="*/ 305336 h 1849426"/>
              <a:gd name="connsiteX2107" fmla="*/ 5503451 w 6386648"/>
              <a:gd name="connsiteY2107" fmla="*/ 323360 h 1849426"/>
              <a:gd name="connsiteX2108" fmla="*/ 5485427 w 6386648"/>
              <a:gd name="connsiteY2108" fmla="*/ 305336 h 1849426"/>
              <a:gd name="connsiteX2109" fmla="*/ 5503451 w 6386648"/>
              <a:gd name="connsiteY2109" fmla="*/ 287311 h 1849426"/>
              <a:gd name="connsiteX2110" fmla="*/ 1808448 w 6386648"/>
              <a:gd name="connsiteY2110" fmla="*/ 287311 h 1849426"/>
              <a:gd name="connsiteX2111" fmla="*/ 1826473 w 6386648"/>
              <a:gd name="connsiteY2111" fmla="*/ 305336 h 1849426"/>
              <a:gd name="connsiteX2112" fmla="*/ 1808448 w 6386648"/>
              <a:gd name="connsiteY2112" fmla="*/ 323360 h 1849426"/>
              <a:gd name="connsiteX2113" fmla="*/ 1790424 w 6386648"/>
              <a:gd name="connsiteY2113" fmla="*/ 305336 h 1849426"/>
              <a:gd name="connsiteX2114" fmla="*/ 1808448 w 6386648"/>
              <a:gd name="connsiteY2114" fmla="*/ 287311 h 1849426"/>
              <a:gd name="connsiteX2115" fmla="*/ 672910 w 6386648"/>
              <a:gd name="connsiteY2115" fmla="*/ 287311 h 1849426"/>
              <a:gd name="connsiteX2116" fmla="*/ 690935 w 6386648"/>
              <a:gd name="connsiteY2116" fmla="*/ 305336 h 1849426"/>
              <a:gd name="connsiteX2117" fmla="*/ 672910 w 6386648"/>
              <a:gd name="connsiteY2117" fmla="*/ 323360 h 1849426"/>
              <a:gd name="connsiteX2118" fmla="*/ 654886 w 6386648"/>
              <a:gd name="connsiteY2118" fmla="*/ 305336 h 1849426"/>
              <a:gd name="connsiteX2119" fmla="*/ 672910 w 6386648"/>
              <a:gd name="connsiteY2119" fmla="*/ 287311 h 1849426"/>
              <a:gd name="connsiteX2120" fmla="*/ 4710377 w 6386648"/>
              <a:gd name="connsiteY2120" fmla="*/ 275295 h 1849426"/>
              <a:gd name="connsiteX2121" fmla="*/ 4728402 w 6386648"/>
              <a:gd name="connsiteY2121" fmla="*/ 293319 h 1849426"/>
              <a:gd name="connsiteX2122" fmla="*/ 4710377 w 6386648"/>
              <a:gd name="connsiteY2122" fmla="*/ 311344 h 1849426"/>
              <a:gd name="connsiteX2123" fmla="*/ 4692353 w 6386648"/>
              <a:gd name="connsiteY2123" fmla="*/ 293319 h 1849426"/>
              <a:gd name="connsiteX2124" fmla="*/ 4710377 w 6386648"/>
              <a:gd name="connsiteY2124" fmla="*/ 275295 h 1849426"/>
              <a:gd name="connsiteX2125" fmla="*/ 4962719 w 6386648"/>
              <a:gd name="connsiteY2125" fmla="*/ 269287 h 1849426"/>
              <a:gd name="connsiteX2126" fmla="*/ 4980744 w 6386648"/>
              <a:gd name="connsiteY2126" fmla="*/ 287311 h 1849426"/>
              <a:gd name="connsiteX2127" fmla="*/ 4962719 w 6386648"/>
              <a:gd name="connsiteY2127" fmla="*/ 305336 h 1849426"/>
              <a:gd name="connsiteX2128" fmla="*/ 4944695 w 6386648"/>
              <a:gd name="connsiteY2128" fmla="*/ 287311 h 1849426"/>
              <a:gd name="connsiteX2129" fmla="*/ 4962719 w 6386648"/>
              <a:gd name="connsiteY2129" fmla="*/ 269287 h 1849426"/>
              <a:gd name="connsiteX2130" fmla="*/ 3652945 w 6386648"/>
              <a:gd name="connsiteY2130" fmla="*/ 269287 h 1849426"/>
              <a:gd name="connsiteX2131" fmla="*/ 3670970 w 6386648"/>
              <a:gd name="connsiteY2131" fmla="*/ 287311 h 1849426"/>
              <a:gd name="connsiteX2132" fmla="*/ 3652945 w 6386648"/>
              <a:gd name="connsiteY2132" fmla="*/ 305336 h 1849426"/>
              <a:gd name="connsiteX2133" fmla="*/ 3634921 w 6386648"/>
              <a:gd name="connsiteY2133" fmla="*/ 287311 h 1849426"/>
              <a:gd name="connsiteX2134" fmla="*/ 3652945 w 6386648"/>
              <a:gd name="connsiteY2134" fmla="*/ 269287 h 1849426"/>
              <a:gd name="connsiteX2135" fmla="*/ 1123520 w 6386648"/>
              <a:gd name="connsiteY2135" fmla="*/ 269287 h 1849426"/>
              <a:gd name="connsiteX2136" fmla="*/ 1141545 w 6386648"/>
              <a:gd name="connsiteY2136" fmla="*/ 287311 h 1849426"/>
              <a:gd name="connsiteX2137" fmla="*/ 1123520 w 6386648"/>
              <a:gd name="connsiteY2137" fmla="*/ 305336 h 1849426"/>
              <a:gd name="connsiteX2138" fmla="*/ 1105496 w 6386648"/>
              <a:gd name="connsiteY2138" fmla="*/ 287311 h 1849426"/>
              <a:gd name="connsiteX2139" fmla="*/ 1123520 w 6386648"/>
              <a:gd name="connsiteY2139" fmla="*/ 269287 h 1849426"/>
              <a:gd name="connsiteX2140" fmla="*/ 5112922 w 6386648"/>
              <a:gd name="connsiteY2140" fmla="*/ 263279 h 1849426"/>
              <a:gd name="connsiteX2141" fmla="*/ 5130947 w 6386648"/>
              <a:gd name="connsiteY2141" fmla="*/ 281303 h 1849426"/>
              <a:gd name="connsiteX2142" fmla="*/ 5112922 w 6386648"/>
              <a:gd name="connsiteY2142" fmla="*/ 299328 h 1849426"/>
              <a:gd name="connsiteX2143" fmla="*/ 5094898 w 6386648"/>
              <a:gd name="connsiteY2143" fmla="*/ 281303 h 1849426"/>
              <a:gd name="connsiteX2144" fmla="*/ 5112922 w 6386648"/>
              <a:gd name="connsiteY2144" fmla="*/ 263279 h 1849426"/>
              <a:gd name="connsiteX2145" fmla="*/ 4217710 w 6386648"/>
              <a:gd name="connsiteY2145" fmla="*/ 263279 h 1849426"/>
              <a:gd name="connsiteX2146" fmla="*/ 4235735 w 6386648"/>
              <a:gd name="connsiteY2146" fmla="*/ 281303 h 1849426"/>
              <a:gd name="connsiteX2147" fmla="*/ 4217710 w 6386648"/>
              <a:gd name="connsiteY2147" fmla="*/ 299328 h 1849426"/>
              <a:gd name="connsiteX2148" fmla="*/ 4199685 w 6386648"/>
              <a:gd name="connsiteY2148" fmla="*/ 281303 h 1849426"/>
              <a:gd name="connsiteX2149" fmla="*/ 4217710 w 6386648"/>
              <a:gd name="connsiteY2149" fmla="*/ 263279 h 1849426"/>
              <a:gd name="connsiteX2150" fmla="*/ 3190319 w 6386648"/>
              <a:gd name="connsiteY2150" fmla="*/ 263279 h 1849426"/>
              <a:gd name="connsiteX2151" fmla="*/ 3208344 w 6386648"/>
              <a:gd name="connsiteY2151" fmla="*/ 281303 h 1849426"/>
              <a:gd name="connsiteX2152" fmla="*/ 3190319 w 6386648"/>
              <a:gd name="connsiteY2152" fmla="*/ 299328 h 1849426"/>
              <a:gd name="connsiteX2153" fmla="*/ 3172295 w 6386648"/>
              <a:gd name="connsiteY2153" fmla="*/ 281303 h 1849426"/>
              <a:gd name="connsiteX2154" fmla="*/ 3190319 w 6386648"/>
              <a:gd name="connsiteY2154" fmla="*/ 263279 h 1849426"/>
              <a:gd name="connsiteX2155" fmla="*/ 5996118 w 6386648"/>
              <a:gd name="connsiteY2155" fmla="*/ 257270 h 1849426"/>
              <a:gd name="connsiteX2156" fmla="*/ 6014143 w 6386648"/>
              <a:gd name="connsiteY2156" fmla="*/ 275295 h 1849426"/>
              <a:gd name="connsiteX2157" fmla="*/ 5996118 w 6386648"/>
              <a:gd name="connsiteY2157" fmla="*/ 293319 h 1849426"/>
              <a:gd name="connsiteX2158" fmla="*/ 5978094 w 6386648"/>
              <a:gd name="connsiteY2158" fmla="*/ 275295 h 1849426"/>
              <a:gd name="connsiteX2159" fmla="*/ 5996118 w 6386648"/>
              <a:gd name="connsiteY2159" fmla="*/ 257270 h 1849426"/>
              <a:gd name="connsiteX2160" fmla="*/ 5233085 w 6386648"/>
              <a:gd name="connsiteY2160" fmla="*/ 257270 h 1849426"/>
              <a:gd name="connsiteX2161" fmla="*/ 5251110 w 6386648"/>
              <a:gd name="connsiteY2161" fmla="*/ 275295 h 1849426"/>
              <a:gd name="connsiteX2162" fmla="*/ 5233085 w 6386648"/>
              <a:gd name="connsiteY2162" fmla="*/ 293319 h 1849426"/>
              <a:gd name="connsiteX2163" fmla="*/ 5215061 w 6386648"/>
              <a:gd name="connsiteY2163" fmla="*/ 275295 h 1849426"/>
              <a:gd name="connsiteX2164" fmla="*/ 5233085 w 6386648"/>
              <a:gd name="connsiteY2164" fmla="*/ 257270 h 1849426"/>
              <a:gd name="connsiteX2165" fmla="*/ 4584206 w 6386648"/>
              <a:gd name="connsiteY2165" fmla="*/ 257270 h 1849426"/>
              <a:gd name="connsiteX2166" fmla="*/ 4602231 w 6386648"/>
              <a:gd name="connsiteY2166" fmla="*/ 275295 h 1849426"/>
              <a:gd name="connsiteX2167" fmla="*/ 4584206 w 6386648"/>
              <a:gd name="connsiteY2167" fmla="*/ 293319 h 1849426"/>
              <a:gd name="connsiteX2168" fmla="*/ 4566182 w 6386648"/>
              <a:gd name="connsiteY2168" fmla="*/ 275295 h 1849426"/>
              <a:gd name="connsiteX2169" fmla="*/ 4584206 w 6386648"/>
              <a:gd name="connsiteY2169" fmla="*/ 257270 h 1849426"/>
              <a:gd name="connsiteX2170" fmla="*/ 2156921 w 6386648"/>
              <a:gd name="connsiteY2170" fmla="*/ 257270 h 1849426"/>
              <a:gd name="connsiteX2171" fmla="*/ 2174945 w 6386648"/>
              <a:gd name="connsiteY2171" fmla="*/ 275295 h 1849426"/>
              <a:gd name="connsiteX2172" fmla="*/ 2156921 w 6386648"/>
              <a:gd name="connsiteY2172" fmla="*/ 293319 h 1849426"/>
              <a:gd name="connsiteX2173" fmla="*/ 2138896 w 6386648"/>
              <a:gd name="connsiteY2173" fmla="*/ 275295 h 1849426"/>
              <a:gd name="connsiteX2174" fmla="*/ 2156921 w 6386648"/>
              <a:gd name="connsiteY2174" fmla="*/ 257270 h 1849426"/>
              <a:gd name="connsiteX2175" fmla="*/ 781057 w 6386648"/>
              <a:gd name="connsiteY2175" fmla="*/ 257270 h 1849426"/>
              <a:gd name="connsiteX2176" fmla="*/ 799082 w 6386648"/>
              <a:gd name="connsiteY2176" fmla="*/ 275295 h 1849426"/>
              <a:gd name="connsiteX2177" fmla="*/ 781057 w 6386648"/>
              <a:gd name="connsiteY2177" fmla="*/ 293319 h 1849426"/>
              <a:gd name="connsiteX2178" fmla="*/ 763033 w 6386648"/>
              <a:gd name="connsiteY2178" fmla="*/ 275295 h 1849426"/>
              <a:gd name="connsiteX2179" fmla="*/ 781057 w 6386648"/>
              <a:gd name="connsiteY2179" fmla="*/ 257270 h 1849426"/>
              <a:gd name="connsiteX2180" fmla="*/ 420569 w 6386648"/>
              <a:gd name="connsiteY2180" fmla="*/ 257270 h 1849426"/>
              <a:gd name="connsiteX2181" fmla="*/ 438594 w 6386648"/>
              <a:gd name="connsiteY2181" fmla="*/ 275295 h 1849426"/>
              <a:gd name="connsiteX2182" fmla="*/ 420569 w 6386648"/>
              <a:gd name="connsiteY2182" fmla="*/ 293319 h 1849426"/>
              <a:gd name="connsiteX2183" fmla="*/ 402545 w 6386648"/>
              <a:gd name="connsiteY2183" fmla="*/ 275295 h 1849426"/>
              <a:gd name="connsiteX2184" fmla="*/ 420569 w 6386648"/>
              <a:gd name="connsiteY2184" fmla="*/ 257270 h 1849426"/>
              <a:gd name="connsiteX2185" fmla="*/ 5845915 w 6386648"/>
              <a:gd name="connsiteY2185" fmla="*/ 245254 h 1849426"/>
              <a:gd name="connsiteX2186" fmla="*/ 5863940 w 6386648"/>
              <a:gd name="connsiteY2186" fmla="*/ 263278 h 1849426"/>
              <a:gd name="connsiteX2187" fmla="*/ 5845915 w 6386648"/>
              <a:gd name="connsiteY2187" fmla="*/ 281303 h 1849426"/>
              <a:gd name="connsiteX2188" fmla="*/ 5827891 w 6386648"/>
              <a:gd name="connsiteY2188" fmla="*/ 263278 h 1849426"/>
              <a:gd name="connsiteX2189" fmla="*/ 5845915 w 6386648"/>
              <a:gd name="connsiteY2189" fmla="*/ 245254 h 1849426"/>
              <a:gd name="connsiteX2190" fmla="*/ 4013434 w 6386648"/>
              <a:gd name="connsiteY2190" fmla="*/ 245254 h 1849426"/>
              <a:gd name="connsiteX2191" fmla="*/ 4031459 w 6386648"/>
              <a:gd name="connsiteY2191" fmla="*/ 263278 h 1849426"/>
              <a:gd name="connsiteX2192" fmla="*/ 4013434 w 6386648"/>
              <a:gd name="connsiteY2192" fmla="*/ 281303 h 1849426"/>
              <a:gd name="connsiteX2193" fmla="*/ 3995410 w 6386648"/>
              <a:gd name="connsiteY2193" fmla="*/ 263278 h 1849426"/>
              <a:gd name="connsiteX2194" fmla="*/ 4013434 w 6386648"/>
              <a:gd name="connsiteY2194" fmla="*/ 245254 h 1849426"/>
              <a:gd name="connsiteX2195" fmla="*/ 2841847 w 6386648"/>
              <a:gd name="connsiteY2195" fmla="*/ 245254 h 1849426"/>
              <a:gd name="connsiteX2196" fmla="*/ 2859872 w 6386648"/>
              <a:gd name="connsiteY2196" fmla="*/ 263278 h 1849426"/>
              <a:gd name="connsiteX2197" fmla="*/ 2841847 w 6386648"/>
              <a:gd name="connsiteY2197" fmla="*/ 281303 h 1849426"/>
              <a:gd name="connsiteX2198" fmla="*/ 2823823 w 6386648"/>
              <a:gd name="connsiteY2198" fmla="*/ 263278 h 1849426"/>
              <a:gd name="connsiteX2199" fmla="*/ 2841847 w 6386648"/>
              <a:gd name="connsiteY2199" fmla="*/ 245254 h 1849426"/>
              <a:gd name="connsiteX2200" fmla="*/ 2006717 w 6386648"/>
              <a:gd name="connsiteY2200" fmla="*/ 245254 h 1849426"/>
              <a:gd name="connsiteX2201" fmla="*/ 2024741 w 6386648"/>
              <a:gd name="connsiteY2201" fmla="*/ 263278 h 1849426"/>
              <a:gd name="connsiteX2202" fmla="*/ 2006717 w 6386648"/>
              <a:gd name="connsiteY2202" fmla="*/ 281303 h 1849426"/>
              <a:gd name="connsiteX2203" fmla="*/ 1988692 w 6386648"/>
              <a:gd name="connsiteY2203" fmla="*/ 263278 h 1849426"/>
              <a:gd name="connsiteX2204" fmla="*/ 2006717 w 6386648"/>
              <a:gd name="connsiteY2204" fmla="*/ 245254 h 1849426"/>
              <a:gd name="connsiteX2205" fmla="*/ 1009366 w 6386648"/>
              <a:gd name="connsiteY2205" fmla="*/ 245254 h 1849426"/>
              <a:gd name="connsiteX2206" fmla="*/ 1027391 w 6386648"/>
              <a:gd name="connsiteY2206" fmla="*/ 263278 h 1849426"/>
              <a:gd name="connsiteX2207" fmla="*/ 1009366 w 6386648"/>
              <a:gd name="connsiteY2207" fmla="*/ 281303 h 1849426"/>
              <a:gd name="connsiteX2208" fmla="*/ 991342 w 6386648"/>
              <a:gd name="connsiteY2208" fmla="*/ 263278 h 1849426"/>
              <a:gd name="connsiteX2209" fmla="*/ 1009366 w 6386648"/>
              <a:gd name="connsiteY2209" fmla="*/ 245254 h 1849426"/>
              <a:gd name="connsiteX2210" fmla="*/ 4337873 w 6386648"/>
              <a:gd name="connsiteY2210" fmla="*/ 239246 h 1849426"/>
              <a:gd name="connsiteX2211" fmla="*/ 4355898 w 6386648"/>
              <a:gd name="connsiteY2211" fmla="*/ 257270 h 1849426"/>
              <a:gd name="connsiteX2212" fmla="*/ 4337873 w 6386648"/>
              <a:gd name="connsiteY2212" fmla="*/ 275295 h 1849426"/>
              <a:gd name="connsiteX2213" fmla="*/ 4319848 w 6386648"/>
              <a:gd name="connsiteY2213" fmla="*/ 257270 h 1849426"/>
              <a:gd name="connsiteX2214" fmla="*/ 4337873 w 6386648"/>
              <a:gd name="connsiteY2214" fmla="*/ 239246 h 1849426"/>
              <a:gd name="connsiteX2215" fmla="*/ 3310482 w 6386648"/>
              <a:gd name="connsiteY2215" fmla="*/ 239246 h 1849426"/>
              <a:gd name="connsiteX2216" fmla="*/ 3328507 w 6386648"/>
              <a:gd name="connsiteY2216" fmla="*/ 257270 h 1849426"/>
              <a:gd name="connsiteX2217" fmla="*/ 3310482 w 6386648"/>
              <a:gd name="connsiteY2217" fmla="*/ 275295 h 1849426"/>
              <a:gd name="connsiteX2218" fmla="*/ 3292458 w 6386648"/>
              <a:gd name="connsiteY2218" fmla="*/ 257270 h 1849426"/>
              <a:gd name="connsiteX2219" fmla="*/ 3310482 w 6386648"/>
              <a:gd name="connsiteY2219" fmla="*/ 239246 h 1849426"/>
              <a:gd name="connsiteX2220" fmla="*/ 3418628 w 6386648"/>
              <a:gd name="connsiteY2220" fmla="*/ 233238 h 1849426"/>
              <a:gd name="connsiteX2221" fmla="*/ 3436653 w 6386648"/>
              <a:gd name="connsiteY2221" fmla="*/ 251262 h 1849426"/>
              <a:gd name="connsiteX2222" fmla="*/ 3418628 w 6386648"/>
              <a:gd name="connsiteY2222" fmla="*/ 269287 h 1849426"/>
              <a:gd name="connsiteX2223" fmla="*/ 3400604 w 6386648"/>
              <a:gd name="connsiteY2223" fmla="*/ 251262 h 1849426"/>
              <a:gd name="connsiteX2224" fmla="*/ 3418628 w 6386648"/>
              <a:gd name="connsiteY2224" fmla="*/ 233238 h 1849426"/>
              <a:gd name="connsiteX2225" fmla="*/ 4836548 w 6386648"/>
              <a:gd name="connsiteY2225" fmla="*/ 227230 h 1849426"/>
              <a:gd name="connsiteX2226" fmla="*/ 4854573 w 6386648"/>
              <a:gd name="connsiteY2226" fmla="*/ 245255 h 1849426"/>
              <a:gd name="connsiteX2227" fmla="*/ 4836548 w 6386648"/>
              <a:gd name="connsiteY2227" fmla="*/ 263279 h 1849426"/>
              <a:gd name="connsiteX2228" fmla="*/ 4818524 w 6386648"/>
              <a:gd name="connsiteY2228" fmla="*/ 245255 h 1849426"/>
              <a:gd name="connsiteX2229" fmla="*/ 4836548 w 6386648"/>
              <a:gd name="connsiteY2229" fmla="*/ 227230 h 1849426"/>
              <a:gd name="connsiteX2230" fmla="*/ 2949994 w 6386648"/>
              <a:gd name="connsiteY2230" fmla="*/ 227230 h 1849426"/>
              <a:gd name="connsiteX2231" fmla="*/ 2968019 w 6386648"/>
              <a:gd name="connsiteY2231" fmla="*/ 245255 h 1849426"/>
              <a:gd name="connsiteX2232" fmla="*/ 2949994 w 6386648"/>
              <a:gd name="connsiteY2232" fmla="*/ 263279 h 1849426"/>
              <a:gd name="connsiteX2233" fmla="*/ 2931970 w 6386648"/>
              <a:gd name="connsiteY2233" fmla="*/ 245255 h 1849426"/>
              <a:gd name="connsiteX2234" fmla="*/ 2949994 w 6386648"/>
              <a:gd name="connsiteY2234" fmla="*/ 227230 h 1849426"/>
              <a:gd name="connsiteX2235" fmla="*/ 2727693 w 6386648"/>
              <a:gd name="connsiteY2235" fmla="*/ 227230 h 1849426"/>
              <a:gd name="connsiteX2236" fmla="*/ 2745718 w 6386648"/>
              <a:gd name="connsiteY2236" fmla="*/ 245255 h 1849426"/>
              <a:gd name="connsiteX2237" fmla="*/ 2727693 w 6386648"/>
              <a:gd name="connsiteY2237" fmla="*/ 263279 h 1849426"/>
              <a:gd name="connsiteX2238" fmla="*/ 2709669 w 6386648"/>
              <a:gd name="connsiteY2238" fmla="*/ 245255 h 1849426"/>
              <a:gd name="connsiteX2239" fmla="*/ 2727693 w 6386648"/>
              <a:gd name="connsiteY2239" fmla="*/ 227230 h 1849426"/>
              <a:gd name="connsiteX2240" fmla="*/ 270365 w 6386648"/>
              <a:gd name="connsiteY2240" fmla="*/ 227230 h 1849426"/>
              <a:gd name="connsiteX2241" fmla="*/ 288390 w 6386648"/>
              <a:gd name="connsiteY2241" fmla="*/ 245255 h 1849426"/>
              <a:gd name="connsiteX2242" fmla="*/ 270365 w 6386648"/>
              <a:gd name="connsiteY2242" fmla="*/ 263279 h 1849426"/>
              <a:gd name="connsiteX2243" fmla="*/ 252341 w 6386648"/>
              <a:gd name="connsiteY2243" fmla="*/ 245255 h 1849426"/>
              <a:gd name="connsiteX2244" fmla="*/ 270365 w 6386648"/>
              <a:gd name="connsiteY2244" fmla="*/ 227230 h 1849426"/>
              <a:gd name="connsiteX2245" fmla="*/ 3893271 w 6386648"/>
              <a:gd name="connsiteY2245" fmla="*/ 221222 h 1849426"/>
              <a:gd name="connsiteX2246" fmla="*/ 3911296 w 6386648"/>
              <a:gd name="connsiteY2246" fmla="*/ 239246 h 1849426"/>
              <a:gd name="connsiteX2247" fmla="*/ 3893271 w 6386648"/>
              <a:gd name="connsiteY2247" fmla="*/ 257271 h 1849426"/>
              <a:gd name="connsiteX2248" fmla="*/ 3875247 w 6386648"/>
              <a:gd name="connsiteY2248" fmla="*/ 239246 h 1849426"/>
              <a:gd name="connsiteX2249" fmla="*/ 3893271 w 6386648"/>
              <a:gd name="connsiteY2249" fmla="*/ 221222 h 1849426"/>
              <a:gd name="connsiteX2250" fmla="*/ 1682277 w 6386648"/>
              <a:gd name="connsiteY2250" fmla="*/ 221222 h 1849426"/>
              <a:gd name="connsiteX2251" fmla="*/ 1700302 w 6386648"/>
              <a:gd name="connsiteY2251" fmla="*/ 239246 h 1849426"/>
              <a:gd name="connsiteX2252" fmla="*/ 1682277 w 6386648"/>
              <a:gd name="connsiteY2252" fmla="*/ 257271 h 1849426"/>
              <a:gd name="connsiteX2253" fmla="*/ 1664253 w 6386648"/>
              <a:gd name="connsiteY2253" fmla="*/ 239246 h 1849426"/>
              <a:gd name="connsiteX2254" fmla="*/ 1682277 w 6386648"/>
              <a:gd name="connsiteY2254" fmla="*/ 221222 h 1849426"/>
              <a:gd name="connsiteX2255" fmla="*/ 4458036 w 6386648"/>
              <a:gd name="connsiteY2255" fmla="*/ 215213 h 1849426"/>
              <a:gd name="connsiteX2256" fmla="*/ 4476061 w 6386648"/>
              <a:gd name="connsiteY2256" fmla="*/ 233237 h 1849426"/>
              <a:gd name="connsiteX2257" fmla="*/ 4458036 w 6386648"/>
              <a:gd name="connsiteY2257" fmla="*/ 251262 h 1849426"/>
              <a:gd name="connsiteX2258" fmla="*/ 4440011 w 6386648"/>
              <a:gd name="connsiteY2258" fmla="*/ 233237 h 1849426"/>
              <a:gd name="connsiteX2259" fmla="*/ 4458036 w 6386648"/>
              <a:gd name="connsiteY2259" fmla="*/ 215213 h 1849426"/>
              <a:gd name="connsiteX2260" fmla="*/ 3767100 w 6386648"/>
              <a:gd name="connsiteY2260" fmla="*/ 215213 h 1849426"/>
              <a:gd name="connsiteX2261" fmla="*/ 3785125 w 6386648"/>
              <a:gd name="connsiteY2261" fmla="*/ 233237 h 1849426"/>
              <a:gd name="connsiteX2262" fmla="*/ 3767100 w 6386648"/>
              <a:gd name="connsiteY2262" fmla="*/ 251262 h 1849426"/>
              <a:gd name="connsiteX2263" fmla="*/ 3749075 w 6386648"/>
              <a:gd name="connsiteY2263" fmla="*/ 233237 h 1849426"/>
              <a:gd name="connsiteX2264" fmla="*/ 3767100 w 6386648"/>
              <a:gd name="connsiteY2264" fmla="*/ 215213 h 1849426"/>
              <a:gd name="connsiteX2265" fmla="*/ 6224427 w 6386648"/>
              <a:gd name="connsiteY2265" fmla="*/ 209205 h 1849426"/>
              <a:gd name="connsiteX2266" fmla="*/ 6242452 w 6386648"/>
              <a:gd name="connsiteY2266" fmla="*/ 227229 h 1849426"/>
              <a:gd name="connsiteX2267" fmla="*/ 6224427 w 6386648"/>
              <a:gd name="connsiteY2267" fmla="*/ 245254 h 1849426"/>
              <a:gd name="connsiteX2268" fmla="*/ 6206403 w 6386648"/>
              <a:gd name="connsiteY2268" fmla="*/ 227229 h 1849426"/>
              <a:gd name="connsiteX2269" fmla="*/ 6224427 w 6386648"/>
              <a:gd name="connsiteY2269" fmla="*/ 209205 h 1849426"/>
              <a:gd name="connsiteX2270" fmla="*/ 1315782 w 6386648"/>
              <a:gd name="connsiteY2270" fmla="*/ 209205 h 1849426"/>
              <a:gd name="connsiteX2271" fmla="*/ 1333806 w 6386648"/>
              <a:gd name="connsiteY2271" fmla="*/ 227229 h 1849426"/>
              <a:gd name="connsiteX2272" fmla="*/ 1315782 w 6386648"/>
              <a:gd name="connsiteY2272" fmla="*/ 245254 h 1849426"/>
              <a:gd name="connsiteX2273" fmla="*/ 1297757 w 6386648"/>
              <a:gd name="connsiteY2273" fmla="*/ 227229 h 1849426"/>
              <a:gd name="connsiteX2274" fmla="*/ 1315782 w 6386648"/>
              <a:gd name="connsiteY2274" fmla="*/ 209205 h 1849426"/>
              <a:gd name="connsiteX2275" fmla="*/ 5713736 w 6386648"/>
              <a:gd name="connsiteY2275" fmla="*/ 203197 h 1849426"/>
              <a:gd name="connsiteX2276" fmla="*/ 5731761 w 6386648"/>
              <a:gd name="connsiteY2276" fmla="*/ 221221 h 1849426"/>
              <a:gd name="connsiteX2277" fmla="*/ 5713736 w 6386648"/>
              <a:gd name="connsiteY2277" fmla="*/ 239246 h 1849426"/>
              <a:gd name="connsiteX2278" fmla="*/ 5695712 w 6386648"/>
              <a:gd name="connsiteY2278" fmla="*/ 221221 h 1849426"/>
              <a:gd name="connsiteX2279" fmla="*/ 5713736 w 6386648"/>
              <a:gd name="connsiteY2279" fmla="*/ 203197 h 1849426"/>
              <a:gd name="connsiteX2280" fmla="*/ 1550098 w 6386648"/>
              <a:gd name="connsiteY2280" fmla="*/ 203197 h 1849426"/>
              <a:gd name="connsiteX2281" fmla="*/ 1568123 w 6386648"/>
              <a:gd name="connsiteY2281" fmla="*/ 221221 h 1849426"/>
              <a:gd name="connsiteX2282" fmla="*/ 1550098 w 6386648"/>
              <a:gd name="connsiteY2282" fmla="*/ 239246 h 1849426"/>
              <a:gd name="connsiteX2283" fmla="*/ 1532074 w 6386648"/>
              <a:gd name="connsiteY2283" fmla="*/ 221221 h 1849426"/>
              <a:gd name="connsiteX2284" fmla="*/ 1550098 w 6386648"/>
              <a:gd name="connsiteY2284" fmla="*/ 203197 h 1849426"/>
              <a:gd name="connsiteX2285" fmla="*/ 5587565 w 6386648"/>
              <a:gd name="connsiteY2285" fmla="*/ 197189 h 1849426"/>
              <a:gd name="connsiteX2286" fmla="*/ 5605590 w 6386648"/>
              <a:gd name="connsiteY2286" fmla="*/ 215214 h 1849426"/>
              <a:gd name="connsiteX2287" fmla="*/ 5587565 w 6386648"/>
              <a:gd name="connsiteY2287" fmla="*/ 233238 h 1849426"/>
              <a:gd name="connsiteX2288" fmla="*/ 5569541 w 6386648"/>
              <a:gd name="connsiteY2288" fmla="*/ 215214 h 1849426"/>
              <a:gd name="connsiteX2289" fmla="*/ 5587565 w 6386648"/>
              <a:gd name="connsiteY2289" fmla="*/ 197189 h 1849426"/>
              <a:gd name="connsiteX2290" fmla="*/ 4121580 w 6386648"/>
              <a:gd name="connsiteY2290" fmla="*/ 197189 h 1849426"/>
              <a:gd name="connsiteX2291" fmla="*/ 4139605 w 6386648"/>
              <a:gd name="connsiteY2291" fmla="*/ 215214 h 1849426"/>
              <a:gd name="connsiteX2292" fmla="*/ 4121580 w 6386648"/>
              <a:gd name="connsiteY2292" fmla="*/ 233238 h 1849426"/>
              <a:gd name="connsiteX2293" fmla="*/ 4103556 w 6386648"/>
              <a:gd name="connsiteY2293" fmla="*/ 215214 h 1849426"/>
              <a:gd name="connsiteX2294" fmla="*/ 4121580 w 6386648"/>
              <a:gd name="connsiteY2294" fmla="*/ 197189 h 1849426"/>
              <a:gd name="connsiteX2295" fmla="*/ 3076164 w 6386648"/>
              <a:gd name="connsiteY2295" fmla="*/ 197189 h 1849426"/>
              <a:gd name="connsiteX2296" fmla="*/ 3094189 w 6386648"/>
              <a:gd name="connsiteY2296" fmla="*/ 215214 h 1849426"/>
              <a:gd name="connsiteX2297" fmla="*/ 3076164 w 6386648"/>
              <a:gd name="connsiteY2297" fmla="*/ 233238 h 1849426"/>
              <a:gd name="connsiteX2298" fmla="*/ 3058139 w 6386648"/>
              <a:gd name="connsiteY2298" fmla="*/ 215214 h 1849426"/>
              <a:gd name="connsiteX2299" fmla="*/ 3076164 w 6386648"/>
              <a:gd name="connsiteY2299" fmla="*/ 197189 h 1849426"/>
              <a:gd name="connsiteX2300" fmla="*/ 5449378 w 6386648"/>
              <a:gd name="connsiteY2300" fmla="*/ 191181 h 1849426"/>
              <a:gd name="connsiteX2301" fmla="*/ 5467403 w 6386648"/>
              <a:gd name="connsiteY2301" fmla="*/ 209205 h 1849426"/>
              <a:gd name="connsiteX2302" fmla="*/ 5449378 w 6386648"/>
              <a:gd name="connsiteY2302" fmla="*/ 227230 h 1849426"/>
              <a:gd name="connsiteX2303" fmla="*/ 5431353 w 6386648"/>
              <a:gd name="connsiteY2303" fmla="*/ 209205 h 1849426"/>
              <a:gd name="connsiteX2304" fmla="*/ 5449378 w 6386648"/>
              <a:gd name="connsiteY2304" fmla="*/ 191181 h 1849426"/>
              <a:gd name="connsiteX2305" fmla="*/ 2607530 w 6386648"/>
              <a:gd name="connsiteY2305" fmla="*/ 191181 h 1849426"/>
              <a:gd name="connsiteX2306" fmla="*/ 2625555 w 6386648"/>
              <a:gd name="connsiteY2306" fmla="*/ 209205 h 1849426"/>
              <a:gd name="connsiteX2307" fmla="*/ 2607530 w 6386648"/>
              <a:gd name="connsiteY2307" fmla="*/ 227230 h 1849426"/>
              <a:gd name="connsiteX2308" fmla="*/ 2589506 w 6386648"/>
              <a:gd name="connsiteY2308" fmla="*/ 209205 h 1849426"/>
              <a:gd name="connsiteX2309" fmla="*/ 2607530 w 6386648"/>
              <a:gd name="connsiteY2309" fmla="*/ 191181 h 1849426"/>
              <a:gd name="connsiteX2310" fmla="*/ 30040 w 6386648"/>
              <a:gd name="connsiteY2310" fmla="*/ 191181 h 1849426"/>
              <a:gd name="connsiteX2311" fmla="*/ 48065 w 6386648"/>
              <a:gd name="connsiteY2311" fmla="*/ 209205 h 1849426"/>
              <a:gd name="connsiteX2312" fmla="*/ 30040 w 6386648"/>
              <a:gd name="connsiteY2312" fmla="*/ 227230 h 1849426"/>
              <a:gd name="connsiteX2313" fmla="*/ 12016 w 6386648"/>
              <a:gd name="connsiteY2313" fmla="*/ 209205 h 1849426"/>
              <a:gd name="connsiteX2314" fmla="*/ 30040 w 6386648"/>
              <a:gd name="connsiteY2314" fmla="*/ 191181 h 1849426"/>
              <a:gd name="connsiteX2315" fmla="*/ 6368623 w 6386648"/>
              <a:gd name="connsiteY2315" fmla="*/ 185173 h 1849426"/>
              <a:gd name="connsiteX2316" fmla="*/ 6386648 w 6386648"/>
              <a:gd name="connsiteY2316" fmla="*/ 203197 h 1849426"/>
              <a:gd name="connsiteX2317" fmla="*/ 6368623 w 6386648"/>
              <a:gd name="connsiteY2317" fmla="*/ 221222 h 1849426"/>
              <a:gd name="connsiteX2318" fmla="*/ 6350599 w 6386648"/>
              <a:gd name="connsiteY2318" fmla="*/ 203197 h 1849426"/>
              <a:gd name="connsiteX2319" fmla="*/ 6368623 w 6386648"/>
              <a:gd name="connsiteY2319" fmla="*/ 185173 h 1849426"/>
              <a:gd name="connsiteX2320" fmla="*/ 2379221 w 6386648"/>
              <a:gd name="connsiteY2320" fmla="*/ 179165 h 1849426"/>
              <a:gd name="connsiteX2321" fmla="*/ 2397246 w 6386648"/>
              <a:gd name="connsiteY2321" fmla="*/ 197189 h 1849426"/>
              <a:gd name="connsiteX2322" fmla="*/ 2379221 w 6386648"/>
              <a:gd name="connsiteY2322" fmla="*/ 215214 h 1849426"/>
              <a:gd name="connsiteX2323" fmla="*/ 2361197 w 6386648"/>
              <a:gd name="connsiteY2323" fmla="*/ 197189 h 1849426"/>
              <a:gd name="connsiteX2324" fmla="*/ 2379221 w 6386648"/>
              <a:gd name="connsiteY2324" fmla="*/ 179165 h 1849426"/>
              <a:gd name="connsiteX2325" fmla="*/ 2253050 w 6386648"/>
              <a:gd name="connsiteY2325" fmla="*/ 179165 h 1849426"/>
              <a:gd name="connsiteX2326" fmla="*/ 2271075 w 6386648"/>
              <a:gd name="connsiteY2326" fmla="*/ 197189 h 1849426"/>
              <a:gd name="connsiteX2327" fmla="*/ 2253050 w 6386648"/>
              <a:gd name="connsiteY2327" fmla="*/ 215214 h 1849426"/>
              <a:gd name="connsiteX2328" fmla="*/ 2235026 w 6386648"/>
              <a:gd name="connsiteY2328" fmla="*/ 197189 h 1849426"/>
              <a:gd name="connsiteX2329" fmla="*/ 2253050 w 6386648"/>
              <a:gd name="connsiteY2329" fmla="*/ 179165 h 1849426"/>
              <a:gd name="connsiteX2330" fmla="*/ 624846 w 6386648"/>
              <a:gd name="connsiteY2330" fmla="*/ 179165 h 1849426"/>
              <a:gd name="connsiteX2331" fmla="*/ 642870 w 6386648"/>
              <a:gd name="connsiteY2331" fmla="*/ 197189 h 1849426"/>
              <a:gd name="connsiteX2332" fmla="*/ 624846 w 6386648"/>
              <a:gd name="connsiteY2332" fmla="*/ 215214 h 1849426"/>
              <a:gd name="connsiteX2333" fmla="*/ 606821 w 6386648"/>
              <a:gd name="connsiteY2333" fmla="*/ 197189 h 1849426"/>
              <a:gd name="connsiteX2334" fmla="*/ 624846 w 6386648"/>
              <a:gd name="connsiteY2334" fmla="*/ 179165 h 1849426"/>
              <a:gd name="connsiteX2335" fmla="*/ 6116281 w 6386648"/>
              <a:gd name="connsiteY2335" fmla="*/ 167148 h 1849426"/>
              <a:gd name="connsiteX2336" fmla="*/ 6134306 w 6386648"/>
              <a:gd name="connsiteY2336" fmla="*/ 185173 h 1849426"/>
              <a:gd name="connsiteX2337" fmla="*/ 6116281 w 6386648"/>
              <a:gd name="connsiteY2337" fmla="*/ 203197 h 1849426"/>
              <a:gd name="connsiteX2338" fmla="*/ 6098257 w 6386648"/>
              <a:gd name="connsiteY2338" fmla="*/ 185173 h 1849426"/>
              <a:gd name="connsiteX2339" fmla="*/ 6116281 w 6386648"/>
              <a:gd name="connsiteY2339" fmla="*/ 167148 h 1849426"/>
              <a:gd name="connsiteX2340" fmla="*/ 5311191 w 6386648"/>
              <a:gd name="connsiteY2340" fmla="*/ 167148 h 1849426"/>
              <a:gd name="connsiteX2341" fmla="*/ 5329216 w 6386648"/>
              <a:gd name="connsiteY2341" fmla="*/ 185173 h 1849426"/>
              <a:gd name="connsiteX2342" fmla="*/ 5311191 w 6386648"/>
              <a:gd name="connsiteY2342" fmla="*/ 203197 h 1849426"/>
              <a:gd name="connsiteX2343" fmla="*/ 5293167 w 6386648"/>
              <a:gd name="connsiteY2343" fmla="*/ 185173 h 1849426"/>
              <a:gd name="connsiteX2344" fmla="*/ 5311191 w 6386648"/>
              <a:gd name="connsiteY2344" fmla="*/ 167148 h 1849426"/>
              <a:gd name="connsiteX2345" fmla="*/ 3508750 w 6386648"/>
              <a:gd name="connsiteY2345" fmla="*/ 167148 h 1849426"/>
              <a:gd name="connsiteX2346" fmla="*/ 3526775 w 6386648"/>
              <a:gd name="connsiteY2346" fmla="*/ 185173 h 1849426"/>
              <a:gd name="connsiteX2347" fmla="*/ 3508750 w 6386648"/>
              <a:gd name="connsiteY2347" fmla="*/ 203197 h 1849426"/>
              <a:gd name="connsiteX2348" fmla="*/ 3490726 w 6386648"/>
              <a:gd name="connsiteY2348" fmla="*/ 185173 h 1849426"/>
              <a:gd name="connsiteX2349" fmla="*/ 3508750 w 6386648"/>
              <a:gd name="connsiteY2349" fmla="*/ 167148 h 1849426"/>
              <a:gd name="connsiteX2350" fmla="*/ 1820464 w 6386648"/>
              <a:gd name="connsiteY2350" fmla="*/ 167148 h 1849426"/>
              <a:gd name="connsiteX2351" fmla="*/ 1838489 w 6386648"/>
              <a:gd name="connsiteY2351" fmla="*/ 185173 h 1849426"/>
              <a:gd name="connsiteX2352" fmla="*/ 1820464 w 6386648"/>
              <a:gd name="connsiteY2352" fmla="*/ 203197 h 1849426"/>
              <a:gd name="connsiteX2353" fmla="*/ 1802440 w 6386648"/>
              <a:gd name="connsiteY2353" fmla="*/ 185173 h 1849426"/>
              <a:gd name="connsiteX2354" fmla="*/ 1820464 w 6386648"/>
              <a:gd name="connsiteY2354" fmla="*/ 167148 h 1849426"/>
              <a:gd name="connsiteX2355" fmla="*/ 1423927 w 6386648"/>
              <a:gd name="connsiteY2355" fmla="*/ 167148 h 1849426"/>
              <a:gd name="connsiteX2356" fmla="*/ 1441952 w 6386648"/>
              <a:gd name="connsiteY2356" fmla="*/ 185173 h 1849426"/>
              <a:gd name="connsiteX2357" fmla="*/ 1423927 w 6386648"/>
              <a:gd name="connsiteY2357" fmla="*/ 203197 h 1849426"/>
              <a:gd name="connsiteX2358" fmla="*/ 1405903 w 6386648"/>
              <a:gd name="connsiteY2358" fmla="*/ 185173 h 1849426"/>
              <a:gd name="connsiteX2359" fmla="*/ 1423927 w 6386648"/>
              <a:gd name="connsiteY2359" fmla="*/ 167148 h 1849426"/>
              <a:gd name="connsiteX2360" fmla="*/ 5100906 w 6386648"/>
              <a:gd name="connsiteY2360" fmla="*/ 161140 h 1849426"/>
              <a:gd name="connsiteX2361" fmla="*/ 5118931 w 6386648"/>
              <a:gd name="connsiteY2361" fmla="*/ 179164 h 1849426"/>
              <a:gd name="connsiteX2362" fmla="*/ 5100906 w 6386648"/>
              <a:gd name="connsiteY2362" fmla="*/ 197189 h 1849426"/>
              <a:gd name="connsiteX2363" fmla="*/ 5082882 w 6386648"/>
              <a:gd name="connsiteY2363" fmla="*/ 179164 h 1849426"/>
              <a:gd name="connsiteX2364" fmla="*/ 5100906 w 6386648"/>
              <a:gd name="connsiteY2364" fmla="*/ 161140 h 1849426"/>
              <a:gd name="connsiteX2365" fmla="*/ 1189610 w 6386648"/>
              <a:gd name="connsiteY2365" fmla="*/ 161140 h 1849426"/>
              <a:gd name="connsiteX2366" fmla="*/ 1207635 w 6386648"/>
              <a:gd name="connsiteY2366" fmla="*/ 179164 h 1849426"/>
              <a:gd name="connsiteX2367" fmla="*/ 1189610 w 6386648"/>
              <a:gd name="connsiteY2367" fmla="*/ 197189 h 1849426"/>
              <a:gd name="connsiteX2368" fmla="*/ 1171586 w 6386648"/>
              <a:gd name="connsiteY2368" fmla="*/ 179164 h 1849426"/>
              <a:gd name="connsiteX2369" fmla="*/ 1189610 w 6386648"/>
              <a:gd name="connsiteY2369" fmla="*/ 161140 h 1849426"/>
              <a:gd name="connsiteX2370" fmla="*/ 492666 w 6386648"/>
              <a:gd name="connsiteY2370" fmla="*/ 161140 h 1849426"/>
              <a:gd name="connsiteX2371" fmla="*/ 510691 w 6386648"/>
              <a:gd name="connsiteY2371" fmla="*/ 179164 h 1849426"/>
              <a:gd name="connsiteX2372" fmla="*/ 492666 w 6386648"/>
              <a:gd name="connsiteY2372" fmla="*/ 197189 h 1849426"/>
              <a:gd name="connsiteX2373" fmla="*/ 474642 w 6386648"/>
              <a:gd name="connsiteY2373" fmla="*/ 179164 h 1849426"/>
              <a:gd name="connsiteX2374" fmla="*/ 492666 w 6386648"/>
              <a:gd name="connsiteY2374" fmla="*/ 161140 h 1849426"/>
              <a:gd name="connsiteX2375" fmla="*/ 132178 w 6386648"/>
              <a:gd name="connsiteY2375" fmla="*/ 161140 h 1849426"/>
              <a:gd name="connsiteX2376" fmla="*/ 150203 w 6386648"/>
              <a:gd name="connsiteY2376" fmla="*/ 179164 h 1849426"/>
              <a:gd name="connsiteX2377" fmla="*/ 132178 w 6386648"/>
              <a:gd name="connsiteY2377" fmla="*/ 197189 h 1849426"/>
              <a:gd name="connsiteX2378" fmla="*/ 114154 w 6386648"/>
              <a:gd name="connsiteY2378" fmla="*/ 179164 h 1849426"/>
              <a:gd name="connsiteX2379" fmla="*/ 132178 w 6386648"/>
              <a:gd name="connsiteY2379" fmla="*/ 161140 h 1849426"/>
              <a:gd name="connsiteX2380" fmla="*/ 4968727 w 6386648"/>
              <a:gd name="connsiteY2380" fmla="*/ 155132 h 1849426"/>
              <a:gd name="connsiteX2381" fmla="*/ 4986752 w 6386648"/>
              <a:gd name="connsiteY2381" fmla="*/ 173156 h 1849426"/>
              <a:gd name="connsiteX2382" fmla="*/ 4968727 w 6386648"/>
              <a:gd name="connsiteY2382" fmla="*/ 191181 h 1849426"/>
              <a:gd name="connsiteX2383" fmla="*/ 4950702 w 6386648"/>
              <a:gd name="connsiteY2383" fmla="*/ 173156 h 1849426"/>
              <a:gd name="connsiteX2384" fmla="*/ 4968727 w 6386648"/>
              <a:gd name="connsiteY2384" fmla="*/ 155132 h 1849426"/>
              <a:gd name="connsiteX2385" fmla="*/ 3634921 w 6386648"/>
              <a:gd name="connsiteY2385" fmla="*/ 155132 h 1849426"/>
              <a:gd name="connsiteX2386" fmla="*/ 3652946 w 6386648"/>
              <a:gd name="connsiteY2386" fmla="*/ 173156 h 1849426"/>
              <a:gd name="connsiteX2387" fmla="*/ 3634921 w 6386648"/>
              <a:gd name="connsiteY2387" fmla="*/ 191181 h 1849426"/>
              <a:gd name="connsiteX2388" fmla="*/ 3616897 w 6386648"/>
              <a:gd name="connsiteY2388" fmla="*/ 173156 h 1849426"/>
              <a:gd name="connsiteX2389" fmla="*/ 3634921 w 6386648"/>
              <a:gd name="connsiteY2389" fmla="*/ 155132 h 1849426"/>
              <a:gd name="connsiteX2390" fmla="*/ 2493375 w 6386648"/>
              <a:gd name="connsiteY2390" fmla="*/ 155132 h 1849426"/>
              <a:gd name="connsiteX2391" fmla="*/ 2511400 w 6386648"/>
              <a:gd name="connsiteY2391" fmla="*/ 173156 h 1849426"/>
              <a:gd name="connsiteX2392" fmla="*/ 2493375 w 6386648"/>
              <a:gd name="connsiteY2392" fmla="*/ 191181 h 1849426"/>
              <a:gd name="connsiteX2393" fmla="*/ 2475351 w 6386648"/>
              <a:gd name="connsiteY2393" fmla="*/ 173156 h 1849426"/>
              <a:gd name="connsiteX2394" fmla="*/ 2493375 w 6386648"/>
              <a:gd name="connsiteY2394" fmla="*/ 155132 h 1849426"/>
              <a:gd name="connsiteX2395" fmla="*/ 1922603 w 6386648"/>
              <a:gd name="connsiteY2395" fmla="*/ 155132 h 1849426"/>
              <a:gd name="connsiteX2396" fmla="*/ 1940628 w 6386648"/>
              <a:gd name="connsiteY2396" fmla="*/ 173156 h 1849426"/>
              <a:gd name="connsiteX2397" fmla="*/ 1922603 w 6386648"/>
              <a:gd name="connsiteY2397" fmla="*/ 191181 h 1849426"/>
              <a:gd name="connsiteX2398" fmla="*/ 1904579 w 6386648"/>
              <a:gd name="connsiteY2398" fmla="*/ 173156 h 1849426"/>
              <a:gd name="connsiteX2399" fmla="*/ 1922603 w 6386648"/>
              <a:gd name="connsiteY2399" fmla="*/ 155132 h 1849426"/>
              <a:gd name="connsiteX2400" fmla="*/ 919244 w 6386648"/>
              <a:gd name="connsiteY2400" fmla="*/ 155132 h 1849426"/>
              <a:gd name="connsiteX2401" fmla="*/ 937269 w 6386648"/>
              <a:gd name="connsiteY2401" fmla="*/ 173156 h 1849426"/>
              <a:gd name="connsiteX2402" fmla="*/ 919244 w 6386648"/>
              <a:gd name="connsiteY2402" fmla="*/ 191181 h 1849426"/>
              <a:gd name="connsiteX2403" fmla="*/ 901220 w 6386648"/>
              <a:gd name="connsiteY2403" fmla="*/ 173156 h 1849426"/>
              <a:gd name="connsiteX2404" fmla="*/ 919244 w 6386648"/>
              <a:gd name="connsiteY2404" fmla="*/ 155132 h 1849426"/>
              <a:gd name="connsiteX2405" fmla="*/ 5905996 w 6386648"/>
              <a:gd name="connsiteY2405" fmla="*/ 149124 h 1849426"/>
              <a:gd name="connsiteX2406" fmla="*/ 5924021 w 6386648"/>
              <a:gd name="connsiteY2406" fmla="*/ 167148 h 1849426"/>
              <a:gd name="connsiteX2407" fmla="*/ 5905996 w 6386648"/>
              <a:gd name="connsiteY2407" fmla="*/ 185173 h 1849426"/>
              <a:gd name="connsiteX2408" fmla="*/ 5887972 w 6386648"/>
              <a:gd name="connsiteY2408" fmla="*/ 167148 h 1849426"/>
              <a:gd name="connsiteX2409" fmla="*/ 5905996 w 6386648"/>
              <a:gd name="connsiteY2409" fmla="*/ 149124 h 1849426"/>
              <a:gd name="connsiteX2410" fmla="*/ 4644288 w 6386648"/>
              <a:gd name="connsiteY2410" fmla="*/ 149124 h 1849426"/>
              <a:gd name="connsiteX2411" fmla="*/ 4662313 w 6386648"/>
              <a:gd name="connsiteY2411" fmla="*/ 167148 h 1849426"/>
              <a:gd name="connsiteX2412" fmla="*/ 4644288 w 6386648"/>
              <a:gd name="connsiteY2412" fmla="*/ 185173 h 1849426"/>
              <a:gd name="connsiteX2413" fmla="*/ 4626264 w 6386648"/>
              <a:gd name="connsiteY2413" fmla="*/ 167148 h 1849426"/>
              <a:gd name="connsiteX2414" fmla="*/ 4644288 w 6386648"/>
              <a:gd name="connsiteY2414" fmla="*/ 149124 h 1849426"/>
              <a:gd name="connsiteX2415" fmla="*/ 2126880 w 6386648"/>
              <a:gd name="connsiteY2415" fmla="*/ 149124 h 1849426"/>
              <a:gd name="connsiteX2416" fmla="*/ 2144904 w 6386648"/>
              <a:gd name="connsiteY2416" fmla="*/ 167148 h 1849426"/>
              <a:gd name="connsiteX2417" fmla="*/ 2126880 w 6386648"/>
              <a:gd name="connsiteY2417" fmla="*/ 185173 h 1849426"/>
              <a:gd name="connsiteX2418" fmla="*/ 2108855 w 6386648"/>
              <a:gd name="connsiteY2418" fmla="*/ 167148 h 1849426"/>
              <a:gd name="connsiteX2419" fmla="*/ 2126880 w 6386648"/>
              <a:gd name="connsiteY2419" fmla="*/ 149124 h 1849426"/>
              <a:gd name="connsiteX2420" fmla="*/ 799081 w 6386648"/>
              <a:gd name="connsiteY2420" fmla="*/ 149124 h 1849426"/>
              <a:gd name="connsiteX2421" fmla="*/ 817106 w 6386648"/>
              <a:gd name="connsiteY2421" fmla="*/ 167148 h 1849426"/>
              <a:gd name="connsiteX2422" fmla="*/ 799081 w 6386648"/>
              <a:gd name="connsiteY2422" fmla="*/ 185173 h 1849426"/>
              <a:gd name="connsiteX2423" fmla="*/ 781057 w 6386648"/>
              <a:gd name="connsiteY2423" fmla="*/ 167148 h 1849426"/>
              <a:gd name="connsiteX2424" fmla="*/ 799081 w 6386648"/>
              <a:gd name="connsiteY2424" fmla="*/ 149124 h 1849426"/>
              <a:gd name="connsiteX2425" fmla="*/ 366495 w 6386648"/>
              <a:gd name="connsiteY2425" fmla="*/ 149124 h 1849426"/>
              <a:gd name="connsiteX2426" fmla="*/ 384520 w 6386648"/>
              <a:gd name="connsiteY2426" fmla="*/ 167148 h 1849426"/>
              <a:gd name="connsiteX2427" fmla="*/ 366495 w 6386648"/>
              <a:gd name="connsiteY2427" fmla="*/ 185173 h 1849426"/>
              <a:gd name="connsiteX2428" fmla="*/ 348471 w 6386648"/>
              <a:gd name="connsiteY2428" fmla="*/ 167148 h 1849426"/>
              <a:gd name="connsiteX2429" fmla="*/ 366495 w 6386648"/>
              <a:gd name="connsiteY2429" fmla="*/ 149124 h 1849426"/>
              <a:gd name="connsiteX2430" fmla="*/ 4758442 w 6386648"/>
              <a:gd name="connsiteY2430" fmla="*/ 143116 h 1849426"/>
              <a:gd name="connsiteX2431" fmla="*/ 4776467 w 6386648"/>
              <a:gd name="connsiteY2431" fmla="*/ 161140 h 1849426"/>
              <a:gd name="connsiteX2432" fmla="*/ 4758442 w 6386648"/>
              <a:gd name="connsiteY2432" fmla="*/ 179165 h 1849426"/>
              <a:gd name="connsiteX2433" fmla="*/ 4740417 w 6386648"/>
              <a:gd name="connsiteY2433" fmla="*/ 161140 h 1849426"/>
              <a:gd name="connsiteX2434" fmla="*/ 4758442 w 6386648"/>
              <a:gd name="connsiteY2434" fmla="*/ 143116 h 1849426"/>
              <a:gd name="connsiteX2435" fmla="*/ 3226368 w 6386648"/>
              <a:gd name="connsiteY2435" fmla="*/ 143116 h 1849426"/>
              <a:gd name="connsiteX2436" fmla="*/ 3244393 w 6386648"/>
              <a:gd name="connsiteY2436" fmla="*/ 161140 h 1849426"/>
              <a:gd name="connsiteX2437" fmla="*/ 3226368 w 6386648"/>
              <a:gd name="connsiteY2437" fmla="*/ 179165 h 1849426"/>
              <a:gd name="connsiteX2438" fmla="*/ 3208343 w 6386648"/>
              <a:gd name="connsiteY2438" fmla="*/ 161140 h 1849426"/>
              <a:gd name="connsiteX2439" fmla="*/ 3226368 w 6386648"/>
              <a:gd name="connsiteY2439" fmla="*/ 143116 h 1849426"/>
              <a:gd name="connsiteX2440" fmla="*/ 4235735 w 6386648"/>
              <a:gd name="connsiteY2440" fmla="*/ 131100 h 1849426"/>
              <a:gd name="connsiteX2441" fmla="*/ 4253760 w 6386648"/>
              <a:gd name="connsiteY2441" fmla="*/ 149124 h 1849426"/>
              <a:gd name="connsiteX2442" fmla="*/ 4235735 w 6386648"/>
              <a:gd name="connsiteY2442" fmla="*/ 167149 h 1849426"/>
              <a:gd name="connsiteX2443" fmla="*/ 4217711 w 6386648"/>
              <a:gd name="connsiteY2443" fmla="*/ 149124 h 1849426"/>
              <a:gd name="connsiteX2444" fmla="*/ 4235735 w 6386648"/>
              <a:gd name="connsiteY2444" fmla="*/ 131100 h 1849426"/>
              <a:gd name="connsiteX2445" fmla="*/ 1057431 w 6386648"/>
              <a:gd name="connsiteY2445" fmla="*/ 131100 h 1849426"/>
              <a:gd name="connsiteX2446" fmla="*/ 1075456 w 6386648"/>
              <a:gd name="connsiteY2446" fmla="*/ 149124 h 1849426"/>
              <a:gd name="connsiteX2447" fmla="*/ 1057431 w 6386648"/>
              <a:gd name="connsiteY2447" fmla="*/ 167149 h 1849426"/>
              <a:gd name="connsiteX2448" fmla="*/ 1039407 w 6386648"/>
              <a:gd name="connsiteY2448" fmla="*/ 149124 h 1849426"/>
              <a:gd name="connsiteX2449" fmla="*/ 1057431 w 6386648"/>
              <a:gd name="connsiteY2449" fmla="*/ 131100 h 1849426"/>
              <a:gd name="connsiteX2450" fmla="*/ 4536141 w 6386648"/>
              <a:gd name="connsiteY2450" fmla="*/ 119083 h 1849426"/>
              <a:gd name="connsiteX2451" fmla="*/ 4554166 w 6386648"/>
              <a:gd name="connsiteY2451" fmla="*/ 137107 h 1849426"/>
              <a:gd name="connsiteX2452" fmla="*/ 4536141 w 6386648"/>
              <a:gd name="connsiteY2452" fmla="*/ 155132 h 1849426"/>
              <a:gd name="connsiteX2453" fmla="*/ 4518117 w 6386648"/>
              <a:gd name="connsiteY2453" fmla="*/ 137107 h 1849426"/>
              <a:gd name="connsiteX2454" fmla="*/ 4536141 w 6386648"/>
              <a:gd name="connsiteY2454" fmla="*/ 119083 h 1849426"/>
              <a:gd name="connsiteX2455" fmla="*/ 4361905 w 6386648"/>
              <a:gd name="connsiteY2455" fmla="*/ 119083 h 1849426"/>
              <a:gd name="connsiteX2456" fmla="*/ 4379930 w 6386648"/>
              <a:gd name="connsiteY2456" fmla="*/ 137107 h 1849426"/>
              <a:gd name="connsiteX2457" fmla="*/ 4361905 w 6386648"/>
              <a:gd name="connsiteY2457" fmla="*/ 155132 h 1849426"/>
              <a:gd name="connsiteX2458" fmla="*/ 4343881 w 6386648"/>
              <a:gd name="connsiteY2458" fmla="*/ 137107 h 1849426"/>
              <a:gd name="connsiteX2459" fmla="*/ 4361905 w 6386648"/>
              <a:gd name="connsiteY2459" fmla="*/ 119083 h 1849426"/>
              <a:gd name="connsiteX2460" fmla="*/ 6020151 w 6386648"/>
              <a:gd name="connsiteY2460" fmla="*/ 113075 h 1849426"/>
              <a:gd name="connsiteX2461" fmla="*/ 6038176 w 6386648"/>
              <a:gd name="connsiteY2461" fmla="*/ 131099 h 1849426"/>
              <a:gd name="connsiteX2462" fmla="*/ 6020151 w 6386648"/>
              <a:gd name="connsiteY2462" fmla="*/ 149124 h 1849426"/>
              <a:gd name="connsiteX2463" fmla="*/ 6002126 w 6386648"/>
              <a:gd name="connsiteY2463" fmla="*/ 131099 h 1849426"/>
              <a:gd name="connsiteX2464" fmla="*/ 6020151 w 6386648"/>
              <a:gd name="connsiteY2464" fmla="*/ 113075 h 1849426"/>
              <a:gd name="connsiteX2465" fmla="*/ 5209053 w 6386648"/>
              <a:gd name="connsiteY2465" fmla="*/ 113075 h 1849426"/>
              <a:gd name="connsiteX2466" fmla="*/ 5227078 w 6386648"/>
              <a:gd name="connsiteY2466" fmla="*/ 131099 h 1849426"/>
              <a:gd name="connsiteX2467" fmla="*/ 5209053 w 6386648"/>
              <a:gd name="connsiteY2467" fmla="*/ 149124 h 1849426"/>
              <a:gd name="connsiteX2468" fmla="*/ 5191028 w 6386648"/>
              <a:gd name="connsiteY2468" fmla="*/ 131099 h 1849426"/>
              <a:gd name="connsiteX2469" fmla="*/ 5209053 w 6386648"/>
              <a:gd name="connsiteY2469" fmla="*/ 113075 h 1849426"/>
              <a:gd name="connsiteX2470" fmla="*/ 2865880 w 6386648"/>
              <a:gd name="connsiteY2470" fmla="*/ 113075 h 1849426"/>
              <a:gd name="connsiteX2471" fmla="*/ 2883905 w 6386648"/>
              <a:gd name="connsiteY2471" fmla="*/ 131099 h 1849426"/>
              <a:gd name="connsiteX2472" fmla="*/ 2865880 w 6386648"/>
              <a:gd name="connsiteY2472" fmla="*/ 149124 h 1849426"/>
              <a:gd name="connsiteX2473" fmla="*/ 2847855 w 6386648"/>
              <a:gd name="connsiteY2473" fmla="*/ 131099 h 1849426"/>
              <a:gd name="connsiteX2474" fmla="*/ 2865880 w 6386648"/>
              <a:gd name="connsiteY2474" fmla="*/ 113075 h 1849426"/>
              <a:gd name="connsiteX2475" fmla="*/ 2751725 w 6386648"/>
              <a:gd name="connsiteY2475" fmla="*/ 113075 h 1849426"/>
              <a:gd name="connsiteX2476" fmla="*/ 2769750 w 6386648"/>
              <a:gd name="connsiteY2476" fmla="*/ 131099 h 1849426"/>
              <a:gd name="connsiteX2477" fmla="*/ 2751725 w 6386648"/>
              <a:gd name="connsiteY2477" fmla="*/ 149124 h 1849426"/>
              <a:gd name="connsiteX2478" fmla="*/ 2733701 w 6386648"/>
              <a:gd name="connsiteY2478" fmla="*/ 131099 h 1849426"/>
              <a:gd name="connsiteX2479" fmla="*/ 2751725 w 6386648"/>
              <a:gd name="connsiteY2479" fmla="*/ 113075 h 1849426"/>
              <a:gd name="connsiteX2480" fmla="*/ 5797850 w 6386648"/>
              <a:gd name="connsiteY2480" fmla="*/ 107067 h 1849426"/>
              <a:gd name="connsiteX2481" fmla="*/ 5815875 w 6386648"/>
              <a:gd name="connsiteY2481" fmla="*/ 125092 h 1849426"/>
              <a:gd name="connsiteX2482" fmla="*/ 5797850 w 6386648"/>
              <a:gd name="connsiteY2482" fmla="*/ 143116 h 1849426"/>
              <a:gd name="connsiteX2483" fmla="*/ 5779826 w 6386648"/>
              <a:gd name="connsiteY2483" fmla="*/ 125092 h 1849426"/>
              <a:gd name="connsiteX2484" fmla="*/ 5797850 w 6386648"/>
              <a:gd name="connsiteY2484" fmla="*/ 107067 h 1849426"/>
              <a:gd name="connsiteX2485" fmla="*/ 4055491 w 6386648"/>
              <a:gd name="connsiteY2485" fmla="*/ 107067 h 1849426"/>
              <a:gd name="connsiteX2486" fmla="*/ 4073516 w 6386648"/>
              <a:gd name="connsiteY2486" fmla="*/ 125092 h 1849426"/>
              <a:gd name="connsiteX2487" fmla="*/ 4055491 w 6386648"/>
              <a:gd name="connsiteY2487" fmla="*/ 143116 h 1849426"/>
              <a:gd name="connsiteX2488" fmla="*/ 4037467 w 6386648"/>
              <a:gd name="connsiteY2488" fmla="*/ 125092 h 1849426"/>
              <a:gd name="connsiteX2489" fmla="*/ 4055491 w 6386648"/>
              <a:gd name="connsiteY2489" fmla="*/ 107067 h 1849426"/>
              <a:gd name="connsiteX2490" fmla="*/ 3917303 w 6386648"/>
              <a:gd name="connsiteY2490" fmla="*/ 107067 h 1849426"/>
              <a:gd name="connsiteX2491" fmla="*/ 3935328 w 6386648"/>
              <a:gd name="connsiteY2491" fmla="*/ 125092 h 1849426"/>
              <a:gd name="connsiteX2492" fmla="*/ 3917303 w 6386648"/>
              <a:gd name="connsiteY2492" fmla="*/ 143116 h 1849426"/>
              <a:gd name="connsiteX2493" fmla="*/ 3899278 w 6386648"/>
              <a:gd name="connsiteY2493" fmla="*/ 125092 h 1849426"/>
              <a:gd name="connsiteX2494" fmla="*/ 3917303 w 6386648"/>
              <a:gd name="connsiteY2494" fmla="*/ 107067 h 1849426"/>
              <a:gd name="connsiteX2495" fmla="*/ 3346531 w 6386648"/>
              <a:gd name="connsiteY2495" fmla="*/ 107067 h 1849426"/>
              <a:gd name="connsiteX2496" fmla="*/ 3364556 w 6386648"/>
              <a:gd name="connsiteY2496" fmla="*/ 125092 h 1849426"/>
              <a:gd name="connsiteX2497" fmla="*/ 3346531 w 6386648"/>
              <a:gd name="connsiteY2497" fmla="*/ 143116 h 1849426"/>
              <a:gd name="connsiteX2498" fmla="*/ 3328506 w 6386648"/>
              <a:gd name="connsiteY2498" fmla="*/ 125092 h 1849426"/>
              <a:gd name="connsiteX2499" fmla="*/ 3346531 w 6386648"/>
              <a:gd name="connsiteY2499" fmla="*/ 107067 h 1849426"/>
              <a:gd name="connsiteX2500" fmla="*/ 2024741 w 6386648"/>
              <a:gd name="connsiteY2500" fmla="*/ 107067 h 1849426"/>
              <a:gd name="connsiteX2501" fmla="*/ 2042766 w 6386648"/>
              <a:gd name="connsiteY2501" fmla="*/ 125092 h 1849426"/>
              <a:gd name="connsiteX2502" fmla="*/ 2024741 w 6386648"/>
              <a:gd name="connsiteY2502" fmla="*/ 143116 h 1849426"/>
              <a:gd name="connsiteX2503" fmla="*/ 2006717 w 6386648"/>
              <a:gd name="connsiteY2503" fmla="*/ 125092 h 1849426"/>
              <a:gd name="connsiteX2504" fmla="*/ 2024741 w 6386648"/>
              <a:gd name="connsiteY2504" fmla="*/ 107067 h 1849426"/>
              <a:gd name="connsiteX2505" fmla="*/ 240325 w 6386648"/>
              <a:gd name="connsiteY2505" fmla="*/ 107067 h 1849426"/>
              <a:gd name="connsiteX2506" fmla="*/ 258350 w 6386648"/>
              <a:gd name="connsiteY2506" fmla="*/ 125092 h 1849426"/>
              <a:gd name="connsiteX2507" fmla="*/ 240325 w 6386648"/>
              <a:gd name="connsiteY2507" fmla="*/ 143116 h 1849426"/>
              <a:gd name="connsiteX2508" fmla="*/ 222301 w 6386648"/>
              <a:gd name="connsiteY2508" fmla="*/ 125092 h 1849426"/>
              <a:gd name="connsiteX2509" fmla="*/ 240325 w 6386648"/>
              <a:gd name="connsiteY2509" fmla="*/ 107067 h 1849426"/>
              <a:gd name="connsiteX2510" fmla="*/ 3761092 w 6386648"/>
              <a:gd name="connsiteY2510" fmla="*/ 101059 h 1849426"/>
              <a:gd name="connsiteX2511" fmla="*/ 3779117 w 6386648"/>
              <a:gd name="connsiteY2511" fmla="*/ 119083 h 1849426"/>
              <a:gd name="connsiteX2512" fmla="*/ 3761092 w 6386648"/>
              <a:gd name="connsiteY2512" fmla="*/ 137108 h 1849426"/>
              <a:gd name="connsiteX2513" fmla="*/ 3743068 w 6386648"/>
              <a:gd name="connsiteY2513" fmla="*/ 119083 h 1849426"/>
              <a:gd name="connsiteX2514" fmla="*/ 3761092 w 6386648"/>
              <a:gd name="connsiteY2514" fmla="*/ 101059 h 1849426"/>
              <a:gd name="connsiteX2515" fmla="*/ 1706311 w 6386648"/>
              <a:gd name="connsiteY2515" fmla="*/ 101059 h 1849426"/>
              <a:gd name="connsiteX2516" fmla="*/ 1724335 w 6386648"/>
              <a:gd name="connsiteY2516" fmla="*/ 119083 h 1849426"/>
              <a:gd name="connsiteX2517" fmla="*/ 1706311 w 6386648"/>
              <a:gd name="connsiteY2517" fmla="*/ 137108 h 1849426"/>
              <a:gd name="connsiteX2518" fmla="*/ 1688286 w 6386648"/>
              <a:gd name="connsiteY2518" fmla="*/ 119083 h 1849426"/>
              <a:gd name="connsiteX2519" fmla="*/ 1706311 w 6386648"/>
              <a:gd name="connsiteY2519" fmla="*/ 101059 h 1849426"/>
              <a:gd name="connsiteX2520" fmla="*/ 1574131 w 6386648"/>
              <a:gd name="connsiteY2520" fmla="*/ 101059 h 1849426"/>
              <a:gd name="connsiteX2521" fmla="*/ 1592156 w 6386648"/>
              <a:gd name="connsiteY2521" fmla="*/ 119083 h 1849426"/>
              <a:gd name="connsiteX2522" fmla="*/ 1574131 w 6386648"/>
              <a:gd name="connsiteY2522" fmla="*/ 137108 h 1849426"/>
              <a:gd name="connsiteX2523" fmla="*/ 1556107 w 6386648"/>
              <a:gd name="connsiteY2523" fmla="*/ 119083 h 1849426"/>
              <a:gd name="connsiteX2524" fmla="*/ 1574131 w 6386648"/>
              <a:gd name="connsiteY2524" fmla="*/ 101059 h 1849426"/>
              <a:gd name="connsiteX2525" fmla="*/ 5611598 w 6386648"/>
              <a:gd name="connsiteY2525" fmla="*/ 89043 h 1849426"/>
              <a:gd name="connsiteX2526" fmla="*/ 5629623 w 6386648"/>
              <a:gd name="connsiteY2526" fmla="*/ 107067 h 1849426"/>
              <a:gd name="connsiteX2527" fmla="*/ 5611598 w 6386648"/>
              <a:gd name="connsiteY2527" fmla="*/ 125092 h 1849426"/>
              <a:gd name="connsiteX2528" fmla="*/ 5593574 w 6386648"/>
              <a:gd name="connsiteY2528" fmla="*/ 107067 h 1849426"/>
              <a:gd name="connsiteX2529" fmla="*/ 5611598 w 6386648"/>
              <a:gd name="connsiteY2529" fmla="*/ 89043 h 1849426"/>
              <a:gd name="connsiteX2530" fmla="*/ 5419337 w 6386648"/>
              <a:gd name="connsiteY2530" fmla="*/ 89043 h 1849426"/>
              <a:gd name="connsiteX2531" fmla="*/ 5437362 w 6386648"/>
              <a:gd name="connsiteY2531" fmla="*/ 107067 h 1849426"/>
              <a:gd name="connsiteX2532" fmla="*/ 5419337 w 6386648"/>
              <a:gd name="connsiteY2532" fmla="*/ 125092 h 1849426"/>
              <a:gd name="connsiteX2533" fmla="*/ 5401312 w 6386648"/>
              <a:gd name="connsiteY2533" fmla="*/ 107067 h 1849426"/>
              <a:gd name="connsiteX2534" fmla="*/ 5419337 w 6386648"/>
              <a:gd name="connsiteY2534" fmla="*/ 89043 h 1849426"/>
              <a:gd name="connsiteX2535" fmla="*/ 2992051 w 6386648"/>
              <a:gd name="connsiteY2535" fmla="*/ 89043 h 1849426"/>
              <a:gd name="connsiteX2536" fmla="*/ 3010076 w 6386648"/>
              <a:gd name="connsiteY2536" fmla="*/ 107067 h 1849426"/>
              <a:gd name="connsiteX2537" fmla="*/ 2992051 w 6386648"/>
              <a:gd name="connsiteY2537" fmla="*/ 125092 h 1849426"/>
              <a:gd name="connsiteX2538" fmla="*/ 2974027 w 6386648"/>
              <a:gd name="connsiteY2538" fmla="*/ 107067 h 1849426"/>
              <a:gd name="connsiteX2539" fmla="*/ 2992051 w 6386648"/>
              <a:gd name="connsiteY2539" fmla="*/ 89043 h 1849426"/>
              <a:gd name="connsiteX2540" fmla="*/ 6368623 w 6386648"/>
              <a:gd name="connsiteY2540" fmla="*/ 83034 h 1849426"/>
              <a:gd name="connsiteX2541" fmla="*/ 6386648 w 6386648"/>
              <a:gd name="connsiteY2541" fmla="*/ 101058 h 1849426"/>
              <a:gd name="connsiteX2542" fmla="*/ 6368623 w 6386648"/>
              <a:gd name="connsiteY2542" fmla="*/ 119083 h 1849426"/>
              <a:gd name="connsiteX2543" fmla="*/ 6350599 w 6386648"/>
              <a:gd name="connsiteY2543" fmla="*/ 101058 h 1849426"/>
              <a:gd name="connsiteX2544" fmla="*/ 6368623 w 6386648"/>
              <a:gd name="connsiteY2544" fmla="*/ 83034 h 1849426"/>
              <a:gd name="connsiteX2545" fmla="*/ 6242452 w 6386648"/>
              <a:gd name="connsiteY2545" fmla="*/ 83034 h 1849426"/>
              <a:gd name="connsiteX2546" fmla="*/ 6260477 w 6386648"/>
              <a:gd name="connsiteY2546" fmla="*/ 101058 h 1849426"/>
              <a:gd name="connsiteX2547" fmla="*/ 6242452 w 6386648"/>
              <a:gd name="connsiteY2547" fmla="*/ 119083 h 1849426"/>
              <a:gd name="connsiteX2548" fmla="*/ 6224428 w 6386648"/>
              <a:gd name="connsiteY2548" fmla="*/ 101058 h 1849426"/>
              <a:gd name="connsiteX2549" fmla="*/ 6242452 w 6386648"/>
              <a:gd name="connsiteY2549" fmla="*/ 83034 h 1849426"/>
              <a:gd name="connsiteX2550" fmla="*/ 4884613 w 6386648"/>
              <a:gd name="connsiteY2550" fmla="*/ 83034 h 1849426"/>
              <a:gd name="connsiteX2551" fmla="*/ 4902638 w 6386648"/>
              <a:gd name="connsiteY2551" fmla="*/ 101058 h 1849426"/>
              <a:gd name="connsiteX2552" fmla="*/ 4884613 w 6386648"/>
              <a:gd name="connsiteY2552" fmla="*/ 119083 h 1849426"/>
              <a:gd name="connsiteX2553" fmla="*/ 4866589 w 6386648"/>
              <a:gd name="connsiteY2553" fmla="*/ 101058 h 1849426"/>
              <a:gd name="connsiteX2554" fmla="*/ 4884613 w 6386648"/>
              <a:gd name="connsiteY2554" fmla="*/ 83034 h 1849426"/>
              <a:gd name="connsiteX2555" fmla="*/ 3118221 w 6386648"/>
              <a:gd name="connsiteY2555" fmla="*/ 83034 h 1849426"/>
              <a:gd name="connsiteX2556" fmla="*/ 3136246 w 6386648"/>
              <a:gd name="connsiteY2556" fmla="*/ 101058 h 1849426"/>
              <a:gd name="connsiteX2557" fmla="*/ 3118221 w 6386648"/>
              <a:gd name="connsiteY2557" fmla="*/ 119083 h 1849426"/>
              <a:gd name="connsiteX2558" fmla="*/ 3100197 w 6386648"/>
              <a:gd name="connsiteY2558" fmla="*/ 101058 h 1849426"/>
              <a:gd name="connsiteX2559" fmla="*/ 3118221 w 6386648"/>
              <a:gd name="connsiteY2559" fmla="*/ 83034 h 1849426"/>
              <a:gd name="connsiteX2560" fmla="*/ 2619546 w 6386648"/>
              <a:gd name="connsiteY2560" fmla="*/ 83034 h 1849426"/>
              <a:gd name="connsiteX2561" fmla="*/ 2637571 w 6386648"/>
              <a:gd name="connsiteY2561" fmla="*/ 101058 h 1849426"/>
              <a:gd name="connsiteX2562" fmla="*/ 2619546 w 6386648"/>
              <a:gd name="connsiteY2562" fmla="*/ 119083 h 1849426"/>
              <a:gd name="connsiteX2563" fmla="*/ 2601522 w 6386648"/>
              <a:gd name="connsiteY2563" fmla="*/ 101058 h 1849426"/>
              <a:gd name="connsiteX2564" fmla="*/ 2619546 w 6386648"/>
              <a:gd name="connsiteY2564" fmla="*/ 83034 h 1849426"/>
              <a:gd name="connsiteX2565" fmla="*/ 1291748 w 6386648"/>
              <a:gd name="connsiteY2565" fmla="*/ 83034 h 1849426"/>
              <a:gd name="connsiteX2566" fmla="*/ 1309773 w 6386648"/>
              <a:gd name="connsiteY2566" fmla="*/ 101058 h 1849426"/>
              <a:gd name="connsiteX2567" fmla="*/ 1291748 w 6386648"/>
              <a:gd name="connsiteY2567" fmla="*/ 119083 h 1849426"/>
              <a:gd name="connsiteX2568" fmla="*/ 1273724 w 6386648"/>
              <a:gd name="connsiteY2568" fmla="*/ 101058 h 1849426"/>
              <a:gd name="connsiteX2569" fmla="*/ 1291748 w 6386648"/>
              <a:gd name="connsiteY2569" fmla="*/ 83034 h 1849426"/>
              <a:gd name="connsiteX2570" fmla="*/ 702951 w 6386648"/>
              <a:gd name="connsiteY2570" fmla="*/ 83034 h 1849426"/>
              <a:gd name="connsiteX2571" fmla="*/ 720976 w 6386648"/>
              <a:gd name="connsiteY2571" fmla="*/ 101058 h 1849426"/>
              <a:gd name="connsiteX2572" fmla="*/ 702951 w 6386648"/>
              <a:gd name="connsiteY2572" fmla="*/ 119083 h 1849426"/>
              <a:gd name="connsiteX2573" fmla="*/ 684927 w 6386648"/>
              <a:gd name="connsiteY2573" fmla="*/ 101058 h 1849426"/>
              <a:gd name="connsiteX2574" fmla="*/ 702951 w 6386648"/>
              <a:gd name="connsiteY2574" fmla="*/ 83034 h 1849426"/>
              <a:gd name="connsiteX2575" fmla="*/ 2319139 w 6386648"/>
              <a:gd name="connsiteY2575" fmla="*/ 65010 h 1849426"/>
              <a:gd name="connsiteX2576" fmla="*/ 2337164 w 6386648"/>
              <a:gd name="connsiteY2576" fmla="*/ 83034 h 1849426"/>
              <a:gd name="connsiteX2577" fmla="*/ 2319139 w 6386648"/>
              <a:gd name="connsiteY2577" fmla="*/ 101059 h 1849426"/>
              <a:gd name="connsiteX2578" fmla="*/ 2301115 w 6386648"/>
              <a:gd name="connsiteY2578" fmla="*/ 83034 h 1849426"/>
              <a:gd name="connsiteX2579" fmla="*/ 2319139 w 6386648"/>
              <a:gd name="connsiteY2579" fmla="*/ 65010 h 1849426"/>
              <a:gd name="connsiteX2580" fmla="*/ 564765 w 6386648"/>
              <a:gd name="connsiteY2580" fmla="*/ 65010 h 1849426"/>
              <a:gd name="connsiteX2581" fmla="*/ 582789 w 6386648"/>
              <a:gd name="connsiteY2581" fmla="*/ 83034 h 1849426"/>
              <a:gd name="connsiteX2582" fmla="*/ 564765 w 6386648"/>
              <a:gd name="connsiteY2582" fmla="*/ 101059 h 1849426"/>
              <a:gd name="connsiteX2583" fmla="*/ 546740 w 6386648"/>
              <a:gd name="connsiteY2583" fmla="*/ 83034 h 1849426"/>
              <a:gd name="connsiteX2584" fmla="*/ 564765 w 6386648"/>
              <a:gd name="connsiteY2584" fmla="*/ 65010 h 1849426"/>
              <a:gd name="connsiteX2585" fmla="*/ 18024 w 6386648"/>
              <a:gd name="connsiteY2585" fmla="*/ 65010 h 1849426"/>
              <a:gd name="connsiteX2586" fmla="*/ 36049 w 6386648"/>
              <a:gd name="connsiteY2586" fmla="*/ 83034 h 1849426"/>
              <a:gd name="connsiteX2587" fmla="*/ 18024 w 6386648"/>
              <a:gd name="connsiteY2587" fmla="*/ 101059 h 1849426"/>
              <a:gd name="connsiteX2588" fmla="*/ 0 w 6386648"/>
              <a:gd name="connsiteY2588" fmla="*/ 83034 h 1849426"/>
              <a:gd name="connsiteX2589" fmla="*/ 18024 w 6386648"/>
              <a:gd name="connsiteY2589" fmla="*/ 65010 h 1849426"/>
              <a:gd name="connsiteX2590" fmla="*/ 5052841 w 6386648"/>
              <a:gd name="connsiteY2590" fmla="*/ 59002 h 1849426"/>
              <a:gd name="connsiteX2591" fmla="*/ 5070866 w 6386648"/>
              <a:gd name="connsiteY2591" fmla="*/ 77026 h 1849426"/>
              <a:gd name="connsiteX2592" fmla="*/ 5052841 w 6386648"/>
              <a:gd name="connsiteY2592" fmla="*/ 95051 h 1849426"/>
              <a:gd name="connsiteX2593" fmla="*/ 5034817 w 6386648"/>
              <a:gd name="connsiteY2593" fmla="*/ 77026 h 1849426"/>
              <a:gd name="connsiteX2594" fmla="*/ 5052841 w 6386648"/>
              <a:gd name="connsiteY2594" fmla="*/ 59002 h 1849426"/>
              <a:gd name="connsiteX2595" fmla="*/ 3490726 w 6386648"/>
              <a:gd name="connsiteY2595" fmla="*/ 59002 h 1849426"/>
              <a:gd name="connsiteX2596" fmla="*/ 3508751 w 6386648"/>
              <a:gd name="connsiteY2596" fmla="*/ 77026 h 1849426"/>
              <a:gd name="connsiteX2597" fmla="*/ 3490726 w 6386648"/>
              <a:gd name="connsiteY2597" fmla="*/ 95051 h 1849426"/>
              <a:gd name="connsiteX2598" fmla="*/ 3472702 w 6386648"/>
              <a:gd name="connsiteY2598" fmla="*/ 77026 h 1849426"/>
              <a:gd name="connsiteX2599" fmla="*/ 3490726 w 6386648"/>
              <a:gd name="connsiteY2599" fmla="*/ 59002 h 1849426"/>
              <a:gd name="connsiteX2600" fmla="*/ 1447960 w 6386648"/>
              <a:gd name="connsiteY2600" fmla="*/ 59002 h 1849426"/>
              <a:gd name="connsiteX2601" fmla="*/ 1465985 w 6386648"/>
              <a:gd name="connsiteY2601" fmla="*/ 77026 h 1849426"/>
              <a:gd name="connsiteX2602" fmla="*/ 1447960 w 6386648"/>
              <a:gd name="connsiteY2602" fmla="*/ 95051 h 1849426"/>
              <a:gd name="connsiteX2603" fmla="*/ 1429936 w 6386648"/>
              <a:gd name="connsiteY2603" fmla="*/ 77026 h 1849426"/>
              <a:gd name="connsiteX2604" fmla="*/ 1447960 w 6386648"/>
              <a:gd name="connsiteY2604" fmla="*/ 59002 h 1849426"/>
              <a:gd name="connsiteX2605" fmla="*/ 2192969 w 6386648"/>
              <a:gd name="connsiteY2605" fmla="*/ 46987 h 1849426"/>
              <a:gd name="connsiteX2606" fmla="*/ 2210994 w 6386648"/>
              <a:gd name="connsiteY2606" fmla="*/ 65012 h 1849426"/>
              <a:gd name="connsiteX2607" fmla="*/ 2192969 w 6386648"/>
              <a:gd name="connsiteY2607" fmla="*/ 83036 h 1849426"/>
              <a:gd name="connsiteX2608" fmla="*/ 2174945 w 6386648"/>
              <a:gd name="connsiteY2608" fmla="*/ 65012 h 1849426"/>
              <a:gd name="connsiteX2609" fmla="*/ 2192969 w 6386648"/>
              <a:gd name="connsiteY2609" fmla="*/ 46987 h 1849426"/>
              <a:gd name="connsiteX2610" fmla="*/ 4434003 w 6386648"/>
              <a:gd name="connsiteY2610" fmla="*/ 40979 h 1849426"/>
              <a:gd name="connsiteX2611" fmla="*/ 4452028 w 6386648"/>
              <a:gd name="connsiteY2611" fmla="*/ 59003 h 1849426"/>
              <a:gd name="connsiteX2612" fmla="*/ 4434003 w 6386648"/>
              <a:gd name="connsiteY2612" fmla="*/ 77028 h 1849426"/>
              <a:gd name="connsiteX2613" fmla="*/ 4415979 w 6386648"/>
              <a:gd name="connsiteY2613" fmla="*/ 59003 h 1849426"/>
              <a:gd name="connsiteX2614" fmla="*/ 4434003 w 6386648"/>
              <a:gd name="connsiteY2614" fmla="*/ 40979 h 1849426"/>
              <a:gd name="connsiteX2615" fmla="*/ 3616897 w 6386648"/>
              <a:gd name="connsiteY2615" fmla="*/ 40979 h 1849426"/>
              <a:gd name="connsiteX2616" fmla="*/ 3634922 w 6386648"/>
              <a:gd name="connsiteY2616" fmla="*/ 59003 h 1849426"/>
              <a:gd name="connsiteX2617" fmla="*/ 3616897 w 6386648"/>
              <a:gd name="connsiteY2617" fmla="*/ 77028 h 1849426"/>
              <a:gd name="connsiteX2618" fmla="*/ 3598872 w 6386648"/>
              <a:gd name="connsiteY2618" fmla="*/ 59003 h 1849426"/>
              <a:gd name="connsiteX2619" fmla="*/ 3616897 w 6386648"/>
              <a:gd name="connsiteY2619" fmla="*/ 40979 h 1849426"/>
              <a:gd name="connsiteX2620" fmla="*/ 1826473 w 6386648"/>
              <a:gd name="connsiteY2620" fmla="*/ 40979 h 1849426"/>
              <a:gd name="connsiteX2621" fmla="*/ 1844497 w 6386648"/>
              <a:gd name="connsiteY2621" fmla="*/ 59003 h 1849426"/>
              <a:gd name="connsiteX2622" fmla="*/ 1826473 w 6386648"/>
              <a:gd name="connsiteY2622" fmla="*/ 77028 h 1849426"/>
              <a:gd name="connsiteX2623" fmla="*/ 1808448 w 6386648"/>
              <a:gd name="connsiteY2623" fmla="*/ 59003 h 1849426"/>
              <a:gd name="connsiteX2624" fmla="*/ 1826473 w 6386648"/>
              <a:gd name="connsiteY2624" fmla="*/ 40979 h 1849426"/>
              <a:gd name="connsiteX2625" fmla="*/ 5942045 w 6386648"/>
              <a:gd name="connsiteY2625" fmla="*/ 34970 h 1849426"/>
              <a:gd name="connsiteX2626" fmla="*/ 5960070 w 6386648"/>
              <a:gd name="connsiteY2626" fmla="*/ 52994 h 1849426"/>
              <a:gd name="connsiteX2627" fmla="*/ 5942045 w 6386648"/>
              <a:gd name="connsiteY2627" fmla="*/ 71019 h 1849426"/>
              <a:gd name="connsiteX2628" fmla="*/ 5924021 w 6386648"/>
              <a:gd name="connsiteY2628" fmla="*/ 52994 h 1849426"/>
              <a:gd name="connsiteX2629" fmla="*/ 5942045 w 6386648"/>
              <a:gd name="connsiteY2629" fmla="*/ 34970 h 1849426"/>
              <a:gd name="connsiteX2630" fmla="*/ 5719744 w 6386648"/>
              <a:gd name="connsiteY2630" fmla="*/ 34970 h 1849426"/>
              <a:gd name="connsiteX2631" fmla="*/ 5737769 w 6386648"/>
              <a:gd name="connsiteY2631" fmla="*/ 52994 h 1849426"/>
              <a:gd name="connsiteX2632" fmla="*/ 5719744 w 6386648"/>
              <a:gd name="connsiteY2632" fmla="*/ 71019 h 1849426"/>
              <a:gd name="connsiteX2633" fmla="*/ 5701719 w 6386648"/>
              <a:gd name="connsiteY2633" fmla="*/ 52994 h 1849426"/>
              <a:gd name="connsiteX2634" fmla="*/ 5719744 w 6386648"/>
              <a:gd name="connsiteY2634" fmla="*/ 34970 h 1849426"/>
              <a:gd name="connsiteX2635" fmla="*/ 1171586 w 6386648"/>
              <a:gd name="connsiteY2635" fmla="*/ 34970 h 1849426"/>
              <a:gd name="connsiteX2636" fmla="*/ 1189611 w 6386648"/>
              <a:gd name="connsiteY2636" fmla="*/ 52994 h 1849426"/>
              <a:gd name="connsiteX2637" fmla="*/ 1171586 w 6386648"/>
              <a:gd name="connsiteY2637" fmla="*/ 71019 h 1849426"/>
              <a:gd name="connsiteX2638" fmla="*/ 1153562 w 6386648"/>
              <a:gd name="connsiteY2638" fmla="*/ 52994 h 1849426"/>
              <a:gd name="connsiteX2639" fmla="*/ 1171586 w 6386648"/>
              <a:gd name="connsiteY2639" fmla="*/ 34970 h 1849426"/>
              <a:gd name="connsiteX2640" fmla="*/ 937268 w 6386648"/>
              <a:gd name="connsiteY2640" fmla="*/ 34970 h 1849426"/>
              <a:gd name="connsiteX2641" fmla="*/ 955293 w 6386648"/>
              <a:gd name="connsiteY2641" fmla="*/ 52994 h 1849426"/>
              <a:gd name="connsiteX2642" fmla="*/ 937268 w 6386648"/>
              <a:gd name="connsiteY2642" fmla="*/ 71019 h 1849426"/>
              <a:gd name="connsiteX2643" fmla="*/ 919244 w 6386648"/>
              <a:gd name="connsiteY2643" fmla="*/ 52994 h 1849426"/>
              <a:gd name="connsiteX2644" fmla="*/ 937268 w 6386648"/>
              <a:gd name="connsiteY2644" fmla="*/ 34970 h 1849426"/>
              <a:gd name="connsiteX2645" fmla="*/ 426577 w 6386648"/>
              <a:gd name="connsiteY2645" fmla="*/ 34970 h 1849426"/>
              <a:gd name="connsiteX2646" fmla="*/ 444602 w 6386648"/>
              <a:gd name="connsiteY2646" fmla="*/ 52994 h 1849426"/>
              <a:gd name="connsiteX2647" fmla="*/ 426577 w 6386648"/>
              <a:gd name="connsiteY2647" fmla="*/ 71019 h 1849426"/>
              <a:gd name="connsiteX2648" fmla="*/ 408553 w 6386648"/>
              <a:gd name="connsiteY2648" fmla="*/ 52994 h 1849426"/>
              <a:gd name="connsiteX2649" fmla="*/ 426577 w 6386648"/>
              <a:gd name="connsiteY2649" fmla="*/ 34970 h 1849426"/>
              <a:gd name="connsiteX2650" fmla="*/ 6146322 w 6386648"/>
              <a:gd name="connsiteY2650" fmla="*/ 28962 h 1849426"/>
              <a:gd name="connsiteX2651" fmla="*/ 6164347 w 6386648"/>
              <a:gd name="connsiteY2651" fmla="*/ 46986 h 1849426"/>
              <a:gd name="connsiteX2652" fmla="*/ 6146322 w 6386648"/>
              <a:gd name="connsiteY2652" fmla="*/ 65011 h 1849426"/>
              <a:gd name="connsiteX2653" fmla="*/ 6128298 w 6386648"/>
              <a:gd name="connsiteY2653" fmla="*/ 46986 h 1849426"/>
              <a:gd name="connsiteX2654" fmla="*/ 6146322 w 6386648"/>
              <a:gd name="connsiteY2654" fmla="*/ 28962 h 1849426"/>
              <a:gd name="connsiteX2655" fmla="*/ 4776467 w 6386648"/>
              <a:gd name="connsiteY2655" fmla="*/ 28962 h 1849426"/>
              <a:gd name="connsiteX2656" fmla="*/ 4794492 w 6386648"/>
              <a:gd name="connsiteY2656" fmla="*/ 46986 h 1849426"/>
              <a:gd name="connsiteX2657" fmla="*/ 4776467 w 6386648"/>
              <a:gd name="connsiteY2657" fmla="*/ 65011 h 1849426"/>
              <a:gd name="connsiteX2658" fmla="*/ 4758443 w 6386648"/>
              <a:gd name="connsiteY2658" fmla="*/ 46986 h 1849426"/>
              <a:gd name="connsiteX2659" fmla="*/ 4776467 w 6386648"/>
              <a:gd name="connsiteY2659" fmla="*/ 28962 h 1849426"/>
              <a:gd name="connsiteX2660" fmla="*/ 2451318 w 6386648"/>
              <a:gd name="connsiteY2660" fmla="*/ 28962 h 1849426"/>
              <a:gd name="connsiteX2661" fmla="*/ 2469343 w 6386648"/>
              <a:gd name="connsiteY2661" fmla="*/ 46986 h 1849426"/>
              <a:gd name="connsiteX2662" fmla="*/ 2451318 w 6386648"/>
              <a:gd name="connsiteY2662" fmla="*/ 65011 h 1849426"/>
              <a:gd name="connsiteX2663" fmla="*/ 2433294 w 6386648"/>
              <a:gd name="connsiteY2663" fmla="*/ 46986 h 1849426"/>
              <a:gd name="connsiteX2664" fmla="*/ 2451318 w 6386648"/>
              <a:gd name="connsiteY2664" fmla="*/ 28962 h 1849426"/>
              <a:gd name="connsiteX2665" fmla="*/ 150203 w 6386648"/>
              <a:gd name="connsiteY2665" fmla="*/ 28962 h 1849426"/>
              <a:gd name="connsiteX2666" fmla="*/ 168228 w 6386648"/>
              <a:gd name="connsiteY2666" fmla="*/ 46986 h 1849426"/>
              <a:gd name="connsiteX2667" fmla="*/ 150203 w 6386648"/>
              <a:gd name="connsiteY2667" fmla="*/ 65011 h 1849426"/>
              <a:gd name="connsiteX2668" fmla="*/ 132179 w 6386648"/>
              <a:gd name="connsiteY2668" fmla="*/ 46986 h 1849426"/>
              <a:gd name="connsiteX2669" fmla="*/ 150203 w 6386648"/>
              <a:gd name="connsiteY2669" fmla="*/ 28962 h 1849426"/>
              <a:gd name="connsiteX2670" fmla="*/ 4277792 w 6386648"/>
              <a:gd name="connsiteY2670" fmla="*/ 22954 h 1849426"/>
              <a:gd name="connsiteX2671" fmla="*/ 4295817 w 6386648"/>
              <a:gd name="connsiteY2671" fmla="*/ 40978 h 1849426"/>
              <a:gd name="connsiteX2672" fmla="*/ 4277792 w 6386648"/>
              <a:gd name="connsiteY2672" fmla="*/ 59003 h 1849426"/>
              <a:gd name="connsiteX2673" fmla="*/ 4259767 w 6386648"/>
              <a:gd name="connsiteY2673" fmla="*/ 40978 h 1849426"/>
              <a:gd name="connsiteX2674" fmla="*/ 4277792 w 6386648"/>
              <a:gd name="connsiteY2674" fmla="*/ 22954 h 1849426"/>
              <a:gd name="connsiteX2675" fmla="*/ 4145613 w 6386648"/>
              <a:gd name="connsiteY2675" fmla="*/ 22954 h 1849426"/>
              <a:gd name="connsiteX2676" fmla="*/ 4163638 w 6386648"/>
              <a:gd name="connsiteY2676" fmla="*/ 40978 h 1849426"/>
              <a:gd name="connsiteX2677" fmla="*/ 4145613 w 6386648"/>
              <a:gd name="connsiteY2677" fmla="*/ 59003 h 1849426"/>
              <a:gd name="connsiteX2678" fmla="*/ 4127589 w 6386648"/>
              <a:gd name="connsiteY2678" fmla="*/ 40978 h 1849426"/>
              <a:gd name="connsiteX2679" fmla="*/ 4145613 w 6386648"/>
              <a:gd name="connsiteY2679" fmla="*/ 22954 h 1849426"/>
              <a:gd name="connsiteX2680" fmla="*/ 817106 w 6386648"/>
              <a:gd name="connsiteY2680" fmla="*/ 22954 h 1849426"/>
              <a:gd name="connsiteX2681" fmla="*/ 829123 w 6386648"/>
              <a:gd name="connsiteY2681" fmla="*/ 34970 h 1849426"/>
              <a:gd name="connsiteX2682" fmla="*/ 817106 w 6386648"/>
              <a:gd name="connsiteY2682" fmla="*/ 46987 h 1849426"/>
              <a:gd name="connsiteX2683" fmla="*/ 805090 w 6386648"/>
              <a:gd name="connsiteY2683" fmla="*/ 34970 h 1849426"/>
              <a:gd name="connsiteX2684" fmla="*/ 817106 w 6386648"/>
              <a:gd name="connsiteY2684" fmla="*/ 22954 h 1849426"/>
              <a:gd name="connsiteX2685" fmla="*/ 5491435 w 6386648"/>
              <a:gd name="connsiteY2685" fmla="*/ 16946 h 1849426"/>
              <a:gd name="connsiteX2686" fmla="*/ 5509460 w 6386648"/>
              <a:gd name="connsiteY2686" fmla="*/ 34971 h 1849426"/>
              <a:gd name="connsiteX2687" fmla="*/ 5491435 w 6386648"/>
              <a:gd name="connsiteY2687" fmla="*/ 52995 h 1849426"/>
              <a:gd name="connsiteX2688" fmla="*/ 5473411 w 6386648"/>
              <a:gd name="connsiteY2688" fmla="*/ 34971 h 1849426"/>
              <a:gd name="connsiteX2689" fmla="*/ 5491435 w 6386648"/>
              <a:gd name="connsiteY2689" fmla="*/ 16946 h 1849426"/>
              <a:gd name="connsiteX2690" fmla="*/ 5323207 w 6386648"/>
              <a:gd name="connsiteY2690" fmla="*/ 16946 h 1849426"/>
              <a:gd name="connsiteX2691" fmla="*/ 5341232 w 6386648"/>
              <a:gd name="connsiteY2691" fmla="*/ 34971 h 1849426"/>
              <a:gd name="connsiteX2692" fmla="*/ 5323207 w 6386648"/>
              <a:gd name="connsiteY2692" fmla="*/ 52995 h 1849426"/>
              <a:gd name="connsiteX2693" fmla="*/ 5305183 w 6386648"/>
              <a:gd name="connsiteY2693" fmla="*/ 34971 h 1849426"/>
              <a:gd name="connsiteX2694" fmla="*/ 5323207 w 6386648"/>
              <a:gd name="connsiteY2694" fmla="*/ 16946 h 1849426"/>
              <a:gd name="connsiteX2695" fmla="*/ 4632272 w 6386648"/>
              <a:gd name="connsiteY2695" fmla="*/ 16946 h 1849426"/>
              <a:gd name="connsiteX2696" fmla="*/ 4650297 w 6386648"/>
              <a:gd name="connsiteY2696" fmla="*/ 34971 h 1849426"/>
              <a:gd name="connsiteX2697" fmla="*/ 4632272 w 6386648"/>
              <a:gd name="connsiteY2697" fmla="*/ 52995 h 1849426"/>
              <a:gd name="connsiteX2698" fmla="*/ 4614248 w 6386648"/>
              <a:gd name="connsiteY2698" fmla="*/ 34971 h 1849426"/>
              <a:gd name="connsiteX2699" fmla="*/ 4632272 w 6386648"/>
              <a:gd name="connsiteY2699" fmla="*/ 16946 h 1849426"/>
              <a:gd name="connsiteX2700" fmla="*/ 3226368 w 6386648"/>
              <a:gd name="connsiteY2700" fmla="*/ 16946 h 1849426"/>
              <a:gd name="connsiteX2701" fmla="*/ 3244393 w 6386648"/>
              <a:gd name="connsiteY2701" fmla="*/ 34971 h 1849426"/>
              <a:gd name="connsiteX2702" fmla="*/ 3226368 w 6386648"/>
              <a:gd name="connsiteY2702" fmla="*/ 52995 h 1849426"/>
              <a:gd name="connsiteX2703" fmla="*/ 3208343 w 6386648"/>
              <a:gd name="connsiteY2703" fmla="*/ 34971 h 1849426"/>
              <a:gd name="connsiteX2704" fmla="*/ 3226368 w 6386648"/>
              <a:gd name="connsiteY2704" fmla="*/ 16946 h 1849426"/>
              <a:gd name="connsiteX2705" fmla="*/ 3983393 w 6386648"/>
              <a:gd name="connsiteY2705" fmla="*/ 10938 h 1849426"/>
              <a:gd name="connsiteX2706" fmla="*/ 4001418 w 6386648"/>
              <a:gd name="connsiteY2706" fmla="*/ 28962 h 1849426"/>
              <a:gd name="connsiteX2707" fmla="*/ 3983393 w 6386648"/>
              <a:gd name="connsiteY2707" fmla="*/ 46987 h 1849426"/>
              <a:gd name="connsiteX2708" fmla="*/ 3965369 w 6386648"/>
              <a:gd name="connsiteY2708" fmla="*/ 28962 h 1849426"/>
              <a:gd name="connsiteX2709" fmla="*/ 3983393 w 6386648"/>
              <a:gd name="connsiteY2709" fmla="*/ 10938 h 1849426"/>
              <a:gd name="connsiteX2710" fmla="*/ 1039407 w 6386648"/>
              <a:gd name="connsiteY2710" fmla="*/ 10938 h 1849426"/>
              <a:gd name="connsiteX2711" fmla="*/ 1057432 w 6386648"/>
              <a:gd name="connsiteY2711" fmla="*/ 28962 h 1849426"/>
              <a:gd name="connsiteX2712" fmla="*/ 1039407 w 6386648"/>
              <a:gd name="connsiteY2712" fmla="*/ 46987 h 1849426"/>
              <a:gd name="connsiteX2713" fmla="*/ 1021383 w 6386648"/>
              <a:gd name="connsiteY2713" fmla="*/ 28962 h 1849426"/>
              <a:gd name="connsiteX2714" fmla="*/ 1039407 w 6386648"/>
              <a:gd name="connsiteY2714" fmla="*/ 10938 h 1849426"/>
              <a:gd name="connsiteX2715" fmla="*/ 312422 w 6386648"/>
              <a:gd name="connsiteY2715" fmla="*/ 10938 h 1849426"/>
              <a:gd name="connsiteX2716" fmla="*/ 330447 w 6386648"/>
              <a:gd name="connsiteY2716" fmla="*/ 28962 h 1849426"/>
              <a:gd name="connsiteX2717" fmla="*/ 312422 w 6386648"/>
              <a:gd name="connsiteY2717" fmla="*/ 46987 h 1849426"/>
              <a:gd name="connsiteX2718" fmla="*/ 294398 w 6386648"/>
              <a:gd name="connsiteY2718" fmla="*/ 28962 h 1849426"/>
              <a:gd name="connsiteX2719" fmla="*/ 312422 w 6386648"/>
              <a:gd name="connsiteY2719" fmla="*/ 10938 h 1849426"/>
              <a:gd name="connsiteX2720" fmla="*/ 3839198 w 6386648"/>
              <a:gd name="connsiteY2720" fmla="*/ 4930 h 1849426"/>
              <a:gd name="connsiteX2721" fmla="*/ 3857223 w 6386648"/>
              <a:gd name="connsiteY2721" fmla="*/ 22954 h 1849426"/>
              <a:gd name="connsiteX2722" fmla="*/ 3839198 w 6386648"/>
              <a:gd name="connsiteY2722" fmla="*/ 40979 h 1849426"/>
              <a:gd name="connsiteX2723" fmla="*/ 3821174 w 6386648"/>
              <a:gd name="connsiteY2723" fmla="*/ 22954 h 1849426"/>
              <a:gd name="connsiteX2724" fmla="*/ 3839198 w 6386648"/>
              <a:gd name="connsiteY2724" fmla="*/ 4930 h 1849426"/>
              <a:gd name="connsiteX2725" fmla="*/ 3388588 w 6386648"/>
              <a:gd name="connsiteY2725" fmla="*/ 4930 h 1849426"/>
              <a:gd name="connsiteX2726" fmla="*/ 3406613 w 6386648"/>
              <a:gd name="connsiteY2726" fmla="*/ 22954 h 1849426"/>
              <a:gd name="connsiteX2727" fmla="*/ 3388588 w 6386648"/>
              <a:gd name="connsiteY2727" fmla="*/ 40979 h 1849426"/>
              <a:gd name="connsiteX2728" fmla="*/ 3370564 w 6386648"/>
              <a:gd name="connsiteY2728" fmla="*/ 22954 h 1849426"/>
              <a:gd name="connsiteX2729" fmla="*/ 3388588 w 6386648"/>
              <a:gd name="connsiteY2729" fmla="*/ 4930 h 1849426"/>
              <a:gd name="connsiteX2730" fmla="*/ 5171526 w 6386648"/>
              <a:gd name="connsiteY2730" fmla="*/ 0 h 1849426"/>
              <a:gd name="connsiteX2731" fmla="*/ 5198514 w 6386648"/>
              <a:gd name="connsiteY2731" fmla="*/ 0 h 1849426"/>
              <a:gd name="connsiteX2732" fmla="*/ 5203045 w 6386648"/>
              <a:gd name="connsiteY2732" fmla="*/ 10937 h 1849426"/>
              <a:gd name="connsiteX2733" fmla="*/ 5185020 w 6386648"/>
              <a:gd name="connsiteY2733" fmla="*/ 28962 h 1849426"/>
              <a:gd name="connsiteX2734" fmla="*/ 5166996 w 6386648"/>
              <a:gd name="connsiteY2734" fmla="*/ 10937 h 1849426"/>
              <a:gd name="connsiteX2735" fmla="*/ 4908761 w 6386648"/>
              <a:gd name="connsiteY2735" fmla="*/ 0 h 1849426"/>
              <a:gd name="connsiteX2736" fmla="*/ 4932564 w 6386648"/>
              <a:gd name="connsiteY2736" fmla="*/ 0 h 1849426"/>
              <a:gd name="connsiteX2737" fmla="*/ 4920662 w 6386648"/>
              <a:gd name="connsiteY2737" fmla="*/ 4930 h 1849426"/>
              <a:gd name="connsiteX2738" fmla="*/ 3701458 w 6386648"/>
              <a:gd name="connsiteY2738" fmla="*/ 0 h 1849426"/>
              <a:gd name="connsiteX2739" fmla="*/ 3736613 w 6386648"/>
              <a:gd name="connsiteY2739" fmla="*/ 0 h 1849426"/>
              <a:gd name="connsiteX2740" fmla="*/ 3731781 w 6386648"/>
              <a:gd name="connsiteY2740" fmla="*/ 11667 h 1849426"/>
              <a:gd name="connsiteX2741" fmla="*/ 3719035 w 6386648"/>
              <a:gd name="connsiteY2741" fmla="*/ 16946 h 1849426"/>
              <a:gd name="connsiteX2742" fmla="*/ 3706290 w 6386648"/>
              <a:gd name="connsiteY2742" fmla="*/ 11667 h 1849426"/>
              <a:gd name="connsiteX2743" fmla="*/ 3058255 w 6386648"/>
              <a:gd name="connsiteY2743" fmla="*/ 0 h 1849426"/>
              <a:gd name="connsiteX2744" fmla="*/ 3082058 w 6386648"/>
              <a:gd name="connsiteY2744" fmla="*/ 0 h 1849426"/>
              <a:gd name="connsiteX2745" fmla="*/ 3070156 w 6386648"/>
              <a:gd name="connsiteY2745" fmla="*/ 4930 h 1849426"/>
              <a:gd name="connsiteX2746" fmla="*/ 2908383 w 6386648"/>
              <a:gd name="connsiteY2746" fmla="*/ 0 h 1849426"/>
              <a:gd name="connsiteX2747" fmla="*/ 2943539 w 6386648"/>
              <a:gd name="connsiteY2747" fmla="*/ 0 h 1849426"/>
              <a:gd name="connsiteX2748" fmla="*/ 2938707 w 6386648"/>
              <a:gd name="connsiteY2748" fmla="*/ 11667 h 1849426"/>
              <a:gd name="connsiteX2749" fmla="*/ 2925961 w 6386648"/>
              <a:gd name="connsiteY2749" fmla="*/ 16946 h 1849426"/>
              <a:gd name="connsiteX2750" fmla="*/ 2913216 w 6386648"/>
              <a:gd name="connsiteY2750" fmla="*/ 11667 h 1849426"/>
              <a:gd name="connsiteX2751" fmla="*/ 2794230 w 6386648"/>
              <a:gd name="connsiteY2751" fmla="*/ 0 h 1849426"/>
              <a:gd name="connsiteX2752" fmla="*/ 2829385 w 6386648"/>
              <a:gd name="connsiteY2752" fmla="*/ 0 h 1849426"/>
              <a:gd name="connsiteX2753" fmla="*/ 2824553 w 6386648"/>
              <a:gd name="connsiteY2753" fmla="*/ 11667 h 1849426"/>
              <a:gd name="connsiteX2754" fmla="*/ 2811807 w 6386648"/>
              <a:gd name="connsiteY2754" fmla="*/ 16946 h 1849426"/>
              <a:gd name="connsiteX2755" fmla="*/ 2799062 w 6386648"/>
              <a:gd name="connsiteY2755" fmla="*/ 11667 h 1849426"/>
              <a:gd name="connsiteX2756" fmla="*/ 2675662 w 6386648"/>
              <a:gd name="connsiteY2756" fmla="*/ 0 h 1849426"/>
              <a:gd name="connsiteX2757" fmla="*/ 2707627 w 6386648"/>
              <a:gd name="connsiteY2757" fmla="*/ 0 h 1849426"/>
              <a:gd name="connsiteX2758" fmla="*/ 2709669 w 6386648"/>
              <a:gd name="connsiteY2758" fmla="*/ 4930 h 1849426"/>
              <a:gd name="connsiteX2759" fmla="*/ 2691644 w 6386648"/>
              <a:gd name="connsiteY2759" fmla="*/ 22954 h 1849426"/>
              <a:gd name="connsiteX2760" fmla="*/ 2673620 w 6386648"/>
              <a:gd name="connsiteY2760" fmla="*/ 4930 h 1849426"/>
              <a:gd name="connsiteX2761" fmla="*/ 2543483 w 6386648"/>
              <a:gd name="connsiteY2761" fmla="*/ 0 h 1849426"/>
              <a:gd name="connsiteX2762" fmla="*/ 2575448 w 6386648"/>
              <a:gd name="connsiteY2762" fmla="*/ 0 h 1849426"/>
              <a:gd name="connsiteX2763" fmla="*/ 2577490 w 6386648"/>
              <a:gd name="connsiteY2763" fmla="*/ 4930 h 1849426"/>
              <a:gd name="connsiteX2764" fmla="*/ 2559465 w 6386648"/>
              <a:gd name="connsiteY2764" fmla="*/ 22954 h 1849426"/>
              <a:gd name="connsiteX2765" fmla="*/ 2541441 w 6386648"/>
              <a:gd name="connsiteY2765" fmla="*/ 4930 h 1849426"/>
              <a:gd name="connsiteX2766" fmla="*/ 2047297 w 6386648"/>
              <a:gd name="connsiteY2766" fmla="*/ 0 h 1849426"/>
              <a:gd name="connsiteX2767" fmla="*/ 2074285 w 6386648"/>
              <a:gd name="connsiteY2767" fmla="*/ 0 h 1849426"/>
              <a:gd name="connsiteX2768" fmla="*/ 2078815 w 6386648"/>
              <a:gd name="connsiteY2768" fmla="*/ 10937 h 1849426"/>
              <a:gd name="connsiteX2769" fmla="*/ 2060790 w 6386648"/>
              <a:gd name="connsiteY2769" fmla="*/ 28962 h 1849426"/>
              <a:gd name="connsiteX2770" fmla="*/ 2042766 w 6386648"/>
              <a:gd name="connsiteY2770" fmla="*/ 10937 h 1849426"/>
              <a:gd name="connsiteX2771" fmla="*/ 1932017 w 6386648"/>
              <a:gd name="connsiteY2771" fmla="*/ 0 h 1849426"/>
              <a:gd name="connsiteX2772" fmla="*/ 1937222 w 6386648"/>
              <a:gd name="connsiteY2772" fmla="*/ 0 h 1849426"/>
              <a:gd name="connsiteX2773" fmla="*/ 1947365 w 6386648"/>
              <a:gd name="connsiteY2773" fmla="*/ 4201 h 1849426"/>
              <a:gd name="connsiteX2774" fmla="*/ 1952644 w 6386648"/>
              <a:gd name="connsiteY2774" fmla="*/ 16946 h 1849426"/>
              <a:gd name="connsiteX2775" fmla="*/ 1934619 w 6386648"/>
              <a:gd name="connsiteY2775" fmla="*/ 34971 h 1849426"/>
              <a:gd name="connsiteX2776" fmla="*/ 1916595 w 6386648"/>
              <a:gd name="connsiteY2776" fmla="*/ 16946 h 1849426"/>
              <a:gd name="connsiteX2777" fmla="*/ 1921875 w 6386648"/>
              <a:gd name="connsiteY2777" fmla="*/ 4201 h 1849426"/>
              <a:gd name="connsiteX2778" fmla="*/ 1694741 w 6386648"/>
              <a:gd name="connsiteY2778" fmla="*/ 0 h 1849426"/>
              <a:gd name="connsiteX2779" fmla="*/ 1729896 w 6386648"/>
              <a:gd name="connsiteY2779" fmla="*/ 0 h 1849426"/>
              <a:gd name="connsiteX2780" fmla="*/ 1725064 w 6386648"/>
              <a:gd name="connsiteY2780" fmla="*/ 11667 h 1849426"/>
              <a:gd name="connsiteX2781" fmla="*/ 1712318 w 6386648"/>
              <a:gd name="connsiteY2781" fmla="*/ 16946 h 1849426"/>
              <a:gd name="connsiteX2782" fmla="*/ 1699574 w 6386648"/>
              <a:gd name="connsiteY2782" fmla="*/ 11667 h 1849426"/>
              <a:gd name="connsiteX2783" fmla="*/ 1586594 w 6386648"/>
              <a:gd name="connsiteY2783" fmla="*/ 0 h 1849426"/>
              <a:gd name="connsiteX2784" fmla="*/ 1621749 w 6386648"/>
              <a:gd name="connsiteY2784" fmla="*/ 0 h 1849426"/>
              <a:gd name="connsiteX2785" fmla="*/ 1616917 w 6386648"/>
              <a:gd name="connsiteY2785" fmla="*/ 11667 h 1849426"/>
              <a:gd name="connsiteX2786" fmla="*/ 1604171 w 6386648"/>
              <a:gd name="connsiteY2786" fmla="*/ 16946 h 1849426"/>
              <a:gd name="connsiteX2787" fmla="*/ 1591427 w 6386648"/>
              <a:gd name="connsiteY2787" fmla="*/ 11667 h 1849426"/>
              <a:gd name="connsiteX2788" fmla="*/ 1328245 w 6386648"/>
              <a:gd name="connsiteY2788" fmla="*/ 0 h 1849426"/>
              <a:gd name="connsiteX2789" fmla="*/ 1363400 w 6386648"/>
              <a:gd name="connsiteY2789" fmla="*/ 0 h 1849426"/>
              <a:gd name="connsiteX2790" fmla="*/ 1358568 w 6386648"/>
              <a:gd name="connsiteY2790" fmla="*/ 11667 h 1849426"/>
              <a:gd name="connsiteX2791" fmla="*/ 1345823 w 6386648"/>
              <a:gd name="connsiteY2791" fmla="*/ 16946 h 1849426"/>
              <a:gd name="connsiteX2792" fmla="*/ 1333078 w 6386648"/>
              <a:gd name="connsiteY2792" fmla="*/ 11667 h 1849426"/>
              <a:gd name="connsiteX2793" fmla="*/ 636977 w 6386648"/>
              <a:gd name="connsiteY2793" fmla="*/ 0 h 1849426"/>
              <a:gd name="connsiteX2794" fmla="*/ 660780 w 6386648"/>
              <a:gd name="connsiteY2794" fmla="*/ 0 h 1849426"/>
              <a:gd name="connsiteX2795" fmla="*/ 648878 w 6386648"/>
              <a:gd name="connsiteY2795" fmla="*/ 4930 h 184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Lst>
            <a:rect l="l" t="t" r="r" b="b"/>
            <a:pathLst>
              <a:path w="6386648" h="1849426">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dirty="0"/>
          </a:p>
        </p:txBody>
      </p:sp>
      <p:sp>
        <p:nvSpPr>
          <p:cNvPr id="6" name="Subtitle 5">
            <a:extLst>
              <a:ext uri="{FF2B5EF4-FFF2-40B4-BE49-F238E27FC236}">
                <a16:creationId xmlns:a16="http://schemas.microsoft.com/office/drawing/2014/main" id="{2E2791EC-3738-4931-7355-7F743E381BAF}"/>
              </a:ext>
            </a:extLst>
          </p:cNvPr>
          <p:cNvSpPr>
            <a:spLocks noGrp="1"/>
          </p:cNvSpPr>
          <p:nvPr>
            <p:ph type="subTitle" idx="1"/>
          </p:nvPr>
        </p:nvSpPr>
        <p:spPr/>
        <p:txBody>
          <a:bodyPr/>
          <a:lstStyle/>
          <a:p>
            <a:endParaRPr lang="en-US"/>
          </a:p>
        </p:txBody>
      </p:sp>
      <p:pic>
        <p:nvPicPr>
          <p:cNvPr id="5122" name="Picture 2" descr="Những kiểu người độc hại nên tránh - Báo VnExpress Đời sống">
            <a:extLst>
              <a:ext uri="{FF2B5EF4-FFF2-40B4-BE49-F238E27FC236}">
                <a16:creationId xmlns:a16="http://schemas.microsoft.com/office/drawing/2014/main" id="{1EAA2643-1E41-DB3B-049B-CEBB60730CD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4053" y="2489534"/>
            <a:ext cx="3956796" cy="2374078"/>
          </a:xfrm>
          <a:prstGeom prst="rect">
            <a:avLst/>
          </a:prstGeom>
          <a:ln>
            <a:noFill/>
          </a:ln>
          <a:effectLst>
            <a:reflection blurRad="12700" stA="30000" endPos="30000" dist="5000" dir="5400000" sy="-100000" algn="bl" rotWithShape="0"/>
          </a:effectLst>
          <a:scene3d>
            <a:camera prst="perspectiveContrastingLeftFacing">
              <a:rot lat="300000" lon="19800000" rev="0"/>
            </a:camera>
            <a:lightRig rig="threePt" dir="t">
              <a:rot lat="0" lon="0" rev="2700000"/>
            </a:lightRig>
          </a:scene3d>
          <a:sp3d>
            <a:bevelT w="63500" h="50800"/>
          </a:sp3d>
          <a:extLst>
            <a:ext uri="{909E8E84-426E-40DD-AFC4-6F175D3DCCD1}">
              <a14:hiddenFill xmlns:a14="http://schemas.microsoft.com/office/drawing/2010/main">
                <a:solidFill>
                  <a:srgbClr val="FFFFFF"/>
                </a:solidFill>
              </a14:hiddenFill>
            </a:ext>
          </a:extLst>
        </p:spPr>
      </p:pic>
      <p:pic>
        <p:nvPicPr>
          <p:cNvPr id="15" name="Content Placeholder 18">
            <a:extLst>
              <a:ext uri="{FF2B5EF4-FFF2-40B4-BE49-F238E27FC236}">
                <a16:creationId xmlns:a16="http://schemas.microsoft.com/office/drawing/2014/main" id="{9C095AD0-D1F2-17E4-4D94-4F4DD64C86B4}"/>
              </a:ext>
            </a:extLst>
          </p:cNvPr>
          <p:cNvPicPr>
            <a:picLocks noChangeAspect="1"/>
          </p:cNvPicPr>
          <p:nvPr/>
        </p:nvPicPr>
        <p:blipFill>
          <a:blip r:embed="rId3"/>
          <a:stretch>
            <a:fillRect/>
          </a:stretch>
        </p:blipFill>
        <p:spPr>
          <a:xfrm>
            <a:off x="11385627" y="91455"/>
            <a:ext cx="806373" cy="694146"/>
          </a:xfrm>
          <a:prstGeom prst="rect">
            <a:avLst/>
          </a:prstGeom>
        </p:spPr>
      </p:pic>
    </p:spTree>
    <p:extLst>
      <p:ext uri="{BB962C8B-B14F-4D97-AF65-F5344CB8AC3E}">
        <p14:creationId xmlns:p14="http://schemas.microsoft.com/office/powerpoint/2010/main" val="16868750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C586A6-F2B2-7B35-FA90-68B630BEE3B2}"/>
              </a:ext>
            </a:extLst>
          </p:cNvPr>
          <p:cNvSpPr>
            <a:spLocks noGrp="1"/>
          </p:cNvSpPr>
          <p:nvPr>
            <p:ph type="title"/>
          </p:nvPr>
        </p:nvSpPr>
        <p:spPr/>
        <p:txBody>
          <a:bodyPr/>
          <a:lstStyle/>
          <a:p>
            <a:endParaRPr lang="en-US"/>
          </a:p>
        </p:txBody>
      </p:sp>
      <p:sp>
        <p:nvSpPr>
          <p:cNvPr id="6" name="Slide Number Placeholder 5">
            <a:extLst>
              <a:ext uri="{FF2B5EF4-FFF2-40B4-BE49-F238E27FC236}">
                <a16:creationId xmlns:a16="http://schemas.microsoft.com/office/drawing/2014/main" id="{8203C132-F961-D1E2-DD24-C215B6A1FEB9}"/>
              </a:ext>
            </a:extLst>
          </p:cNvPr>
          <p:cNvSpPr>
            <a:spLocks noGrp="1"/>
          </p:cNvSpPr>
          <p:nvPr>
            <p:ph type="sldNum" sz="quarter" idx="12"/>
          </p:nvPr>
        </p:nvSpPr>
        <p:spPr/>
        <p:txBody>
          <a:bodyPr/>
          <a:lstStyle/>
          <a:p>
            <a:fld id="{DFDF98CC-160E-494C-8C3C-8CDC5FA257DE}" type="slidenum">
              <a:rPr lang="en-US" smtClean="0"/>
              <a:t>7</a:t>
            </a:fld>
            <a:endParaRPr lang="en-US" dirty="0"/>
          </a:p>
        </p:txBody>
      </p:sp>
      <p:sp>
        <p:nvSpPr>
          <p:cNvPr id="8" name="TextBox 7">
            <a:extLst>
              <a:ext uri="{FF2B5EF4-FFF2-40B4-BE49-F238E27FC236}">
                <a16:creationId xmlns:a16="http://schemas.microsoft.com/office/drawing/2014/main" id="{F5BB1410-C426-AF8E-37F2-803E2AB10DCB}"/>
              </a:ext>
            </a:extLst>
          </p:cNvPr>
          <p:cNvSpPr txBox="1"/>
          <p:nvPr/>
        </p:nvSpPr>
        <p:spPr>
          <a:xfrm>
            <a:off x="614492" y="1826106"/>
            <a:ext cx="7396993" cy="3378104"/>
          </a:xfrm>
          <a:prstGeom prst="rect">
            <a:avLst/>
          </a:prstGeom>
          <a:noFill/>
        </p:spPr>
        <p:txBody>
          <a:bodyPr wrap="square">
            <a:spAutoFit/>
          </a:bodyPr>
          <a:lstStyle/>
          <a:p>
            <a:pPr algn="just">
              <a:lnSpc>
                <a:spcPct val="150000"/>
              </a:lnSpc>
            </a:pPr>
            <a:r>
              <a:rPr lang="vi-VN" sz="1600" b="0" i="0" dirty="0">
                <a:solidFill>
                  <a:schemeClr val="bg1"/>
                </a:solidFill>
                <a:effectLst/>
                <a:latin typeface="inherit"/>
              </a:rPr>
              <a:t>"Con người là sinh vật của thói quen". Chính những thói quen lặp đi lặp lại hằng ngày đã và đang chi phối từ tính cách cho đến các hành vi của chúng ta. Điều này được thể hiện rõ hơn qua cách chúng ta xử lý nghịch cảnh và ở khả năng điều chỉnh khi làm việc với người khác. Dần dần nó tạo nên những hành vi mang tính bắt buộc hay còn được gọi là những "khuôn mẫu trong hành vi".</a:t>
            </a:r>
          </a:p>
          <a:p>
            <a:pPr algn="just">
              <a:lnSpc>
                <a:spcPct val="150000"/>
              </a:lnSpc>
            </a:pPr>
            <a:r>
              <a:rPr lang="vi-VN" sz="1600" b="0" i="0" dirty="0">
                <a:solidFill>
                  <a:schemeClr val="bg1"/>
                </a:solidFill>
                <a:effectLst/>
                <a:latin typeface="inherit"/>
              </a:rPr>
              <a:t>Khi nắm bắt được khuôn mẫu hành vi của người khác, bạn sẽ phần nào dự báo được khả năng tương đối của họ và làm tiền đề cho quyết định xem có cộng tác lâu dài hay trung hạn và ngắn hạn với họ. Thậm chí, có một số dạng người có tính cách '"độc hại" mà bạn nên tránh né họ càng sớm càng tốt. </a:t>
            </a:r>
          </a:p>
        </p:txBody>
      </p:sp>
      <p:pic>
        <p:nvPicPr>
          <p:cNvPr id="6146" name="Picture 2" descr="Đồng trang lứa: cùng biến áp lực thành động lực">
            <a:extLst>
              <a:ext uri="{FF2B5EF4-FFF2-40B4-BE49-F238E27FC236}">
                <a16:creationId xmlns:a16="http://schemas.microsoft.com/office/drawing/2014/main" id="{5DEBCBE3-263A-07AB-F0F6-3BEB39EF261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58232" y="2575420"/>
            <a:ext cx="3219275" cy="2146183"/>
          </a:xfrm>
          <a:prstGeom prst="rect">
            <a:avLst/>
          </a:prstGeom>
          <a:solidFill>
            <a:srgbClr val="FFFFFF">
              <a:shade val="85000"/>
            </a:srgbClr>
          </a:solidFill>
          <a:ln w="190500" cap="rnd">
            <a:solidFill>
              <a:srgbClr val="FFFFFF"/>
            </a:solidFill>
          </a:ln>
          <a:effectLst>
            <a:outerShdw blurRad="36195" dist="12700" dir="11400000" algn="tl" rotWithShape="0">
              <a:srgbClr val="000000">
                <a:alpha val="33000"/>
              </a:srgbClr>
            </a:outerShdw>
          </a:effectLst>
          <a:scene3d>
            <a:camera prst="perspectiveContrastingLeftFacing">
              <a:rot lat="540000" lon="2100000" rev="0"/>
            </a:camera>
            <a:lightRig rig="soft" dir="t"/>
          </a:scene3d>
          <a:sp3d contourW="12700" prstMaterial="matte">
            <a:bevelT w="63500" h="50800"/>
            <a:contourClr>
              <a:srgbClr val="C0C0C0"/>
            </a:contourClr>
          </a:sp3d>
          <a:extLst>
            <a:ext uri="{909E8E84-426E-40DD-AFC4-6F175D3DCCD1}">
              <a14:hiddenFill xmlns:a14="http://schemas.microsoft.com/office/drawing/2010/main">
                <a:solidFill>
                  <a:srgbClr val="FFFFFF"/>
                </a:solidFill>
              </a14:hiddenFill>
            </a:ext>
          </a:extLst>
        </p:spPr>
      </p:pic>
      <p:pic>
        <p:nvPicPr>
          <p:cNvPr id="9" name="Content Placeholder 18">
            <a:extLst>
              <a:ext uri="{FF2B5EF4-FFF2-40B4-BE49-F238E27FC236}">
                <a16:creationId xmlns:a16="http://schemas.microsoft.com/office/drawing/2014/main" id="{641BE58B-1B96-57B3-6FD4-4E559D34E07E}"/>
              </a:ext>
            </a:extLst>
          </p:cNvPr>
          <p:cNvPicPr>
            <a:picLocks noGrp="1" noChangeAspect="1"/>
          </p:cNvPicPr>
          <p:nvPr>
            <p:ph idx="1"/>
          </p:nvPr>
        </p:nvPicPr>
        <p:blipFill>
          <a:blip r:embed="rId3"/>
          <a:stretch>
            <a:fillRect/>
          </a:stretch>
        </p:blipFill>
        <p:spPr>
          <a:xfrm>
            <a:off x="11385627" y="91455"/>
            <a:ext cx="806373" cy="694146"/>
          </a:xfrm>
        </p:spPr>
      </p:pic>
    </p:spTree>
    <p:extLst>
      <p:ext uri="{BB962C8B-B14F-4D97-AF65-F5344CB8AC3E}">
        <p14:creationId xmlns:p14="http://schemas.microsoft.com/office/powerpoint/2010/main" val="15155428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arn(inVertical)">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4E0F14-08B6-9FB2-D589-364E6ED47D65}"/>
              </a:ext>
            </a:extLst>
          </p:cNvPr>
          <p:cNvSpPr>
            <a:spLocks noGrp="1"/>
          </p:cNvSpPr>
          <p:nvPr>
            <p:ph type="title"/>
          </p:nvPr>
        </p:nvSpPr>
        <p:spPr/>
        <p:txBody>
          <a:bodyPr/>
          <a:lstStyle/>
          <a:p>
            <a:r>
              <a:rPr lang="en-US" b="1" i="0" dirty="0">
                <a:solidFill>
                  <a:srgbClr val="7030A0"/>
                </a:solidFill>
                <a:effectLst/>
                <a:latin typeface="Tahoma" panose="020B0604030504040204" pitchFamily="34" charset="0"/>
                <a:ea typeface="Tahoma" panose="020B0604030504040204" pitchFamily="34" charset="0"/>
                <a:cs typeface="Tahoma" panose="020B0604030504040204" pitchFamily="34" charset="0"/>
              </a:rPr>
              <a:t>1. </a:t>
            </a:r>
            <a:r>
              <a:rPr lang="en-US" b="1" i="0" dirty="0" err="1">
                <a:solidFill>
                  <a:srgbClr val="7030A0"/>
                </a:solidFill>
                <a:effectLst/>
                <a:latin typeface="Tahoma" panose="020B0604030504040204" pitchFamily="34" charset="0"/>
                <a:ea typeface="Tahoma" panose="020B0604030504040204" pitchFamily="34" charset="0"/>
                <a:cs typeface="Tahoma" panose="020B0604030504040204" pitchFamily="34" charset="0"/>
              </a:rPr>
              <a:t>Dạng</a:t>
            </a:r>
            <a:r>
              <a:rPr lang="en-US" b="1" i="0" dirty="0">
                <a:solidFill>
                  <a:srgbClr val="7030A0"/>
                </a:solidFill>
                <a:effectLst/>
                <a:latin typeface="Tahoma" panose="020B0604030504040204" pitchFamily="34" charset="0"/>
                <a:ea typeface="Tahoma" panose="020B0604030504040204" pitchFamily="34" charset="0"/>
                <a:cs typeface="Tahoma" panose="020B0604030504040204" pitchFamily="34" charset="0"/>
              </a:rPr>
              <a:t> </a:t>
            </a:r>
            <a:r>
              <a:rPr lang="en-US" b="1" i="0" dirty="0" err="1">
                <a:solidFill>
                  <a:srgbClr val="7030A0"/>
                </a:solidFill>
                <a:effectLst/>
                <a:latin typeface="Tahoma" panose="020B0604030504040204" pitchFamily="34" charset="0"/>
                <a:ea typeface="Tahoma" panose="020B0604030504040204" pitchFamily="34" charset="0"/>
                <a:cs typeface="Tahoma" panose="020B0604030504040204" pitchFamily="34" charset="0"/>
              </a:rPr>
              <a:t>siêu</a:t>
            </a:r>
            <a:r>
              <a:rPr lang="en-US" b="1" i="0" dirty="0">
                <a:solidFill>
                  <a:srgbClr val="7030A0"/>
                </a:solidFill>
                <a:effectLst/>
                <a:latin typeface="Tahoma" panose="020B0604030504040204" pitchFamily="34" charset="0"/>
                <a:ea typeface="Tahoma" panose="020B0604030504040204" pitchFamily="34" charset="0"/>
                <a:cs typeface="Tahoma" panose="020B0604030504040204" pitchFamily="34" charset="0"/>
              </a:rPr>
              <a:t> </a:t>
            </a:r>
            <a:r>
              <a:rPr lang="en-US" b="1" i="0" dirty="0" err="1">
                <a:solidFill>
                  <a:srgbClr val="7030A0"/>
                </a:solidFill>
                <a:effectLst/>
                <a:latin typeface="Tahoma" panose="020B0604030504040204" pitchFamily="34" charset="0"/>
                <a:ea typeface="Tahoma" panose="020B0604030504040204" pitchFamily="34" charset="0"/>
                <a:cs typeface="Tahoma" panose="020B0604030504040204" pitchFamily="34" charset="0"/>
              </a:rPr>
              <a:t>hoàn</a:t>
            </a:r>
            <a:r>
              <a:rPr lang="en-US" b="1" i="0" dirty="0">
                <a:solidFill>
                  <a:srgbClr val="7030A0"/>
                </a:solidFill>
                <a:effectLst/>
                <a:latin typeface="Tahoma" panose="020B0604030504040204" pitchFamily="34" charset="0"/>
                <a:ea typeface="Tahoma" panose="020B0604030504040204" pitchFamily="34" charset="0"/>
                <a:cs typeface="Tahoma" panose="020B0604030504040204" pitchFamily="34" charset="0"/>
              </a:rPr>
              <a:t> </a:t>
            </a:r>
            <a:r>
              <a:rPr lang="en-US" b="1" i="0" dirty="0" err="1">
                <a:solidFill>
                  <a:srgbClr val="7030A0"/>
                </a:solidFill>
                <a:effectLst/>
                <a:latin typeface="Tahoma" panose="020B0604030504040204" pitchFamily="34" charset="0"/>
                <a:ea typeface="Tahoma" panose="020B0604030504040204" pitchFamily="34" charset="0"/>
                <a:cs typeface="Tahoma" panose="020B0604030504040204" pitchFamily="34" charset="0"/>
              </a:rPr>
              <a:t>hảo</a:t>
            </a:r>
            <a:endParaRPr lang="en-US" b="1" dirty="0">
              <a:solidFill>
                <a:srgbClr val="7030A0"/>
              </a:solidFill>
              <a:latin typeface="Tahoma" panose="020B0604030504040204" pitchFamily="34" charset="0"/>
              <a:ea typeface="Tahoma" panose="020B0604030504040204" pitchFamily="34" charset="0"/>
              <a:cs typeface="Tahoma" panose="020B0604030504040204" pitchFamily="34" charset="0"/>
            </a:endParaRPr>
          </a:p>
        </p:txBody>
      </p:sp>
      <p:sp>
        <p:nvSpPr>
          <p:cNvPr id="3" name="Content Placeholder 2">
            <a:extLst>
              <a:ext uri="{FF2B5EF4-FFF2-40B4-BE49-F238E27FC236}">
                <a16:creationId xmlns:a16="http://schemas.microsoft.com/office/drawing/2014/main" id="{8E2F1C2B-52E9-0B33-D634-A5BAA41A6989}"/>
              </a:ext>
            </a:extLst>
          </p:cNvPr>
          <p:cNvSpPr>
            <a:spLocks noGrp="1"/>
          </p:cNvSpPr>
          <p:nvPr>
            <p:ph idx="1"/>
          </p:nvPr>
        </p:nvSpPr>
        <p:spPr>
          <a:xfrm>
            <a:off x="584224" y="2173466"/>
            <a:ext cx="7181675" cy="3657601"/>
          </a:xfrm>
        </p:spPr>
        <p:txBody>
          <a:bodyPr>
            <a:normAutofit/>
          </a:bodyPr>
          <a:lstStyle/>
          <a:p>
            <a:pPr algn="just">
              <a:lnSpc>
                <a:spcPct val="160000"/>
              </a:lnSpc>
            </a:pPr>
            <a:r>
              <a:rPr lang="vi-VN" sz="1400" b="0" i="0" dirty="0">
                <a:effectLst/>
                <a:latin typeface="Segoe UI Historic" panose="020B0502040204020203" pitchFamily="34" charset="0"/>
              </a:rPr>
              <a:t>Kiểu người này có cách làm việc chăm chỉ hơn cả nhân viên cấp thấp nhất. Họ ôm đồm nhiều việc, tỏ ra chăm chỉ hơn tất cả nhưng thực tế là do họ không thể ủy thác công việc và phải giám sát mọi thứ.</a:t>
            </a:r>
            <a:endParaRPr lang="en-US" sz="1400" b="0" i="0" dirty="0">
              <a:effectLst/>
              <a:latin typeface="Segoe UI Historic" panose="020B0502040204020203" pitchFamily="34" charset="0"/>
            </a:endParaRPr>
          </a:p>
          <a:p>
            <a:pPr algn="just">
              <a:lnSpc>
                <a:spcPct val="160000"/>
              </a:lnSpc>
            </a:pPr>
            <a:r>
              <a:rPr lang="vi-VN" sz="1400" b="0" i="0" dirty="0">
                <a:effectLst/>
                <a:latin typeface="Segoe UI Historic" panose="020B0502040204020203" pitchFamily="34" charset="0"/>
              </a:rPr>
              <a:t> Họ mong muốn quyền lực và sự kiểm soát. Họ không thể tin tưởng bất cứ ai. Mỗi khi dự định ủy thác việc cho ai đó, họ tưởng tượng mọi người đều không thể làm tốt trong công việc. Và tệ hơn cả là họ luôn biện minh, thích đổ lỗi cho người khác về mọi thứ sai trái.</a:t>
            </a:r>
            <a:endParaRPr lang="en-US" sz="1400" dirty="0"/>
          </a:p>
        </p:txBody>
      </p:sp>
      <p:sp>
        <p:nvSpPr>
          <p:cNvPr id="6" name="Slide Number Placeholder 5">
            <a:extLst>
              <a:ext uri="{FF2B5EF4-FFF2-40B4-BE49-F238E27FC236}">
                <a16:creationId xmlns:a16="http://schemas.microsoft.com/office/drawing/2014/main" id="{C339FB2D-25A0-E257-121D-121AC2BF4DC9}"/>
              </a:ext>
            </a:extLst>
          </p:cNvPr>
          <p:cNvSpPr>
            <a:spLocks noGrp="1"/>
          </p:cNvSpPr>
          <p:nvPr>
            <p:ph type="sldNum" sz="quarter" idx="12"/>
          </p:nvPr>
        </p:nvSpPr>
        <p:spPr/>
        <p:txBody>
          <a:bodyPr/>
          <a:lstStyle/>
          <a:p>
            <a:fld id="{DFDF98CC-160E-494C-8C3C-8CDC5FA257DE}" type="slidenum">
              <a:rPr lang="en-US" smtClean="0"/>
              <a:t>8</a:t>
            </a:fld>
            <a:endParaRPr lang="en-US" dirty="0"/>
          </a:p>
        </p:txBody>
      </p:sp>
      <p:pic>
        <p:nvPicPr>
          <p:cNvPr id="7170" name="Picture 2" descr="HOÀN THÀNH HƠN HOÀN HẢO">
            <a:extLst>
              <a:ext uri="{FF2B5EF4-FFF2-40B4-BE49-F238E27FC236}">
                <a16:creationId xmlns:a16="http://schemas.microsoft.com/office/drawing/2014/main" id="{9ABA9EF4-F343-3019-6152-35275586368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16939" y="1832294"/>
            <a:ext cx="3809301" cy="3809301"/>
          </a:xfrm>
          <a:prstGeom prst="rect">
            <a:avLst/>
          </a:prstGeom>
          <a:noFill/>
          <a:effectLst>
            <a:glow rad="228600">
              <a:schemeClr val="accent3">
                <a:satMod val="175000"/>
                <a:alpha val="40000"/>
              </a:schemeClr>
            </a:glow>
          </a:effectLst>
          <a:extLst>
            <a:ext uri="{909E8E84-426E-40DD-AFC4-6F175D3DCCD1}">
              <a14:hiddenFill xmlns:a14="http://schemas.microsoft.com/office/drawing/2010/main">
                <a:solidFill>
                  <a:srgbClr val="FFFFFF"/>
                </a:solidFill>
              </a14:hiddenFill>
            </a:ext>
          </a:extLst>
        </p:spPr>
      </p:pic>
      <p:pic>
        <p:nvPicPr>
          <p:cNvPr id="7" name="Content Placeholder 18">
            <a:extLst>
              <a:ext uri="{FF2B5EF4-FFF2-40B4-BE49-F238E27FC236}">
                <a16:creationId xmlns:a16="http://schemas.microsoft.com/office/drawing/2014/main" id="{754E6FAE-03ED-B373-5A57-978FC8B73D2B}"/>
              </a:ext>
            </a:extLst>
          </p:cNvPr>
          <p:cNvPicPr>
            <a:picLocks noChangeAspect="1"/>
          </p:cNvPicPr>
          <p:nvPr/>
        </p:nvPicPr>
        <p:blipFill>
          <a:blip r:embed="rId3"/>
          <a:stretch>
            <a:fillRect/>
          </a:stretch>
        </p:blipFill>
        <p:spPr>
          <a:xfrm>
            <a:off x="11385627" y="91455"/>
            <a:ext cx="806373" cy="694146"/>
          </a:xfrm>
          <a:prstGeom prst="rect">
            <a:avLst/>
          </a:prstGeom>
        </p:spPr>
      </p:pic>
    </p:spTree>
    <p:extLst>
      <p:ext uri="{BB962C8B-B14F-4D97-AF65-F5344CB8AC3E}">
        <p14:creationId xmlns:p14="http://schemas.microsoft.com/office/powerpoint/2010/main" val="26488984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arn(inVertical)">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B04CC8-EE8A-3F5E-E938-61A346F0F585}"/>
              </a:ext>
            </a:extLst>
          </p:cNvPr>
          <p:cNvSpPr>
            <a:spLocks noGrp="1"/>
          </p:cNvSpPr>
          <p:nvPr>
            <p:ph type="title"/>
          </p:nvPr>
        </p:nvSpPr>
        <p:spPr/>
        <p:txBody>
          <a:bodyPr>
            <a:normAutofit fontScale="90000"/>
          </a:bodyPr>
          <a:lstStyle/>
          <a:p>
            <a:r>
              <a:rPr lang="vi-VN" b="1" i="0" dirty="0">
                <a:solidFill>
                  <a:srgbClr val="7030A0"/>
                </a:solidFill>
                <a:effectLst/>
                <a:latin typeface="Tahoma" panose="020B0604030504040204" pitchFamily="34" charset="0"/>
                <a:ea typeface="Tahoma" panose="020B0604030504040204" pitchFamily="34" charset="0"/>
                <a:cs typeface="Tahoma" panose="020B0604030504040204" pitchFamily="34" charset="0"/>
              </a:rPr>
              <a:t>2. Dạng thường xuyên nổi loạn</a:t>
            </a:r>
            <a:endParaRPr lang="en-US" b="1" dirty="0">
              <a:solidFill>
                <a:srgbClr val="7030A0"/>
              </a:solidFill>
              <a:latin typeface="Tahoma" panose="020B0604030504040204" pitchFamily="34" charset="0"/>
              <a:ea typeface="Tahoma" panose="020B0604030504040204" pitchFamily="34" charset="0"/>
              <a:cs typeface="Tahoma" panose="020B0604030504040204" pitchFamily="34" charset="0"/>
            </a:endParaRPr>
          </a:p>
        </p:txBody>
      </p:sp>
      <p:sp>
        <p:nvSpPr>
          <p:cNvPr id="3" name="Content Placeholder 2">
            <a:extLst>
              <a:ext uri="{FF2B5EF4-FFF2-40B4-BE49-F238E27FC236}">
                <a16:creationId xmlns:a16="http://schemas.microsoft.com/office/drawing/2014/main" id="{F27C2F52-2274-6EBC-ED8E-143D792C48D4}"/>
              </a:ext>
            </a:extLst>
          </p:cNvPr>
          <p:cNvSpPr>
            <a:spLocks noGrp="1"/>
          </p:cNvSpPr>
          <p:nvPr>
            <p:ph idx="1"/>
          </p:nvPr>
        </p:nvSpPr>
        <p:spPr>
          <a:xfrm>
            <a:off x="4639112" y="2207022"/>
            <a:ext cx="7187128" cy="3657601"/>
          </a:xfrm>
        </p:spPr>
        <p:txBody>
          <a:bodyPr>
            <a:normAutofit fontScale="70000" lnSpcReduction="20000"/>
          </a:bodyPr>
          <a:lstStyle/>
          <a:p>
            <a:pPr>
              <a:lnSpc>
                <a:spcPct val="160000"/>
              </a:lnSpc>
            </a:pPr>
            <a:r>
              <a:rPr lang="vi-VN" b="0" i="0" dirty="0">
                <a:effectLst/>
                <a:latin typeface="Segoe UI Historic" panose="020B0502040204020203" pitchFamily="34" charset="0"/>
              </a:rPr>
              <a:t>Đây là dạng người ghét thẩm quyền và yêu kẻ bị thua thiệt. Họ không thừa nhận bất kỳ một quy tắc hoặc tiền lệ. Nói cách khác, không ai có thể bảo họ phải làm gì, tất cả mọi thứ phải do họ quyết định. </a:t>
            </a:r>
            <a:endParaRPr lang="en-US" b="0" i="0" dirty="0">
              <a:effectLst/>
              <a:latin typeface="Segoe UI Historic" panose="020B0502040204020203" pitchFamily="34" charset="0"/>
            </a:endParaRPr>
          </a:p>
          <a:p>
            <a:pPr>
              <a:lnSpc>
                <a:spcPct val="160000"/>
              </a:lnSpc>
            </a:pPr>
            <a:r>
              <a:rPr lang="vi-VN" b="0" i="0" dirty="0">
                <a:effectLst/>
                <a:latin typeface="Segoe UI Historic" panose="020B0502040204020203" pitchFamily="34" charset="0"/>
              </a:rPr>
              <a:t>Về lâu dài, họ luôn có xu hướng bất đồng trầm trọng với mọi người. Do đó, khi nhận ra các dấu hiệu này, đừng mất thời gian để khuyên can và hãy tránh xa họ ra để giảm thiểu rắc rối.</a:t>
            </a:r>
            <a:endParaRPr lang="en-US" dirty="0"/>
          </a:p>
        </p:txBody>
      </p:sp>
      <p:sp>
        <p:nvSpPr>
          <p:cNvPr id="6" name="Slide Number Placeholder 5">
            <a:extLst>
              <a:ext uri="{FF2B5EF4-FFF2-40B4-BE49-F238E27FC236}">
                <a16:creationId xmlns:a16="http://schemas.microsoft.com/office/drawing/2014/main" id="{B1E39590-0E5B-7595-EA35-3A49E5EC6426}"/>
              </a:ext>
            </a:extLst>
          </p:cNvPr>
          <p:cNvSpPr>
            <a:spLocks noGrp="1"/>
          </p:cNvSpPr>
          <p:nvPr>
            <p:ph type="sldNum" sz="quarter" idx="12"/>
          </p:nvPr>
        </p:nvSpPr>
        <p:spPr/>
        <p:txBody>
          <a:bodyPr/>
          <a:lstStyle/>
          <a:p>
            <a:fld id="{DFDF98CC-160E-494C-8C3C-8CDC5FA257DE}" type="slidenum">
              <a:rPr lang="en-US" smtClean="0"/>
              <a:t>9</a:t>
            </a:fld>
            <a:endParaRPr lang="en-US" dirty="0"/>
          </a:p>
        </p:txBody>
      </p:sp>
      <p:pic>
        <p:nvPicPr>
          <p:cNvPr id="8194" name="Picture 2" descr="Khi bị sếp trách mắng, bạn nên ứng xử ra sao thì sẽ ghi điểm?">
            <a:extLst>
              <a:ext uri="{FF2B5EF4-FFF2-40B4-BE49-F238E27FC236}">
                <a16:creationId xmlns:a16="http://schemas.microsoft.com/office/drawing/2014/main" id="{9096B251-9CE0-F982-F999-5239D5FE058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0029" y="2648488"/>
            <a:ext cx="4786478" cy="2991549"/>
          </a:xfrm>
          <a:prstGeom prst="rect">
            <a:avLst/>
          </a:prstGeom>
          <a:ln>
            <a:noFill/>
          </a:ln>
          <a:effectLst>
            <a:reflection blurRad="12700" stA="30000" endPos="30000" dist="5000" dir="5400000" sy="-100000" algn="bl" rotWithShape="0"/>
          </a:effectLst>
          <a:scene3d>
            <a:camera prst="perspectiveContrastingLeftFacing">
              <a:rot lat="300000" lon="19800000" rev="0"/>
            </a:camera>
            <a:lightRig rig="threePt" dir="t">
              <a:rot lat="0" lon="0" rev="2700000"/>
            </a:lightRig>
          </a:scene3d>
          <a:sp3d>
            <a:bevelT w="63500" h="50800"/>
          </a:sp3d>
          <a:extLst>
            <a:ext uri="{909E8E84-426E-40DD-AFC4-6F175D3DCCD1}">
              <a14:hiddenFill xmlns:a14="http://schemas.microsoft.com/office/drawing/2010/main">
                <a:solidFill>
                  <a:srgbClr val="FFFFFF"/>
                </a:solidFill>
              </a14:hiddenFill>
            </a:ext>
          </a:extLst>
        </p:spPr>
      </p:pic>
      <p:pic>
        <p:nvPicPr>
          <p:cNvPr id="7" name="Content Placeholder 18">
            <a:extLst>
              <a:ext uri="{FF2B5EF4-FFF2-40B4-BE49-F238E27FC236}">
                <a16:creationId xmlns:a16="http://schemas.microsoft.com/office/drawing/2014/main" id="{181D9874-1E1F-5A6B-8C60-25BED57B5E56}"/>
              </a:ext>
            </a:extLst>
          </p:cNvPr>
          <p:cNvPicPr>
            <a:picLocks noChangeAspect="1"/>
          </p:cNvPicPr>
          <p:nvPr/>
        </p:nvPicPr>
        <p:blipFill>
          <a:blip r:embed="rId3"/>
          <a:stretch>
            <a:fillRect/>
          </a:stretch>
        </p:blipFill>
        <p:spPr>
          <a:xfrm>
            <a:off x="11385627" y="91455"/>
            <a:ext cx="806373" cy="694146"/>
          </a:xfrm>
          <a:prstGeom prst="rect">
            <a:avLst/>
          </a:prstGeom>
        </p:spPr>
      </p:pic>
    </p:spTree>
    <p:extLst>
      <p:ext uri="{BB962C8B-B14F-4D97-AF65-F5344CB8AC3E}">
        <p14:creationId xmlns:p14="http://schemas.microsoft.com/office/powerpoint/2010/main" val="26640217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FD2177-87ED-4F55-AA5D-EF7005F1EE8B}"/>
              </a:ext>
            </a:extLst>
          </p:cNvPr>
          <p:cNvSpPr>
            <a:spLocks noGrp="1"/>
          </p:cNvSpPr>
          <p:nvPr>
            <p:ph type="title"/>
          </p:nvPr>
        </p:nvSpPr>
        <p:spPr>
          <a:xfrm>
            <a:off x="838200" y="313817"/>
            <a:ext cx="10515600" cy="1325563"/>
          </a:xfrm>
        </p:spPr>
        <p:txBody>
          <a:bodyPr>
            <a:normAutofit fontScale="90000"/>
          </a:bodyPr>
          <a:lstStyle/>
          <a:p>
            <a:r>
              <a:rPr lang="en-US" b="1" i="0" dirty="0">
                <a:solidFill>
                  <a:srgbClr val="7030A0"/>
                </a:solidFill>
                <a:effectLst/>
                <a:latin typeface="Tahoma" panose="020B0604030504040204" pitchFamily="34" charset="0"/>
                <a:ea typeface="Tahoma" panose="020B0604030504040204" pitchFamily="34" charset="0"/>
                <a:cs typeface="Tahoma" panose="020B0604030504040204" pitchFamily="34" charset="0"/>
              </a:rPr>
              <a:t>3. </a:t>
            </a:r>
            <a:r>
              <a:rPr lang="en-US" b="1" i="0" dirty="0" err="1">
                <a:solidFill>
                  <a:srgbClr val="7030A0"/>
                </a:solidFill>
                <a:effectLst/>
                <a:latin typeface="Tahoma" panose="020B0604030504040204" pitchFamily="34" charset="0"/>
                <a:ea typeface="Tahoma" panose="020B0604030504040204" pitchFamily="34" charset="0"/>
                <a:cs typeface="Tahoma" panose="020B0604030504040204" pitchFamily="34" charset="0"/>
              </a:rPr>
              <a:t>Dạng</a:t>
            </a:r>
            <a:r>
              <a:rPr lang="en-US" b="1" i="0" dirty="0">
                <a:solidFill>
                  <a:srgbClr val="7030A0"/>
                </a:solidFill>
                <a:effectLst/>
                <a:latin typeface="Tahoma" panose="020B0604030504040204" pitchFamily="34" charset="0"/>
                <a:ea typeface="Tahoma" panose="020B0604030504040204" pitchFamily="34" charset="0"/>
                <a:cs typeface="Tahoma" panose="020B0604030504040204" pitchFamily="34" charset="0"/>
              </a:rPr>
              <a:t> </a:t>
            </a:r>
            <a:r>
              <a:rPr lang="en-US" b="1" i="0" dirty="0" err="1">
                <a:solidFill>
                  <a:srgbClr val="7030A0"/>
                </a:solidFill>
                <a:effectLst/>
                <a:latin typeface="Tahoma" panose="020B0604030504040204" pitchFamily="34" charset="0"/>
                <a:ea typeface="Tahoma" panose="020B0604030504040204" pitchFamily="34" charset="0"/>
                <a:cs typeface="Tahoma" panose="020B0604030504040204" pitchFamily="34" charset="0"/>
              </a:rPr>
              <a:t>cá</a:t>
            </a:r>
            <a:r>
              <a:rPr lang="en-US" b="1" i="0" dirty="0">
                <a:solidFill>
                  <a:srgbClr val="7030A0"/>
                </a:solidFill>
                <a:effectLst/>
                <a:latin typeface="Tahoma" panose="020B0604030504040204" pitchFamily="34" charset="0"/>
                <a:ea typeface="Tahoma" panose="020B0604030504040204" pitchFamily="34" charset="0"/>
                <a:cs typeface="Tahoma" panose="020B0604030504040204" pitchFamily="34" charset="0"/>
              </a:rPr>
              <a:t> </a:t>
            </a:r>
            <a:r>
              <a:rPr lang="en-US" b="1" i="0" dirty="0" err="1">
                <a:solidFill>
                  <a:srgbClr val="7030A0"/>
                </a:solidFill>
                <a:effectLst/>
                <a:latin typeface="Tahoma" panose="020B0604030504040204" pitchFamily="34" charset="0"/>
                <a:ea typeface="Tahoma" panose="020B0604030504040204" pitchFamily="34" charset="0"/>
                <a:cs typeface="Tahoma" panose="020B0604030504040204" pitchFamily="34" charset="0"/>
              </a:rPr>
              <a:t>nhân</a:t>
            </a:r>
            <a:r>
              <a:rPr lang="en-US" b="1" i="0" dirty="0">
                <a:solidFill>
                  <a:srgbClr val="7030A0"/>
                </a:solidFill>
                <a:effectLst/>
                <a:latin typeface="Tahoma" panose="020B0604030504040204" pitchFamily="34" charset="0"/>
                <a:ea typeface="Tahoma" panose="020B0604030504040204" pitchFamily="34" charset="0"/>
                <a:cs typeface="Tahoma" panose="020B0604030504040204" pitchFamily="34" charset="0"/>
              </a:rPr>
              <a:t> </a:t>
            </a:r>
            <a:r>
              <a:rPr lang="en-US" b="1" i="0" dirty="0" err="1">
                <a:solidFill>
                  <a:srgbClr val="7030A0"/>
                </a:solidFill>
                <a:effectLst/>
                <a:latin typeface="Tahoma" panose="020B0604030504040204" pitchFamily="34" charset="0"/>
                <a:ea typeface="Tahoma" panose="020B0604030504040204" pitchFamily="34" charset="0"/>
                <a:cs typeface="Tahoma" panose="020B0604030504040204" pitchFamily="34" charset="0"/>
              </a:rPr>
              <a:t>hóa</a:t>
            </a:r>
            <a:r>
              <a:rPr lang="en-US" b="1" i="0" dirty="0">
                <a:solidFill>
                  <a:srgbClr val="7030A0"/>
                </a:solidFill>
                <a:effectLst/>
                <a:latin typeface="Tahoma" panose="020B0604030504040204" pitchFamily="34" charset="0"/>
                <a:ea typeface="Tahoma" panose="020B0604030504040204" pitchFamily="34" charset="0"/>
                <a:cs typeface="Tahoma" panose="020B0604030504040204" pitchFamily="34" charset="0"/>
              </a:rPr>
              <a:t> </a:t>
            </a:r>
            <a:r>
              <a:rPr lang="en-US" b="1" i="0" dirty="0" err="1">
                <a:solidFill>
                  <a:srgbClr val="7030A0"/>
                </a:solidFill>
                <a:effectLst/>
                <a:latin typeface="Tahoma" panose="020B0604030504040204" pitchFamily="34" charset="0"/>
                <a:ea typeface="Tahoma" panose="020B0604030504040204" pitchFamily="34" charset="0"/>
                <a:cs typeface="Tahoma" panose="020B0604030504040204" pitchFamily="34" charset="0"/>
              </a:rPr>
              <a:t>mọi</a:t>
            </a:r>
            <a:r>
              <a:rPr lang="en-US" b="1" i="0" dirty="0">
                <a:solidFill>
                  <a:srgbClr val="7030A0"/>
                </a:solidFill>
                <a:effectLst/>
                <a:latin typeface="Tahoma" panose="020B0604030504040204" pitchFamily="34" charset="0"/>
                <a:ea typeface="Tahoma" panose="020B0604030504040204" pitchFamily="34" charset="0"/>
                <a:cs typeface="Tahoma" panose="020B0604030504040204" pitchFamily="34" charset="0"/>
              </a:rPr>
              <a:t> </a:t>
            </a:r>
            <a:r>
              <a:rPr lang="en-US" b="1" i="0" dirty="0" err="1">
                <a:solidFill>
                  <a:srgbClr val="7030A0"/>
                </a:solidFill>
                <a:effectLst/>
                <a:latin typeface="Tahoma" panose="020B0604030504040204" pitchFamily="34" charset="0"/>
                <a:ea typeface="Tahoma" panose="020B0604030504040204" pitchFamily="34" charset="0"/>
                <a:cs typeface="Tahoma" panose="020B0604030504040204" pitchFamily="34" charset="0"/>
              </a:rPr>
              <a:t>vấn</a:t>
            </a:r>
            <a:r>
              <a:rPr lang="en-US" b="1" i="0" dirty="0">
                <a:solidFill>
                  <a:srgbClr val="7030A0"/>
                </a:solidFill>
                <a:effectLst/>
                <a:latin typeface="Tahoma" panose="020B0604030504040204" pitchFamily="34" charset="0"/>
                <a:ea typeface="Tahoma" panose="020B0604030504040204" pitchFamily="34" charset="0"/>
                <a:cs typeface="Tahoma" panose="020B0604030504040204" pitchFamily="34" charset="0"/>
              </a:rPr>
              <a:t> </a:t>
            </a:r>
            <a:r>
              <a:rPr lang="en-US" b="1" i="0" dirty="0" err="1">
                <a:solidFill>
                  <a:srgbClr val="7030A0"/>
                </a:solidFill>
                <a:effectLst/>
                <a:latin typeface="Tahoma" panose="020B0604030504040204" pitchFamily="34" charset="0"/>
                <a:ea typeface="Tahoma" panose="020B0604030504040204" pitchFamily="34" charset="0"/>
                <a:cs typeface="Tahoma" panose="020B0604030504040204" pitchFamily="34" charset="0"/>
              </a:rPr>
              <a:t>đề</a:t>
            </a:r>
            <a:endParaRPr lang="en-US" b="1" dirty="0">
              <a:solidFill>
                <a:srgbClr val="7030A0"/>
              </a:solidFill>
              <a:latin typeface="Tahoma" panose="020B0604030504040204" pitchFamily="34" charset="0"/>
              <a:ea typeface="Tahoma" panose="020B0604030504040204" pitchFamily="34" charset="0"/>
              <a:cs typeface="Tahoma" panose="020B0604030504040204" pitchFamily="34" charset="0"/>
            </a:endParaRPr>
          </a:p>
        </p:txBody>
      </p:sp>
      <p:sp>
        <p:nvSpPr>
          <p:cNvPr id="3" name="Content Placeholder 2">
            <a:extLst>
              <a:ext uri="{FF2B5EF4-FFF2-40B4-BE49-F238E27FC236}">
                <a16:creationId xmlns:a16="http://schemas.microsoft.com/office/drawing/2014/main" id="{2D9AF51F-C4BB-7C9F-1BBB-3D184665FCFC}"/>
              </a:ext>
            </a:extLst>
          </p:cNvPr>
          <p:cNvSpPr>
            <a:spLocks noGrp="1"/>
          </p:cNvSpPr>
          <p:nvPr>
            <p:ph idx="1"/>
          </p:nvPr>
        </p:nvSpPr>
        <p:spPr>
          <a:xfrm>
            <a:off x="720754" y="1930185"/>
            <a:ext cx="8330967" cy="3657601"/>
          </a:xfrm>
        </p:spPr>
        <p:txBody>
          <a:bodyPr>
            <a:normAutofit fontScale="70000" lnSpcReduction="20000"/>
          </a:bodyPr>
          <a:lstStyle/>
          <a:p>
            <a:pPr algn="just">
              <a:lnSpc>
                <a:spcPct val="150000"/>
              </a:lnSpc>
            </a:pPr>
            <a:r>
              <a:rPr lang="vi-VN" b="0" i="0" dirty="0">
                <a:effectLst/>
                <a:latin typeface="Segoe UI Historic" panose="020B0502040204020203" pitchFamily="34" charset="0"/>
              </a:rPr>
              <a:t>Kiểu người cá nhân hóa mọi thứ có vẻ ngoài nhạy cảm, chu đáo, tốt bụng và luôn tỏ ra mình gặp phải nhiều khó khăn trong cuộc sống. Nhưng sự thật là, họ muốn người khác cho họ mọi thứ mà không cần phải đòi hỏi.</a:t>
            </a:r>
            <a:endParaRPr lang="en-US" b="0" i="0" dirty="0">
              <a:effectLst/>
              <a:latin typeface="Segoe UI Historic" panose="020B0502040204020203" pitchFamily="34" charset="0"/>
            </a:endParaRPr>
          </a:p>
          <a:p>
            <a:pPr algn="just">
              <a:lnSpc>
                <a:spcPct val="150000"/>
              </a:lnSpc>
            </a:pPr>
            <a:r>
              <a:rPr lang="vi-VN" b="0" i="0" dirty="0">
                <a:effectLst/>
                <a:latin typeface="Segoe UI Historic" panose="020B0502040204020203" pitchFamily="34" charset="0"/>
              </a:rPr>
              <a:t>Họ thường xuyên cảnh giác và xem bạn có chú ý đến họ, có tôn trọng họ hay có trao cho họ thứ họ đã trả giá không? Khuôn mẫu của kiểu người này là có nhiều sự bất đồng với mọi người và luôn xem bản thân là kẻ bị đối xử không đúng.</a:t>
            </a:r>
            <a:endParaRPr lang="en-US" dirty="0"/>
          </a:p>
        </p:txBody>
      </p:sp>
      <p:sp>
        <p:nvSpPr>
          <p:cNvPr id="6" name="Slide Number Placeholder 5">
            <a:extLst>
              <a:ext uri="{FF2B5EF4-FFF2-40B4-BE49-F238E27FC236}">
                <a16:creationId xmlns:a16="http://schemas.microsoft.com/office/drawing/2014/main" id="{BE975EEF-74D9-E506-2AA3-6F77C7FE36FA}"/>
              </a:ext>
            </a:extLst>
          </p:cNvPr>
          <p:cNvSpPr>
            <a:spLocks noGrp="1"/>
          </p:cNvSpPr>
          <p:nvPr>
            <p:ph type="sldNum" sz="quarter" idx="12"/>
          </p:nvPr>
        </p:nvSpPr>
        <p:spPr/>
        <p:txBody>
          <a:bodyPr/>
          <a:lstStyle/>
          <a:p>
            <a:fld id="{DFDF98CC-160E-494C-8C3C-8CDC5FA257DE}" type="slidenum">
              <a:rPr lang="en-US" smtClean="0"/>
              <a:t>10</a:t>
            </a:fld>
            <a:endParaRPr lang="en-US" dirty="0"/>
          </a:p>
        </p:txBody>
      </p:sp>
      <p:graphicFrame>
        <p:nvGraphicFramePr>
          <p:cNvPr id="7" name="Diagram 6">
            <a:extLst>
              <a:ext uri="{FF2B5EF4-FFF2-40B4-BE49-F238E27FC236}">
                <a16:creationId xmlns:a16="http://schemas.microsoft.com/office/drawing/2014/main" id="{A2315D50-A62F-2454-7538-F2F9B9296CE2}"/>
              </a:ext>
            </a:extLst>
          </p:cNvPr>
          <p:cNvGraphicFramePr/>
          <p:nvPr>
            <p:extLst>
              <p:ext uri="{D42A27DB-BD31-4B8C-83A1-F6EECF244321}">
                <p14:modId xmlns:p14="http://schemas.microsoft.com/office/powerpoint/2010/main" val="1038161510"/>
              </p:ext>
            </p:extLst>
          </p:nvPr>
        </p:nvGraphicFramePr>
        <p:xfrm>
          <a:off x="9526444" y="1639380"/>
          <a:ext cx="3498810" cy="359337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8" name="Content Placeholder 18">
            <a:extLst>
              <a:ext uri="{FF2B5EF4-FFF2-40B4-BE49-F238E27FC236}">
                <a16:creationId xmlns:a16="http://schemas.microsoft.com/office/drawing/2014/main" id="{3B2E24A1-3A9B-46DE-C2C9-5E09E858C0C7}"/>
              </a:ext>
            </a:extLst>
          </p:cNvPr>
          <p:cNvPicPr>
            <a:picLocks noChangeAspect="1"/>
          </p:cNvPicPr>
          <p:nvPr/>
        </p:nvPicPr>
        <p:blipFill>
          <a:blip r:embed="rId7"/>
          <a:stretch>
            <a:fillRect/>
          </a:stretch>
        </p:blipFill>
        <p:spPr>
          <a:xfrm>
            <a:off x="11385627" y="91455"/>
            <a:ext cx="806373" cy="694146"/>
          </a:xfrm>
          <a:prstGeom prst="rect">
            <a:avLst/>
          </a:prstGeom>
        </p:spPr>
      </p:pic>
    </p:spTree>
    <p:extLst>
      <p:ext uri="{BB962C8B-B14F-4D97-AF65-F5344CB8AC3E}">
        <p14:creationId xmlns:p14="http://schemas.microsoft.com/office/powerpoint/2010/main" val="40385767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9CC876-6997-1791-4B49-C780A9C38C42}"/>
              </a:ext>
            </a:extLst>
          </p:cNvPr>
          <p:cNvSpPr>
            <a:spLocks noGrp="1"/>
          </p:cNvSpPr>
          <p:nvPr>
            <p:ph type="title"/>
          </p:nvPr>
        </p:nvSpPr>
        <p:spPr/>
        <p:txBody>
          <a:bodyPr/>
          <a:lstStyle/>
          <a:p>
            <a:r>
              <a:rPr lang="en-US" b="1" i="0" dirty="0">
                <a:solidFill>
                  <a:srgbClr val="7030A0"/>
                </a:solidFill>
                <a:effectLst/>
                <a:latin typeface="Tahoma" panose="020B0604030504040204" pitchFamily="34" charset="0"/>
                <a:ea typeface="Tahoma" panose="020B0604030504040204" pitchFamily="34" charset="0"/>
                <a:cs typeface="Tahoma" panose="020B0604030504040204" pitchFamily="34" charset="0"/>
              </a:rPr>
              <a:t>4. </a:t>
            </a:r>
            <a:r>
              <a:rPr lang="en-US" b="1" i="0" dirty="0" err="1">
                <a:solidFill>
                  <a:srgbClr val="7030A0"/>
                </a:solidFill>
                <a:effectLst/>
                <a:latin typeface="Tahoma" panose="020B0604030504040204" pitchFamily="34" charset="0"/>
                <a:ea typeface="Tahoma" panose="020B0604030504040204" pitchFamily="34" charset="0"/>
                <a:cs typeface="Tahoma" panose="020B0604030504040204" pitchFamily="34" charset="0"/>
              </a:rPr>
              <a:t>Dạng</a:t>
            </a:r>
            <a:r>
              <a:rPr lang="en-US" b="1" i="0" dirty="0">
                <a:solidFill>
                  <a:srgbClr val="7030A0"/>
                </a:solidFill>
                <a:effectLst/>
                <a:latin typeface="Tahoma" panose="020B0604030504040204" pitchFamily="34" charset="0"/>
                <a:ea typeface="Tahoma" panose="020B0604030504040204" pitchFamily="34" charset="0"/>
                <a:cs typeface="Tahoma" panose="020B0604030504040204" pitchFamily="34" charset="0"/>
              </a:rPr>
              <a:t> </a:t>
            </a:r>
            <a:r>
              <a:rPr lang="en-US" b="1" i="0" dirty="0" err="1">
                <a:solidFill>
                  <a:srgbClr val="7030A0"/>
                </a:solidFill>
                <a:effectLst/>
                <a:latin typeface="Tahoma" panose="020B0604030504040204" pitchFamily="34" charset="0"/>
                <a:ea typeface="Tahoma" panose="020B0604030504040204" pitchFamily="34" charset="0"/>
                <a:cs typeface="Tahoma" panose="020B0604030504040204" pitchFamily="34" charset="0"/>
              </a:rPr>
              <a:t>nam</a:t>
            </a:r>
            <a:r>
              <a:rPr lang="en-US" b="1" i="0" dirty="0">
                <a:solidFill>
                  <a:srgbClr val="7030A0"/>
                </a:solidFill>
                <a:effectLst/>
                <a:latin typeface="Tahoma" panose="020B0604030504040204" pitchFamily="34" charset="0"/>
                <a:ea typeface="Tahoma" panose="020B0604030504040204" pitchFamily="34" charset="0"/>
                <a:cs typeface="Tahoma" panose="020B0604030504040204" pitchFamily="34" charset="0"/>
              </a:rPr>
              <a:t> </a:t>
            </a:r>
            <a:r>
              <a:rPr lang="en-US" b="1" i="0" dirty="0" err="1">
                <a:solidFill>
                  <a:srgbClr val="7030A0"/>
                </a:solidFill>
                <a:effectLst/>
                <a:latin typeface="Tahoma" panose="020B0604030504040204" pitchFamily="34" charset="0"/>
                <a:ea typeface="Tahoma" panose="020B0604030504040204" pitchFamily="34" charset="0"/>
                <a:cs typeface="Tahoma" panose="020B0604030504040204" pitchFamily="34" charset="0"/>
              </a:rPr>
              <a:t>châm</a:t>
            </a:r>
            <a:endParaRPr lang="en-US" b="1" dirty="0">
              <a:solidFill>
                <a:srgbClr val="7030A0"/>
              </a:solidFill>
              <a:latin typeface="Tahoma" panose="020B0604030504040204" pitchFamily="34" charset="0"/>
              <a:ea typeface="Tahoma" panose="020B0604030504040204" pitchFamily="34" charset="0"/>
              <a:cs typeface="Tahoma" panose="020B0604030504040204" pitchFamily="34" charset="0"/>
            </a:endParaRPr>
          </a:p>
        </p:txBody>
      </p:sp>
      <p:sp>
        <p:nvSpPr>
          <p:cNvPr id="3" name="Content Placeholder 2">
            <a:extLst>
              <a:ext uri="{FF2B5EF4-FFF2-40B4-BE49-F238E27FC236}">
                <a16:creationId xmlns:a16="http://schemas.microsoft.com/office/drawing/2014/main" id="{AD90DBBF-BFFF-8069-261B-FD83111D23DE}"/>
              </a:ext>
            </a:extLst>
          </p:cNvPr>
          <p:cNvSpPr>
            <a:spLocks noGrp="1"/>
          </p:cNvSpPr>
          <p:nvPr>
            <p:ph idx="1"/>
          </p:nvPr>
        </p:nvSpPr>
        <p:spPr>
          <a:xfrm>
            <a:off x="3825380" y="2223800"/>
            <a:ext cx="7528420" cy="3657601"/>
          </a:xfrm>
        </p:spPr>
        <p:txBody>
          <a:bodyPr>
            <a:normAutofit fontScale="70000" lnSpcReduction="20000"/>
          </a:bodyPr>
          <a:lstStyle/>
          <a:p>
            <a:pPr algn="just">
              <a:lnSpc>
                <a:spcPct val="160000"/>
              </a:lnSpc>
            </a:pPr>
            <a:r>
              <a:rPr lang="vi-VN" b="0" i="0" dirty="0">
                <a:effectLst/>
                <a:latin typeface="Segoe UI Historic" panose="020B0502040204020203" pitchFamily="34" charset="0"/>
              </a:rPr>
              <a:t>Kiểu người này có vẻ ngoài rất năng lượng, họ hoạt bát sinh động và dí dỏm. Họ luôn có nhiều câu chuyện để kể và thường là nạn nhân của những trận chiến trong cuộc sống của họ.</a:t>
            </a:r>
            <a:endParaRPr lang="en-US" b="0" i="0" dirty="0">
              <a:effectLst/>
              <a:latin typeface="Segoe UI Historic" panose="020B0502040204020203" pitchFamily="34" charset="0"/>
            </a:endParaRPr>
          </a:p>
          <a:p>
            <a:pPr algn="just">
              <a:lnSpc>
                <a:spcPct val="160000"/>
              </a:lnSpc>
            </a:pPr>
            <a:r>
              <a:rPr lang="vi-VN" b="0" i="0" dirty="0">
                <a:effectLst/>
                <a:latin typeface="Segoe UI Historic" panose="020B0502040204020203" pitchFamily="34" charset="0"/>
              </a:rPr>
              <a:t>Nhưng thực tế, họ có nhu cầu lớn trong việc lôi kéo sự chú ý và sự thương cảm của bạn. Khi bạn càng thân thiết với họ, bạn sẽ càng khó thoát ra và luôn cảm thấy mình có cảm giác tội lỗi.</a:t>
            </a:r>
            <a:endParaRPr lang="en-US" dirty="0"/>
          </a:p>
        </p:txBody>
      </p:sp>
      <p:sp>
        <p:nvSpPr>
          <p:cNvPr id="6" name="Slide Number Placeholder 5">
            <a:extLst>
              <a:ext uri="{FF2B5EF4-FFF2-40B4-BE49-F238E27FC236}">
                <a16:creationId xmlns:a16="http://schemas.microsoft.com/office/drawing/2014/main" id="{8FBFBAAB-ADA2-117E-7267-92AA6ABA9392}"/>
              </a:ext>
            </a:extLst>
          </p:cNvPr>
          <p:cNvSpPr>
            <a:spLocks noGrp="1"/>
          </p:cNvSpPr>
          <p:nvPr>
            <p:ph type="sldNum" sz="quarter" idx="12"/>
          </p:nvPr>
        </p:nvSpPr>
        <p:spPr/>
        <p:txBody>
          <a:bodyPr/>
          <a:lstStyle/>
          <a:p>
            <a:fld id="{DFDF98CC-160E-494C-8C3C-8CDC5FA257DE}" type="slidenum">
              <a:rPr lang="en-US" smtClean="0"/>
              <a:t>11</a:t>
            </a:fld>
            <a:endParaRPr lang="en-US" dirty="0"/>
          </a:p>
        </p:txBody>
      </p:sp>
      <p:pic>
        <p:nvPicPr>
          <p:cNvPr id="10242" name="Picture 2" descr="Chinh Phục Sếp Khó Tính Có Một Không Hai">
            <a:extLst>
              <a:ext uri="{FF2B5EF4-FFF2-40B4-BE49-F238E27FC236}">
                <a16:creationId xmlns:a16="http://schemas.microsoft.com/office/drawing/2014/main" id="{0EE84233-1375-D0C7-E1EE-A1A45A662FF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3021" y="2732015"/>
            <a:ext cx="3326235" cy="2217490"/>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a:extLst>
            <a:ext uri="{909E8E84-426E-40DD-AFC4-6F175D3DCCD1}">
              <a14:hiddenFill xmlns:a14="http://schemas.microsoft.com/office/drawing/2010/main">
                <a:solidFill>
                  <a:srgbClr val="FFFFFF"/>
                </a:solidFill>
              </a14:hiddenFill>
            </a:ext>
          </a:extLst>
        </p:spPr>
      </p:pic>
      <p:pic>
        <p:nvPicPr>
          <p:cNvPr id="7" name="Content Placeholder 18">
            <a:extLst>
              <a:ext uri="{FF2B5EF4-FFF2-40B4-BE49-F238E27FC236}">
                <a16:creationId xmlns:a16="http://schemas.microsoft.com/office/drawing/2014/main" id="{C1CD2653-62AD-52F6-A199-D99ADE2047F5}"/>
              </a:ext>
            </a:extLst>
          </p:cNvPr>
          <p:cNvPicPr>
            <a:picLocks noChangeAspect="1"/>
          </p:cNvPicPr>
          <p:nvPr/>
        </p:nvPicPr>
        <p:blipFill>
          <a:blip r:embed="rId3"/>
          <a:stretch>
            <a:fillRect/>
          </a:stretch>
        </p:blipFill>
        <p:spPr>
          <a:xfrm>
            <a:off x="11385627" y="91455"/>
            <a:ext cx="806373" cy="694146"/>
          </a:xfrm>
          <a:prstGeom prst="rect">
            <a:avLst/>
          </a:prstGeom>
        </p:spPr>
      </p:pic>
    </p:spTree>
    <p:extLst>
      <p:ext uri="{BB962C8B-B14F-4D97-AF65-F5344CB8AC3E}">
        <p14:creationId xmlns:p14="http://schemas.microsoft.com/office/powerpoint/2010/main" val="40805574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1936D8-D7CE-C0F7-5D68-6D7B06400E21}"/>
              </a:ext>
            </a:extLst>
          </p:cNvPr>
          <p:cNvSpPr>
            <a:spLocks noGrp="1"/>
          </p:cNvSpPr>
          <p:nvPr>
            <p:ph type="title"/>
          </p:nvPr>
        </p:nvSpPr>
        <p:spPr/>
        <p:txBody>
          <a:bodyPr/>
          <a:lstStyle/>
          <a:p>
            <a:r>
              <a:rPr lang="en-US" b="1" i="0" dirty="0">
                <a:solidFill>
                  <a:srgbClr val="7030A0"/>
                </a:solidFill>
                <a:effectLst/>
                <a:latin typeface="Tahoma" panose="020B0604030504040204" pitchFamily="34" charset="0"/>
                <a:ea typeface="Tahoma" panose="020B0604030504040204" pitchFamily="34" charset="0"/>
                <a:cs typeface="Tahoma" panose="020B0604030504040204" pitchFamily="34" charset="0"/>
              </a:rPr>
              <a:t>5. </a:t>
            </a:r>
            <a:r>
              <a:rPr lang="en-US" b="1" i="0" dirty="0" err="1">
                <a:solidFill>
                  <a:srgbClr val="7030A0"/>
                </a:solidFill>
                <a:effectLst/>
                <a:latin typeface="Tahoma" panose="020B0604030504040204" pitchFamily="34" charset="0"/>
                <a:ea typeface="Tahoma" panose="020B0604030504040204" pitchFamily="34" charset="0"/>
                <a:cs typeface="Tahoma" panose="020B0604030504040204" pitchFamily="34" charset="0"/>
              </a:rPr>
              <a:t>Dạng</a:t>
            </a:r>
            <a:r>
              <a:rPr lang="en-US" b="1" i="0" dirty="0">
                <a:solidFill>
                  <a:srgbClr val="7030A0"/>
                </a:solidFill>
                <a:effectLst/>
                <a:latin typeface="Tahoma" panose="020B0604030504040204" pitchFamily="34" charset="0"/>
                <a:ea typeface="Tahoma" panose="020B0604030504040204" pitchFamily="34" charset="0"/>
                <a:cs typeface="Tahoma" panose="020B0604030504040204" pitchFamily="34" charset="0"/>
              </a:rPr>
              <a:t> </a:t>
            </a:r>
            <a:r>
              <a:rPr lang="en-US" b="1" i="0" dirty="0" err="1">
                <a:solidFill>
                  <a:srgbClr val="7030A0"/>
                </a:solidFill>
                <a:effectLst/>
                <a:latin typeface="Tahoma" panose="020B0604030504040204" pitchFamily="34" charset="0"/>
                <a:ea typeface="Tahoma" panose="020B0604030504040204" pitchFamily="34" charset="0"/>
                <a:cs typeface="Tahoma" panose="020B0604030504040204" pitchFamily="34" charset="0"/>
              </a:rPr>
              <a:t>khoác</a:t>
            </a:r>
            <a:r>
              <a:rPr lang="en-US" b="1" i="0" dirty="0">
                <a:solidFill>
                  <a:srgbClr val="7030A0"/>
                </a:solidFill>
                <a:effectLst/>
                <a:latin typeface="Tahoma" panose="020B0604030504040204" pitchFamily="34" charset="0"/>
                <a:ea typeface="Tahoma" panose="020B0604030504040204" pitchFamily="34" charset="0"/>
                <a:cs typeface="Tahoma" panose="020B0604030504040204" pitchFamily="34" charset="0"/>
              </a:rPr>
              <a:t> </a:t>
            </a:r>
            <a:r>
              <a:rPr lang="en-US" b="1" i="0" dirty="0" err="1">
                <a:solidFill>
                  <a:srgbClr val="7030A0"/>
                </a:solidFill>
                <a:effectLst/>
                <a:latin typeface="Tahoma" panose="020B0604030504040204" pitchFamily="34" charset="0"/>
                <a:ea typeface="Tahoma" panose="020B0604030504040204" pitchFamily="34" charset="0"/>
                <a:cs typeface="Tahoma" panose="020B0604030504040204" pitchFamily="34" charset="0"/>
              </a:rPr>
              <a:t>lác</a:t>
            </a:r>
            <a:endParaRPr lang="en-US" b="1" dirty="0">
              <a:solidFill>
                <a:srgbClr val="7030A0"/>
              </a:solidFill>
              <a:latin typeface="Tahoma" panose="020B0604030504040204" pitchFamily="34" charset="0"/>
              <a:ea typeface="Tahoma" panose="020B0604030504040204" pitchFamily="34" charset="0"/>
              <a:cs typeface="Tahoma" panose="020B0604030504040204" pitchFamily="34" charset="0"/>
            </a:endParaRPr>
          </a:p>
        </p:txBody>
      </p:sp>
      <p:sp>
        <p:nvSpPr>
          <p:cNvPr id="3" name="Content Placeholder 2">
            <a:extLst>
              <a:ext uri="{FF2B5EF4-FFF2-40B4-BE49-F238E27FC236}">
                <a16:creationId xmlns:a16="http://schemas.microsoft.com/office/drawing/2014/main" id="{9F78EE6C-AAA3-32CE-70C9-2C97DD1693BC}"/>
              </a:ext>
            </a:extLst>
          </p:cNvPr>
          <p:cNvSpPr>
            <a:spLocks noGrp="1"/>
          </p:cNvSpPr>
          <p:nvPr>
            <p:ph idx="1"/>
          </p:nvPr>
        </p:nvSpPr>
        <p:spPr>
          <a:xfrm>
            <a:off x="569753" y="1963741"/>
            <a:ext cx="7567568" cy="3657601"/>
          </a:xfrm>
        </p:spPr>
        <p:txBody>
          <a:bodyPr>
            <a:normAutofit fontScale="70000" lnSpcReduction="20000"/>
          </a:bodyPr>
          <a:lstStyle/>
          <a:p>
            <a:pPr algn="just">
              <a:lnSpc>
                <a:spcPct val="150000"/>
              </a:lnSpc>
            </a:pPr>
            <a:r>
              <a:rPr lang="vi-VN" b="0" i="0" dirty="0">
                <a:effectLst/>
                <a:latin typeface="Segoe UI Historic" panose="020B0502040204020203" pitchFamily="34" charset="0"/>
              </a:rPr>
              <a:t>Dạng người này sẽ làm bạn sẽ bị ấn tượng bởi những ý tưởng và dự án mà họ đang nghĩ đến. Hãy thật cảnh giác và kiểm tra hồ sơ và những thành tựu trong quá khứ của họ. </a:t>
            </a:r>
            <a:endParaRPr lang="en-US" b="0" i="0" dirty="0">
              <a:effectLst/>
              <a:latin typeface="Segoe UI Historic" panose="020B0502040204020203" pitchFamily="34" charset="0"/>
            </a:endParaRPr>
          </a:p>
          <a:p>
            <a:pPr algn="just">
              <a:lnSpc>
                <a:spcPct val="150000"/>
              </a:lnSpc>
            </a:pPr>
            <a:r>
              <a:rPr lang="vi-VN" b="0" i="0" dirty="0">
                <a:effectLst/>
                <a:latin typeface="Segoe UI Historic" panose="020B0502040204020203" pitchFamily="34" charset="0"/>
              </a:rPr>
              <a:t>Bạn sẽ thấy họ thường không bao giờ hoàn thành bất cứ điều gì. Họ luôn cố gắng tìm kẻ sẽ chịu trách nhiệm và làm hết công việc khó khăn để biến ý tưởng mơ hồ của họ thành hiện thực. Do đó, hãy tránh xa dạng người này để tránh gặp rắc rối.</a:t>
            </a:r>
            <a:endParaRPr lang="en-US" dirty="0"/>
          </a:p>
        </p:txBody>
      </p:sp>
      <p:sp>
        <p:nvSpPr>
          <p:cNvPr id="6" name="Slide Number Placeholder 5">
            <a:extLst>
              <a:ext uri="{FF2B5EF4-FFF2-40B4-BE49-F238E27FC236}">
                <a16:creationId xmlns:a16="http://schemas.microsoft.com/office/drawing/2014/main" id="{40C4E914-DC01-311B-3679-CA039AE85099}"/>
              </a:ext>
            </a:extLst>
          </p:cNvPr>
          <p:cNvSpPr>
            <a:spLocks noGrp="1"/>
          </p:cNvSpPr>
          <p:nvPr>
            <p:ph type="sldNum" sz="quarter" idx="12"/>
          </p:nvPr>
        </p:nvSpPr>
        <p:spPr/>
        <p:txBody>
          <a:bodyPr/>
          <a:lstStyle/>
          <a:p>
            <a:fld id="{DFDF98CC-160E-494C-8C3C-8CDC5FA257DE}" type="slidenum">
              <a:rPr lang="en-US" smtClean="0"/>
              <a:t>12</a:t>
            </a:fld>
            <a:endParaRPr lang="en-US" dirty="0"/>
          </a:p>
        </p:txBody>
      </p:sp>
      <p:pic>
        <p:nvPicPr>
          <p:cNvPr id="11266" name="Picture 2" descr="Gây ảnh hưởng (Influence) trong năng lực lãnh đạo">
            <a:extLst>
              <a:ext uri="{FF2B5EF4-FFF2-40B4-BE49-F238E27FC236}">
                <a16:creationId xmlns:a16="http://schemas.microsoft.com/office/drawing/2014/main" id="{E68F36A2-149A-52B1-842A-42E9C0133FA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90825" y="2323648"/>
            <a:ext cx="3338295" cy="226502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a:extLst>
            <a:ext uri="{909E8E84-426E-40DD-AFC4-6F175D3DCCD1}">
              <a14:hiddenFill xmlns:a14="http://schemas.microsoft.com/office/drawing/2010/main">
                <a:solidFill>
                  <a:srgbClr val="FFFFFF"/>
                </a:solidFill>
              </a14:hiddenFill>
            </a:ext>
          </a:extLst>
        </p:spPr>
      </p:pic>
      <p:pic>
        <p:nvPicPr>
          <p:cNvPr id="7" name="Content Placeholder 18">
            <a:extLst>
              <a:ext uri="{FF2B5EF4-FFF2-40B4-BE49-F238E27FC236}">
                <a16:creationId xmlns:a16="http://schemas.microsoft.com/office/drawing/2014/main" id="{B07B9E9D-937D-0168-029D-115322E7E9EB}"/>
              </a:ext>
            </a:extLst>
          </p:cNvPr>
          <p:cNvPicPr>
            <a:picLocks noChangeAspect="1"/>
          </p:cNvPicPr>
          <p:nvPr/>
        </p:nvPicPr>
        <p:blipFill>
          <a:blip r:embed="rId3"/>
          <a:stretch>
            <a:fillRect/>
          </a:stretch>
        </p:blipFill>
        <p:spPr>
          <a:xfrm>
            <a:off x="11385627" y="91455"/>
            <a:ext cx="806373" cy="694146"/>
          </a:xfrm>
          <a:prstGeom prst="rect">
            <a:avLst/>
          </a:prstGeom>
        </p:spPr>
      </p:pic>
    </p:spTree>
    <p:extLst>
      <p:ext uri="{BB962C8B-B14F-4D97-AF65-F5344CB8AC3E}">
        <p14:creationId xmlns:p14="http://schemas.microsoft.com/office/powerpoint/2010/main" val="14363203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EED4AB-80F5-517B-6A2B-2E2A27E9B8C4}"/>
              </a:ext>
            </a:extLst>
          </p:cNvPr>
          <p:cNvSpPr>
            <a:spLocks noGrp="1"/>
          </p:cNvSpPr>
          <p:nvPr>
            <p:ph type="title"/>
          </p:nvPr>
        </p:nvSpPr>
        <p:spPr/>
        <p:txBody>
          <a:bodyPr>
            <a:noAutofit/>
          </a:bodyPr>
          <a:lstStyle/>
          <a:p>
            <a:r>
              <a:rPr lang="vi-VN" sz="4000" b="1" i="0" dirty="0">
                <a:solidFill>
                  <a:srgbClr val="7030A0"/>
                </a:solidFill>
                <a:effectLst/>
                <a:latin typeface="Tahoma" panose="020B0604030504040204" pitchFamily="34" charset="0"/>
                <a:ea typeface="Tahoma" panose="020B0604030504040204" pitchFamily="34" charset="0"/>
                <a:cs typeface="Tahoma" panose="020B0604030504040204" pitchFamily="34" charset="0"/>
              </a:rPr>
              <a:t>6. Dạng luôn làm vừa lòng người khác</a:t>
            </a:r>
            <a:endParaRPr lang="en-US" sz="4000" b="1" dirty="0">
              <a:solidFill>
                <a:srgbClr val="7030A0"/>
              </a:solidFill>
              <a:latin typeface="Tahoma" panose="020B0604030504040204" pitchFamily="34" charset="0"/>
              <a:ea typeface="Tahoma" panose="020B0604030504040204" pitchFamily="34" charset="0"/>
              <a:cs typeface="Tahoma" panose="020B0604030504040204" pitchFamily="34" charset="0"/>
            </a:endParaRPr>
          </a:p>
        </p:txBody>
      </p:sp>
      <p:sp>
        <p:nvSpPr>
          <p:cNvPr id="3" name="Content Placeholder 2">
            <a:extLst>
              <a:ext uri="{FF2B5EF4-FFF2-40B4-BE49-F238E27FC236}">
                <a16:creationId xmlns:a16="http://schemas.microsoft.com/office/drawing/2014/main" id="{DDC48FE4-E39C-6E41-B563-78D08DBE5167}"/>
              </a:ext>
            </a:extLst>
          </p:cNvPr>
          <p:cNvSpPr>
            <a:spLocks noGrp="1"/>
          </p:cNvSpPr>
          <p:nvPr>
            <p:ph idx="1"/>
          </p:nvPr>
        </p:nvSpPr>
        <p:spPr>
          <a:xfrm>
            <a:off x="544585" y="1502346"/>
            <a:ext cx="10520494" cy="3657601"/>
          </a:xfrm>
        </p:spPr>
        <p:txBody>
          <a:bodyPr>
            <a:normAutofit fontScale="92500" lnSpcReduction="10000"/>
          </a:bodyPr>
          <a:lstStyle/>
          <a:p>
            <a:pPr algn="just">
              <a:lnSpc>
                <a:spcPct val="150000"/>
              </a:lnSpc>
            </a:pPr>
            <a:r>
              <a:rPr lang="vi-VN" b="0" i="0" dirty="0">
                <a:effectLst/>
                <a:latin typeface="Segoe UI Historic" panose="020B0502040204020203" pitchFamily="34" charset="0"/>
              </a:rPr>
              <a:t>Dạng người này được ví giống như triều thần. Họ thường là những chuyên gia nói dối đầy kinh nghiệm với mục đích làm hài lòng người khác, dù bất kể đó là ai. </a:t>
            </a:r>
            <a:endParaRPr lang="en-US" b="0" i="0" dirty="0">
              <a:effectLst/>
              <a:latin typeface="Segoe UI Historic" panose="020B0502040204020203" pitchFamily="34" charset="0"/>
            </a:endParaRPr>
          </a:p>
          <a:p>
            <a:pPr algn="just">
              <a:lnSpc>
                <a:spcPct val="150000"/>
              </a:lnSpc>
            </a:pPr>
            <a:r>
              <a:rPr lang="vi-VN" b="0" i="0" dirty="0">
                <a:effectLst/>
                <a:latin typeface="Segoe UI Historic" panose="020B0502040204020203" pitchFamily="34" charset="0"/>
              </a:rPr>
              <a:t>Đằng sau sự nhiệt tình và làm hài lòng đó, họ luôn ngấm ngầm khao khát làm hại người mà họ phục vụ. Hãy thật cẩn thận với kiểu người này!</a:t>
            </a:r>
            <a:endParaRPr lang="en-US" dirty="0"/>
          </a:p>
        </p:txBody>
      </p:sp>
      <p:sp>
        <p:nvSpPr>
          <p:cNvPr id="6" name="Slide Number Placeholder 5">
            <a:extLst>
              <a:ext uri="{FF2B5EF4-FFF2-40B4-BE49-F238E27FC236}">
                <a16:creationId xmlns:a16="http://schemas.microsoft.com/office/drawing/2014/main" id="{80A3AD61-7772-5246-3F99-F205B078D305}"/>
              </a:ext>
            </a:extLst>
          </p:cNvPr>
          <p:cNvSpPr>
            <a:spLocks noGrp="1"/>
          </p:cNvSpPr>
          <p:nvPr>
            <p:ph type="sldNum" sz="quarter" idx="12"/>
          </p:nvPr>
        </p:nvSpPr>
        <p:spPr/>
        <p:txBody>
          <a:bodyPr/>
          <a:lstStyle/>
          <a:p>
            <a:fld id="{DFDF98CC-160E-494C-8C3C-8CDC5FA257DE}" type="slidenum">
              <a:rPr lang="en-US" smtClean="0"/>
              <a:t>13</a:t>
            </a:fld>
            <a:endParaRPr lang="en-US" dirty="0"/>
          </a:p>
        </p:txBody>
      </p:sp>
      <p:pic>
        <p:nvPicPr>
          <p:cNvPr id="12290" name="Picture 2" descr="Sếp giỏi thường trò chuyện với nhân viên để cải thiện quan hệ">
            <a:extLst>
              <a:ext uri="{FF2B5EF4-FFF2-40B4-BE49-F238E27FC236}">
                <a16:creationId xmlns:a16="http://schemas.microsoft.com/office/drawing/2014/main" id="{8F5E93E2-5AD4-7447-5D34-E420CD7C89F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61857" y="4597167"/>
            <a:ext cx="2846664" cy="2134998"/>
          </a:xfrm>
          <a:prstGeom prst="rect">
            <a:avLst/>
          </a:prstGeom>
          <a:solidFill>
            <a:srgbClr val="FFFFFF">
              <a:shade val="85000"/>
            </a:srgbClr>
          </a:solidFill>
          <a:ln w="101600" cap="sq">
            <a:solidFill>
              <a:srgbClr val="FDFDFD"/>
            </a:solidFill>
            <a:miter lim="800000"/>
          </a:ln>
          <a:effectLst>
            <a:outerShdw blurRad="57150" dist="37500" dir="7560000" sy="98000" kx="110000" ky="200000" algn="tl" rotWithShape="0">
              <a:srgbClr val="000000">
                <a:alpha val="20000"/>
              </a:srgbClr>
            </a:outerShdw>
          </a:effectLst>
          <a:scene3d>
            <a:camera prst="perspectiveRelaxed">
              <a:rot lat="18960000" lon="0" rev="0"/>
            </a:camera>
            <a:lightRig rig="twoPt" dir="t">
              <a:rot lat="0" lon="0" rev="7200000"/>
            </a:lightRig>
          </a:scene3d>
          <a:sp3d prstMaterial="matte">
            <a:bevelT w="22860" h="12700"/>
            <a:contourClr>
              <a:srgbClr val="FFFFFF"/>
            </a:contourClr>
          </a:sp3d>
          <a:extLst>
            <a:ext uri="{909E8E84-426E-40DD-AFC4-6F175D3DCCD1}">
              <a14:hiddenFill xmlns:a14="http://schemas.microsoft.com/office/drawing/2010/main">
                <a:solidFill>
                  <a:srgbClr val="FFFFFF"/>
                </a:solidFill>
              </a14:hiddenFill>
            </a:ext>
          </a:extLst>
        </p:spPr>
      </p:pic>
      <p:pic>
        <p:nvPicPr>
          <p:cNvPr id="7" name="Content Placeholder 18">
            <a:extLst>
              <a:ext uri="{FF2B5EF4-FFF2-40B4-BE49-F238E27FC236}">
                <a16:creationId xmlns:a16="http://schemas.microsoft.com/office/drawing/2014/main" id="{CD32D042-17A9-7EAA-57F9-1A470C972570}"/>
              </a:ext>
            </a:extLst>
          </p:cNvPr>
          <p:cNvPicPr>
            <a:picLocks noChangeAspect="1"/>
          </p:cNvPicPr>
          <p:nvPr/>
        </p:nvPicPr>
        <p:blipFill>
          <a:blip r:embed="rId3"/>
          <a:stretch>
            <a:fillRect/>
          </a:stretch>
        </p:blipFill>
        <p:spPr>
          <a:xfrm>
            <a:off x="11385627" y="91455"/>
            <a:ext cx="806373" cy="694146"/>
          </a:xfrm>
          <a:prstGeom prst="rect">
            <a:avLst/>
          </a:prstGeom>
        </p:spPr>
      </p:pic>
    </p:spTree>
    <p:extLst>
      <p:ext uri="{BB962C8B-B14F-4D97-AF65-F5344CB8AC3E}">
        <p14:creationId xmlns:p14="http://schemas.microsoft.com/office/powerpoint/2010/main" val="22007878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769180E-5F9D-4325-8D68-715458F3CF9F}"/>
              </a:ext>
            </a:extLst>
          </p:cNvPr>
          <p:cNvSpPr>
            <a:spLocks noGrp="1"/>
          </p:cNvSpPr>
          <p:nvPr>
            <p:ph type="title"/>
          </p:nvPr>
        </p:nvSpPr>
        <p:spPr>
          <a:xfrm>
            <a:off x="786384" y="1612817"/>
            <a:ext cx="3142460" cy="1715004"/>
          </a:xfrm>
        </p:spPr>
        <p:txBody>
          <a:bodyPr/>
          <a:lstStyle/>
          <a:p>
            <a:r>
              <a:rPr lang="en-US" dirty="0"/>
              <a:t>Thank you</a:t>
            </a:r>
          </a:p>
        </p:txBody>
      </p:sp>
      <p:pic>
        <p:nvPicPr>
          <p:cNvPr id="19" name="Content Placeholder 18">
            <a:extLst>
              <a:ext uri="{FF2B5EF4-FFF2-40B4-BE49-F238E27FC236}">
                <a16:creationId xmlns:a16="http://schemas.microsoft.com/office/drawing/2014/main" id="{49A30E64-9EB7-4D2C-F490-32975D2C10E2}"/>
              </a:ext>
            </a:extLst>
          </p:cNvPr>
          <p:cNvPicPr>
            <a:picLocks noGrp="1" noChangeAspect="1"/>
          </p:cNvPicPr>
          <p:nvPr>
            <p:ph idx="1"/>
          </p:nvPr>
        </p:nvPicPr>
        <p:blipFill>
          <a:blip r:embed="rId2"/>
          <a:stretch>
            <a:fillRect/>
          </a:stretch>
        </p:blipFill>
        <p:spPr>
          <a:xfrm>
            <a:off x="11385627" y="91455"/>
            <a:ext cx="806373" cy="694146"/>
          </a:xfrm>
        </p:spPr>
      </p:pic>
      <p:pic>
        <p:nvPicPr>
          <p:cNvPr id="13314" name="Picture 2" descr="Những câu nói hay về nhân cách sống và lòng dạ con người | CareerViet.vn">
            <a:extLst>
              <a:ext uri="{FF2B5EF4-FFF2-40B4-BE49-F238E27FC236}">
                <a16:creationId xmlns:a16="http://schemas.microsoft.com/office/drawing/2014/main" id="{C8A8B41B-B9EC-41CE-8600-0288B675FE2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28844" y="964733"/>
            <a:ext cx="4274191" cy="4274191"/>
          </a:xfrm>
          <a:prstGeom prst="rect">
            <a:avLst/>
          </a:prstGeom>
          <a:noFill/>
          <a:effectLst>
            <a:glow rad="228600">
              <a:schemeClr val="accent2">
                <a:satMod val="175000"/>
                <a:alpha val="40000"/>
              </a:schemeClr>
            </a:glo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39316193"/>
      </p:ext>
    </p:extLst>
  </p:cSld>
  <p:clrMapOvr>
    <a:masterClrMapping/>
  </p:clrMapOvr>
</p:sld>
</file>

<file path=ppt/theme/theme1.xml><?xml version="1.0" encoding="utf-8"?>
<a:theme xmlns:a="http://schemas.openxmlformats.org/drawingml/2006/main" name="CumulusVTI">
  <a:themeElements>
    <a:clrScheme name="Custom 23">
      <a:dk1>
        <a:sysClr val="windowText" lastClr="000000"/>
      </a:dk1>
      <a:lt1>
        <a:sysClr val="window" lastClr="FFFFFF"/>
      </a:lt1>
      <a:dk2>
        <a:srgbClr val="44546A"/>
      </a:dk2>
      <a:lt2>
        <a:srgbClr val="E7E6E6"/>
      </a:lt2>
      <a:accent1>
        <a:srgbClr val="CA6549"/>
      </a:accent1>
      <a:accent2>
        <a:srgbClr val="D36B53"/>
      </a:accent2>
      <a:accent3>
        <a:srgbClr val="E48E6C"/>
      </a:accent3>
      <a:accent4>
        <a:srgbClr val="C99A99"/>
      </a:accent4>
      <a:accent5>
        <a:srgbClr val="A5A58D"/>
      </a:accent5>
      <a:accent6>
        <a:srgbClr val="A6999B"/>
      </a:accent6>
      <a:hlink>
        <a:srgbClr val="DF686A"/>
      </a:hlink>
      <a:folHlink>
        <a:srgbClr val="F93F1C"/>
      </a:folHlink>
    </a:clrScheme>
    <a:fontScheme name="Custom 5">
      <a:majorFont>
        <a:latin typeface="Sakkal Majalla"/>
        <a:ea typeface=""/>
        <a:cs typeface=""/>
      </a:majorFont>
      <a:minorFont>
        <a:latin typeface="Sakkal Majalla"/>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umulus_Win32_JB_SL_v3.potx" id="{0BCC5A0A-7B84-4874-9077-4C847FB1A0D4}" vid="{6EE83FEA-41C0-4F9A-81F2-85B5EAE481A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_ip_UnifiedCompliancePolicyUIAction xmlns="http://schemas.microsoft.com/sharepoint/v3" xsi:nil="true"/>
    <Image xmlns="71af3243-3dd4-4a8d-8c0d-dd76da1f02a5">
      <Url xsi:nil="true"/>
      <Description xsi:nil="true"/>
    </Image>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0" ma:contentTypeDescription="Create a new document." ma:contentTypeScope="" ma:versionID="1267097ee5f5874adfcc408041ae252e">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95891a93df65b14727750f2c06c306c"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element ref="ns1:_ip_UnifiedCompliancePolicyProperties" minOccurs="0"/>
                <xsd:element ref="ns1:_ip_UnifiedCompliancePolicyUIAction" minOccurs="0"/>
                <xsd:element ref="ns2:Image" minOccurs="0"/>
                <xsd:element ref="ns4:TaxCatchAll" minOccurs="0"/>
                <xsd:element ref="ns2:ImageTagsTaxHTFiel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xsd:simpleType>
        <xsd:restriction base="dms:Note"/>
      </xsd:simpleType>
    </xsd:element>
    <xsd:element name="_ip_UnifiedCompliancePolicyUIAction" ma:index="2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element name="Image" ma:index="22" nillable="true" ma:displayName="Image" ma:format="Image" ma:internalName="Image">
      <xsd:complexType>
        <xsd:complexContent>
          <xsd:extension base="dms:URL">
            <xsd:sequence>
              <xsd:element name="Url" type="dms:ValidUrl" minOccurs="0" nillable="true"/>
              <xsd:element name="Description" type="xsd:string" nillable="true"/>
            </xsd:sequence>
          </xsd:extension>
        </xsd:complexContent>
      </xsd:complex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5E496F2-1687-4D2B-8650-5A3E571C0A66}">
  <ds:schemaRefs>
    <ds:schemaRef ds:uri="http://schemas.microsoft.com/office/2006/metadata/properties"/>
    <ds:schemaRef ds:uri="http://schemas.microsoft.com/office/infopath/2007/PartnerControls"/>
    <ds:schemaRef ds:uri="71af3243-3dd4-4a8d-8c0d-dd76da1f02a5"/>
    <ds:schemaRef ds:uri="http://schemas.microsoft.com/sharepoint/v3"/>
    <ds:schemaRef ds:uri="230e9df3-be65-4c73-a93b-d1236ebd677e"/>
  </ds:schemaRefs>
</ds:datastoreItem>
</file>

<file path=customXml/itemProps2.xml><?xml version="1.0" encoding="utf-8"?>
<ds:datastoreItem xmlns:ds="http://schemas.openxmlformats.org/officeDocument/2006/customXml" ds:itemID="{A144F69D-6EA4-473B-A21B-234A493E3E19}">
  <ds:schemaRefs>
    <ds:schemaRef ds:uri="http://schemas.microsoft.com/sharepoint/v3/contenttype/forms"/>
  </ds:schemaRefs>
</ds:datastoreItem>
</file>

<file path=customXml/itemProps3.xml><?xml version="1.0" encoding="utf-8"?>
<ds:datastoreItem xmlns:ds="http://schemas.openxmlformats.org/officeDocument/2006/customXml" ds:itemID="{855B5B51-1734-445B-ACDB-16DB9A7E24E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Cumulus design</Template>
  <TotalTime>38</TotalTime>
  <Words>1755</Words>
  <Application>Microsoft Office PowerPoint</Application>
  <PresentationFormat>Widescreen</PresentationFormat>
  <Paragraphs>48</Paragraphs>
  <Slides>14</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14</vt:i4>
      </vt:variant>
    </vt:vector>
  </HeadingPairs>
  <TitlesOfParts>
    <vt:vector size="22" baseType="lpstr">
      <vt:lpstr>Arial</vt:lpstr>
      <vt:lpstr>Calibri</vt:lpstr>
      <vt:lpstr>inherit</vt:lpstr>
      <vt:lpstr>Sakkal Majalla</vt:lpstr>
      <vt:lpstr>Segoe UI Historic</vt:lpstr>
      <vt:lpstr>Tahoma</vt:lpstr>
      <vt:lpstr>Wingdings</vt:lpstr>
      <vt:lpstr>CumulusVTI</vt:lpstr>
      <vt:lpstr>SỰ ĐÁNH ĐỔI &amp; NHỮNG KẺ ĐỘC HẠI  GIÚP BẠN Ý THỨC VỀ BẢN THÂN</vt:lpstr>
      <vt:lpstr>PowerPoint Presentation</vt:lpstr>
      <vt:lpstr>1. Để trưởng thành, bạn phải học cách từ bỏ</vt:lpstr>
      <vt:lpstr>2. Bạn đánh đổi điều gì?</vt:lpstr>
      <vt:lpstr>3. Những thứ không được đánh đổi</vt:lpstr>
      <vt:lpstr>6 DẠNG NGƯỜI  "ĐỘC HẠI" MÀ BẠN NÊN TRÁNH XA</vt:lpstr>
      <vt:lpstr>PowerPoint Presentation</vt:lpstr>
      <vt:lpstr>1. Dạng siêu hoàn hảo</vt:lpstr>
      <vt:lpstr>2. Dạng thường xuyên nổi loạn</vt:lpstr>
      <vt:lpstr>3. Dạng cá nhân hóa mọi vấn đề</vt:lpstr>
      <vt:lpstr>4. Dạng nam châm</vt:lpstr>
      <vt:lpstr>5. Dạng khoác lác</vt:lpstr>
      <vt:lpstr>6. Dạng luôn làm vừa lòng người khác</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SỰ ĐÁNH ĐỔI &amp; NHỮNG KẺ ĐỘC HẠI  GIÚP BẠN Ý THỨC VỀ BẢN THÂN</dc:title>
  <dc:creator>Administrator</dc:creator>
  <cp:lastModifiedBy>Administrator</cp:lastModifiedBy>
  <cp:revision>1</cp:revision>
  <dcterms:created xsi:type="dcterms:W3CDTF">2024-12-24T07:27:44Z</dcterms:created>
  <dcterms:modified xsi:type="dcterms:W3CDTF">2024-12-24T08:05:48Z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