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5" r:id="rId3"/>
  </p:sldMasterIdLst>
  <p:notesMasterIdLst>
    <p:notesMasterId r:id="rId30"/>
  </p:notesMasterIdLst>
  <p:sldIdLst>
    <p:sldId id="256" r:id="rId4"/>
    <p:sldId id="263" r:id="rId5"/>
    <p:sldId id="2142533765" r:id="rId6"/>
    <p:sldId id="2142533766" r:id="rId7"/>
    <p:sldId id="2142533767" r:id="rId8"/>
    <p:sldId id="2142533768" r:id="rId9"/>
    <p:sldId id="2142533769" r:id="rId10"/>
    <p:sldId id="2142533770" r:id="rId11"/>
    <p:sldId id="2142533771" r:id="rId12"/>
    <p:sldId id="2142533772" r:id="rId13"/>
    <p:sldId id="274" r:id="rId14"/>
    <p:sldId id="2142533773" r:id="rId15"/>
    <p:sldId id="2142533774" r:id="rId16"/>
    <p:sldId id="2142533787" r:id="rId17"/>
    <p:sldId id="2142533788" r:id="rId18"/>
    <p:sldId id="2142533790" r:id="rId19"/>
    <p:sldId id="493" r:id="rId20"/>
    <p:sldId id="476" r:id="rId21"/>
    <p:sldId id="277" r:id="rId22"/>
    <p:sldId id="2142533791" r:id="rId23"/>
    <p:sldId id="2142533792" r:id="rId24"/>
    <p:sldId id="2142533793" r:id="rId25"/>
    <p:sldId id="2142533794" r:id="rId26"/>
    <p:sldId id="2142533795" r:id="rId27"/>
    <p:sldId id="2142533796" r:id="rId28"/>
    <p:sldId id="214253379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35F748-B3AA-4CBE-BAA5-CBE66989F5A2}" type="doc">
      <dgm:prSet loTypeId="urn:microsoft.com/office/officeart/2005/8/layout/radial4" loCatId="relationship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8CAF0CF-2521-48DB-B233-52D671A8574A}">
      <dgm:prSet phldrT="[Text]" custT="1"/>
      <dgm:spPr/>
      <dgm:t>
        <a:bodyPr/>
        <a:lstStyle/>
        <a:p>
          <a:r>
            <a:rPr lang="en-US" sz="2800" dirty="0"/>
            <a:t>THÀNH CÔNG</a:t>
          </a:r>
        </a:p>
      </dgm:t>
    </dgm:pt>
    <dgm:pt modelId="{E54D7075-914E-43EB-97D6-79298F3D57F6}" type="parTrans" cxnId="{4BBB6F2A-7EAA-474D-B8D7-60FEA8278997}">
      <dgm:prSet/>
      <dgm:spPr/>
      <dgm:t>
        <a:bodyPr/>
        <a:lstStyle/>
        <a:p>
          <a:endParaRPr lang="en-US" sz="1400"/>
        </a:p>
      </dgm:t>
    </dgm:pt>
    <dgm:pt modelId="{7260FFF3-996B-4F14-BEAA-FFF8C2F5F26E}" type="sibTrans" cxnId="{4BBB6F2A-7EAA-474D-B8D7-60FEA8278997}">
      <dgm:prSet/>
      <dgm:spPr/>
      <dgm:t>
        <a:bodyPr/>
        <a:lstStyle/>
        <a:p>
          <a:endParaRPr lang="en-US" sz="1400"/>
        </a:p>
      </dgm:t>
    </dgm:pt>
    <dgm:pt modelId="{57579E7E-45AC-49F6-A5F7-709808E387CB}">
      <dgm:prSet phldrT="[Text]" custT="1"/>
      <dgm:spPr/>
      <dgm:t>
        <a:bodyPr/>
        <a:lstStyle/>
        <a:p>
          <a:r>
            <a:rPr lang="en-US" sz="2400" dirty="0">
              <a:solidFill>
                <a:srgbClr val="FFFF00"/>
              </a:solidFill>
            </a:rPr>
            <a:t>1%</a:t>
          </a:r>
        </a:p>
        <a:p>
          <a:r>
            <a:rPr lang="en-US" sz="2000" dirty="0" err="1"/>
            <a:t>Chất</a:t>
          </a:r>
          <a:r>
            <a:rPr lang="en-US" sz="2000" dirty="0"/>
            <a:t> </a:t>
          </a:r>
          <a:r>
            <a:rPr lang="en-US" sz="2000" dirty="0" err="1"/>
            <a:t>xám</a:t>
          </a:r>
          <a:endParaRPr lang="en-US" sz="2000" dirty="0"/>
        </a:p>
      </dgm:t>
    </dgm:pt>
    <dgm:pt modelId="{8973CE67-72B0-426B-919D-90AA484989D2}" type="parTrans" cxnId="{ED76D139-B408-4851-96A5-4621FC9B45D1}">
      <dgm:prSet/>
      <dgm:spPr/>
      <dgm:t>
        <a:bodyPr/>
        <a:lstStyle/>
        <a:p>
          <a:endParaRPr lang="en-US" sz="1400"/>
        </a:p>
      </dgm:t>
    </dgm:pt>
    <dgm:pt modelId="{71DE743B-8D46-4001-A051-03512CFCA52B}" type="sibTrans" cxnId="{ED76D139-B408-4851-96A5-4621FC9B45D1}">
      <dgm:prSet/>
      <dgm:spPr/>
      <dgm:t>
        <a:bodyPr/>
        <a:lstStyle/>
        <a:p>
          <a:endParaRPr lang="en-US" sz="1400"/>
        </a:p>
      </dgm:t>
    </dgm:pt>
    <dgm:pt modelId="{FF5700B7-67D1-42AE-B787-429AECFC1F9E}">
      <dgm:prSet phldrT="[Text]" custT="1"/>
      <dgm:spPr/>
      <dgm:t>
        <a:bodyPr/>
        <a:lstStyle/>
        <a:p>
          <a:r>
            <a:rPr lang="en-US" sz="2000" dirty="0">
              <a:solidFill>
                <a:srgbClr val="7030A0"/>
              </a:solidFill>
            </a:rPr>
            <a:t>14% </a:t>
          </a:r>
        </a:p>
        <a:p>
          <a:r>
            <a:rPr lang="en-US" sz="2000" dirty="0" err="1"/>
            <a:t>Kiến</a:t>
          </a:r>
          <a:r>
            <a:rPr lang="en-US" sz="2000" dirty="0"/>
            <a:t> </a:t>
          </a:r>
          <a:r>
            <a:rPr lang="en-US" sz="2000" dirty="0" err="1"/>
            <a:t>thức</a:t>
          </a:r>
          <a:r>
            <a:rPr lang="en-US" sz="2000" dirty="0"/>
            <a:t> </a:t>
          </a:r>
          <a:r>
            <a:rPr lang="en-US" sz="2000" dirty="0" err="1"/>
            <a:t>cứng</a:t>
          </a:r>
          <a:endParaRPr lang="en-US" sz="2000" dirty="0"/>
        </a:p>
      </dgm:t>
    </dgm:pt>
    <dgm:pt modelId="{26BFF043-6471-4355-8B19-57FC53E0488C}" type="parTrans" cxnId="{C4AF7007-E4C8-4297-B295-FB71808B7BB3}">
      <dgm:prSet/>
      <dgm:spPr/>
      <dgm:t>
        <a:bodyPr/>
        <a:lstStyle/>
        <a:p>
          <a:endParaRPr lang="en-US" sz="1400"/>
        </a:p>
      </dgm:t>
    </dgm:pt>
    <dgm:pt modelId="{57C6E0D5-4AEF-4A51-BC23-046D8A7C05F0}" type="sibTrans" cxnId="{C4AF7007-E4C8-4297-B295-FB71808B7BB3}">
      <dgm:prSet/>
      <dgm:spPr/>
      <dgm:t>
        <a:bodyPr/>
        <a:lstStyle/>
        <a:p>
          <a:endParaRPr lang="en-US" sz="1400"/>
        </a:p>
      </dgm:t>
    </dgm:pt>
    <dgm:pt modelId="{86194FC8-86F0-449A-814B-4DAB05D6F905}">
      <dgm:prSet phldrT="[Text]" custT="1"/>
      <dgm:spPr/>
      <dgm:t>
        <a:bodyPr/>
        <a:lstStyle/>
        <a:p>
          <a:r>
            <a:rPr lang="en-US" sz="2000" dirty="0">
              <a:solidFill>
                <a:srgbClr val="FF0000"/>
              </a:solidFill>
            </a:rPr>
            <a:t>85%</a:t>
          </a:r>
        </a:p>
        <a:p>
          <a:r>
            <a:rPr lang="en-US" sz="2000" dirty="0" err="1"/>
            <a:t>Kỹ</a:t>
          </a:r>
          <a:r>
            <a:rPr lang="en-US" sz="2000" dirty="0"/>
            <a:t> </a:t>
          </a:r>
          <a:r>
            <a:rPr lang="en-US" sz="2000" dirty="0" err="1"/>
            <a:t>năng</a:t>
          </a:r>
          <a:r>
            <a:rPr lang="en-US" sz="2000" dirty="0"/>
            <a:t> </a:t>
          </a:r>
          <a:r>
            <a:rPr lang="en-US" sz="2000" dirty="0" err="1"/>
            <a:t>mềm</a:t>
          </a:r>
          <a:endParaRPr lang="en-US" sz="2000" dirty="0"/>
        </a:p>
      </dgm:t>
    </dgm:pt>
    <dgm:pt modelId="{A0408634-A3A6-43F7-A6DE-E0A914A90943}" type="parTrans" cxnId="{EBEE49D7-E54E-491A-AD9F-CF7ADB3C8586}">
      <dgm:prSet/>
      <dgm:spPr/>
      <dgm:t>
        <a:bodyPr/>
        <a:lstStyle/>
        <a:p>
          <a:endParaRPr lang="en-US" sz="1400"/>
        </a:p>
      </dgm:t>
    </dgm:pt>
    <dgm:pt modelId="{5DFB7CDC-6F54-4E70-9F97-772C1A3CA6F7}" type="sibTrans" cxnId="{EBEE49D7-E54E-491A-AD9F-CF7ADB3C8586}">
      <dgm:prSet/>
      <dgm:spPr/>
      <dgm:t>
        <a:bodyPr/>
        <a:lstStyle/>
        <a:p>
          <a:endParaRPr lang="en-US" sz="1400"/>
        </a:p>
      </dgm:t>
    </dgm:pt>
    <dgm:pt modelId="{0674B8E2-E262-416D-A3BB-F94EA69B5AED}" type="pres">
      <dgm:prSet presAssocID="{AD35F748-B3AA-4CBE-BAA5-CBE66989F5A2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3EA931D-377C-4049-AF7F-9CD60F7E9235}" type="pres">
      <dgm:prSet presAssocID="{68CAF0CF-2521-48DB-B233-52D671A8574A}" presName="centerShape" presStyleLbl="node0" presStyleIdx="0" presStyleCnt="1"/>
      <dgm:spPr/>
    </dgm:pt>
    <dgm:pt modelId="{D5B8F1C5-C00D-44CF-816E-40F54E93E472}" type="pres">
      <dgm:prSet presAssocID="{8973CE67-72B0-426B-919D-90AA484989D2}" presName="parTrans" presStyleLbl="bgSibTrans2D1" presStyleIdx="0" presStyleCnt="3"/>
      <dgm:spPr/>
    </dgm:pt>
    <dgm:pt modelId="{FABB8041-B8D9-49B6-A6CA-87CE66EEE7CD}" type="pres">
      <dgm:prSet presAssocID="{57579E7E-45AC-49F6-A5F7-709808E387CB}" presName="node" presStyleLbl="node1" presStyleIdx="0" presStyleCnt="3">
        <dgm:presLayoutVars>
          <dgm:bulletEnabled val="1"/>
        </dgm:presLayoutVars>
      </dgm:prSet>
      <dgm:spPr/>
    </dgm:pt>
    <dgm:pt modelId="{E4085D3D-AA5D-4DAA-A7D8-2DB2D1B1521D}" type="pres">
      <dgm:prSet presAssocID="{26BFF043-6471-4355-8B19-57FC53E0488C}" presName="parTrans" presStyleLbl="bgSibTrans2D1" presStyleIdx="1" presStyleCnt="3"/>
      <dgm:spPr/>
    </dgm:pt>
    <dgm:pt modelId="{44BFD16F-7692-4BE3-9746-489A6FDA6523}" type="pres">
      <dgm:prSet presAssocID="{FF5700B7-67D1-42AE-B787-429AECFC1F9E}" presName="node" presStyleLbl="node1" presStyleIdx="1" presStyleCnt="3">
        <dgm:presLayoutVars>
          <dgm:bulletEnabled val="1"/>
        </dgm:presLayoutVars>
      </dgm:prSet>
      <dgm:spPr/>
    </dgm:pt>
    <dgm:pt modelId="{698FE34D-36CA-47D8-B382-5243418F1B96}" type="pres">
      <dgm:prSet presAssocID="{A0408634-A3A6-43F7-A6DE-E0A914A90943}" presName="parTrans" presStyleLbl="bgSibTrans2D1" presStyleIdx="2" presStyleCnt="3"/>
      <dgm:spPr/>
    </dgm:pt>
    <dgm:pt modelId="{697198E5-069B-4B72-AF7B-A01A5FF513A4}" type="pres">
      <dgm:prSet presAssocID="{86194FC8-86F0-449A-814B-4DAB05D6F905}" presName="node" presStyleLbl="node1" presStyleIdx="2" presStyleCnt="3">
        <dgm:presLayoutVars>
          <dgm:bulletEnabled val="1"/>
        </dgm:presLayoutVars>
      </dgm:prSet>
      <dgm:spPr/>
    </dgm:pt>
  </dgm:ptLst>
  <dgm:cxnLst>
    <dgm:cxn modelId="{C4AF7007-E4C8-4297-B295-FB71808B7BB3}" srcId="{68CAF0CF-2521-48DB-B233-52D671A8574A}" destId="{FF5700B7-67D1-42AE-B787-429AECFC1F9E}" srcOrd="1" destOrd="0" parTransId="{26BFF043-6471-4355-8B19-57FC53E0488C}" sibTransId="{57C6E0D5-4AEF-4A51-BC23-046D8A7C05F0}"/>
    <dgm:cxn modelId="{721BEE19-A2A4-42D9-BAFD-FFB3B8DDD942}" type="presOf" srcId="{FF5700B7-67D1-42AE-B787-429AECFC1F9E}" destId="{44BFD16F-7692-4BE3-9746-489A6FDA6523}" srcOrd="0" destOrd="0" presId="urn:microsoft.com/office/officeart/2005/8/layout/radial4"/>
    <dgm:cxn modelId="{4BBB6F2A-7EAA-474D-B8D7-60FEA8278997}" srcId="{AD35F748-B3AA-4CBE-BAA5-CBE66989F5A2}" destId="{68CAF0CF-2521-48DB-B233-52D671A8574A}" srcOrd="0" destOrd="0" parTransId="{E54D7075-914E-43EB-97D6-79298F3D57F6}" sibTransId="{7260FFF3-996B-4F14-BEAA-FFF8C2F5F26E}"/>
    <dgm:cxn modelId="{ED76D139-B408-4851-96A5-4621FC9B45D1}" srcId="{68CAF0CF-2521-48DB-B233-52D671A8574A}" destId="{57579E7E-45AC-49F6-A5F7-709808E387CB}" srcOrd="0" destOrd="0" parTransId="{8973CE67-72B0-426B-919D-90AA484989D2}" sibTransId="{71DE743B-8D46-4001-A051-03512CFCA52B}"/>
    <dgm:cxn modelId="{74F1C241-1B5B-4957-9D73-A586415427EC}" type="presOf" srcId="{AD35F748-B3AA-4CBE-BAA5-CBE66989F5A2}" destId="{0674B8E2-E262-416D-A3BB-F94EA69B5AED}" srcOrd="0" destOrd="0" presId="urn:microsoft.com/office/officeart/2005/8/layout/radial4"/>
    <dgm:cxn modelId="{386CC549-29D2-4490-AD2A-1B7E5A149E28}" type="presOf" srcId="{86194FC8-86F0-449A-814B-4DAB05D6F905}" destId="{697198E5-069B-4B72-AF7B-A01A5FF513A4}" srcOrd="0" destOrd="0" presId="urn:microsoft.com/office/officeart/2005/8/layout/radial4"/>
    <dgm:cxn modelId="{8690D36A-8B63-432E-AF50-489467965628}" type="presOf" srcId="{A0408634-A3A6-43F7-A6DE-E0A914A90943}" destId="{698FE34D-36CA-47D8-B382-5243418F1B96}" srcOrd="0" destOrd="0" presId="urn:microsoft.com/office/officeart/2005/8/layout/radial4"/>
    <dgm:cxn modelId="{9CF662A4-700F-4CDF-92F0-EF545D3086DA}" type="presOf" srcId="{57579E7E-45AC-49F6-A5F7-709808E387CB}" destId="{FABB8041-B8D9-49B6-A6CA-87CE66EEE7CD}" srcOrd="0" destOrd="0" presId="urn:microsoft.com/office/officeart/2005/8/layout/radial4"/>
    <dgm:cxn modelId="{EE293BB3-7566-4072-A7FD-8339C8B01DBF}" type="presOf" srcId="{8973CE67-72B0-426B-919D-90AA484989D2}" destId="{D5B8F1C5-C00D-44CF-816E-40F54E93E472}" srcOrd="0" destOrd="0" presId="urn:microsoft.com/office/officeart/2005/8/layout/radial4"/>
    <dgm:cxn modelId="{F8C627CF-04BB-4B23-9E35-CFF6E353A363}" type="presOf" srcId="{68CAF0CF-2521-48DB-B233-52D671A8574A}" destId="{B3EA931D-377C-4049-AF7F-9CD60F7E9235}" srcOrd="0" destOrd="0" presId="urn:microsoft.com/office/officeart/2005/8/layout/radial4"/>
    <dgm:cxn modelId="{EBEE49D7-E54E-491A-AD9F-CF7ADB3C8586}" srcId="{68CAF0CF-2521-48DB-B233-52D671A8574A}" destId="{86194FC8-86F0-449A-814B-4DAB05D6F905}" srcOrd="2" destOrd="0" parTransId="{A0408634-A3A6-43F7-A6DE-E0A914A90943}" sibTransId="{5DFB7CDC-6F54-4E70-9F97-772C1A3CA6F7}"/>
    <dgm:cxn modelId="{A53CD8D9-A049-48AB-A385-18DA68605F37}" type="presOf" srcId="{26BFF043-6471-4355-8B19-57FC53E0488C}" destId="{E4085D3D-AA5D-4DAA-A7D8-2DB2D1B1521D}" srcOrd="0" destOrd="0" presId="urn:microsoft.com/office/officeart/2005/8/layout/radial4"/>
    <dgm:cxn modelId="{9026BE84-5C3D-4975-A095-B1A8F764F2FC}" type="presParOf" srcId="{0674B8E2-E262-416D-A3BB-F94EA69B5AED}" destId="{B3EA931D-377C-4049-AF7F-9CD60F7E9235}" srcOrd="0" destOrd="0" presId="urn:microsoft.com/office/officeart/2005/8/layout/radial4"/>
    <dgm:cxn modelId="{58DF9C33-00E7-4128-99F8-31168A386C8D}" type="presParOf" srcId="{0674B8E2-E262-416D-A3BB-F94EA69B5AED}" destId="{D5B8F1C5-C00D-44CF-816E-40F54E93E472}" srcOrd="1" destOrd="0" presId="urn:microsoft.com/office/officeart/2005/8/layout/radial4"/>
    <dgm:cxn modelId="{69345791-FF60-45A6-9E2E-13128731B96F}" type="presParOf" srcId="{0674B8E2-E262-416D-A3BB-F94EA69B5AED}" destId="{FABB8041-B8D9-49B6-A6CA-87CE66EEE7CD}" srcOrd="2" destOrd="0" presId="urn:microsoft.com/office/officeart/2005/8/layout/radial4"/>
    <dgm:cxn modelId="{F84D150E-745C-4691-8577-548E0649C037}" type="presParOf" srcId="{0674B8E2-E262-416D-A3BB-F94EA69B5AED}" destId="{E4085D3D-AA5D-4DAA-A7D8-2DB2D1B1521D}" srcOrd="3" destOrd="0" presId="urn:microsoft.com/office/officeart/2005/8/layout/radial4"/>
    <dgm:cxn modelId="{44FF88EF-4EB5-4358-99A5-A25A0229219E}" type="presParOf" srcId="{0674B8E2-E262-416D-A3BB-F94EA69B5AED}" destId="{44BFD16F-7692-4BE3-9746-489A6FDA6523}" srcOrd="4" destOrd="0" presId="urn:microsoft.com/office/officeart/2005/8/layout/radial4"/>
    <dgm:cxn modelId="{6F5C0DCB-ED34-4CAF-89F1-713008D2E121}" type="presParOf" srcId="{0674B8E2-E262-416D-A3BB-F94EA69B5AED}" destId="{698FE34D-36CA-47D8-B382-5243418F1B96}" srcOrd="5" destOrd="0" presId="urn:microsoft.com/office/officeart/2005/8/layout/radial4"/>
    <dgm:cxn modelId="{1C4E4628-DAEA-4DEA-9A57-CB89A3E12407}" type="presParOf" srcId="{0674B8E2-E262-416D-A3BB-F94EA69B5AED}" destId="{697198E5-069B-4B72-AF7B-A01A5FF513A4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35F748-B3AA-4CBE-BAA5-CBE66989F5A2}" type="doc">
      <dgm:prSet loTypeId="urn:microsoft.com/office/officeart/2005/8/layout/radial4" loCatId="relationship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8CAF0CF-2521-48DB-B233-52D671A8574A}">
      <dgm:prSet phldrT="[Text]" custT="1"/>
      <dgm:spPr/>
      <dgm:t>
        <a:bodyPr/>
        <a:lstStyle/>
        <a:p>
          <a:r>
            <a:rPr lang="en-US" sz="2400" dirty="0" err="1"/>
            <a:t>Bản</a:t>
          </a:r>
          <a:r>
            <a:rPr lang="en-US" sz="2400" dirty="0"/>
            <a:t> </a:t>
          </a:r>
          <a:r>
            <a:rPr lang="en-US" sz="2400" dirty="0" err="1"/>
            <a:t>chất</a:t>
          </a:r>
          <a:endParaRPr lang="en-US" sz="2400" dirty="0"/>
        </a:p>
        <a:p>
          <a:r>
            <a:rPr lang="en-US" sz="2400" dirty="0"/>
            <a:t>CON NGƯỜI</a:t>
          </a:r>
        </a:p>
      </dgm:t>
    </dgm:pt>
    <dgm:pt modelId="{E54D7075-914E-43EB-97D6-79298F3D57F6}" type="parTrans" cxnId="{4BBB6F2A-7EAA-474D-B8D7-60FEA8278997}">
      <dgm:prSet/>
      <dgm:spPr/>
      <dgm:t>
        <a:bodyPr/>
        <a:lstStyle/>
        <a:p>
          <a:endParaRPr lang="en-US" sz="1600"/>
        </a:p>
      </dgm:t>
    </dgm:pt>
    <dgm:pt modelId="{7260FFF3-996B-4F14-BEAA-FFF8C2F5F26E}" type="sibTrans" cxnId="{4BBB6F2A-7EAA-474D-B8D7-60FEA8278997}">
      <dgm:prSet/>
      <dgm:spPr/>
      <dgm:t>
        <a:bodyPr/>
        <a:lstStyle/>
        <a:p>
          <a:endParaRPr lang="en-US" sz="1600"/>
        </a:p>
      </dgm:t>
    </dgm:pt>
    <dgm:pt modelId="{57579E7E-45AC-49F6-A5F7-709808E387CB}">
      <dgm:prSet phldrT="[Text]" custT="1"/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400" dirty="0"/>
            <a:t>Di </a:t>
          </a:r>
          <a:r>
            <a:rPr lang="en-US" sz="2400" dirty="0" err="1"/>
            <a:t>truyền</a:t>
          </a:r>
          <a:endParaRPr lang="en-US" sz="2400" dirty="0"/>
        </a:p>
      </dgm:t>
    </dgm:pt>
    <dgm:pt modelId="{8973CE67-72B0-426B-919D-90AA484989D2}" type="parTrans" cxnId="{ED76D139-B408-4851-96A5-4621FC9B45D1}">
      <dgm:prSet/>
      <dgm:spPr/>
      <dgm:t>
        <a:bodyPr/>
        <a:lstStyle/>
        <a:p>
          <a:endParaRPr lang="en-US" sz="1600"/>
        </a:p>
      </dgm:t>
    </dgm:pt>
    <dgm:pt modelId="{71DE743B-8D46-4001-A051-03512CFCA52B}" type="sibTrans" cxnId="{ED76D139-B408-4851-96A5-4621FC9B45D1}">
      <dgm:prSet/>
      <dgm:spPr/>
      <dgm:t>
        <a:bodyPr/>
        <a:lstStyle/>
        <a:p>
          <a:endParaRPr lang="en-US" sz="1600"/>
        </a:p>
      </dgm:t>
    </dgm:pt>
    <dgm:pt modelId="{FF5700B7-67D1-42AE-B787-429AECFC1F9E}">
      <dgm:prSet phldrT="[Text]" custT="1"/>
      <dgm:spPr/>
      <dgm:t>
        <a:bodyPr/>
        <a:lstStyle/>
        <a:p>
          <a:r>
            <a:rPr lang="en-US" sz="2400" dirty="0" err="1">
              <a:solidFill>
                <a:srgbClr val="FF0000"/>
              </a:solidFill>
            </a:rPr>
            <a:t>Giáo</a:t>
          </a:r>
          <a:r>
            <a:rPr lang="en-US" sz="2400" dirty="0">
              <a:solidFill>
                <a:srgbClr val="FF0000"/>
              </a:solidFill>
            </a:rPr>
            <a:t> </a:t>
          </a:r>
          <a:r>
            <a:rPr lang="en-US" sz="2400" dirty="0" err="1">
              <a:solidFill>
                <a:srgbClr val="FF0000"/>
              </a:solidFill>
            </a:rPr>
            <a:t>dục</a:t>
          </a:r>
          <a:endParaRPr lang="en-US" sz="2400" dirty="0">
            <a:solidFill>
              <a:srgbClr val="FF0000"/>
            </a:solidFill>
          </a:endParaRPr>
        </a:p>
      </dgm:t>
    </dgm:pt>
    <dgm:pt modelId="{26BFF043-6471-4355-8B19-57FC53E0488C}" type="parTrans" cxnId="{C4AF7007-E4C8-4297-B295-FB71808B7BB3}">
      <dgm:prSet/>
      <dgm:spPr/>
      <dgm:t>
        <a:bodyPr/>
        <a:lstStyle/>
        <a:p>
          <a:endParaRPr lang="en-US" sz="1600"/>
        </a:p>
      </dgm:t>
    </dgm:pt>
    <dgm:pt modelId="{57C6E0D5-4AEF-4A51-BC23-046D8A7C05F0}" type="sibTrans" cxnId="{C4AF7007-E4C8-4297-B295-FB71808B7BB3}">
      <dgm:prSet/>
      <dgm:spPr/>
      <dgm:t>
        <a:bodyPr/>
        <a:lstStyle/>
        <a:p>
          <a:endParaRPr lang="en-US" sz="1600"/>
        </a:p>
      </dgm:t>
    </dgm:pt>
    <dgm:pt modelId="{86194FC8-86F0-449A-814B-4DAB05D6F905}">
      <dgm:prSet phldrT="[Text]" custT="1"/>
      <dgm:spPr/>
      <dgm:t>
        <a:bodyPr/>
        <a:lstStyle/>
        <a:p>
          <a:r>
            <a:rPr lang="en-US" sz="2400" dirty="0" err="1">
              <a:solidFill>
                <a:srgbClr val="002060"/>
              </a:solidFill>
            </a:rPr>
            <a:t>Môi</a:t>
          </a:r>
          <a:r>
            <a:rPr lang="en-US" sz="2400" dirty="0">
              <a:solidFill>
                <a:srgbClr val="002060"/>
              </a:solidFill>
            </a:rPr>
            <a:t> </a:t>
          </a:r>
          <a:r>
            <a:rPr lang="en-US" sz="2400" dirty="0" err="1">
              <a:solidFill>
                <a:srgbClr val="002060"/>
              </a:solidFill>
            </a:rPr>
            <a:t>trường</a:t>
          </a:r>
          <a:endParaRPr lang="en-US" sz="2400" dirty="0">
            <a:solidFill>
              <a:srgbClr val="002060"/>
            </a:solidFill>
          </a:endParaRPr>
        </a:p>
      </dgm:t>
    </dgm:pt>
    <dgm:pt modelId="{A0408634-A3A6-43F7-A6DE-E0A914A90943}" type="parTrans" cxnId="{EBEE49D7-E54E-491A-AD9F-CF7ADB3C8586}">
      <dgm:prSet/>
      <dgm:spPr/>
      <dgm:t>
        <a:bodyPr/>
        <a:lstStyle/>
        <a:p>
          <a:endParaRPr lang="en-US" sz="1600"/>
        </a:p>
      </dgm:t>
    </dgm:pt>
    <dgm:pt modelId="{5DFB7CDC-6F54-4E70-9F97-772C1A3CA6F7}" type="sibTrans" cxnId="{EBEE49D7-E54E-491A-AD9F-CF7ADB3C8586}">
      <dgm:prSet/>
      <dgm:spPr/>
      <dgm:t>
        <a:bodyPr/>
        <a:lstStyle/>
        <a:p>
          <a:endParaRPr lang="en-US" sz="1600"/>
        </a:p>
      </dgm:t>
    </dgm:pt>
    <dgm:pt modelId="{0674B8E2-E262-416D-A3BB-F94EA69B5AED}" type="pres">
      <dgm:prSet presAssocID="{AD35F748-B3AA-4CBE-BAA5-CBE66989F5A2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3EA931D-377C-4049-AF7F-9CD60F7E9235}" type="pres">
      <dgm:prSet presAssocID="{68CAF0CF-2521-48DB-B233-52D671A8574A}" presName="centerShape" presStyleLbl="node0" presStyleIdx="0" presStyleCnt="1"/>
      <dgm:spPr/>
    </dgm:pt>
    <dgm:pt modelId="{D5B8F1C5-C00D-44CF-816E-40F54E93E472}" type="pres">
      <dgm:prSet presAssocID="{8973CE67-72B0-426B-919D-90AA484989D2}" presName="parTrans" presStyleLbl="bgSibTrans2D1" presStyleIdx="0" presStyleCnt="3"/>
      <dgm:spPr/>
    </dgm:pt>
    <dgm:pt modelId="{FABB8041-B8D9-49B6-A6CA-87CE66EEE7CD}" type="pres">
      <dgm:prSet presAssocID="{57579E7E-45AC-49F6-A5F7-709808E387CB}" presName="node" presStyleLbl="node1" presStyleIdx="0" presStyleCnt="3">
        <dgm:presLayoutVars>
          <dgm:bulletEnabled val="1"/>
        </dgm:presLayoutVars>
      </dgm:prSet>
      <dgm:spPr/>
    </dgm:pt>
    <dgm:pt modelId="{E4085D3D-AA5D-4DAA-A7D8-2DB2D1B1521D}" type="pres">
      <dgm:prSet presAssocID="{26BFF043-6471-4355-8B19-57FC53E0488C}" presName="parTrans" presStyleLbl="bgSibTrans2D1" presStyleIdx="1" presStyleCnt="3"/>
      <dgm:spPr/>
    </dgm:pt>
    <dgm:pt modelId="{44BFD16F-7692-4BE3-9746-489A6FDA6523}" type="pres">
      <dgm:prSet presAssocID="{FF5700B7-67D1-42AE-B787-429AECFC1F9E}" presName="node" presStyleLbl="node1" presStyleIdx="1" presStyleCnt="3">
        <dgm:presLayoutVars>
          <dgm:bulletEnabled val="1"/>
        </dgm:presLayoutVars>
      </dgm:prSet>
      <dgm:spPr/>
    </dgm:pt>
    <dgm:pt modelId="{698FE34D-36CA-47D8-B382-5243418F1B96}" type="pres">
      <dgm:prSet presAssocID="{A0408634-A3A6-43F7-A6DE-E0A914A90943}" presName="parTrans" presStyleLbl="bgSibTrans2D1" presStyleIdx="2" presStyleCnt="3"/>
      <dgm:spPr/>
    </dgm:pt>
    <dgm:pt modelId="{697198E5-069B-4B72-AF7B-A01A5FF513A4}" type="pres">
      <dgm:prSet presAssocID="{86194FC8-86F0-449A-814B-4DAB05D6F905}" presName="node" presStyleLbl="node1" presStyleIdx="2" presStyleCnt="3">
        <dgm:presLayoutVars>
          <dgm:bulletEnabled val="1"/>
        </dgm:presLayoutVars>
      </dgm:prSet>
      <dgm:spPr/>
    </dgm:pt>
  </dgm:ptLst>
  <dgm:cxnLst>
    <dgm:cxn modelId="{C4AF7007-E4C8-4297-B295-FB71808B7BB3}" srcId="{68CAF0CF-2521-48DB-B233-52D671A8574A}" destId="{FF5700B7-67D1-42AE-B787-429AECFC1F9E}" srcOrd="1" destOrd="0" parTransId="{26BFF043-6471-4355-8B19-57FC53E0488C}" sibTransId="{57C6E0D5-4AEF-4A51-BC23-046D8A7C05F0}"/>
    <dgm:cxn modelId="{721BEE19-A2A4-42D9-BAFD-FFB3B8DDD942}" type="presOf" srcId="{FF5700B7-67D1-42AE-B787-429AECFC1F9E}" destId="{44BFD16F-7692-4BE3-9746-489A6FDA6523}" srcOrd="0" destOrd="0" presId="urn:microsoft.com/office/officeart/2005/8/layout/radial4"/>
    <dgm:cxn modelId="{4BBB6F2A-7EAA-474D-B8D7-60FEA8278997}" srcId="{AD35F748-B3AA-4CBE-BAA5-CBE66989F5A2}" destId="{68CAF0CF-2521-48DB-B233-52D671A8574A}" srcOrd="0" destOrd="0" parTransId="{E54D7075-914E-43EB-97D6-79298F3D57F6}" sibTransId="{7260FFF3-996B-4F14-BEAA-FFF8C2F5F26E}"/>
    <dgm:cxn modelId="{ED76D139-B408-4851-96A5-4621FC9B45D1}" srcId="{68CAF0CF-2521-48DB-B233-52D671A8574A}" destId="{57579E7E-45AC-49F6-A5F7-709808E387CB}" srcOrd="0" destOrd="0" parTransId="{8973CE67-72B0-426B-919D-90AA484989D2}" sibTransId="{71DE743B-8D46-4001-A051-03512CFCA52B}"/>
    <dgm:cxn modelId="{74F1C241-1B5B-4957-9D73-A586415427EC}" type="presOf" srcId="{AD35F748-B3AA-4CBE-BAA5-CBE66989F5A2}" destId="{0674B8E2-E262-416D-A3BB-F94EA69B5AED}" srcOrd="0" destOrd="0" presId="urn:microsoft.com/office/officeart/2005/8/layout/radial4"/>
    <dgm:cxn modelId="{386CC549-29D2-4490-AD2A-1B7E5A149E28}" type="presOf" srcId="{86194FC8-86F0-449A-814B-4DAB05D6F905}" destId="{697198E5-069B-4B72-AF7B-A01A5FF513A4}" srcOrd="0" destOrd="0" presId="urn:microsoft.com/office/officeart/2005/8/layout/radial4"/>
    <dgm:cxn modelId="{8690D36A-8B63-432E-AF50-489467965628}" type="presOf" srcId="{A0408634-A3A6-43F7-A6DE-E0A914A90943}" destId="{698FE34D-36CA-47D8-B382-5243418F1B96}" srcOrd="0" destOrd="0" presId="urn:microsoft.com/office/officeart/2005/8/layout/radial4"/>
    <dgm:cxn modelId="{9CF662A4-700F-4CDF-92F0-EF545D3086DA}" type="presOf" srcId="{57579E7E-45AC-49F6-A5F7-709808E387CB}" destId="{FABB8041-B8D9-49B6-A6CA-87CE66EEE7CD}" srcOrd="0" destOrd="0" presId="urn:microsoft.com/office/officeart/2005/8/layout/radial4"/>
    <dgm:cxn modelId="{EE293BB3-7566-4072-A7FD-8339C8B01DBF}" type="presOf" srcId="{8973CE67-72B0-426B-919D-90AA484989D2}" destId="{D5B8F1C5-C00D-44CF-816E-40F54E93E472}" srcOrd="0" destOrd="0" presId="urn:microsoft.com/office/officeart/2005/8/layout/radial4"/>
    <dgm:cxn modelId="{F8C627CF-04BB-4B23-9E35-CFF6E353A363}" type="presOf" srcId="{68CAF0CF-2521-48DB-B233-52D671A8574A}" destId="{B3EA931D-377C-4049-AF7F-9CD60F7E9235}" srcOrd="0" destOrd="0" presId="urn:microsoft.com/office/officeart/2005/8/layout/radial4"/>
    <dgm:cxn modelId="{EBEE49D7-E54E-491A-AD9F-CF7ADB3C8586}" srcId="{68CAF0CF-2521-48DB-B233-52D671A8574A}" destId="{86194FC8-86F0-449A-814B-4DAB05D6F905}" srcOrd="2" destOrd="0" parTransId="{A0408634-A3A6-43F7-A6DE-E0A914A90943}" sibTransId="{5DFB7CDC-6F54-4E70-9F97-772C1A3CA6F7}"/>
    <dgm:cxn modelId="{A53CD8D9-A049-48AB-A385-18DA68605F37}" type="presOf" srcId="{26BFF043-6471-4355-8B19-57FC53E0488C}" destId="{E4085D3D-AA5D-4DAA-A7D8-2DB2D1B1521D}" srcOrd="0" destOrd="0" presId="urn:microsoft.com/office/officeart/2005/8/layout/radial4"/>
    <dgm:cxn modelId="{9026BE84-5C3D-4975-A095-B1A8F764F2FC}" type="presParOf" srcId="{0674B8E2-E262-416D-A3BB-F94EA69B5AED}" destId="{B3EA931D-377C-4049-AF7F-9CD60F7E9235}" srcOrd="0" destOrd="0" presId="urn:microsoft.com/office/officeart/2005/8/layout/radial4"/>
    <dgm:cxn modelId="{58DF9C33-00E7-4128-99F8-31168A386C8D}" type="presParOf" srcId="{0674B8E2-E262-416D-A3BB-F94EA69B5AED}" destId="{D5B8F1C5-C00D-44CF-816E-40F54E93E472}" srcOrd="1" destOrd="0" presId="urn:microsoft.com/office/officeart/2005/8/layout/radial4"/>
    <dgm:cxn modelId="{69345791-FF60-45A6-9E2E-13128731B96F}" type="presParOf" srcId="{0674B8E2-E262-416D-A3BB-F94EA69B5AED}" destId="{FABB8041-B8D9-49B6-A6CA-87CE66EEE7CD}" srcOrd="2" destOrd="0" presId="urn:microsoft.com/office/officeart/2005/8/layout/radial4"/>
    <dgm:cxn modelId="{F84D150E-745C-4691-8577-548E0649C037}" type="presParOf" srcId="{0674B8E2-E262-416D-A3BB-F94EA69B5AED}" destId="{E4085D3D-AA5D-4DAA-A7D8-2DB2D1B1521D}" srcOrd="3" destOrd="0" presId="urn:microsoft.com/office/officeart/2005/8/layout/radial4"/>
    <dgm:cxn modelId="{44FF88EF-4EB5-4358-99A5-A25A0229219E}" type="presParOf" srcId="{0674B8E2-E262-416D-A3BB-F94EA69B5AED}" destId="{44BFD16F-7692-4BE3-9746-489A6FDA6523}" srcOrd="4" destOrd="0" presId="urn:microsoft.com/office/officeart/2005/8/layout/radial4"/>
    <dgm:cxn modelId="{6F5C0DCB-ED34-4CAF-89F1-713008D2E121}" type="presParOf" srcId="{0674B8E2-E262-416D-A3BB-F94EA69B5AED}" destId="{698FE34D-36CA-47D8-B382-5243418F1B96}" srcOrd="5" destOrd="0" presId="urn:microsoft.com/office/officeart/2005/8/layout/radial4"/>
    <dgm:cxn modelId="{1C4E4628-DAEA-4DEA-9A57-CB89A3E12407}" type="presParOf" srcId="{0674B8E2-E262-416D-A3BB-F94EA69B5AED}" destId="{697198E5-069B-4B72-AF7B-A01A5FF513A4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6BC588-4CCC-4393-AD7E-46327D58D714}" type="doc">
      <dgm:prSet loTypeId="urn:microsoft.com/office/officeart/2005/8/layout/radial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C6F5D24-9798-4453-A926-2B093AD50E51}">
      <dgm:prSet phldrT="[Text]"/>
      <dgm:spPr/>
      <dgm:t>
        <a:bodyPr/>
        <a:lstStyle/>
        <a:p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vào</a:t>
          </a:r>
          <a:endParaRPr lang="en-US" dirty="0"/>
        </a:p>
      </dgm:t>
    </dgm:pt>
    <dgm:pt modelId="{F4DDDC65-5725-4045-A5CF-09BFC15351AF}" type="parTrans" cxnId="{0C18FDED-9C91-41A0-BC46-9386848DD4DA}">
      <dgm:prSet/>
      <dgm:spPr/>
      <dgm:t>
        <a:bodyPr/>
        <a:lstStyle/>
        <a:p>
          <a:endParaRPr lang="en-US"/>
        </a:p>
      </dgm:t>
    </dgm:pt>
    <dgm:pt modelId="{FE2286FE-7A0B-4333-9F85-9E8B4587A321}" type="sibTrans" cxnId="{0C18FDED-9C91-41A0-BC46-9386848DD4DA}">
      <dgm:prSet/>
      <dgm:spPr/>
      <dgm:t>
        <a:bodyPr/>
        <a:lstStyle/>
        <a:p>
          <a:endParaRPr lang="en-US"/>
        </a:p>
      </dgm:t>
    </dgm:pt>
    <dgm:pt modelId="{BE9C121B-67A5-4F75-8F2C-ED5CDEA17D34}">
      <dgm:prSet phldrT="[Text]"/>
      <dgm:spPr/>
      <dgm:t>
        <a:bodyPr/>
        <a:lstStyle/>
        <a:p>
          <a:r>
            <a:rPr lang="en-US" dirty="0" err="1"/>
            <a:t>Báo</a:t>
          </a:r>
          <a:r>
            <a:rPr lang="en-US" dirty="0"/>
            <a:t> </a:t>
          </a:r>
          <a:r>
            <a:rPr lang="en-US" dirty="0" err="1"/>
            <a:t>chí</a:t>
          </a:r>
          <a:endParaRPr lang="en-US" dirty="0"/>
        </a:p>
      </dgm:t>
    </dgm:pt>
    <dgm:pt modelId="{66012D81-BD5E-4BD2-A59F-5B8C4D224C8A}" type="parTrans" cxnId="{1019B1C0-C89E-4AA5-8CE6-BFCEF01EEC33}">
      <dgm:prSet/>
      <dgm:spPr/>
      <dgm:t>
        <a:bodyPr/>
        <a:lstStyle/>
        <a:p>
          <a:endParaRPr lang="en-US"/>
        </a:p>
      </dgm:t>
    </dgm:pt>
    <dgm:pt modelId="{08FDF5B5-5744-4ACC-B932-2EFECC41432F}" type="sibTrans" cxnId="{1019B1C0-C89E-4AA5-8CE6-BFCEF01EEC33}">
      <dgm:prSet/>
      <dgm:spPr/>
      <dgm:t>
        <a:bodyPr/>
        <a:lstStyle/>
        <a:p>
          <a:endParaRPr lang="en-US"/>
        </a:p>
      </dgm:t>
    </dgm:pt>
    <dgm:pt modelId="{2F454DDB-46EE-4B4B-B317-2D4300BFCE6E}">
      <dgm:prSet phldrT="[Text]"/>
      <dgm:spPr/>
      <dgm:t>
        <a:bodyPr/>
        <a:lstStyle/>
        <a:p>
          <a:r>
            <a:rPr lang="en-US" dirty="0" err="1"/>
            <a:t>Chính</a:t>
          </a:r>
          <a:r>
            <a:rPr lang="en-US" dirty="0"/>
            <a:t> </a:t>
          </a:r>
          <a:r>
            <a:rPr lang="en-US" dirty="0" err="1"/>
            <a:t>quyền</a:t>
          </a:r>
          <a:endParaRPr lang="en-US" dirty="0"/>
        </a:p>
      </dgm:t>
    </dgm:pt>
    <dgm:pt modelId="{3F8C4A0B-1C72-4800-9E8F-A8D8D8595F57}" type="parTrans" cxnId="{2F61C67C-3E09-4968-A1A3-DC1C9BED5688}">
      <dgm:prSet/>
      <dgm:spPr/>
      <dgm:t>
        <a:bodyPr/>
        <a:lstStyle/>
        <a:p>
          <a:endParaRPr lang="en-US"/>
        </a:p>
      </dgm:t>
    </dgm:pt>
    <dgm:pt modelId="{179CFC4A-C53D-4A49-84C5-611F9DBF1B87}" type="sibTrans" cxnId="{2F61C67C-3E09-4968-A1A3-DC1C9BED5688}">
      <dgm:prSet/>
      <dgm:spPr/>
      <dgm:t>
        <a:bodyPr/>
        <a:lstStyle/>
        <a:p>
          <a:endParaRPr lang="en-US"/>
        </a:p>
      </dgm:t>
    </dgm:pt>
    <dgm:pt modelId="{CE35BFFE-B69D-42A1-B0B2-59EA43830146}">
      <dgm:prSet phldrT="[Text]"/>
      <dgm:spPr/>
      <dgm:t>
        <a:bodyPr/>
        <a:lstStyle/>
        <a:p>
          <a:r>
            <a:rPr lang="en-US" dirty="0" err="1"/>
            <a:t>Nhân</a:t>
          </a:r>
          <a:r>
            <a:rPr lang="en-US" dirty="0"/>
            <a:t> </a:t>
          </a:r>
          <a:r>
            <a:rPr lang="en-US" dirty="0" err="1"/>
            <a:t>viên</a:t>
          </a:r>
          <a:endParaRPr lang="en-US" dirty="0"/>
        </a:p>
      </dgm:t>
    </dgm:pt>
    <dgm:pt modelId="{20D917AA-CC04-4B81-BD49-4F7CA813D7B3}" type="parTrans" cxnId="{805E034F-4BED-494A-BBEB-0914A6B52E2C}">
      <dgm:prSet/>
      <dgm:spPr/>
      <dgm:t>
        <a:bodyPr/>
        <a:lstStyle/>
        <a:p>
          <a:endParaRPr lang="en-US"/>
        </a:p>
      </dgm:t>
    </dgm:pt>
    <dgm:pt modelId="{E91B1FC7-34BB-4013-A4E0-1E496D304030}" type="sibTrans" cxnId="{805E034F-4BED-494A-BBEB-0914A6B52E2C}">
      <dgm:prSet/>
      <dgm:spPr/>
      <dgm:t>
        <a:bodyPr/>
        <a:lstStyle/>
        <a:p>
          <a:endParaRPr lang="en-US"/>
        </a:p>
      </dgm:t>
    </dgm:pt>
    <dgm:pt modelId="{C3745E4B-8F29-42B5-BECC-88620319477F}">
      <dgm:prSet phldrT="[Text]"/>
      <dgm:spPr/>
      <dgm:t>
        <a:bodyPr/>
        <a:lstStyle/>
        <a:p>
          <a:r>
            <a:rPr lang="en-US" dirty="0" err="1"/>
            <a:t>Cty</a:t>
          </a:r>
          <a:r>
            <a:rPr lang="en-US" dirty="0"/>
            <a:t> </a:t>
          </a:r>
          <a:r>
            <a:rPr lang="en-US" dirty="0" err="1"/>
            <a:t>chăm</a:t>
          </a:r>
          <a:r>
            <a:rPr lang="en-US" dirty="0"/>
            <a:t> </a:t>
          </a:r>
          <a:r>
            <a:rPr lang="en-US" dirty="0" err="1"/>
            <a:t>sóc</a:t>
          </a:r>
          <a:r>
            <a:rPr lang="en-US" dirty="0"/>
            <a:t> </a:t>
          </a:r>
          <a:r>
            <a:rPr lang="en-US" dirty="0" err="1"/>
            <a:t>nhân</a:t>
          </a:r>
          <a:r>
            <a:rPr lang="en-US" dirty="0"/>
            <a:t> </a:t>
          </a:r>
          <a:r>
            <a:rPr lang="en-US" dirty="0" err="1"/>
            <a:t>viên</a:t>
          </a:r>
          <a:endParaRPr lang="en-US" dirty="0"/>
        </a:p>
      </dgm:t>
    </dgm:pt>
    <dgm:pt modelId="{4A606602-B73E-45B7-8131-DE94060B35D3}" type="parTrans" cxnId="{6205C5FE-03CB-49C4-937F-695F6DD9E245}">
      <dgm:prSet/>
      <dgm:spPr/>
      <dgm:t>
        <a:bodyPr/>
        <a:lstStyle/>
        <a:p>
          <a:endParaRPr lang="en-US"/>
        </a:p>
      </dgm:t>
    </dgm:pt>
    <dgm:pt modelId="{6C89F59D-6711-4ABB-A96B-0E023470785D}" type="sibTrans" cxnId="{6205C5FE-03CB-49C4-937F-695F6DD9E245}">
      <dgm:prSet/>
      <dgm:spPr/>
      <dgm:t>
        <a:bodyPr/>
        <a:lstStyle/>
        <a:p>
          <a:endParaRPr lang="en-US"/>
        </a:p>
      </dgm:t>
    </dgm:pt>
    <dgm:pt modelId="{406F05BE-7FE2-4E7F-9DE2-2AA459BF7EB5}">
      <dgm:prSet phldrT="[Text]"/>
      <dgm:spPr/>
      <dgm:t>
        <a:bodyPr/>
        <a:lstStyle/>
        <a:p>
          <a:r>
            <a:rPr lang="en-US" dirty="0" err="1"/>
            <a:t>Nhân</a:t>
          </a:r>
          <a:r>
            <a:rPr lang="en-US" dirty="0"/>
            <a:t> </a:t>
          </a:r>
          <a:r>
            <a:rPr lang="en-US" dirty="0" err="1"/>
            <a:t>viên</a:t>
          </a:r>
          <a:r>
            <a:rPr lang="en-US" dirty="0"/>
            <a:t> </a:t>
          </a:r>
          <a:r>
            <a:rPr lang="en-US" dirty="0" err="1"/>
            <a:t>chăm</a:t>
          </a:r>
          <a:r>
            <a:rPr lang="en-US" dirty="0"/>
            <a:t> </a:t>
          </a:r>
          <a:r>
            <a:rPr lang="en-US" dirty="0" err="1"/>
            <a:t>sóc</a:t>
          </a:r>
          <a:r>
            <a:rPr lang="en-US" dirty="0"/>
            <a:t> </a:t>
          </a:r>
          <a:r>
            <a:rPr lang="en-US" dirty="0" err="1"/>
            <a:t>khách</a:t>
          </a:r>
          <a:r>
            <a:rPr lang="en-US" dirty="0"/>
            <a:t> </a:t>
          </a:r>
          <a:r>
            <a:rPr lang="en-US" dirty="0" err="1"/>
            <a:t>hàng</a:t>
          </a:r>
          <a:endParaRPr lang="en-US" dirty="0"/>
        </a:p>
      </dgm:t>
    </dgm:pt>
    <dgm:pt modelId="{A3809D26-F97F-410D-801E-8D7F9B655B40}" type="parTrans" cxnId="{EB639234-99B3-4CA8-820C-11181F3DE248}">
      <dgm:prSet/>
      <dgm:spPr/>
      <dgm:t>
        <a:bodyPr/>
        <a:lstStyle/>
        <a:p>
          <a:endParaRPr lang="en-US"/>
        </a:p>
      </dgm:t>
    </dgm:pt>
    <dgm:pt modelId="{07219BB0-F131-43B1-9B53-0C9EBAC5775D}" type="sibTrans" cxnId="{EB639234-99B3-4CA8-820C-11181F3DE248}">
      <dgm:prSet/>
      <dgm:spPr/>
      <dgm:t>
        <a:bodyPr/>
        <a:lstStyle/>
        <a:p>
          <a:endParaRPr lang="en-US"/>
        </a:p>
      </dgm:t>
    </dgm:pt>
    <dgm:pt modelId="{01CC8B9D-143C-4F1A-BE0C-6D1A5584579A}">
      <dgm:prSet phldrT="[Text]"/>
      <dgm:spPr/>
      <dgm:t>
        <a:bodyPr/>
        <a:lstStyle/>
        <a:p>
          <a:r>
            <a:rPr lang="en-US" dirty="0" err="1"/>
            <a:t>Đầu</a:t>
          </a:r>
          <a:r>
            <a:rPr lang="en-US" dirty="0"/>
            <a:t> </a:t>
          </a:r>
          <a:r>
            <a:rPr lang="en-US" dirty="0" err="1"/>
            <a:t>ra</a:t>
          </a:r>
          <a:endParaRPr lang="en-US" dirty="0"/>
        </a:p>
      </dgm:t>
    </dgm:pt>
    <dgm:pt modelId="{B9A6A211-AC6D-4ACB-A8D3-7C84437BD3D4}" type="parTrans" cxnId="{D48F115E-B058-427D-810F-5165C2823C97}">
      <dgm:prSet/>
      <dgm:spPr/>
      <dgm:t>
        <a:bodyPr/>
        <a:lstStyle/>
        <a:p>
          <a:endParaRPr lang="en-US"/>
        </a:p>
      </dgm:t>
    </dgm:pt>
    <dgm:pt modelId="{640F69A6-6606-442B-9441-766C57D6BF02}" type="sibTrans" cxnId="{D48F115E-B058-427D-810F-5165C2823C97}">
      <dgm:prSet/>
      <dgm:spPr/>
      <dgm:t>
        <a:bodyPr/>
        <a:lstStyle/>
        <a:p>
          <a:endParaRPr lang="en-US"/>
        </a:p>
      </dgm:t>
    </dgm:pt>
    <dgm:pt modelId="{EC6D041B-FAC8-4242-8E9F-D5A767A4F1F4}">
      <dgm:prSet phldrT="[Text]"/>
      <dgm:spPr/>
      <dgm:t>
        <a:bodyPr/>
        <a:lstStyle/>
        <a:p>
          <a:r>
            <a:rPr lang="en-US" dirty="0" err="1"/>
            <a:t>Người</a:t>
          </a:r>
          <a:r>
            <a:rPr lang="en-US" dirty="0"/>
            <a:t> </a:t>
          </a:r>
          <a:r>
            <a:rPr lang="en-US" dirty="0" err="1"/>
            <a:t>mua</a:t>
          </a:r>
          <a:r>
            <a:rPr lang="en-US" dirty="0"/>
            <a:t> </a:t>
          </a:r>
          <a:r>
            <a:rPr lang="en-US" dirty="0" err="1"/>
            <a:t>hàng</a:t>
          </a:r>
          <a:endParaRPr lang="en-US" dirty="0"/>
        </a:p>
      </dgm:t>
    </dgm:pt>
    <dgm:pt modelId="{776C01BF-7F59-4D1C-8F0A-B00F39A52528}" type="parTrans" cxnId="{0D3D50C2-EBF2-4E10-9C64-F3D69289AB2D}">
      <dgm:prSet/>
      <dgm:spPr/>
      <dgm:t>
        <a:bodyPr/>
        <a:lstStyle/>
        <a:p>
          <a:endParaRPr lang="en-US"/>
        </a:p>
      </dgm:t>
    </dgm:pt>
    <dgm:pt modelId="{58657DFD-A745-45AC-8664-82A3594E92E5}" type="sibTrans" cxnId="{0D3D50C2-EBF2-4E10-9C64-F3D69289AB2D}">
      <dgm:prSet/>
      <dgm:spPr/>
      <dgm:t>
        <a:bodyPr/>
        <a:lstStyle/>
        <a:p>
          <a:endParaRPr lang="en-US"/>
        </a:p>
      </dgm:t>
    </dgm:pt>
    <dgm:pt modelId="{FF86302F-6AF0-4B2A-8307-6127C32626B9}">
      <dgm:prSet phldrT="[Text]"/>
      <dgm:spPr/>
      <dgm:t>
        <a:bodyPr/>
        <a:lstStyle/>
        <a:p>
          <a:r>
            <a:rPr lang="en-US" dirty="0" err="1"/>
            <a:t>Người</a:t>
          </a:r>
          <a:r>
            <a:rPr lang="en-US" dirty="0"/>
            <a:t> </a:t>
          </a:r>
          <a:r>
            <a:rPr lang="en-US" dirty="0" err="1"/>
            <a:t>thụ</a:t>
          </a:r>
          <a:r>
            <a:rPr lang="en-US" dirty="0"/>
            <a:t> </a:t>
          </a:r>
          <a:r>
            <a:rPr lang="en-US" dirty="0" err="1"/>
            <a:t>hưởng</a:t>
          </a:r>
          <a:r>
            <a:rPr lang="en-US" dirty="0"/>
            <a:t> </a:t>
          </a:r>
        </a:p>
      </dgm:t>
    </dgm:pt>
    <dgm:pt modelId="{B63EE46F-AF12-418E-A9EC-43A5A8122C65}" type="parTrans" cxnId="{55A85A3E-956F-40C8-9603-CCEEB661AE2B}">
      <dgm:prSet/>
      <dgm:spPr/>
      <dgm:t>
        <a:bodyPr/>
        <a:lstStyle/>
        <a:p>
          <a:endParaRPr lang="en-US"/>
        </a:p>
      </dgm:t>
    </dgm:pt>
    <dgm:pt modelId="{871C73ED-F1EE-4E06-8320-BA4B44CB4408}" type="sibTrans" cxnId="{55A85A3E-956F-40C8-9603-CCEEB661AE2B}">
      <dgm:prSet/>
      <dgm:spPr/>
      <dgm:t>
        <a:bodyPr/>
        <a:lstStyle/>
        <a:p>
          <a:endParaRPr lang="en-US"/>
        </a:p>
      </dgm:t>
    </dgm:pt>
    <dgm:pt modelId="{6CE3BD7D-87F5-4054-A301-EC16B31F8359}">
      <dgm:prSet phldrT="[Text]"/>
      <dgm:spPr/>
      <dgm:t>
        <a:bodyPr/>
        <a:lstStyle/>
        <a:p>
          <a:r>
            <a:rPr lang="en-US" dirty="0" err="1"/>
            <a:t>Người</a:t>
          </a:r>
          <a:r>
            <a:rPr lang="en-US" dirty="0"/>
            <a:t>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ảnh</a:t>
          </a:r>
          <a:r>
            <a:rPr lang="en-US" dirty="0"/>
            <a:t> </a:t>
          </a:r>
          <a:r>
            <a:rPr lang="en-US" dirty="0" err="1"/>
            <a:t>hưởng</a:t>
          </a:r>
          <a:endParaRPr lang="en-US" dirty="0"/>
        </a:p>
      </dgm:t>
    </dgm:pt>
    <dgm:pt modelId="{4E8ED100-52D7-4A4F-9FB9-8FCF526481D5}" type="parTrans" cxnId="{1529059A-8C72-4766-B1FE-44770E10AC0B}">
      <dgm:prSet/>
      <dgm:spPr/>
      <dgm:t>
        <a:bodyPr/>
        <a:lstStyle/>
        <a:p>
          <a:endParaRPr lang="en-US"/>
        </a:p>
      </dgm:t>
    </dgm:pt>
    <dgm:pt modelId="{340EE705-1A42-4B77-A0CA-32F827B0A7D5}" type="sibTrans" cxnId="{1529059A-8C72-4766-B1FE-44770E10AC0B}">
      <dgm:prSet/>
      <dgm:spPr/>
      <dgm:t>
        <a:bodyPr/>
        <a:lstStyle/>
        <a:p>
          <a:endParaRPr lang="en-US"/>
        </a:p>
      </dgm:t>
    </dgm:pt>
    <dgm:pt modelId="{E4D906A1-F08F-4F30-9890-91E3B25E87A6}" type="pres">
      <dgm:prSet presAssocID="{126BC588-4CCC-4393-AD7E-46327D58D714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A23BA70A-9E93-4D3F-B192-2D62E93CF5E2}" type="pres">
      <dgm:prSet presAssocID="{126BC588-4CCC-4393-AD7E-46327D58D714}" presName="cycle" presStyleCnt="0"/>
      <dgm:spPr/>
    </dgm:pt>
    <dgm:pt modelId="{D43247DE-A786-405A-8253-D381F13C0F2B}" type="pres">
      <dgm:prSet presAssocID="{126BC588-4CCC-4393-AD7E-46327D58D714}" presName="centerShape" presStyleCnt="0"/>
      <dgm:spPr/>
    </dgm:pt>
    <dgm:pt modelId="{800F61DC-3B8D-4089-AC5C-60967E5D0141}" type="pres">
      <dgm:prSet presAssocID="{126BC588-4CCC-4393-AD7E-46327D58D714}" presName="connSite" presStyleLbl="node1" presStyleIdx="0" presStyleCnt="4"/>
      <dgm:spPr/>
    </dgm:pt>
    <dgm:pt modelId="{CDD5AD3D-8324-4109-8234-39BAC5CAFE33}" type="pres">
      <dgm:prSet presAssocID="{126BC588-4CCC-4393-AD7E-46327D58D714}" presName="visible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78B87D45-C459-4EC9-963B-E7491B0AB734}" type="pres">
      <dgm:prSet presAssocID="{F4DDDC65-5725-4045-A5CF-09BFC15351AF}" presName="Name25" presStyleLbl="parChTrans1D1" presStyleIdx="0" presStyleCnt="3"/>
      <dgm:spPr/>
    </dgm:pt>
    <dgm:pt modelId="{08593367-C9DA-4F5B-B039-604285FDBF0F}" type="pres">
      <dgm:prSet presAssocID="{1C6F5D24-9798-4453-A926-2B093AD50E51}" presName="node" presStyleCnt="0"/>
      <dgm:spPr/>
    </dgm:pt>
    <dgm:pt modelId="{C9BE8162-34B4-4F51-AF20-1922E38E57E5}" type="pres">
      <dgm:prSet presAssocID="{1C6F5D24-9798-4453-A926-2B093AD50E51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F1C90B52-9C78-40CB-A35F-7A423C139CFA}" type="pres">
      <dgm:prSet presAssocID="{1C6F5D24-9798-4453-A926-2B093AD50E51}" presName="childNode" presStyleLbl="revTx" presStyleIdx="0" presStyleCnt="3">
        <dgm:presLayoutVars>
          <dgm:bulletEnabled val="1"/>
        </dgm:presLayoutVars>
      </dgm:prSet>
      <dgm:spPr/>
    </dgm:pt>
    <dgm:pt modelId="{7CD9A6EB-C569-4013-A182-B0A019DF1E25}" type="pres">
      <dgm:prSet presAssocID="{20D917AA-CC04-4B81-BD49-4F7CA813D7B3}" presName="Name25" presStyleLbl="parChTrans1D1" presStyleIdx="1" presStyleCnt="3"/>
      <dgm:spPr/>
    </dgm:pt>
    <dgm:pt modelId="{4438EFFC-0573-482E-A8EC-3ABAEF9D80DE}" type="pres">
      <dgm:prSet presAssocID="{CE35BFFE-B69D-42A1-B0B2-59EA43830146}" presName="node" presStyleCnt="0"/>
      <dgm:spPr/>
    </dgm:pt>
    <dgm:pt modelId="{19CE4003-CF50-49A7-86E7-DAA27AA3F457}" type="pres">
      <dgm:prSet presAssocID="{CE35BFFE-B69D-42A1-B0B2-59EA43830146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370D387C-DCEF-4127-BEB2-F67D4A3667F1}" type="pres">
      <dgm:prSet presAssocID="{CE35BFFE-B69D-42A1-B0B2-59EA43830146}" presName="childNode" presStyleLbl="revTx" presStyleIdx="1" presStyleCnt="3">
        <dgm:presLayoutVars>
          <dgm:bulletEnabled val="1"/>
        </dgm:presLayoutVars>
      </dgm:prSet>
      <dgm:spPr/>
    </dgm:pt>
    <dgm:pt modelId="{27005C4D-9908-413E-9155-4E0D25FBC2F8}" type="pres">
      <dgm:prSet presAssocID="{B9A6A211-AC6D-4ACB-A8D3-7C84437BD3D4}" presName="Name25" presStyleLbl="parChTrans1D1" presStyleIdx="2" presStyleCnt="3"/>
      <dgm:spPr/>
    </dgm:pt>
    <dgm:pt modelId="{42549819-0953-435D-87CF-CF4C32688745}" type="pres">
      <dgm:prSet presAssocID="{01CC8B9D-143C-4F1A-BE0C-6D1A5584579A}" presName="node" presStyleCnt="0"/>
      <dgm:spPr/>
    </dgm:pt>
    <dgm:pt modelId="{C32AABAB-3EFC-40CF-89EF-AA8E24EA5364}" type="pres">
      <dgm:prSet presAssocID="{01CC8B9D-143C-4F1A-BE0C-6D1A5584579A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0126C9E0-317E-41BE-8FE5-308B7BA203D4}" type="pres">
      <dgm:prSet presAssocID="{01CC8B9D-143C-4F1A-BE0C-6D1A5584579A}" presName="childNode" presStyleLbl="revTx" presStyleIdx="2" presStyleCnt="3">
        <dgm:presLayoutVars>
          <dgm:bulletEnabled val="1"/>
        </dgm:presLayoutVars>
      </dgm:prSet>
      <dgm:spPr/>
    </dgm:pt>
  </dgm:ptLst>
  <dgm:cxnLst>
    <dgm:cxn modelId="{7104E921-2505-45EF-9C3E-8920E7D3DBB0}" type="presOf" srcId="{CE35BFFE-B69D-42A1-B0B2-59EA43830146}" destId="{19CE4003-CF50-49A7-86E7-DAA27AA3F457}" srcOrd="0" destOrd="0" presId="urn:microsoft.com/office/officeart/2005/8/layout/radial2"/>
    <dgm:cxn modelId="{48BC2B2C-06FD-43B5-9D99-A5520938B85F}" type="presOf" srcId="{C3745E4B-8F29-42B5-BECC-88620319477F}" destId="{370D387C-DCEF-4127-BEB2-F67D4A3667F1}" srcOrd="0" destOrd="0" presId="urn:microsoft.com/office/officeart/2005/8/layout/radial2"/>
    <dgm:cxn modelId="{DE335B33-764D-4154-A76A-9ACE3CB7535F}" type="presOf" srcId="{6CE3BD7D-87F5-4054-A301-EC16B31F8359}" destId="{F1C90B52-9C78-40CB-A35F-7A423C139CFA}" srcOrd="0" destOrd="2" presId="urn:microsoft.com/office/officeart/2005/8/layout/radial2"/>
    <dgm:cxn modelId="{EB639234-99B3-4CA8-820C-11181F3DE248}" srcId="{CE35BFFE-B69D-42A1-B0B2-59EA43830146}" destId="{406F05BE-7FE2-4E7F-9DE2-2AA459BF7EB5}" srcOrd="1" destOrd="0" parTransId="{A3809D26-F97F-410D-801E-8D7F9B655B40}" sibTransId="{07219BB0-F131-43B1-9B53-0C9EBAC5775D}"/>
    <dgm:cxn modelId="{ACAB683A-E7FC-46DB-BB0C-818E16CB363A}" type="presOf" srcId="{BE9C121B-67A5-4F75-8F2C-ED5CDEA17D34}" destId="{F1C90B52-9C78-40CB-A35F-7A423C139CFA}" srcOrd="0" destOrd="0" presId="urn:microsoft.com/office/officeart/2005/8/layout/radial2"/>
    <dgm:cxn modelId="{55A85A3E-956F-40C8-9603-CCEEB661AE2B}" srcId="{01CC8B9D-143C-4F1A-BE0C-6D1A5584579A}" destId="{FF86302F-6AF0-4B2A-8307-6127C32626B9}" srcOrd="1" destOrd="0" parTransId="{B63EE46F-AF12-418E-A9EC-43A5A8122C65}" sibTransId="{871C73ED-F1EE-4E06-8320-BA4B44CB4408}"/>
    <dgm:cxn modelId="{2F70B85C-B733-4E1E-9F78-DDEA4A3E7DEA}" type="presOf" srcId="{20D917AA-CC04-4B81-BD49-4F7CA813D7B3}" destId="{7CD9A6EB-C569-4013-A182-B0A019DF1E25}" srcOrd="0" destOrd="0" presId="urn:microsoft.com/office/officeart/2005/8/layout/radial2"/>
    <dgm:cxn modelId="{D48F115E-B058-427D-810F-5165C2823C97}" srcId="{126BC588-4CCC-4393-AD7E-46327D58D714}" destId="{01CC8B9D-143C-4F1A-BE0C-6D1A5584579A}" srcOrd="2" destOrd="0" parTransId="{B9A6A211-AC6D-4ACB-A8D3-7C84437BD3D4}" sibTransId="{640F69A6-6606-442B-9441-766C57D6BF02}"/>
    <dgm:cxn modelId="{0E75A863-DD31-4E7C-A0EE-D4A402836D1B}" type="presOf" srcId="{FF86302F-6AF0-4B2A-8307-6127C32626B9}" destId="{0126C9E0-317E-41BE-8FE5-308B7BA203D4}" srcOrd="0" destOrd="1" presId="urn:microsoft.com/office/officeart/2005/8/layout/radial2"/>
    <dgm:cxn modelId="{B89E7B6B-F7D9-4F53-8DBF-6A4B63931401}" type="presOf" srcId="{01CC8B9D-143C-4F1A-BE0C-6D1A5584579A}" destId="{C32AABAB-3EFC-40CF-89EF-AA8E24EA5364}" srcOrd="0" destOrd="0" presId="urn:microsoft.com/office/officeart/2005/8/layout/radial2"/>
    <dgm:cxn modelId="{805E034F-4BED-494A-BBEB-0914A6B52E2C}" srcId="{126BC588-4CCC-4393-AD7E-46327D58D714}" destId="{CE35BFFE-B69D-42A1-B0B2-59EA43830146}" srcOrd="1" destOrd="0" parTransId="{20D917AA-CC04-4B81-BD49-4F7CA813D7B3}" sibTransId="{E91B1FC7-34BB-4013-A4E0-1E496D304030}"/>
    <dgm:cxn modelId="{CB3A3776-D353-457B-A0BD-19A0D416F9B9}" type="presOf" srcId="{406F05BE-7FE2-4E7F-9DE2-2AA459BF7EB5}" destId="{370D387C-DCEF-4127-BEB2-F67D4A3667F1}" srcOrd="0" destOrd="1" presId="urn:microsoft.com/office/officeart/2005/8/layout/radial2"/>
    <dgm:cxn modelId="{6024B97B-5430-42D1-99A0-670B72F426FD}" type="presOf" srcId="{126BC588-4CCC-4393-AD7E-46327D58D714}" destId="{E4D906A1-F08F-4F30-9890-91E3B25E87A6}" srcOrd="0" destOrd="0" presId="urn:microsoft.com/office/officeart/2005/8/layout/radial2"/>
    <dgm:cxn modelId="{2F61C67C-3E09-4968-A1A3-DC1C9BED5688}" srcId="{1C6F5D24-9798-4453-A926-2B093AD50E51}" destId="{2F454DDB-46EE-4B4B-B317-2D4300BFCE6E}" srcOrd="1" destOrd="0" parTransId="{3F8C4A0B-1C72-4800-9E8F-A8D8D8595F57}" sibTransId="{179CFC4A-C53D-4A49-84C5-611F9DBF1B87}"/>
    <dgm:cxn modelId="{34103B7E-257B-4725-A7A2-8085A6AA9F19}" type="presOf" srcId="{F4DDDC65-5725-4045-A5CF-09BFC15351AF}" destId="{78B87D45-C459-4EC9-963B-E7491B0AB734}" srcOrd="0" destOrd="0" presId="urn:microsoft.com/office/officeart/2005/8/layout/radial2"/>
    <dgm:cxn modelId="{51917D96-0431-4304-B0ED-5DE04894531C}" type="presOf" srcId="{EC6D041B-FAC8-4242-8E9F-D5A767A4F1F4}" destId="{0126C9E0-317E-41BE-8FE5-308B7BA203D4}" srcOrd="0" destOrd="0" presId="urn:microsoft.com/office/officeart/2005/8/layout/radial2"/>
    <dgm:cxn modelId="{1529059A-8C72-4766-B1FE-44770E10AC0B}" srcId="{1C6F5D24-9798-4453-A926-2B093AD50E51}" destId="{6CE3BD7D-87F5-4054-A301-EC16B31F8359}" srcOrd="2" destOrd="0" parTransId="{4E8ED100-52D7-4A4F-9FB9-8FCF526481D5}" sibTransId="{340EE705-1A42-4B77-A0CA-32F827B0A7D5}"/>
    <dgm:cxn modelId="{BF12DABD-0682-49A2-B3D8-CEE2A8E888BB}" type="presOf" srcId="{2F454DDB-46EE-4B4B-B317-2D4300BFCE6E}" destId="{F1C90B52-9C78-40CB-A35F-7A423C139CFA}" srcOrd="0" destOrd="1" presId="urn:microsoft.com/office/officeart/2005/8/layout/radial2"/>
    <dgm:cxn modelId="{1019B1C0-C89E-4AA5-8CE6-BFCEF01EEC33}" srcId="{1C6F5D24-9798-4453-A926-2B093AD50E51}" destId="{BE9C121B-67A5-4F75-8F2C-ED5CDEA17D34}" srcOrd="0" destOrd="0" parTransId="{66012D81-BD5E-4BD2-A59F-5B8C4D224C8A}" sibTransId="{08FDF5B5-5744-4ACC-B932-2EFECC41432F}"/>
    <dgm:cxn modelId="{0D3D50C2-EBF2-4E10-9C64-F3D69289AB2D}" srcId="{01CC8B9D-143C-4F1A-BE0C-6D1A5584579A}" destId="{EC6D041B-FAC8-4242-8E9F-D5A767A4F1F4}" srcOrd="0" destOrd="0" parTransId="{776C01BF-7F59-4D1C-8F0A-B00F39A52528}" sibTransId="{58657DFD-A745-45AC-8664-82A3594E92E5}"/>
    <dgm:cxn modelId="{D27F6CEC-9547-4A52-BA5C-1405CEE27C55}" type="presOf" srcId="{B9A6A211-AC6D-4ACB-A8D3-7C84437BD3D4}" destId="{27005C4D-9908-413E-9155-4E0D25FBC2F8}" srcOrd="0" destOrd="0" presId="urn:microsoft.com/office/officeart/2005/8/layout/radial2"/>
    <dgm:cxn modelId="{0C18FDED-9C91-41A0-BC46-9386848DD4DA}" srcId="{126BC588-4CCC-4393-AD7E-46327D58D714}" destId="{1C6F5D24-9798-4453-A926-2B093AD50E51}" srcOrd="0" destOrd="0" parTransId="{F4DDDC65-5725-4045-A5CF-09BFC15351AF}" sibTransId="{FE2286FE-7A0B-4333-9F85-9E8B4587A321}"/>
    <dgm:cxn modelId="{6205C5FE-03CB-49C4-937F-695F6DD9E245}" srcId="{CE35BFFE-B69D-42A1-B0B2-59EA43830146}" destId="{C3745E4B-8F29-42B5-BECC-88620319477F}" srcOrd="0" destOrd="0" parTransId="{4A606602-B73E-45B7-8131-DE94060B35D3}" sibTransId="{6C89F59D-6711-4ABB-A96B-0E023470785D}"/>
    <dgm:cxn modelId="{A7EB95FF-151A-4D90-9811-B8F558B96599}" type="presOf" srcId="{1C6F5D24-9798-4453-A926-2B093AD50E51}" destId="{C9BE8162-34B4-4F51-AF20-1922E38E57E5}" srcOrd="0" destOrd="0" presId="urn:microsoft.com/office/officeart/2005/8/layout/radial2"/>
    <dgm:cxn modelId="{51BB8A9E-2435-4C8F-AB3F-DC1D397D0504}" type="presParOf" srcId="{E4D906A1-F08F-4F30-9890-91E3B25E87A6}" destId="{A23BA70A-9E93-4D3F-B192-2D62E93CF5E2}" srcOrd="0" destOrd="0" presId="urn:microsoft.com/office/officeart/2005/8/layout/radial2"/>
    <dgm:cxn modelId="{084D346F-2A16-4A72-BD8F-5112933060ED}" type="presParOf" srcId="{A23BA70A-9E93-4D3F-B192-2D62E93CF5E2}" destId="{D43247DE-A786-405A-8253-D381F13C0F2B}" srcOrd="0" destOrd="0" presId="urn:microsoft.com/office/officeart/2005/8/layout/radial2"/>
    <dgm:cxn modelId="{AE7CA2DA-62E0-4CC4-A567-200D2D726DC1}" type="presParOf" srcId="{D43247DE-A786-405A-8253-D381F13C0F2B}" destId="{800F61DC-3B8D-4089-AC5C-60967E5D0141}" srcOrd="0" destOrd="0" presId="urn:microsoft.com/office/officeart/2005/8/layout/radial2"/>
    <dgm:cxn modelId="{07EF2402-163D-470C-8F0F-CDDFC811A8A7}" type="presParOf" srcId="{D43247DE-A786-405A-8253-D381F13C0F2B}" destId="{CDD5AD3D-8324-4109-8234-39BAC5CAFE33}" srcOrd="1" destOrd="0" presId="urn:microsoft.com/office/officeart/2005/8/layout/radial2"/>
    <dgm:cxn modelId="{FC92CD3D-B579-43DC-A73C-4EF6F8A88494}" type="presParOf" srcId="{A23BA70A-9E93-4D3F-B192-2D62E93CF5E2}" destId="{78B87D45-C459-4EC9-963B-E7491B0AB734}" srcOrd="1" destOrd="0" presId="urn:microsoft.com/office/officeart/2005/8/layout/radial2"/>
    <dgm:cxn modelId="{9792A6AD-B98E-4A5E-9421-41472F75D51D}" type="presParOf" srcId="{A23BA70A-9E93-4D3F-B192-2D62E93CF5E2}" destId="{08593367-C9DA-4F5B-B039-604285FDBF0F}" srcOrd="2" destOrd="0" presId="urn:microsoft.com/office/officeart/2005/8/layout/radial2"/>
    <dgm:cxn modelId="{FC74197E-7707-48A3-ACFE-6D11952826E9}" type="presParOf" srcId="{08593367-C9DA-4F5B-B039-604285FDBF0F}" destId="{C9BE8162-34B4-4F51-AF20-1922E38E57E5}" srcOrd="0" destOrd="0" presId="urn:microsoft.com/office/officeart/2005/8/layout/radial2"/>
    <dgm:cxn modelId="{8716DC41-B91D-4D23-8918-6687FCB2F6A8}" type="presParOf" srcId="{08593367-C9DA-4F5B-B039-604285FDBF0F}" destId="{F1C90B52-9C78-40CB-A35F-7A423C139CFA}" srcOrd="1" destOrd="0" presId="urn:microsoft.com/office/officeart/2005/8/layout/radial2"/>
    <dgm:cxn modelId="{1BD6584A-E34E-4708-AB5E-1FFB929FE611}" type="presParOf" srcId="{A23BA70A-9E93-4D3F-B192-2D62E93CF5E2}" destId="{7CD9A6EB-C569-4013-A182-B0A019DF1E25}" srcOrd="3" destOrd="0" presId="urn:microsoft.com/office/officeart/2005/8/layout/radial2"/>
    <dgm:cxn modelId="{A33B463E-0F3E-418B-A324-6F60388AC544}" type="presParOf" srcId="{A23BA70A-9E93-4D3F-B192-2D62E93CF5E2}" destId="{4438EFFC-0573-482E-A8EC-3ABAEF9D80DE}" srcOrd="4" destOrd="0" presId="urn:microsoft.com/office/officeart/2005/8/layout/radial2"/>
    <dgm:cxn modelId="{D10FE170-4166-4AEC-A8E7-D8D5FC27ECE2}" type="presParOf" srcId="{4438EFFC-0573-482E-A8EC-3ABAEF9D80DE}" destId="{19CE4003-CF50-49A7-86E7-DAA27AA3F457}" srcOrd="0" destOrd="0" presId="urn:microsoft.com/office/officeart/2005/8/layout/radial2"/>
    <dgm:cxn modelId="{03E70525-ED7D-4EA8-9070-9D4889C0D754}" type="presParOf" srcId="{4438EFFC-0573-482E-A8EC-3ABAEF9D80DE}" destId="{370D387C-DCEF-4127-BEB2-F67D4A3667F1}" srcOrd="1" destOrd="0" presId="urn:microsoft.com/office/officeart/2005/8/layout/radial2"/>
    <dgm:cxn modelId="{A923480D-0EA6-4D18-86E4-E9DE11FF7635}" type="presParOf" srcId="{A23BA70A-9E93-4D3F-B192-2D62E93CF5E2}" destId="{27005C4D-9908-413E-9155-4E0D25FBC2F8}" srcOrd="5" destOrd="0" presId="urn:microsoft.com/office/officeart/2005/8/layout/radial2"/>
    <dgm:cxn modelId="{9DAC044D-E849-42BD-B17B-0ECB48DAFD25}" type="presParOf" srcId="{A23BA70A-9E93-4D3F-B192-2D62E93CF5E2}" destId="{42549819-0953-435D-87CF-CF4C32688745}" srcOrd="6" destOrd="0" presId="urn:microsoft.com/office/officeart/2005/8/layout/radial2"/>
    <dgm:cxn modelId="{76926324-0657-4D4C-A2EA-C0D75922A385}" type="presParOf" srcId="{42549819-0953-435D-87CF-CF4C32688745}" destId="{C32AABAB-3EFC-40CF-89EF-AA8E24EA5364}" srcOrd="0" destOrd="0" presId="urn:microsoft.com/office/officeart/2005/8/layout/radial2"/>
    <dgm:cxn modelId="{F56E603A-A6F7-4069-89EA-13C15E5B2B9C}" type="presParOf" srcId="{42549819-0953-435D-87CF-CF4C32688745}" destId="{0126C9E0-317E-41BE-8FE5-308B7BA203D4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D63933-547F-4ED6-87B8-C19DC0D80C03}" type="doc">
      <dgm:prSet loTypeId="urn:microsoft.com/office/officeart/2005/8/layout/target1" loCatId="relationship" qsTypeId="urn:microsoft.com/office/officeart/2005/8/quickstyle/simple1" qsCatId="simple" csTypeId="urn:microsoft.com/office/officeart/2005/8/colors/colorful1" csCatId="colorful" phldr="1"/>
      <dgm:spPr/>
    </dgm:pt>
    <dgm:pt modelId="{75E46D3F-14E2-41A7-9A57-D0CF914C165E}">
      <dgm:prSet phldrT="[Text]"/>
      <dgm:spPr/>
      <dgm:t>
        <a:bodyPr/>
        <a:lstStyle/>
        <a:p>
          <a:r>
            <a:rPr lang="en-US" dirty="0" err="1"/>
            <a:t>Công</a:t>
          </a:r>
          <a:r>
            <a:rPr lang="en-US" dirty="0"/>
            <a:t> </a:t>
          </a:r>
          <a:r>
            <a:rPr lang="en-US" dirty="0" err="1"/>
            <a:t>năng</a:t>
          </a:r>
          <a:endParaRPr lang="en-US" dirty="0"/>
        </a:p>
      </dgm:t>
    </dgm:pt>
    <dgm:pt modelId="{BC948232-0961-4D14-AF56-BAB5D73EEC89}" type="parTrans" cxnId="{32A2ADED-A878-4767-8C13-1B4042ECB823}">
      <dgm:prSet/>
      <dgm:spPr/>
      <dgm:t>
        <a:bodyPr/>
        <a:lstStyle/>
        <a:p>
          <a:endParaRPr lang="en-US"/>
        </a:p>
      </dgm:t>
    </dgm:pt>
    <dgm:pt modelId="{0FF54917-B00E-458A-A209-698F01C8FC4E}" type="sibTrans" cxnId="{32A2ADED-A878-4767-8C13-1B4042ECB823}">
      <dgm:prSet/>
      <dgm:spPr/>
      <dgm:t>
        <a:bodyPr/>
        <a:lstStyle/>
        <a:p>
          <a:endParaRPr lang="en-US"/>
        </a:p>
      </dgm:t>
    </dgm:pt>
    <dgm:pt modelId="{116962A9-2C98-4ECA-AF64-93F178D2EC50}">
      <dgm:prSet phldrT="[Text]"/>
      <dgm:spPr/>
      <dgm:t>
        <a:bodyPr/>
        <a:lstStyle/>
        <a:p>
          <a:r>
            <a:rPr lang="en-US" dirty="0" err="1"/>
            <a:t>Ngạc</a:t>
          </a:r>
          <a:r>
            <a:rPr lang="en-US" dirty="0"/>
            <a:t> </a:t>
          </a:r>
          <a:r>
            <a:rPr lang="en-US" dirty="0" err="1"/>
            <a:t>nhiên</a:t>
          </a:r>
          <a:r>
            <a:rPr lang="en-US" dirty="0"/>
            <a:t> </a:t>
          </a:r>
          <a:r>
            <a:rPr lang="en-US" dirty="0" err="1"/>
            <a:t>chưa</a:t>
          </a:r>
          <a:endParaRPr lang="en-US" dirty="0"/>
        </a:p>
      </dgm:t>
    </dgm:pt>
    <dgm:pt modelId="{BA40BB82-F4F3-46FE-A580-31CA08189F93}" type="parTrans" cxnId="{4CA50563-E2C8-4FE1-B697-37665274B458}">
      <dgm:prSet/>
      <dgm:spPr/>
      <dgm:t>
        <a:bodyPr/>
        <a:lstStyle/>
        <a:p>
          <a:endParaRPr lang="en-US"/>
        </a:p>
      </dgm:t>
    </dgm:pt>
    <dgm:pt modelId="{90FD022F-A110-4FF8-B38D-DF077F4D2D63}" type="sibTrans" cxnId="{4CA50563-E2C8-4FE1-B697-37665274B458}">
      <dgm:prSet/>
      <dgm:spPr/>
      <dgm:t>
        <a:bodyPr/>
        <a:lstStyle/>
        <a:p>
          <a:endParaRPr lang="en-US"/>
        </a:p>
      </dgm:t>
    </dgm:pt>
    <dgm:pt modelId="{1BEB8FED-C6E7-475C-A29C-0B80EA0BC0A0}">
      <dgm:prSet phldrT="[Text]"/>
      <dgm:spPr/>
      <dgm:t>
        <a:bodyPr/>
        <a:lstStyle/>
        <a:p>
          <a:r>
            <a:rPr lang="en-US" dirty="0" err="1"/>
            <a:t>Không</a:t>
          </a:r>
          <a:r>
            <a:rPr lang="en-US" dirty="0"/>
            <a:t> </a:t>
          </a:r>
          <a:r>
            <a:rPr lang="en-US" dirty="0" err="1"/>
            <a:t>thể</a:t>
          </a:r>
          <a:r>
            <a:rPr lang="en-US" dirty="0"/>
            <a:t> tin </a:t>
          </a:r>
          <a:r>
            <a:rPr lang="en-US" dirty="0" err="1"/>
            <a:t>được</a:t>
          </a:r>
          <a:endParaRPr lang="en-US" dirty="0"/>
        </a:p>
      </dgm:t>
    </dgm:pt>
    <dgm:pt modelId="{C203379F-4488-487F-ABDA-FD098097E791}" type="parTrans" cxnId="{92205D2B-F90B-459E-A232-80BB16A6D100}">
      <dgm:prSet/>
      <dgm:spPr/>
      <dgm:t>
        <a:bodyPr/>
        <a:lstStyle/>
        <a:p>
          <a:endParaRPr lang="en-US"/>
        </a:p>
      </dgm:t>
    </dgm:pt>
    <dgm:pt modelId="{90BA2748-B4F8-41B5-B7DB-2F9D1940452C}" type="sibTrans" cxnId="{92205D2B-F90B-459E-A232-80BB16A6D100}">
      <dgm:prSet/>
      <dgm:spPr/>
      <dgm:t>
        <a:bodyPr/>
        <a:lstStyle/>
        <a:p>
          <a:endParaRPr lang="en-US"/>
        </a:p>
      </dgm:t>
    </dgm:pt>
    <dgm:pt modelId="{5A9431E4-2070-4E2E-91B3-5070A8C43020}">
      <dgm:prSet phldrT="[Text]"/>
      <dgm:spPr/>
      <dgm:t>
        <a:bodyPr/>
        <a:lstStyle/>
        <a:p>
          <a:r>
            <a:rPr lang="en-US" dirty="0" err="1"/>
            <a:t>Dịch</a:t>
          </a:r>
          <a:r>
            <a:rPr lang="en-US" dirty="0"/>
            <a:t> </a:t>
          </a:r>
          <a:r>
            <a:rPr lang="en-US" dirty="0" err="1"/>
            <a:t>vụ</a:t>
          </a:r>
          <a:endParaRPr lang="en-US" dirty="0"/>
        </a:p>
      </dgm:t>
    </dgm:pt>
    <dgm:pt modelId="{9469B4B6-25A6-4D29-BDA7-1B65044BC8A3}" type="parTrans" cxnId="{87CC00E8-164F-4EC8-B4D1-01D9CBE3580D}">
      <dgm:prSet/>
      <dgm:spPr/>
      <dgm:t>
        <a:bodyPr/>
        <a:lstStyle/>
        <a:p>
          <a:endParaRPr lang="en-US"/>
        </a:p>
      </dgm:t>
    </dgm:pt>
    <dgm:pt modelId="{E2BDED93-EB92-4497-BCCF-991D40788050}" type="sibTrans" cxnId="{87CC00E8-164F-4EC8-B4D1-01D9CBE3580D}">
      <dgm:prSet/>
      <dgm:spPr/>
      <dgm:t>
        <a:bodyPr/>
        <a:lstStyle/>
        <a:p>
          <a:endParaRPr lang="en-US"/>
        </a:p>
      </dgm:t>
    </dgm:pt>
    <dgm:pt modelId="{6223DEFD-B44E-4B3B-B20B-1CB1DD044AA3}">
      <dgm:prSet phldrT="[Text]"/>
      <dgm:spPr/>
      <dgm:t>
        <a:bodyPr/>
        <a:lstStyle/>
        <a:p>
          <a:r>
            <a:rPr lang="en-US" dirty="0" err="1"/>
            <a:t>Vượt</a:t>
          </a:r>
          <a:r>
            <a:rPr lang="en-US" dirty="0"/>
            <a:t> </a:t>
          </a:r>
          <a:r>
            <a:rPr lang="en-US" dirty="0" err="1"/>
            <a:t>kỳ</a:t>
          </a:r>
          <a:r>
            <a:rPr lang="en-US" dirty="0"/>
            <a:t> </a:t>
          </a:r>
          <a:r>
            <a:rPr lang="en-US" dirty="0" err="1"/>
            <a:t>vọng</a:t>
          </a:r>
          <a:endParaRPr lang="en-US" dirty="0"/>
        </a:p>
      </dgm:t>
    </dgm:pt>
    <dgm:pt modelId="{183A327A-7717-48A7-A88F-90AD91D8609D}" type="parTrans" cxnId="{B29AB51E-5FDF-4D23-8D87-DE401E8BCA34}">
      <dgm:prSet/>
      <dgm:spPr/>
      <dgm:t>
        <a:bodyPr/>
        <a:lstStyle/>
        <a:p>
          <a:endParaRPr lang="en-US"/>
        </a:p>
      </dgm:t>
    </dgm:pt>
    <dgm:pt modelId="{FAF894A7-3571-4775-A63B-D2ABF8C7B2A5}" type="sibTrans" cxnId="{B29AB51E-5FDF-4D23-8D87-DE401E8BCA34}">
      <dgm:prSet/>
      <dgm:spPr/>
      <dgm:t>
        <a:bodyPr/>
        <a:lstStyle/>
        <a:p>
          <a:endParaRPr lang="en-US"/>
        </a:p>
      </dgm:t>
    </dgm:pt>
    <dgm:pt modelId="{3F72B572-BBE1-45ED-9F07-8445B1422EB0}" type="pres">
      <dgm:prSet presAssocID="{B0D63933-547F-4ED6-87B8-C19DC0D80C03}" presName="composite" presStyleCnt="0">
        <dgm:presLayoutVars>
          <dgm:chMax val="5"/>
          <dgm:dir/>
          <dgm:resizeHandles val="exact"/>
        </dgm:presLayoutVars>
      </dgm:prSet>
      <dgm:spPr/>
    </dgm:pt>
    <dgm:pt modelId="{68B2D159-5410-4720-9706-0E74E73FF5DB}" type="pres">
      <dgm:prSet presAssocID="{75E46D3F-14E2-41A7-9A57-D0CF914C165E}" presName="circle1" presStyleLbl="lnNode1" presStyleIdx="0" presStyleCnt="5"/>
      <dgm:spPr/>
    </dgm:pt>
    <dgm:pt modelId="{F6B32E61-B827-4B91-8904-0D477F0D0FA8}" type="pres">
      <dgm:prSet presAssocID="{75E46D3F-14E2-41A7-9A57-D0CF914C165E}" presName="text1" presStyleLbl="revTx" presStyleIdx="0" presStyleCnt="5">
        <dgm:presLayoutVars>
          <dgm:bulletEnabled val="1"/>
        </dgm:presLayoutVars>
      </dgm:prSet>
      <dgm:spPr/>
    </dgm:pt>
    <dgm:pt modelId="{C37DA68A-2497-4A73-9A10-5D52921596F4}" type="pres">
      <dgm:prSet presAssocID="{75E46D3F-14E2-41A7-9A57-D0CF914C165E}" presName="line1" presStyleLbl="callout" presStyleIdx="0" presStyleCnt="10"/>
      <dgm:spPr/>
    </dgm:pt>
    <dgm:pt modelId="{79F76929-3614-4639-9D44-6183E8E63EAD}" type="pres">
      <dgm:prSet presAssocID="{75E46D3F-14E2-41A7-9A57-D0CF914C165E}" presName="d1" presStyleLbl="callout" presStyleIdx="1" presStyleCnt="10"/>
      <dgm:spPr/>
    </dgm:pt>
    <dgm:pt modelId="{09F35A99-9077-495F-B69F-39E223023A84}" type="pres">
      <dgm:prSet presAssocID="{5A9431E4-2070-4E2E-91B3-5070A8C43020}" presName="circle2" presStyleLbl="lnNode1" presStyleIdx="1" presStyleCnt="5"/>
      <dgm:spPr/>
    </dgm:pt>
    <dgm:pt modelId="{E8FC8ECA-1871-476D-8CE1-433E28B2FA5D}" type="pres">
      <dgm:prSet presAssocID="{5A9431E4-2070-4E2E-91B3-5070A8C43020}" presName="text2" presStyleLbl="revTx" presStyleIdx="1" presStyleCnt="5">
        <dgm:presLayoutVars>
          <dgm:bulletEnabled val="1"/>
        </dgm:presLayoutVars>
      </dgm:prSet>
      <dgm:spPr/>
    </dgm:pt>
    <dgm:pt modelId="{5824C946-32A8-433A-A2A7-2A24A11F8317}" type="pres">
      <dgm:prSet presAssocID="{5A9431E4-2070-4E2E-91B3-5070A8C43020}" presName="line2" presStyleLbl="callout" presStyleIdx="2" presStyleCnt="10"/>
      <dgm:spPr/>
    </dgm:pt>
    <dgm:pt modelId="{F2EB25AA-5BCB-4B79-BD56-5F3DCE64B87D}" type="pres">
      <dgm:prSet presAssocID="{5A9431E4-2070-4E2E-91B3-5070A8C43020}" presName="d2" presStyleLbl="callout" presStyleIdx="3" presStyleCnt="10"/>
      <dgm:spPr/>
    </dgm:pt>
    <dgm:pt modelId="{F356D60E-2B36-4F36-9048-A26783F55BBA}" type="pres">
      <dgm:prSet presAssocID="{6223DEFD-B44E-4B3B-B20B-1CB1DD044AA3}" presName="circle3" presStyleLbl="lnNode1" presStyleIdx="2" presStyleCnt="5"/>
      <dgm:spPr/>
    </dgm:pt>
    <dgm:pt modelId="{D0BFA6C8-5AED-4A2C-B377-1158D3649A3E}" type="pres">
      <dgm:prSet presAssocID="{6223DEFD-B44E-4B3B-B20B-1CB1DD044AA3}" presName="text3" presStyleLbl="revTx" presStyleIdx="2" presStyleCnt="5">
        <dgm:presLayoutVars>
          <dgm:bulletEnabled val="1"/>
        </dgm:presLayoutVars>
      </dgm:prSet>
      <dgm:spPr/>
    </dgm:pt>
    <dgm:pt modelId="{3405C2A3-B69C-48F5-81C8-8C005199BE50}" type="pres">
      <dgm:prSet presAssocID="{6223DEFD-B44E-4B3B-B20B-1CB1DD044AA3}" presName="line3" presStyleLbl="callout" presStyleIdx="4" presStyleCnt="10"/>
      <dgm:spPr/>
    </dgm:pt>
    <dgm:pt modelId="{95783A9F-B427-4F28-A413-17A2925BE16B}" type="pres">
      <dgm:prSet presAssocID="{6223DEFD-B44E-4B3B-B20B-1CB1DD044AA3}" presName="d3" presStyleLbl="callout" presStyleIdx="5" presStyleCnt="10"/>
      <dgm:spPr/>
    </dgm:pt>
    <dgm:pt modelId="{8BF61444-F01A-4971-A9F9-89BAD450B1B1}" type="pres">
      <dgm:prSet presAssocID="{116962A9-2C98-4ECA-AF64-93F178D2EC50}" presName="circle4" presStyleLbl="lnNode1" presStyleIdx="3" presStyleCnt="5"/>
      <dgm:spPr/>
    </dgm:pt>
    <dgm:pt modelId="{C5F26008-AD44-4DC4-B917-087D4DAC7708}" type="pres">
      <dgm:prSet presAssocID="{116962A9-2C98-4ECA-AF64-93F178D2EC50}" presName="text4" presStyleLbl="revTx" presStyleIdx="3" presStyleCnt="5">
        <dgm:presLayoutVars>
          <dgm:bulletEnabled val="1"/>
        </dgm:presLayoutVars>
      </dgm:prSet>
      <dgm:spPr/>
    </dgm:pt>
    <dgm:pt modelId="{746DFC9F-0DAC-494B-BA8A-EFBA02C19EA3}" type="pres">
      <dgm:prSet presAssocID="{116962A9-2C98-4ECA-AF64-93F178D2EC50}" presName="line4" presStyleLbl="callout" presStyleIdx="6" presStyleCnt="10"/>
      <dgm:spPr/>
    </dgm:pt>
    <dgm:pt modelId="{35BE710D-44E7-4394-B614-20FAB603EAD3}" type="pres">
      <dgm:prSet presAssocID="{116962A9-2C98-4ECA-AF64-93F178D2EC50}" presName="d4" presStyleLbl="callout" presStyleIdx="7" presStyleCnt="10"/>
      <dgm:spPr/>
    </dgm:pt>
    <dgm:pt modelId="{E92E6034-D67C-4B52-B55A-AE1CC88F8B71}" type="pres">
      <dgm:prSet presAssocID="{1BEB8FED-C6E7-475C-A29C-0B80EA0BC0A0}" presName="circle5" presStyleLbl="lnNode1" presStyleIdx="4" presStyleCnt="5"/>
      <dgm:spPr/>
    </dgm:pt>
    <dgm:pt modelId="{0800B6B8-8048-46B9-ABBC-EC5FF7E37356}" type="pres">
      <dgm:prSet presAssocID="{1BEB8FED-C6E7-475C-A29C-0B80EA0BC0A0}" presName="text5" presStyleLbl="revTx" presStyleIdx="4" presStyleCnt="5">
        <dgm:presLayoutVars>
          <dgm:bulletEnabled val="1"/>
        </dgm:presLayoutVars>
      </dgm:prSet>
      <dgm:spPr/>
    </dgm:pt>
    <dgm:pt modelId="{8BA47996-2C41-4D5B-A953-7A2FF721B34A}" type="pres">
      <dgm:prSet presAssocID="{1BEB8FED-C6E7-475C-A29C-0B80EA0BC0A0}" presName="line5" presStyleLbl="callout" presStyleIdx="8" presStyleCnt="10"/>
      <dgm:spPr/>
    </dgm:pt>
    <dgm:pt modelId="{0B536D16-8BA6-46E0-A8E0-B043CA783D84}" type="pres">
      <dgm:prSet presAssocID="{1BEB8FED-C6E7-475C-A29C-0B80EA0BC0A0}" presName="d5" presStyleLbl="callout" presStyleIdx="9" presStyleCnt="10"/>
      <dgm:spPr/>
    </dgm:pt>
  </dgm:ptLst>
  <dgm:cxnLst>
    <dgm:cxn modelId="{B29AB51E-5FDF-4D23-8D87-DE401E8BCA34}" srcId="{B0D63933-547F-4ED6-87B8-C19DC0D80C03}" destId="{6223DEFD-B44E-4B3B-B20B-1CB1DD044AA3}" srcOrd="2" destOrd="0" parTransId="{183A327A-7717-48A7-A88F-90AD91D8609D}" sibTransId="{FAF894A7-3571-4775-A63B-D2ABF8C7B2A5}"/>
    <dgm:cxn modelId="{92205D2B-F90B-459E-A232-80BB16A6D100}" srcId="{B0D63933-547F-4ED6-87B8-C19DC0D80C03}" destId="{1BEB8FED-C6E7-475C-A29C-0B80EA0BC0A0}" srcOrd="4" destOrd="0" parTransId="{C203379F-4488-487F-ABDA-FD098097E791}" sibTransId="{90BA2748-B4F8-41B5-B7DB-2F9D1940452C}"/>
    <dgm:cxn modelId="{0D13762F-E4A5-4CAD-A4E2-2A2E331BE270}" type="presOf" srcId="{1BEB8FED-C6E7-475C-A29C-0B80EA0BC0A0}" destId="{0800B6B8-8048-46B9-ABBC-EC5FF7E37356}" srcOrd="0" destOrd="0" presId="urn:microsoft.com/office/officeart/2005/8/layout/target1"/>
    <dgm:cxn modelId="{4CA50563-E2C8-4FE1-B697-37665274B458}" srcId="{B0D63933-547F-4ED6-87B8-C19DC0D80C03}" destId="{116962A9-2C98-4ECA-AF64-93F178D2EC50}" srcOrd="3" destOrd="0" parTransId="{BA40BB82-F4F3-46FE-A580-31CA08189F93}" sibTransId="{90FD022F-A110-4FF8-B38D-DF077F4D2D63}"/>
    <dgm:cxn modelId="{394FE873-0AF1-42EC-8C31-89C69B5725EB}" type="presOf" srcId="{6223DEFD-B44E-4B3B-B20B-1CB1DD044AA3}" destId="{D0BFA6C8-5AED-4A2C-B377-1158D3649A3E}" srcOrd="0" destOrd="0" presId="urn:microsoft.com/office/officeart/2005/8/layout/target1"/>
    <dgm:cxn modelId="{13823A59-8D09-485F-8EEE-648FD8CE6638}" type="presOf" srcId="{116962A9-2C98-4ECA-AF64-93F178D2EC50}" destId="{C5F26008-AD44-4DC4-B917-087D4DAC7708}" srcOrd="0" destOrd="0" presId="urn:microsoft.com/office/officeart/2005/8/layout/target1"/>
    <dgm:cxn modelId="{5674B6B0-2BA9-4353-A9DB-08D4FDA4D95D}" type="presOf" srcId="{B0D63933-547F-4ED6-87B8-C19DC0D80C03}" destId="{3F72B572-BBE1-45ED-9F07-8445B1422EB0}" srcOrd="0" destOrd="0" presId="urn:microsoft.com/office/officeart/2005/8/layout/target1"/>
    <dgm:cxn modelId="{87DC67DE-A584-48D8-8D05-2A4C5BA4EBCF}" type="presOf" srcId="{5A9431E4-2070-4E2E-91B3-5070A8C43020}" destId="{E8FC8ECA-1871-476D-8CE1-433E28B2FA5D}" srcOrd="0" destOrd="0" presId="urn:microsoft.com/office/officeart/2005/8/layout/target1"/>
    <dgm:cxn modelId="{87CC00E8-164F-4EC8-B4D1-01D9CBE3580D}" srcId="{B0D63933-547F-4ED6-87B8-C19DC0D80C03}" destId="{5A9431E4-2070-4E2E-91B3-5070A8C43020}" srcOrd="1" destOrd="0" parTransId="{9469B4B6-25A6-4D29-BDA7-1B65044BC8A3}" sibTransId="{E2BDED93-EB92-4497-BCCF-991D40788050}"/>
    <dgm:cxn modelId="{32A2ADED-A878-4767-8C13-1B4042ECB823}" srcId="{B0D63933-547F-4ED6-87B8-C19DC0D80C03}" destId="{75E46D3F-14E2-41A7-9A57-D0CF914C165E}" srcOrd="0" destOrd="0" parTransId="{BC948232-0961-4D14-AF56-BAB5D73EEC89}" sibTransId="{0FF54917-B00E-458A-A209-698F01C8FC4E}"/>
    <dgm:cxn modelId="{D832DDFC-30E0-4196-86D2-3491648E03A0}" type="presOf" srcId="{75E46D3F-14E2-41A7-9A57-D0CF914C165E}" destId="{F6B32E61-B827-4B91-8904-0D477F0D0FA8}" srcOrd="0" destOrd="0" presId="urn:microsoft.com/office/officeart/2005/8/layout/target1"/>
    <dgm:cxn modelId="{71AAF519-15CA-4F26-9828-B76EBDAEFD6B}" type="presParOf" srcId="{3F72B572-BBE1-45ED-9F07-8445B1422EB0}" destId="{68B2D159-5410-4720-9706-0E74E73FF5DB}" srcOrd="0" destOrd="0" presId="urn:microsoft.com/office/officeart/2005/8/layout/target1"/>
    <dgm:cxn modelId="{B7BC6867-91C1-413E-8310-8BBC4412FDBB}" type="presParOf" srcId="{3F72B572-BBE1-45ED-9F07-8445B1422EB0}" destId="{F6B32E61-B827-4B91-8904-0D477F0D0FA8}" srcOrd="1" destOrd="0" presId="urn:microsoft.com/office/officeart/2005/8/layout/target1"/>
    <dgm:cxn modelId="{962E145E-234D-44B8-AD5F-65591802249C}" type="presParOf" srcId="{3F72B572-BBE1-45ED-9F07-8445B1422EB0}" destId="{C37DA68A-2497-4A73-9A10-5D52921596F4}" srcOrd="2" destOrd="0" presId="urn:microsoft.com/office/officeart/2005/8/layout/target1"/>
    <dgm:cxn modelId="{3C948DB2-5AC5-4C34-87B0-02B59E984BDB}" type="presParOf" srcId="{3F72B572-BBE1-45ED-9F07-8445B1422EB0}" destId="{79F76929-3614-4639-9D44-6183E8E63EAD}" srcOrd="3" destOrd="0" presId="urn:microsoft.com/office/officeart/2005/8/layout/target1"/>
    <dgm:cxn modelId="{08F8EF22-4919-4868-9CF2-59D43C0F9918}" type="presParOf" srcId="{3F72B572-BBE1-45ED-9F07-8445B1422EB0}" destId="{09F35A99-9077-495F-B69F-39E223023A84}" srcOrd="4" destOrd="0" presId="urn:microsoft.com/office/officeart/2005/8/layout/target1"/>
    <dgm:cxn modelId="{43D7A7E7-3C83-483B-9E59-8E6EC22EF88E}" type="presParOf" srcId="{3F72B572-BBE1-45ED-9F07-8445B1422EB0}" destId="{E8FC8ECA-1871-476D-8CE1-433E28B2FA5D}" srcOrd="5" destOrd="0" presId="urn:microsoft.com/office/officeart/2005/8/layout/target1"/>
    <dgm:cxn modelId="{6CD84217-5685-4166-AC3F-0F59939310E1}" type="presParOf" srcId="{3F72B572-BBE1-45ED-9F07-8445B1422EB0}" destId="{5824C946-32A8-433A-A2A7-2A24A11F8317}" srcOrd="6" destOrd="0" presId="urn:microsoft.com/office/officeart/2005/8/layout/target1"/>
    <dgm:cxn modelId="{9CC41F0E-78E3-4D82-AE5D-41DF04B8D195}" type="presParOf" srcId="{3F72B572-BBE1-45ED-9F07-8445B1422EB0}" destId="{F2EB25AA-5BCB-4B79-BD56-5F3DCE64B87D}" srcOrd="7" destOrd="0" presId="urn:microsoft.com/office/officeart/2005/8/layout/target1"/>
    <dgm:cxn modelId="{0FF7A3E8-29AE-4C6A-8DEF-0BF13B0E29A1}" type="presParOf" srcId="{3F72B572-BBE1-45ED-9F07-8445B1422EB0}" destId="{F356D60E-2B36-4F36-9048-A26783F55BBA}" srcOrd="8" destOrd="0" presId="urn:microsoft.com/office/officeart/2005/8/layout/target1"/>
    <dgm:cxn modelId="{4B67FE3D-909F-4EB9-A1E3-A52CDA1DA47B}" type="presParOf" srcId="{3F72B572-BBE1-45ED-9F07-8445B1422EB0}" destId="{D0BFA6C8-5AED-4A2C-B377-1158D3649A3E}" srcOrd="9" destOrd="0" presId="urn:microsoft.com/office/officeart/2005/8/layout/target1"/>
    <dgm:cxn modelId="{A1514301-BF8E-4224-B3E6-F08ACA716B77}" type="presParOf" srcId="{3F72B572-BBE1-45ED-9F07-8445B1422EB0}" destId="{3405C2A3-B69C-48F5-81C8-8C005199BE50}" srcOrd="10" destOrd="0" presId="urn:microsoft.com/office/officeart/2005/8/layout/target1"/>
    <dgm:cxn modelId="{032884A6-DC4F-49AF-A026-E4177692D487}" type="presParOf" srcId="{3F72B572-BBE1-45ED-9F07-8445B1422EB0}" destId="{95783A9F-B427-4F28-A413-17A2925BE16B}" srcOrd="11" destOrd="0" presId="urn:microsoft.com/office/officeart/2005/8/layout/target1"/>
    <dgm:cxn modelId="{EFB0DD75-6B81-45F1-9455-7B12064318BB}" type="presParOf" srcId="{3F72B572-BBE1-45ED-9F07-8445B1422EB0}" destId="{8BF61444-F01A-4971-A9F9-89BAD450B1B1}" srcOrd="12" destOrd="0" presId="urn:microsoft.com/office/officeart/2005/8/layout/target1"/>
    <dgm:cxn modelId="{7E7D366D-45CA-44D5-805F-FD27C60AE315}" type="presParOf" srcId="{3F72B572-BBE1-45ED-9F07-8445B1422EB0}" destId="{C5F26008-AD44-4DC4-B917-087D4DAC7708}" srcOrd="13" destOrd="0" presId="urn:microsoft.com/office/officeart/2005/8/layout/target1"/>
    <dgm:cxn modelId="{CE08201A-56BD-419E-BE80-EB6714AAC55D}" type="presParOf" srcId="{3F72B572-BBE1-45ED-9F07-8445B1422EB0}" destId="{746DFC9F-0DAC-494B-BA8A-EFBA02C19EA3}" srcOrd="14" destOrd="0" presId="urn:microsoft.com/office/officeart/2005/8/layout/target1"/>
    <dgm:cxn modelId="{F8DD8AB7-21AE-433D-AF9A-8A7A3B59FE0F}" type="presParOf" srcId="{3F72B572-BBE1-45ED-9F07-8445B1422EB0}" destId="{35BE710D-44E7-4394-B614-20FAB603EAD3}" srcOrd="15" destOrd="0" presId="urn:microsoft.com/office/officeart/2005/8/layout/target1"/>
    <dgm:cxn modelId="{4374CC2B-EBB3-4B11-9B6A-7DA262D640F6}" type="presParOf" srcId="{3F72B572-BBE1-45ED-9F07-8445B1422EB0}" destId="{E92E6034-D67C-4B52-B55A-AE1CC88F8B71}" srcOrd="16" destOrd="0" presId="urn:microsoft.com/office/officeart/2005/8/layout/target1"/>
    <dgm:cxn modelId="{4D904460-7D8E-4C51-813C-6C69D25BD2C5}" type="presParOf" srcId="{3F72B572-BBE1-45ED-9F07-8445B1422EB0}" destId="{0800B6B8-8048-46B9-ABBC-EC5FF7E37356}" srcOrd="17" destOrd="0" presId="urn:microsoft.com/office/officeart/2005/8/layout/target1"/>
    <dgm:cxn modelId="{D37E32E1-4FA7-4BD5-BF06-4F783E1E0FB2}" type="presParOf" srcId="{3F72B572-BBE1-45ED-9F07-8445B1422EB0}" destId="{8BA47996-2C41-4D5B-A953-7A2FF721B34A}" srcOrd="18" destOrd="0" presId="urn:microsoft.com/office/officeart/2005/8/layout/target1"/>
    <dgm:cxn modelId="{2CB58B55-AA84-4036-9EAE-1A8FFB0D0CE5}" type="presParOf" srcId="{3F72B572-BBE1-45ED-9F07-8445B1422EB0}" destId="{0B536D16-8BA6-46E0-A8E0-B043CA783D84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68E50B2-0E6D-412C-816F-7AD26365081D}" type="doc">
      <dgm:prSet loTypeId="urn:microsoft.com/office/officeart/2008/layout/RadialCluster" loCatId="cycle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FE14ED0-EAC4-4E26-AD2B-06F03E32CCA7}">
      <dgm:prSet phldrT="[Text]"/>
      <dgm:spPr/>
      <dgm:t>
        <a:bodyPr/>
        <a:lstStyle/>
        <a:p>
          <a:r>
            <a:rPr lang="en-US" dirty="0"/>
            <a:t>ẤN TƯỢNG BAN ĐẦU</a:t>
          </a:r>
        </a:p>
      </dgm:t>
    </dgm:pt>
    <dgm:pt modelId="{6F662935-55DE-4478-877F-2E84DB96CE24}" type="parTrans" cxnId="{56F598A6-CEAB-40F6-8E4A-4C22A7778698}">
      <dgm:prSet/>
      <dgm:spPr/>
      <dgm:t>
        <a:bodyPr/>
        <a:lstStyle/>
        <a:p>
          <a:endParaRPr lang="en-US"/>
        </a:p>
      </dgm:t>
    </dgm:pt>
    <dgm:pt modelId="{D3D4FE98-DDB7-416E-BA04-4A2C29D3DEFF}" type="sibTrans" cxnId="{56F598A6-CEAB-40F6-8E4A-4C22A7778698}">
      <dgm:prSet/>
      <dgm:spPr/>
      <dgm:t>
        <a:bodyPr/>
        <a:lstStyle/>
        <a:p>
          <a:endParaRPr lang="en-US"/>
        </a:p>
      </dgm:t>
    </dgm:pt>
    <dgm:pt modelId="{258C7D35-5A58-4D6B-AB73-C4261DA788F7}">
      <dgm:prSet phldrT="[Text]"/>
      <dgm:spPr/>
      <dgm:t>
        <a:bodyPr/>
        <a:lstStyle/>
        <a:p>
          <a:r>
            <a:rPr lang="en-US" dirty="0" err="1"/>
            <a:t>Cơ</a:t>
          </a:r>
          <a:r>
            <a:rPr lang="en-US" dirty="0"/>
            <a:t> </a:t>
          </a:r>
          <a:r>
            <a:rPr lang="en-US" dirty="0" err="1"/>
            <a:t>thể</a:t>
          </a:r>
          <a:endParaRPr lang="en-US" dirty="0"/>
        </a:p>
      </dgm:t>
    </dgm:pt>
    <dgm:pt modelId="{49E8AD92-FAB2-423E-93FC-B61FAFCB94D4}" type="parTrans" cxnId="{4FADAB25-36F0-4869-9436-05E800C0AD7D}">
      <dgm:prSet/>
      <dgm:spPr/>
      <dgm:t>
        <a:bodyPr/>
        <a:lstStyle/>
        <a:p>
          <a:endParaRPr lang="en-US"/>
        </a:p>
      </dgm:t>
    </dgm:pt>
    <dgm:pt modelId="{9B8D818A-7373-41F1-B33A-7BF1BFDA9C0C}" type="sibTrans" cxnId="{4FADAB25-36F0-4869-9436-05E800C0AD7D}">
      <dgm:prSet/>
      <dgm:spPr/>
      <dgm:t>
        <a:bodyPr/>
        <a:lstStyle/>
        <a:p>
          <a:endParaRPr lang="en-US"/>
        </a:p>
      </dgm:t>
    </dgm:pt>
    <dgm:pt modelId="{A705229D-3721-42AE-A889-8BF1E399670F}">
      <dgm:prSet phldrT="[Text]"/>
      <dgm:spPr/>
      <dgm:t>
        <a:bodyPr/>
        <a:lstStyle/>
        <a:p>
          <a:r>
            <a:rPr lang="en-US" dirty="0"/>
            <a:t>Trang </a:t>
          </a:r>
          <a:r>
            <a:rPr lang="en-US" dirty="0" err="1"/>
            <a:t>sức</a:t>
          </a:r>
          <a:endParaRPr lang="en-US" dirty="0"/>
        </a:p>
      </dgm:t>
    </dgm:pt>
    <dgm:pt modelId="{65598460-CCF2-4F3B-B09B-47BF1AECAC00}" type="parTrans" cxnId="{39CA3780-EBD6-4783-8E8E-F0A0CA3F801F}">
      <dgm:prSet/>
      <dgm:spPr/>
      <dgm:t>
        <a:bodyPr/>
        <a:lstStyle/>
        <a:p>
          <a:endParaRPr lang="en-US"/>
        </a:p>
      </dgm:t>
    </dgm:pt>
    <dgm:pt modelId="{EC11788B-244D-4411-ADAC-32A933ABF3DF}" type="sibTrans" cxnId="{39CA3780-EBD6-4783-8E8E-F0A0CA3F801F}">
      <dgm:prSet/>
      <dgm:spPr/>
      <dgm:t>
        <a:bodyPr/>
        <a:lstStyle/>
        <a:p>
          <a:endParaRPr lang="en-US"/>
        </a:p>
      </dgm:t>
    </dgm:pt>
    <dgm:pt modelId="{722CBFE9-D952-451C-88CF-80819FE5407D}">
      <dgm:prSet phldrT="[Text]"/>
      <dgm:spPr/>
      <dgm:t>
        <a:bodyPr/>
        <a:lstStyle/>
        <a:p>
          <a:r>
            <a:rPr lang="en-US" dirty="0" err="1"/>
            <a:t>Ăn</a:t>
          </a:r>
          <a:r>
            <a:rPr lang="en-US" dirty="0"/>
            <a:t> </a:t>
          </a:r>
          <a:r>
            <a:rPr lang="en-US" dirty="0" err="1"/>
            <a:t>mặc</a:t>
          </a:r>
          <a:endParaRPr lang="en-US" dirty="0"/>
        </a:p>
      </dgm:t>
    </dgm:pt>
    <dgm:pt modelId="{0112B39B-DC15-4C64-B883-452B3166EC87}" type="parTrans" cxnId="{F8F647FB-B1B7-46DC-804E-A7A012FC4B6C}">
      <dgm:prSet/>
      <dgm:spPr/>
      <dgm:t>
        <a:bodyPr/>
        <a:lstStyle/>
        <a:p>
          <a:endParaRPr lang="en-US"/>
        </a:p>
      </dgm:t>
    </dgm:pt>
    <dgm:pt modelId="{5307E9B8-5FBE-465E-A3C1-4EF02714BE13}" type="sibTrans" cxnId="{F8F647FB-B1B7-46DC-804E-A7A012FC4B6C}">
      <dgm:prSet/>
      <dgm:spPr/>
      <dgm:t>
        <a:bodyPr/>
        <a:lstStyle/>
        <a:p>
          <a:endParaRPr lang="en-US"/>
        </a:p>
      </dgm:t>
    </dgm:pt>
    <dgm:pt modelId="{19C9937A-586C-4927-B675-120EA42D773C}" type="pres">
      <dgm:prSet presAssocID="{568E50B2-0E6D-412C-816F-7AD26365081D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40A08E57-20AD-48DF-8505-842C615C38BB}" type="pres">
      <dgm:prSet presAssocID="{9FE14ED0-EAC4-4E26-AD2B-06F03E32CCA7}" presName="singleCycle" presStyleCnt="0"/>
      <dgm:spPr/>
    </dgm:pt>
    <dgm:pt modelId="{04E9E44D-5DD0-46FD-AD8A-7EFFD98FD41D}" type="pres">
      <dgm:prSet presAssocID="{9FE14ED0-EAC4-4E26-AD2B-06F03E32CCA7}" presName="singleCenter" presStyleLbl="node1" presStyleIdx="0" presStyleCnt="4">
        <dgm:presLayoutVars>
          <dgm:chMax val="7"/>
          <dgm:chPref val="7"/>
        </dgm:presLayoutVars>
      </dgm:prSet>
      <dgm:spPr/>
    </dgm:pt>
    <dgm:pt modelId="{EEDFD5AA-47A2-4D0C-8554-450401C5AE22}" type="pres">
      <dgm:prSet presAssocID="{49E8AD92-FAB2-423E-93FC-B61FAFCB94D4}" presName="Name56" presStyleLbl="parChTrans1D2" presStyleIdx="0" presStyleCnt="3"/>
      <dgm:spPr/>
    </dgm:pt>
    <dgm:pt modelId="{6082B0A5-853B-481C-A79A-C06AC65ED307}" type="pres">
      <dgm:prSet presAssocID="{258C7D35-5A58-4D6B-AB73-C4261DA788F7}" presName="text0" presStyleLbl="node1" presStyleIdx="1" presStyleCnt="4">
        <dgm:presLayoutVars>
          <dgm:bulletEnabled val="1"/>
        </dgm:presLayoutVars>
      </dgm:prSet>
      <dgm:spPr/>
    </dgm:pt>
    <dgm:pt modelId="{C4132036-5B85-4E26-A438-01FEC9FCFEC1}" type="pres">
      <dgm:prSet presAssocID="{65598460-CCF2-4F3B-B09B-47BF1AECAC00}" presName="Name56" presStyleLbl="parChTrans1D2" presStyleIdx="1" presStyleCnt="3"/>
      <dgm:spPr/>
    </dgm:pt>
    <dgm:pt modelId="{058EA752-3AC2-4AF0-9A2B-25D979EABA2F}" type="pres">
      <dgm:prSet presAssocID="{A705229D-3721-42AE-A889-8BF1E399670F}" presName="text0" presStyleLbl="node1" presStyleIdx="2" presStyleCnt="4">
        <dgm:presLayoutVars>
          <dgm:bulletEnabled val="1"/>
        </dgm:presLayoutVars>
      </dgm:prSet>
      <dgm:spPr/>
    </dgm:pt>
    <dgm:pt modelId="{D2ED9693-2572-4219-9369-3C2F2FF37F36}" type="pres">
      <dgm:prSet presAssocID="{0112B39B-DC15-4C64-B883-452B3166EC87}" presName="Name56" presStyleLbl="parChTrans1D2" presStyleIdx="2" presStyleCnt="3"/>
      <dgm:spPr/>
    </dgm:pt>
    <dgm:pt modelId="{E73E8665-E862-44CE-B09F-B70F2B7B8CFF}" type="pres">
      <dgm:prSet presAssocID="{722CBFE9-D952-451C-88CF-80819FE5407D}" presName="text0" presStyleLbl="node1" presStyleIdx="3" presStyleCnt="4">
        <dgm:presLayoutVars>
          <dgm:bulletEnabled val="1"/>
        </dgm:presLayoutVars>
      </dgm:prSet>
      <dgm:spPr/>
    </dgm:pt>
  </dgm:ptLst>
  <dgm:cxnLst>
    <dgm:cxn modelId="{4FADAB25-36F0-4869-9436-05E800C0AD7D}" srcId="{9FE14ED0-EAC4-4E26-AD2B-06F03E32CCA7}" destId="{258C7D35-5A58-4D6B-AB73-C4261DA788F7}" srcOrd="0" destOrd="0" parTransId="{49E8AD92-FAB2-423E-93FC-B61FAFCB94D4}" sibTransId="{9B8D818A-7373-41F1-B33A-7BF1BFDA9C0C}"/>
    <dgm:cxn modelId="{F8CC9F3C-7110-44CA-9EDA-785D225358C0}" type="presOf" srcId="{49E8AD92-FAB2-423E-93FC-B61FAFCB94D4}" destId="{EEDFD5AA-47A2-4D0C-8554-450401C5AE22}" srcOrd="0" destOrd="0" presId="urn:microsoft.com/office/officeart/2008/layout/RadialCluster"/>
    <dgm:cxn modelId="{40617475-77CF-49FA-AF48-946A23C28EDE}" type="presOf" srcId="{568E50B2-0E6D-412C-816F-7AD26365081D}" destId="{19C9937A-586C-4927-B675-120EA42D773C}" srcOrd="0" destOrd="0" presId="urn:microsoft.com/office/officeart/2008/layout/RadialCluster"/>
    <dgm:cxn modelId="{2008BA78-66D9-4265-9192-7C5663EDB86E}" type="presOf" srcId="{0112B39B-DC15-4C64-B883-452B3166EC87}" destId="{D2ED9693-2572-4219-9369-3C2F2FF37F36}" srcOrd="0" destOrd="0" presId="urn:microsoft.com/office/officeart/2008/layout/RadialCluster"/>
    <dgm:cxn modelId="{39CA3780-EBD6-4783-8E8E-F0A0CA3F801F}" srcId="{9FE14ED0-EAC4-4E26-AD2B-06F03E32CCA7}" destId="{A705229D-3721-42AE-A889-8BF1E399670F}" srcOrd="1" destOrd="0" parTransId="{65598460-CCF2-4F3B-B09B-47BF1AECAC00}" sibTransId="{EC11788B-244D-4411-ADAC-32A933ABF3DF}"/>
    <dgm:cxn modelId="{AD8D47A6-0EBB-4AC1-9655-73F8FA406FDB}" type="presOf" srcId="{A705229D-3721-42AE-A889-8BF1E399670F}" destId="{058EA752-3AC2-4AF0-9A2B-25D979EABA2F}" srcOrd="0" destOrd="0" presId="urn:microsoft.com/office/officeart/2008/layout/RadialCluster"/>
    <dgm:cxn modelId="{56F598A6-CEAB-40F6-8E4A-4C22A7778698}" srcId="{568E50B2-0E6D-412C-816F-7AD26365081D}" destId="{9FE14ED0-EAC4-4E26-AD2B-06F03E32CCA7}" srcOrd="0" destOrd="0" parTransId="{6F662935-55DE-4478-877F-2E84DB96CE24}" sibTransId="{D3D4FE98-DDB7-416E-BA04-4A2C29D3DEFF}"/>
    <dgm:cxn modelId="{ACBD0DB9-98D8-4F55-966E-73E7B0FB5720}" type="presOf" srcId="{65598460-CCF2-4F3B-B09B-47BF1AECAC00}" destId="{C4132036-5B85-4E26-A438-01FEC9FCFEC1}" srcOrd="0" destOrd="0" presId="urn:microsoft.com/office/officeart/2008/layout/RadialCluster"/>
    <dgm:cxn modelId="{405B50BA-D9E8-4663-A24B-154DE4C6C11C}" type="presOf" srcId="{9FE14ED0-EAC4-4E26-AD2B-06F03E32CCA7}" destId="{04E9E44D-5DD0-46FD-AD8A-7EFFD98FD41D}" srcOrd="0" destOrd="0" presId="urn:microsoft.com/office/officeart/2008/layout/RadialCluster"/>
    <dgm:cxn modelId="{1D9334D8-3ABB-40E7-91DA-5EDA2BE200F7}" type="presOf" srcId="{722CBFE9-D952-451C-88CF-80819FE5407D}" destId="{E73E8665-E862-44CE-B09F-B70F2B7B8CFF}" srcOrd="0" destOrd="0" presId="urn:microsoft.com/office/officeart/2008/layout/RadialCluster"/>
    <dgm:cxn modelId="{C46BE8F5-5966-45D5-8D01-B2B145C24D7E}" type="presOf" srcId="{258C7D35-5A58-4D6B-AB73-C4261DA788F7}" destId="{6082B0A5-853B-481C-A79A-C06AC65ED307}" srcOrd="0" destOrd="0" presId="urn:microsoft.com/office/officeart/2008/layout/RadialCluster"/>
    <dgm:cxn modelId="{F8F647FB-B1B7-46DC-804E-A7A012FC4B6C}" srcId="{9FE14ED0-EAC4-4E26-AD2B-06F03E32CCA7}" destId="{722CBFE9-D952-451C-88CF-80819FE5407D}" srcOrd="2" destOrd="0" parTransId="{0112B39B-DC15-4C64-B883-452B3166EC87}" sibTransId="{5307E9B8-5FBE-465E-A3C1-4EF02714BE13}"/>
    <dgm:cxn modelId="{3026B18B-7D3C-4640-AC4C-7FA25D258B07}" type="presParOf" srcId="{19C9937A-586C-4927-B675-120EA42D773C}" destId="{40A08E57-20AD-48DF-8505-842C615C38BB}" srcOrd="0" destOrd="0" presId="urn:microsoft.com/office/officeart/2008/layout/RadialCluster"/>
    <dgm:cxn modelId="{52304ABD-31CF-455B-B851-47318E67665E}" type="presParOf" srcId="{40A08E57-20AD-48DF-8505-842C615C38BB}" destId="{04E9E44D-5DD0-46FD-AD8A-7EFFD98FD41D}" srcOrd="0" destOrd="0" presId="urn:microsoft.com/office/officeart/2008/layout/RadialCluster"/>
    <dgm:cxn modelId="{5FAC903A-8CCD-4ADA-AA3E-18BEE83CCD10}" type="presParOf" srcId="{40A08E57-20AD-48DF-8505-842C615C38BB}" destId="{EEDFD5AA-47A2-4D0C-8554-450401C5AE22}" srcOrd="1" destOrd="0" presId="urn:microsoft.com/office/officeart/2008/layout/RadialCluster"/>
    <dgm:cxn modelId="{38D91D83-0B11-4B55-93B0-2B4EED5E1766}" type="presParOf" srcId="{40A08E57-20AD-48DF-8505-842C615C38BB}" destId="{6082B0A5-853B-481C-A79A-C06AC65ED307}" srcOrd="2" destOrd="0" presId="urn:microsoft.com/office/officeart/2008/layout/RadialCluster"/>
    <dgm:cxn modelId="{D05D894D-76A2-46A6-8DF2-E3AB0852252B}" type="presParOf" srcId="{40A08E57-20AD-48DF-8505-842C615C38BB}" destId="{C4132036-5B85-4E26-A438-01FEC9FCFEC1}" srcOrd="3" destOrd="0" presId="urn:microsoft.com/office/officeart/2008/layout/RadialCluster"/>
    <dgm:cxn modelId="{4DCF66CF-6FAE-41AA-9E5B-7684567194BC}" type="presParOf" srcId="{40A08E57-20AD-48DF-8505-842C615C38BB}" destId="{058EA752-3AC2-4AF0-9A2B-25D979EABA2F}" srcOrd="4" destOrd="0" presId="urn:microsoft.com/office/officeart/2008/layout/RadialCluster"/>
    <dgm:cxn modelId="{282AA612-5C2C-45C5-A54F-F63798080862}" type="presParOf" srcId="{40A08E57-20AD-48DF-8505-842C615C38BB}" destId="{D2ED9693-2572-4219-9369-3C2F2FF37F36}" srcOrd="5" destOrd="0" presId="urn:microsoft.com/office/officeart/2008/layout/RadialCluster"/>
    <dgm:cxn modelId="{E8234BBE-0261-448D-A478-7C44AC49A94D}" type="presParOf" srcId="{40A08E57-20AD-48DF-8505-842C615C38BB}" destId="{E73E8665-E862-44CE-B09F-B70F2B7B8CFF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EA931D-377C-4049-AF7F-9CD60F7E9235}">
      <dsp:nvSpPr>
        <dsp:cNvPr id="0" name=""/>
        <dsp:cNvSpPr/>
      </dsp:nvSpPr>
      <dsp:spPr>
        <a:xfrm>
          <a:off x="1911085" y="2202478"/>
          <a:ext cx="1762736" cy="1762736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THÀNH CÔNG</a:t>
          </a:r>
        </a:p>
      </dsp:txBody>
      <dsp:txXfrm>
        <a:off x="2169232" y="2460625"/>
        <a:ext cx="1246442" cy="1246442"/>
      </dsp:txXfrm>
    </dsp:sp>
    <dsp:sp modelId="{D5B8F1C5-C00D-44CF-816E-40F54E93E472}">
      <dsp:nvSpPr>
        <dsp:cNvPr id="0" name=""/>
        <dsp:cNvSpPr/>
      </dsp:nvSpPr>
      <dsp:spPr>
        <a:xfrm rot="12900000">
          <a:off x="709980" y="1872080"/>
          <a:ext cx="1421255" cy="502379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BB8041-B8D9-49B6-A6CA-87CE66EEE7CD}">
      <dsp:nvSpPr>
        <dsp:cNvPr id="0" name=""/>
        <dsp:cNvSpPr/>
      </dsp:nvSpPr>
      <dsp:spPr>
        <a:xfrm>
          <a:off x="1195" y="1045830"/>
          <a:ext cx="1674599" cy="13396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FF00"/>
              </a:solidFill>
            </a:rPr>
            <a:t>1%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Chất</a:t>
          </a:r>
          <a:r>
            <a:rPr lang="en-US" sz="2000" kern="1200" dirty="0"/>
            <a:t> </a:t>
          </a:r>
          <a:r>
            <a:rPr lang="en-US" sz="2000" kern="1200" dirty="0" err="1"/>
            <a:t>xám</a:t>
          </a:r>
          <a:endParaRPr lang="en-US" sz="2000" kern="1200" dirty="0"/>
        </a:p>
      </dsp:txBody>
      <dsp:txXfrm>
        <a:off x="40433" y="1085068"/>
        <a:ext cx="1596123" cy="1261203"/>
      </dsp:txXfrm>
    </dsp:sp>
    <dsp:sp modelId="{E4085D3D-AA5D-4DAA-A7D8-2DB2D1B1521D}">
      <dsp:nvSpPr>
        <dsp:cNvPr id="0" name=""/>
        <dsp:cNvSpPr/>
      </dsp:nvSpPr>
      <dsp:spPr>
        <a:xfrm rot="16200000">
          <a:off x="2081826" y="1157942"/>
          <a:ext cx="1421255" cy="502379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BFD16F-7692-4BE3-9746-489A6FDA6523}">
      <dsp:nvSpPr>
        <dsp:cNvPr id="0" name=""/>
        <dsp:cNvSpPr/>
      </dsp:nvSpPr>
      <dsp:spPr>
        <a:xfrm>
          <a:off x="1955154" y="28664"/>
          <a:ext cx="1674599" cy="13396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7030A0"/>
              </a:solidFill>
            </a:rPr>
            <a:t>14%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Kiến</a:t>
          </a:r>
          <a:r>
            <a:rPr lang="en-US" sz="2000" kern="1200" dirty="0"/>
            <a:t> </a:t>
          </a:r>
          <a:r>
            <a:rPr lang="en-US" sz="2000" kern="1200" dirty="0" err="1"/>
            <a:t>thức</a:t>
          </a:r>
          <a:r>
            <a:rPr lang="en-US" sz="2000" kern="1200" dirty="0"/>
            <a:t> </a:t>
          </a:r>
          <a:r>
            <a:rPr lang="en-US" sz="2000" kern="1200" dirty="0" err="1"/>
            <a:t>cứng</a:t>
          </a:r>
          <a:endParaRPr lang="en-US" sz="2000" kern="1200" dirty="0"/>
        </a:p>
      </dsp:txBody>
      <dsp:txXfrm>
        <a:off x="1994392" y="67902"/>
        <a:ext cx="1596123" cy="1261203"/>
      </dsp:txXfrm>
    </dsp:sp>
    <dsp:sp modelId="{698FE34D-36CA-47D8-B382-5243418F1B96}">
      <dsp:nvSpPr>
        <dsp:cNvPr id="0" name=""/>
        <dsp:cNvSpPr/>
      </dsp:nvSpPr>
      <dsp:spPr>
        <a:xfrm rot="19500000">
          <a:off x="3453672" y="1872080"/>
          <a:ext cx="1421255" cy="502379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7198E5-069B-4B72-AF7B-A01A5FF513A4}">
      <dsp:nvSpPr>
        <dsp:cNvPr id="0" name=""/>
        <dsp:cNvSpPr/>
      </dsp:nvSpPr>
      <dsp:spPr>
        <a:xfrm>
          <a:off x="3909112" y="1045830"/>
          <a:ext cx="1674599" cy="13396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0000"/>
              </a:solidFill>
            </a:rPr>
            <a:t>85%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Kỹ</a:t>
          </a:r>
          <a:r>
            <a:rPr lang="en-US" sz="2000" kern="1200" dirty="0"/>
            <a:t> </a:t>
          </a:r>
          <a:r>
            <a:rPr lang="en-US" sz="2000" kern="1200" dirty="0" err="1"/>
            <a:t>năng</a:t>
          </a:r>
          <a:r>
            <a:rPr lang="en-US" sz="2000" kern="1200" dirty="0"/>
            <a:t> </a:t>
          </a:r>
          <a:r>
            <a:rPr lang="en-US" sz="2000" kern="1200" dirty="0" err="1"/>
            <a:t>mềm</a:t>
          </a:r>
          <a:endParaRPr lang="en-US" sz="2000" kern="1200" dirty="0"/>
        </a:p>
      </dsp:txBody>
      <dsp:txXfrm>
        <a:off x="3948350" y="1085068"/>
        <a:ext cx="1596123" cy="12612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EA931D-377C-4049-AF7F-9CD60F7E9235}">
      <dsp:nvSpPr>
        <dsp:cNvPr id="0" name=""/>
        <dsp:cNvSpPr/>
      </dsp:nvSpPr>
      <dsp:spPr>
        <a:xfrm>
          <a:off x="2169414" y="2197878"/>
          <a:ext cx="1604772" cy="160477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Bản</a:t>
          </a:r>
          <a:r>
            <a:rPr lang="en-US" sz="2400" kern="1200" dirty="0"/>
            <a:t> </a:t>
          </a:r>
          <a:r>
            <a:rPr lang="en-US" sz="2400" kern="1200" dirty="0" err="1"/>
            <a:t>chất</a:t>
          </a:r>
          <a:endParaRPr lang="en-US" sz="2400" kern="1200" dirty="0"/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 NGƯỜI</a:t>
          </a:r>
        </a:p>
      </dsp:txBody>
      <dsp:txXfrm>
        <a:off x="2404427" y="2432891"/>
        <a:ext cx="1134746" cy="1134746"/>
      </dsp:txXfrm>
    </dsp:sp>
    <dsp:sp modelId="{D5B8F1C5-C00D-44CF-816E-40F54E93E472}">
      <dsp:nvSpPr>
        <dsp:cNvPr id="0" name=""/>
        <dsp:cNvSpPr/>
      </dsp:nvSpPr>
      <dsp:spPr>
        <a:xfrm rot="12900000">
          <a:off x="879029" y="1831226"/>
          <a:ext cx="1499600" cy="457360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BB8041-B8D9-49B6-A6CA-87CE66EEE7CD}">
      <dsp:nvSpPr>
        <dsp:cNvPr id="0" name=""/>
        <dsp:cNvSpPr/>
      </dsp:nvSpPr>
      <dsp:spPr>
        <a:xfrm>
          <a:off x="252362" y="1020025"/>
          <a:ext cx="1524533" cy="12196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400" kern="1200" dirty="0"/>
            <a:t>Di </a:t>
          </a:r>
          <a:r>
            <a:rPr lang="en-US" sz="2400" kern="1200" dirty="0" err="1"/>
            <a:t>truyền</a:t>
          </a:r>
          <a:endParaRPr lang="en-US" sz="2400" kern="1200" dirty="0"/>
        </a:p>
      </dsp:txBody>
      <dsp:txXfrm>
        <a:off x="288084" y="1055747"/>
        <a:ext cx="1453089" cy="1148182"/>
      </dsp:txXfrm>
    </dsp:sp>
    <dsp:sp modelId="{E4085D3D-AA5D-4DAA-A7D8-2DB2D1B1521D}">
      <dsp:nvSpPr>
        <dsp:cNvPr id="0" name=""/>
        <dsp:cNvSpPr/>
      </dsp:nvSpPr>
      <dsp:spPr>
        <a:xfrm rot="16200000">
          <a:off x="2221999" y="1132120"/>
          <a:ext cx="1499600" cy="457360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BFD16F-7692-4BE3-9746-489A6FDA6523}">
      <dsp:nvSpPr>
        <dsp:cNvPr id="0" name=""/>
        <dsp:cNvSpPr/>
      </dsp:nvSpPr>
      <dsp:spPr>
        <a:xfrm>
          <a:off x="2209533" y="1187"/>
          <a:ext cx="1524533" cy="12196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solidFill>
                <a:srgbClr val="FF0000"/>
              </a:solidFill>
            </a:rPr>
            <a:t>Giáo</a:t>
          </a:r>
          <a:r>
            <a:rPr lang="en-US" sz="2400" kern="1200" dirty="0">
              <a:solidFill>
                <a:srgbClr val="FF0000"/>
              </a:solidFill>
            </a:rPr>
            <a:t> </a:t>
          </a:r>
          <a:r>
            <a:rPr lang="en-US" sz="2400" kern="1200" dirty="0" err="1">
              <a:solidFill>
                <a:srgbClr val="FF0000"/>
              </a:solidFill>
            </a:rPr>
            <a:t>dục</a:t>
          </a:r>
          <a:endParaRPr lang="en-US" sz="2400" kern="1200" dirty="0">
            <a:solidFill>
              <a:srgbClr val="FF0000"/>
            </a:solidFill>
          </a:endParaRPr>
        </a:p>
      </dsp:txBody>
      <dsp:txXfrm>
        <a:off x="2245255" y="36909"/>
        <a:ext cx="1453089" cy="1148182"/>
      </dsp:txXfrm>
    </dsp:sp>
    <dsp:sp modelId="{698FE34D-36CA-47D8-B382-5243418F1B96}">
      <dsp:nvSpPr>
        <dsp:cNvPr id="0" name=""/>
        <dsp:cNvSpPr/>
      </dsp:nvSpPr>
      <dsp:spPr>
        <a:xfrm rot="19500000">
          <a:off x="3564970" y="1831226"/>
          <a:ext cx="1499600" cy="457360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7198E5-069B-4B72-AF7B-A01A5FF513A4}">
      <dsp:nvSpPr>
        <dsp:cNvPr id="0" name=""/>
        <dsp:cNvSpPr/>
      </dsp:nvSpPr>
      <dsp:spPr>
        <a:xfrm>
          <a:off x="4166704" y="1020025"/>
          <a:ext cx="1524533" cy="12196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solidFill>
                <a:srgbClr val="002060"/>
              </a:solidFill>
            </a:rPr>
            <a:t>Môi</a:t>
          </a:r>
          <a:r>
            <a:rPr lang="en-US" sz="2400" kern="1200" dirty="0">
              <a:solidFill>
                <a:srgbClr val="002060"/>
              </a:solidFill>
            </a:rPr>
            <a:t> </a:t>
          </a:r>
          <a:r>
            <a:rPr lang="en-US" sz="2400" kern="1200" dirty="0" err="1">
              <a:solidFill>
                <a:srgbClr val="002060"/>
              </a:solidFill>
            </a:rPr>
            <a:t>trường</a:t>
          </a:r>
          <a:endParaRPr lang="en-US" sz="2400" kern="1200" dirty="0">
            <a:solidFill>
              <a:srgbClr val="002060"/>
            </a:solidFill>
          </a:endParaRPr>
        </a:p>
      </dsp:txBody>
      <dsp:txXfrm>
        <a:off x="4202426" y="1055747"/>
        <a:ext cx="1453089" cy="11481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05C4D-9908-413E-9155-4E0D25FBC2F8}">
      <dsp:nvSpPr>
        <dsp:cNvPr id="0" name=""/>
        <dsp:cNvSpPr/>
      </dsp:nvSpPr>
      <dsp:spPr>
        <a:xfrm rot="2563082">
          <a:off x="2399906" y="3048387"/>
          <a:ext cx="656530" cy="52382"/>
        </a:xfrm>
        <a:custGeom>
          <a:avLst/>
          <a:gdLst/>
          <a:ahLst/>
          <a:cxnLst/>
          <a:rect l="0" t="0" r="0" b="0"/>
          <a:pathLst>
            <a:path>
              <a:moveTo>
                <a:pt x="0" y="26191"/>
              </a:moveTo>
              <a:lnTo>
                <a:pt x="656530" y="2619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D9A6EB-C569-4013-A182-B0A019DF1E25}">
      <dsp:nvSpPr>
        <dsp:cNvPr id="0" name=""/>
        <dsp:cNvSpPr/>
      </dsp:nvSpPr>
      <dsp:spPr>
        <a:xfrm>
          <a:off x="2486994" y="2149477"/>
          <a:ext cx="730455" cy="52382"/>
        </a:xfrm>
        <a:custGeom>
          <a:avLst/>
          <a:gdLst/>
          <a:ahLst/>
          <a:cxnLst/>
          <a:rect l="0" t="0" r="0" b="0"/>
          <a:pathLst>
            <a:path>
              <a:moveTo>
                <a:pt x="0" y="26191"/>
              </a:moveTo>
              <a:lnTo>
                <a:pt x="730455" y="2619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B87D45-C459-4EC9-963B-E7491B0AB734}">
      <dsp:nvSpPr>
        <dsp:cNvPr id="0" name=""/>
        <dsp:cNvSpPr/>
      </dsp:nvSpPr>
      <dsp:spPr>
        <a:xfrm rot="19036918">
          <a:off x="2399906" y="1250567"/>
          <a:ext cx="656530" cy="52382"/>
        </a:xfrm>
        <a:custGeom>
          <a:avLst/>
          <a:gdLst/>
          <a:ahLst/>
          <a:cxnLst/>
          <a:rect l="0" t="0" r="0" b="0"/>
          <a:pathLst>
            <a:path>
              <a:moveTo>
                <a:pt x="0" y="26191"/>
              </a:moveTo>
              <a:lnTo>
                <a:pt x="656530" y="2619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D5AD3D-8324-4109-8234-39BAC5CAFE33}">
      <dsp:nvSpPr>
        <dsp:cNvPr id="0" name=""/>
        <dsp:cNvSpPr/>
      </dsp:nvSpPr>
      <dsp:spPr>
        <a:xfrm>
          <a:off x="708436" y="1129458"/>
          <a:ext cx="2092420" cy="209242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BE8162-34B4-4F51-AF20-1922E38E57E5}">
      <dsp:nvSpPr>
        <dsp:cNvPr id="0" name=""/>
        <dsp:cNvSpPr/>
      </dsp:nvSpPr>
      <dsp:spPr>
        <a:xfrm>
          <a:off x="2802813" y="496"/>
          <a:ext cx="1255452" cy="125545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Đầu</a:t>
          </a:r>
          <a:r>
            <a:rPr lang="en-US" sz="3000" kern="1200" dirty="0"/>
            <a:t> </a:t>
          </a:r>
          <a:r>
            <a:rPr lang="en-US" sz="3000" kern="1200" dirty="0" err="1"/>
            <a:t>vào</a:t>
          </a:r>
          <a:endParaRPr lang="en-US" sz="3000" kern="1200" dirty="0"/>
        </a:p>
      </dsp:txBody>
      <dsp:txXfrm>
        <a:off x="2986670" y="184353"/>
        <a:ext cx="887738" cy="887738"/>
      </dsp:txXfrm>
    </dsp:sp>
    <dsp:sp modelId="{F1C90B52-9C78-40CB-A35F-7A423C139CFA}">
      <dsp:nvSpPr>
        <dsp:cNvPr id="0" name=""/>
        <dsp:cNvSpPr/>
      </dsp:nvSpPr>
      <dsp:spPr>
        <a:xfrm>
          <a:off x="4183811" y="496"/>
          <a:ext cx="1883178" cy="1255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Báo</a:t>
          </a:r>
          <a:r>
            <a:rPr lang="en-US" sz="1900" kern="1200" dirty="0"/>
            <a:t> </a:t>
          </a:r>
          <a:r>
            <a:rPr lang="en-US" sz="1900" kern="1200" dirty="0" err="1"/>
            <a:t>chí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Chính</a:t>
          </a:r>
          <a:r>
            <a:rPr lang="en-US" sz="1900" kern="1200" dirty="0"/>
            <a:t> </a:t>
          </a:r>
          <a:r>
            <a:rPr lang="en-US" sz="1900" kern="1200" dirty="0" err="1"/>
            <a:t>quyền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Người</a:t>
          </a:r>
          <a:r>
            <a:rPr lang="en-US" sz="1900" kern="1200" dirty="0"/>
            <a:t> </a:t>
          </a:r>
          <a:r>
            <a:rPr lang="en-US" sz="1900" kern="1200" dirty="0" err="1"/>
            <a:t>có</a:t>
          </a:r>
          <a:r>
            <a:rPr lang="en-US" sz="1900" kern="1200" dirty="0"/>
            <a:t> </a:t>
          </a:r>
          <a:r>
            <a:rPr lang="en-US" sz="1900" kern="1200" dirty="0" err="1"/>
            <a:t>ảnh</a:t>
          </a:r>
          <a:r>
            <a:rPr lang="en-US" sz="1900" kern="1200" dirty="0"/>
            <a:t> </a:t>
          </a:r>
          <a:r>
            <a:rPr lang="en-US" sz="1900" kern="1200" dirty="0" err="1"/>
            <a:t>hưởng</a:t>
          </a:r>
          <a:endParaRPr lang="en-US" sz="1900" kern="1200" dirty="0"/>
        </a:p>
      </dsp:txBody>
      <dsp:txXfrm>
        <a:off x="4183811" y="496"/>
        <a:ext cx="1883178" cy="1255452"/>
      </dsp:txXfrm>
    </dsp:sp>
    <dsp:sp modelId="{19CE4003-CF50-49A7-86E7-DAA27AA3F457}">
      <dsp:nvSpPr>
        <dsp:cNvPr id="0" name=""/>
        <dsp:cNvSpPr/>
      </dsp:nvSpPr>
      <dsp:spPr>
        <a:xfrm>
          <a:off x="3217450" y="1547942"/>
          <a:ext cx="1255452" cy="125545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Nhân</a:t>
          </a:r>
          <a:r>
            <a:rPr lang="en-US" sz="3000" kern="1200" dirty="0"/>
            <a:t> </a:t>
          </a:r>
          <a:r>
            <a:rPr lang="en-US" sz="3000" kern="1200" dirty="0" err="1"/>
            <a:t>viên</a:t>
          </a:r>
          <a:endParaRPr lang="en-US" sz="3000" kern="1200" dirty="0"/>
        </a:p>
      </dsp:txBody>
      <dsp:txXfrm>
        <a:off x="3401307" y="1731799"/>
        <a:ext cx="887738" cy="887738"/>
      </dsp:txXfrm>
    </dsp:sp>
    <dsp:sp modelId="{370D387C-DCEF-4127-BEB2-F67D4A3667F1}">
      <dsp:nvSpPr>
        <dsp:cNvPr id="0" name=""/>
        <dsp:cNvSpPr/>
      </dsp:nvSpPr>
      <dsp:spPr>
        <a:xfrm>
          <a:off x="4598448" y="1547942"/>
          <a:ext cx="1883178" cy="1255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Cty</a:t>
          </a:r>
          <a:r>
            <a:rPr lang="en-US" sz="1900" kern="1200" dirty="0"/>
            <a:t> </a:t>
          </a:r>
          <a:r>
            <a:rPr lang="en-US" sz="1900" kern="1200" dirty="0" err="1"/>
            <a:t>chăm</a:t>
          </a:r>
          <a:r>
            <a:rPr lang="en-US" sz="1900" kern="1200" dirty="0"/>
            <a:t> </a:t>
          </a:r>
          <a:r>
            <a:rPr lang="en-US" sz="1900" kern="1200" dirty="0" err="1"/>
            <a:t>sóc</a:t>
          </a:r>
          <a:r>
            <a:rPr lang="en-US" sz="1900" kern="1200" dirty="0"/>
            <a:t> </a:t>
          </a:r>
          <a:r>
            <a:rPr lang="en-US" sz="1900" kern="1200" dirty="0" err="1"/>
            <a:t>nhân</a:t>
          </a:r>
          <a:r>
            <a:rPr lang="en-US" sz="1900" kern="1200" dirty="0"/>
            <a:t> </a:t>
          </a:r>
          <a:r>
            <a:rPr lang="en-US" sz="1900" kern="1200" dirty="0" err="1"/>
            <a:t>viên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Nhân</a:t>
          </a:r>
          <a:r>
            <a:rPr lang="en-US" sz="1900" kern="1200" dirty="0"/>
            <a:t> </a:t>
          </a:r>
          <a:r>
            <a:rPr lang="en-US" sz="1900" kern="1200" dirty="0" err="1"/>
            <a:t>viên</a:t>
          </a:r>
          <a:r>
            <a:rPr lang="en-US" sz="1900" kern="1200" dirty="0"/>
            <a:t> </a:t>
          </a:r>
          <a:r>
            <a:rPr lang="en-US" sz="1900" kern="1200" dirty="0" err="1"/>
            <a:t>chăm</a:t>
          </a:r>
          <a:r>
            <a:rPr lang="en-US" sz="1900" kern="1200" dirty="0"/>
            <a:t> </a:t>
          </a:r>
          <a:r>
            <a:rPr lang="en-US" sz="1900" kern="1200" dirty="0" err="1"/>
            <a:t>sóc</a:t>
          </a:r>
          <a:r>
            <a:rPr lang="en-US" sz="1900" kern="1200" dirty="0"/>
            <a:t> </a:t>
          </a:r>
          <a:r>
            <a:rPr lang="en-US" sz="1900" kern="1200" dirty="0" err="1"/>
            <a:t>khách</a:t>
          </a:r>
          <a:r>
            <a:rPr lang="en-US" sz="1900" kern="1200" dirty="0"/>
            <a:t> </a:t>
          </a:r>
          <a:r>
            <a:rPr lang="en-US" sz="1900" kern="1200" dirty="0" err="1"/>
            <a:t>hàng</a:t>
          </a:r>
          <a:endParaRPr lang="en-US" sz="1900" kern="1200" dirty="0"/>
        </a:p>
      </dsp:txBody>
      <dsp:txXfrm>
        <a:off x="4598448" y="1547942"/>
        <a:ext cx="1883178" cy="1255452"/>
      </dsp:txXfrm>
    </dsp:sp>
    <dsp:sp modelId="{C32AABAB-3EFC-40CF-89EF-AA8E24EA5364}">
      <dsp:nvSpPr>
        <dsp:cNvPr id="0" name=""/>
        <dsp:cNvSpPr/>
      </dsp:nvSpPr>
      <dsp:spPr>
        <a:xfrm>
          <a:off x="2802813" y="3095388"/>
          <a:ext cx="1255452" cy="125545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Đầu</a:t>
          </a:r>
          <a:r>
            <a:rPr lang="en-US" sz="3000" kern="1200" dirty="0"/>
            <a:t> </a:t>
          </a:r>
          <a:r>
            <a:rPr lang="en-US" sz="3000" kern="1200" dirty="0" err="1"/>
            <a:t>ra</a:t>
          </a:r>
          <a:endParaRPr lang="en-US" sz="3000" kern="1200" dirty="0"/>
        </a:p>
      </dsp:txBody>
      <dsp:txXfrm>
        <a:off x="2986670" y="3279245"/>
        <a:ext cx="887738" cy="887738"/>
      </dsp:txXfrm>
    </dsp:sp>
    <dsp:sp modelId="{0126C9E0-317E-41BE-8FE5-308B7BA203D4}">
      <dsp:nvSpPr>
        <dsp:cNvPr id="0" name=""/>
        <dsp:cNvSpPr/>
      </dsp:nvSpPr>
      <dsp:spPr>
        <a:xfrm>
          <a:off x="4183811" y="3095388"/>
          <a:ext cx="1883178" cy="1255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Người</a:t>
          </a:r>
          <a:r>
            <a:rPr lang="en-US" sz="1900" kern="1200" dirty="0"/>
            <a:t> </a:t>
          </a:r>
          <a:r>
            <a:rPr lang="en-US" sz="1900" kern="1200" dirty="0" err="1"/>
            <a:t>mua</a:t>
          </a:r>
          <a:r>
            <a:rPr lang="en-US" sz="1900" kern="1200" dirty="0"/>
            <a:t> </a:t>
          </a:r>
          <a:r>
            <a:rPr lang="en-US" sz="1900" kern="1200" dirty="0" err="1"/>
            <a:t>hàng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Người</a:t>
          </a:r>
          <a:r>
            <a:rPr lang="en-US" sz="1900" kern="1200" dirty="0"/>
            <a:t> </a:t>
          </a:r>
          <a:r>
            <a:rPr lang="en-US" sz="1900" kern="1200" dirty="0" err="1"/>
            <a:t>thụ</a:t>
          </a:r>
          <a:r>
            <a:rPr lang="en-US" sz="1900" kern="1200" dirty="0"/>
            <a:t> </a:t>
          </a:r>
          <a:r>
            <a:rPr lang="en-US" sz="1900" kern="1200" dirty="0" err="1"/>
            <a:t>hưởng</a:t>
          </a:r>
          <a:r>
            <a:rPr lang="en-US" sz="1900" kern="1200" dirty="0"/>
            <a:t> </a:t>
          </a:r>
        </a:p>
      </dsp:txBody>
      <dsp:txXfrm>
        <a:off x="4183811" y="3095388"/>
        <a:ext cx="1883178" cy="12554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E6034-D67C-4B52-B55A-AE1CC88F8B71}">
      <dsp:nvSpPr>
        <dsp:cNvPr id="0" name=""/>
        <dsp:cNvSpPr/>
      </dsp:nvSpPr>
      <dsp:spPr>
        <a:xfrm>
          <a:off x="1207994" y="766439"/>
          <a:ext cx="2635623" cy="263562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61444-F01A-4971-A9F9-89BAD450B1B1}">
      <dsp:nvSpPr>
        <dsp:cNvPr id="0" name=""/>
        <dsp:cNvSpPr/>
      </dsp:nvSpPr>
      <dsp:spPr>
        <a:xfrm>
          <a:off x="1500768" y="1059213"/>
          <a:ext cx="2050076" cy="205007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6D60E-2B36-4F36-9048-A26783F55BBA}">
      <dsp:nvSpPr>
        <dsp:cNvPr id="0" name=""/>
        <dsp:cNvSpPr/>
      </dsp:nvSpPr>
      <dsp:spPr>
        <a:xfrm>
          <a:off x="1793542" y="1351987"/>
          <a:ext cx="1464528" cy="14645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35A99-9077-495F-B69F-39E223023A84}">
      <dsp:nvSpPr>
        <dsp:cNvPr id="0" name=""/>
        <dsp:cNvSpPr/>
      </dsp:nvSpPr>
      <dsp:spPr>
        <a:xfrm>
          <a:off x="2086535" y="1644980"/>
          <a:ext cx="878541" cy="8785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2D159-5410-4720-9706-0E74E73FF5DB}">
      <dsp:nvSpPr>
        <dsp:cNvPr id="0" name=""/>
        <dsp:cNvSpPr/>
      </dsp:nvSpPr>
      <dsp:spPr>
        <a:xfrm>
          <a:off x="2379309" y="1937754"/>
          <a:ext cx="292993" cy="29299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32E61-B827-4B91-8904-0D477F0D0FA8}">
      <dsp:nvSpPr>
        <dsp:cNvPr id="0" name=""/>
        <dsp:cNvSpPr/>
      </dsp:nvSpPr>
      <dsp:spPr>
        <a:xfrm>
          <a:off x="4282888" y="112101"/>
          <a:ext cx="1317811" cy="465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Công</a:t>
          </a:r>
          <a:r>
            <a:rPr lang="en-US" sz="1500" kern="1200" dirty="0"/>
            <a:t> </a:t>
          </a:r>
          <a:r>
            <a:rPr lang="en-US" sz="1500" kern="1200" dirty="0" err="1"/>
            <a:t>năng</a:t>
          </a:r>
          <a:endParaRPr lang="en-US" sz="1500" kern="1200" dirty="0"/>
        </a:p>
      </dsp:txBody>
      <dsp:txXfrm>
        <a:off x="4282888" y="112101"/>
        <a:ext cx="1317811" cy="465275"/>
      </dsp:txXfrm>
    </dsp:sp>
    <dsp:sp modelId="{C37DA68A-2497-4A73-9A10-5D52921596F4}">
      <dsp:nvSpPr>
        <dsp:cNvPr id="0" name=""/>
        <dsp:cNvSpPr/>
      </dsp:nvSpPr>
      <dsp:spPr>
        <a:xfrm>
          <a:off x="3953435" y="344739"/>
          <a:ext cx="3294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F76929-3614-4639-9D44-6183E8E63EAD}">
      <dsp:nvSpPr>
        <dsp:cNvPr id="0" name=""/>
        <dsp:cNvSpPr/>
      </dsp:nvSpPr>
      <dsp:spPr>
        <a:xfrm rot="5400000">
          <a:off x="2368767" y="501778"/>
          <a:ext cx="1739511" cy="1425433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C8ECA-1871-476D-8CE1-433E28B2FA5D}">
      <dsp:nvSpPr>
        <dsp:cNvPr id="0" name=""/>
        <dsp:cNvSpPr/>
      </dsp:nvSpPr>
      <dsp:spPr>
        <a:xfrm>
          <a:off x="4282888" y="604084"/>
          <a:ext cx="1317811" cy="465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Dịch</a:t>
          </a:r>
          <a:r>
            <a:rPr lang="en-US" sz="1500" kern="1200" dirty="0"/>
            <a:t> </a:t>
          </a:r>
          <a:r>
            <a:rPr lang="en-US" sz="1500" kern="1200" dirty="0" err="1"/>
            <a:t>vụ</a:t>
          </a:r>
          <a:endParaRPr lang="en-US" sz="1500" kern="1200" dirty="0"/>
        </a:p>
      </dsp:txBody>
      <dsp:txXfrm>
        <a:off x="4282888" y="604084"/>
        <a:ext cx="1317811" cy="465275"/>
      </dsp:txXfrm>
    </dsp:sp>
    <dsp:sp modelId="{5824C946-32A8-433A-A2A7-2A24A11F8317}">
      <dsp:nvSpPr>
        <dsp:cNvPr id="0" name=""/>
        <dsp:cNvSpPr/>
      </dsp:nvSpPr>
      <dsp:spPr>
        <a:xfrm>
          <a:off x="3953435" y="836722"/>
          <a:ext cx="3294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EB25AA-5BCB-4B79-BD56-5F3DCE64B87D}">
      <dsp:nvSpPr>
        <dsp:cNvPr id="0" name=""/>
        <dsp:cNvSpPr/>
      </dsp:nvSpPr>
      <dsp:spPr>
        <a:xfrm rot="5400000">
          <a:off x="2624378" y="956380"/>
          <a:ext cx="1448363" cy="1207994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BFA6C8-5AED-4A2C-B377-1158D3649A3E}">
      <dsp:nvSpPr>
        <dsp:cNvPr id="0" name=""/>
        <dsp:cNvSpPr/>
      </dsp:nvSpPr>
      <dsp:spPr>
        <a:xfrm>
          <a:off x="4282888" y="1096068"/>
          <a:ext cx="1317811" cy="465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Vượt</a:t>
          </a:r>
          <a:r>
            <a:rPr lang="en-US" sz="1500" kern="1200" dirty="0"/>
            <a:t> </a:t>
          </a:r>
          <a:r>
            <a:rPr lang="en-US" sz="1500" kern="1200" dirty="0" err="1"/>
            <a:t>kỳ</a:t>
          </a:r>
          <a:r>
            <a:rPr lang="en-US" sz="1500" kern="1200" dirty="0"/>
            <a:t> </a:t>
          </a:r>
          <a:r>
            <a:rPr lang="en-US" sz="1500" kern="1200" dirty="0" err="1"/>
            <a:t>vọng</a:t>
          </a:r>
          <a:endParaRPr lang="en-US" sz="1500" kern="1200" dirty="0"/>
        </a:p>
      </dsp:txBody>
      <dsp:txXfrm>
        <a:off x="4282888" y="1096068"/>
        <a:ext cx="1317811" cy="465275"/>
      </dsp:txXfrm>
    </dsp:sp>
    <dsp:sp modelId="{3405C2A3-B69C-48F5-81C8-8C005199BE50}">
      <dsp:nvSpPr>
        <dsp:cNvPr id="0" name=""/>
        <dsp:cNvSpPr/>
      </dsp:nvSpPr>
      <dsp:spPr>
        <a:xfrm>
          <a:off x="3953435" y="1328705"/>
          <a:ext cx="3294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83A9F-B427-4F28-A413-17A2925BE16B}">
      <dsp:nvSpPr>
        <dsp:cNvPr id="0" name=""/>
        <dsp:cNvSpPr/>
      </dsp:nvSpPr>
      <dsp:spPr>
        <a:xfrm rot="5400000">
          <a:off x="2875026" y="1392400"/>
          <a:ext cx="1142103" cy="1014715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26008-AD44-4DC4-B917-087D4DAC7708}">
      <dsp:nvSpPr>
        <dsp:cNvPr id="0" name=""/>
        <dsp:cNvSpPr/>
      </dsp:nvSpPr>
      <dsp:spPr>
        <a:xfrm>
          <a:off x="4282888" y="1577508"/>
          <a:ext cx="1317811" cy="465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Ngạc</a:t>
          </a:r>
          <a:r>
            <a:rPr lang="en-US" sz="1500" kern="1200" dirty="0"/>
            <a:t> </a:t>
          </a:r>
          <a:r>
            <a:rPr lang="en-US" sz="1500" kern="1200" dirty="0" err="1"/>
            <a:t>nhiên</a:t>
          </a:r>
          <a:r>
            <a:rPr lang="en-US" sz="1500" kern="1200" dirty="0"/>
            <a:t> </a:t>
          </a:r>
          <a:r>
            <a:rPr lang="en-US" sz="1500" kern="1200" dirty="0" err="1"/>
            <a:t>chưa</a:t>
          </a:r>
          <a:endParaRPr lang="en-US" sz="1500" kern="1200" dirty="0"/>
        </a:p>
      </dsp:txBody>
      <dsp:txXfrm>
        <a:off x="4282888" y="1577508"/>
        <a:ext cx="1317811" cy="465275"/>
      </dsp:txXfrm>
    </dsp:sp>
    <dsp:sp modelId="{746DFC9F-0DAC-494B-BA8A-EFBA02C19EA3}">
      <dsp:nvSpPr>
        <dsp:cNvPr id="0" name=""/>
        <dsp:cNvSpPr/>
      </dsp:nvSpPr>
      <dsp:spPr>
        <a:xfrm>
          <a:off x="3953435" y="1810146"/>
          <a:ext cx="3294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E710D-44E7-4394-B614-20FAB603EAD3}">
      <dsp:nvSpPr>
        <dsp:cNvPr id="0" name=""/>
        <dsp:cNvSpPr/>
      </dsp:nvSpPr>
      <dsp:spPr>
        <a:xfrm rot="5400000">
          <a:off x="3124532" y="1852755"/>
          <a:ext cx="871512" cy="786294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0B6B8-8048-46B9-ABBC-EC5FF7E37356}">
      <dsp:nvSpPr>
        <dsp:cNvPr id="0" name=""/>
        <dsp:cNvSpPr/>
      </dsp:nvSpPr>
      <dsp:spPr>
        <a:xfrm>
          <a:off x="4282888" y="2044892"/>
          <a:ext cx="1317811" cy="4652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905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Không</a:t>
          </a:r>
          <a:r>
            <a:rPr lang="en-US" sz="1500" kern="1200" dirty="0"/>
            <a:t> </a:t>
          </a:r>
          <a:r>
            <a:rPr lang="en-US" sz="1500" kern="1200" dirty="0" err="1"/>
            <a:t>thể</a:t>
          </a:r>
          <a:r>
            <a:rPr lang="en-US" sz="1500" kern="1200" dirty="0"/>
            <a:t> tin </a:t>
          </a:r>
          <a:r>
            <a:rPr lang="en-US" sz="1500" kern="1200" dirty="0" err="1"/>
            <a:t>được</a:t>
          </a:r>
          <a:endParaRPr lang="en-US" sz="1500" kern="1200" dirty="0"/>
        </a:p>
      </dsp:txBody>
      <dsp:txXfrm>
        <a:off x="4282888" y="2044892"/>
        <a:ext cx="1317811" cy="465275"/>
      </dsp:txXfrm>
    </dsp:sp>
    <dsp:sp modelId="{8BA47996-2C41-4D5B-A953-7A2FF721B34A}">
      <dsp:nvSpPr>
        <dsp:cNvPr id="0" name=""/>
        <dsp:cNvSpPr/>
      </dsp:nvSpPr>
      <dsp:spPr>
        <a:xfrm>
          <a:off x="3953435" y="2277530"/>
          <a:ext cx="3294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536D16-8BA6-46E0-A8E0-B043CA783D84}">
      <dsp:nvSpPr>
        <dsp:cNvPr id="0" name=""/>
        <dsp:cNvSpPr/>
      </dsp:nvSpPr>
      <dsp:spPr>
        <a:xfrm rot="5400000">
          <a:off x="3360420" y="2299493"/>
          <a:ext cx="614978" cy="571051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9E44D-5DD0-46FD-AD8A-7EFFD98FD41D}">
      <dsp:nvSpPr>
        <dsp:cNvPr id="0" name=""/>
        <dsp:cNvSpPr/>
      </dsp:nvSpPr>
      <dsp:spPr>
        <a:xfrm>
          <a:off x="2370616" y="2139149"/>
          <a:ext cx="1379400" cy="1379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ẤN TƯỢNG BAN ĐẦU</a:t>
          </a:r>
        </a:p>
      </dsp:txBody>
      <dsp:txXfrm>
        <a:off x="2437953" y="2206486"/>
        <a:ext cx="1244726" cy="1244726"/>
      </dsp:txXfrm>
    </dsp:sp>
    <dsp:sp modelId="{EEDFD5AA-47A2-4D0C-8554-450401C5AE22}">
      <dsp:nvSpPr>
        <dsp:cNvPr id="0" name=""/>
        <dsp:cNvSpPr/>
      </dsp:nvSpPr>
      <dsp:spPr>
        <a:xfrm rot="16200000">
          <a:off x="2576520" y="1655352"/>
          <a:ext cx="96759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67592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82B0A5-853B-481C-A79A-C06AC65ED307}">
      <dsp:nvSpPr>
        <dsp:cNvPr id="0" name=""/>
        <dsp:cNvSpPr/>
      </dsp:nvSpPr>
      <dsp:spPr>
        <a:xfrm>
          <a:off x="2598217" y="247358"/>
          <a:ext cx="924198" cy="924198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Cơ</a:t>
          </a:r>
          <a:r>
            <a:rPr lang="en-US" sz="2500" kern="1200" dirty="0"/>
            <a:t> </a:t>
          </a:r>
          <a:r>
            <a:rPr lang="en-US" sz="2500" kern="1200" dirty="0" err="1"/>
            <a:t>thể</a:t>
          </a:r>
          <a:endParaRPr lang="en-US" sz="2500" kern="1200" dirty="0"/>
        </a:p>
      </dsp:txBody>
      <dsp:txXfrm>
        <a:off x="2643333" y="292474"/>
        <a:ext cx="833966" cy="833966"/>
      </dsp:txXfrm>
    </dsp:sp>
    <dsp:sp modelId="{C4132036-5B85-4E26-A438-01FEC9FCFEC1}">
      <dsp:nvSpPr>
        <dsp:cNvPr id="0" name=""/>
        <dsp:cNvSpPr/>
      </dsp:nvSpPr>
      <dsp:spPr>
        <a:xfrm rot="1800000">
          <a:off x="3697136" y="3424400"/>
          <a:ext cx="78940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89408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EA752-3AC2-4AF0-9A2B-25D979EABA2F}">
      <dsp:nvSpPr>
        <dsp:cNvPr id="0" name=""/>
        <dsp:cNvSpPr/>
      </dsp:nvSpPr>
      <dsp:spPr>
        <a:xfrm>
          <a:off x="4433664" y="3426446"/>
          <a:ext cx="924198" cy="924198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Trang </a:t>
          </a:r>
          <a:r>
            <a:rPr lang="en-US" sz="2400" kern="1200" dirty="0" err="1"/>
            <a:t>sức</a:t>
          </a:r>
          <a:endParaRPr lang="en-US" sz="2400" kern="1200" dirty="0"/>
        </a:p>
      </dsp:txBody>
      <dsp:txXfrm>
        <a:off x="4478780" y="3471562"/>
        <a:ext cx="833966" cy="833966"/>
      </dsp:txXfrm>
    </dsp:sp>
    <dsp:sp modelId="{D2ED9693-2572-4219-9369-3C2F2FF37F36}">
      <dsp:nvSpPr>
        <dsp:cNvPr id="0" name=""/>
        <dsp:cNvSpPr/>
      </dsp:nvSpPr>
      <dsp:spPr>
        <a:xfrm rot="9000000">
          <a:off x="1634088" y="3424400"/>
          <a:ext cx="78940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89408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3E8665-E862-44CE-B09F-B70F2B7B8CFF}">
      <dsp:nvSpPr>
        <dsp:cNvPr id="0" name=""/>
        <dsp:cNvSpPr/>
      </dsp:nvSpPr>
      <dsp:spPr>
        <a:xfrm>
          <a:off x="762769" y="3426446"/>
          <a:ext cx="924198" cy="924198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Ăn</a:t>
          </a:r>
          <a:r>
            <a:rPr lang="en-US" sz="2500" kern="1200" dirty="0"/>
            <a:t> </a:t>
          </a:r>
          <a:r>
            <a:rPr lang="en-US" sz="2500" kern="1200" dirty="0" err="1"/>
            <a:t>mặc</a:t>
          </a:r>
          <a:endParaRPr lang="en-US" sz="2500" kern="1200" dirty="0"/>
        </a:p>
      </dsp:txBody>
      <dsp:txXfrm>
        <a:off x="807885" y="3471562"/>
        <a:ext cx="833966" cy="833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C52A8-461C-4034-A730-CCC61941FB9C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FF389-F841-4854-BEF6-726101637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2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BF5E49-4B1D-4B10-A74E-6EF818BD94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570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3C0EBDE5-925A-4E76-9D9C-16FF9ECF4A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531A62-AD92-476D-86C0-4F5F15F08BE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8BA6D3BB-AB74-4349-B931-5BB686759E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FFD9653-1C40-40F3-8D14-5121A8FBE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Trainer hoi HV: Cac yeu to tao nen hieu qua thuyet trinh la gi? De cho HV tu noi ra (braistorming) va sau do dua ra thuyet 3V.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Matching: Noi voi tre em, noi voi nguoi lon, hop khac tiec, hoi truong khac voi di du lich ….</a:t>
            </a:r>
          </a:p>
          <a:p>
            <a:pPr eaLnBrk="1" hangingPunct="1"/>
            <a:r>
              <a:rPr lang="en-US" altLang="en-US"/>
              <a:t>Mirrorning: Cung mac addidas, cung su dung may tinh IBM…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93F0-BE71-8E46-54B3-C85D8B720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0E8B8-ADE2-C7AA-31C1-68D6580CB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1C630-46C0-B231-559B-8ED66FEC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DDCA0-257A-24FA-894B-08509F97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FE144-32EE-9A0C-A0F9-56E208F1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0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D259-1C03-B840-33EF-FA90D815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55B90-8E67-2F9D-C436-0245F2730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27C01-13F2-CB85-34EE-EF5AD30A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BA64B-C109-E56B-7BEC-3DDE237C6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07D9E-9D42-03A0-8E36-E42A7ADEF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9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90A1-F010-26D9-D615-59BD66A84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286D8-D7AB-DC9E-070C-F45AEAD37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54913-5307-4CD4-B431-FF6D988E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76308-0B4E-31F1-A989-4E59D1F15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EE180-F7DB-2C2B-F7EF-B9E94890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96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5D63-A30A-4CD0-4481-3AFEF82D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59D12-9A36-7D3B-D72C-27987764B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7891D-26F0-35A9-B21C-D3DF76CBB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C7C35-C896-8B82-0899-8EB4F10C7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E838F-F26F-070C-CD9A-2D5F45FA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D730B-65A7-D22B-5D11-D26B0F80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1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BAF6-8687-16C4-DEF4-6E4D10C22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5941E-CE30-1949-8717-D37F04B34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4A699-4F4D-611F-7A7D-17360C92D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A8721-6944-8725-7359-D5D0A7216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45BBE-8D8A-FDF0-849D-60A5E5AEA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CB9F9-4B97-4B42-D021-7330A90D1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D34A80-C2DF-F65D-E5FA-E4DA0C5A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716F4-D5BB-80D4-7205-62420224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5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AD86-33EB-A2F7-E78C-E9ADA8E7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EE995-7769-34E8-9A46-76BD9792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EBC1D-7907-54A0-EE59-EA18DCBE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A7887-A2BC-C36B-7705-F21B7A4DA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2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95DC8-E99F-9A38-8E50-5952D62A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68AC4-D47C-D7CF-4C58-7349B3AD6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7FE04-465B-C464-2FBB-D99A6898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5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E4C6-8CBF-F575-3376-D9032631C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1A1B-3457-25B0-E693-37A716D15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921D8-FAE0-20BC-1EB0-E5552B0AC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80E2E-D609-10F5-D4FF-1695900B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ED397-ADAE-CB21-33F3-EA753673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0FD57-1E91-4E54-F367-4E09AFEE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7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F7AB-A88D-DCED-C0F2-ED69AF8FB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2A599F-AB6D-7C3F-91BB-FF8EF3FA0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87933-2B62-8607-76AA-8B719C773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EB61B-B6A6-B957-8473-A2168A7FB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1C80-26C0-AC0F-22ED-95D438FA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EA5AE-1804-EF08-3501-5D1EC36E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5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6990-59B3-EF85-D5D9-266562DB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5FB49-7DCC-FCE8-B0B5-BB27436D3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046EA-B050-913D-DA19-2814635A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7BC73-3445-F266-9E8F-AFD45915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3DDEC-455B-27F9-ADF5-CF4D168E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2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DDB88-395B-AAC3-5A11-5FB76ECE6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99FC0-C0BB-AB16-9415-7A063EC7B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1F6AD-B1E5-AEB3-EBEC-79149B61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D6A76-8378-FF47-9133-3096F037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AB752-BDE5-D2B3-4E10-4760B41D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18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69A94-21EE-4AA0-B34E-7FF03836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F4FE28-A364-4DB1-81E1-CB05FE1823C1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F3B87-0F51-41BC-A828-1E5485F8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D8A1-91B2-492F-8559-5F39B10F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CD8C2-5A64-400B-94FE-6F14E04192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635338"/>
      </p:ext>
    </p:extLst>
  </p:cSld>
  <p:clrMapOvr>
    <a:masterClrMapping/>
  </p:clrMapOvr>
  <p:transition spd="slow"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CB9FA-51F0-4E25-A3D9-A386E5CB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F6884-1D9A-47C1-A128-4BE11A4FC6E1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4F576-AEC4-47AA-A236-67F8FB35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E9A70-8AD8-4AF0-972F-99ABA12E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0048A-8DA9-45B6-ACDF-78694627FD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486649"/>
      </p:ext>
    </p:extLst>
  </p:cSld>
  <p:clrMapOvr>
    <a:masterClrMapping/>
  </p:clrMapOvr>
  <p:transition spd="slow">
    <p:blinds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07F66-17A0-4360-AB35-18EF0480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477B6-2B89-4A66-8322-35DEE059B138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B054A-DE37-400E-A003-5CA4EA44E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42438-9854-42DD-BE5C-393EF970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18F14-E9DF-4A61-A4DF-5D532CA8B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3731465"/>
      </p:ext>
    </p:extLst>
  </p:cSld>
  <p:clrMapOvr>
    <a:masterClrMapping/>
  </p:clrMapOvr>
  <p:transition spd="slow">
    <p:blinds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718DBCA-1FFC-4D28-A40F-098B44C8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DC82D-E174-4762-8F78-D39BF7365201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7E79DD-2445-433E-BE21-D6EBA8AE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992CC0-826B-47DC-8FCD-70EB0B4B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B420B-1758-4331-B012-27F15767D9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650690"/>
      </p:ext>
    </p:extLst>
  </p:cSld>
  <p:clrMapOvr>
    <a:masterClrMapping/>
  </p:clrMapOvr>
  <p:transition spd="slow">
    <p:blinds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7C8DF54-EED9-4D84-8B99-3BC65B7E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13DF5-7E48-474E-84BB-0FA61981275A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966FD6-5AF5-428A-ABEA-8B87BE2C5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29C63-5A61-4B1B-A214-5157387A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4F6C3B-A46C-486B-A3BD-9CB53B7520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6767555"/>
      </p:ext>
    </p:extLst>
  </p:cSld>
  <p:clrMapOvr>
    <a:masterClrMapping/>
  </p:clrMapOvr>
  <p:transition spd="slow">
    <p:blinds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4867487-79BC-44CD-A903-6F237B012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4D294-FB8A-43B1-A300-AE274A39156B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18CB562-AE5C-4803-B22C-9842A12C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C56889F-1D0B-437E-94B3-A6EB1945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E2981-4C5C-4A64-B121-002F7C5822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146836"/>
      </p:ext>
    </p:extLst>
  </p:cSld>
  <p:clrMapOvr>
    <a:masterClrMapping/>
  </p:clrMapOvr>
  <p:transition spd="slow">
    <p:blinds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6194C20-926D-4474-B6A1-65EC28EA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539F3-F661-4FEE-805A-2000C5476FAD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999394-3D0F-41E2-AD6F-DFD440A3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172B71-8EFE-445D-BD64-F7AECA69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B9768-A506-4B38-8647-583E2EE222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199735"/>
      </p:ext>
    </p:extLst>
  </p:cSld>
  <p:clrMapOvr>
    <a:masterClrMapping/>
  </p:clrMapOvr>
  <p:transition spd="slow">
    <p:blinds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A9383E0-1929-4B78-8EFB-3F1C78A2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82995-11A5-45F4-A993-47A9FEFBE096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B97249-091C-4164-91F7-ED1DA31C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4683863-1993-4F61-9097-F05DC0AB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BB72E6-2AF3-4D6D-AF1D-1919877553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892047"/>
      </p:ext>
    </p:extLst>
  </p:cSld>
  <p:clrMapOvr>
    <a:masterClrMapping/>
  </p:clrMapOvr>
  <p:transition spd="slow">
    <p:blinds dir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0D1AEAA-0933-4C63-8DE5-D88E9774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54793-590B-4CE6-B805-71BA0CAEC554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C17B20-358F-496D-856F-B7DCE810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8A3BBB7-5DB3-47E8-801D-A3B6A22A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DAFF4-51E1-4696-B064-183DE20962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4353726"/>
      </p:ext>
    </p:extLst>
  </p:cSld>
  <p:clrMapOvr>
    <a:masterClrMapping/>
  </p:clrMapOvr>
  <p:transition spd="slow">
    <p:blinds dir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6F207-C1A2-485C-8FE3-1BC93030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5E69C-55B3-4056-9199-C435CA28EB95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0DB31-F7B1-4921-911C-41EAFD70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F10E8-086F-4DE4-9A59-7883888F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702E7-DE6D-48DF-A88A-EC535FFA2C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769070"/>
      </p:ext>
    </p:extLst>
  </p:cSld>
  <p:clrMapOvr>
    <a:masterClrMapping/>
  </p:clrMapOvr>
  <p:transition spd="slow">
    <p:blinds dir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CAECB-6ABC-46EC-84DB-E9B5333C1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B8FBD-C729-4212-8671-E72FD878FF6A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E4AC6-6E60-4E32-ADCE-7E605E5FA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4F14B-612C-46D6-A067-BEA192D8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62831-F45B-49BE-8BF3-61A4C3952F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7294929"/>
      </p:ext>
    </p:extLst>
  </p:cSld>
  <p:clrMapOvr>
    <a:masterClrMapping/>
  </p:clrMapOvr>
  <p:transition spd="slow">
    <p:blinds dir="vert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DE040-3C45-4A45-9B5E-420B1F64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32000" y="62674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E9BD4-D7D8-49DF-85AF-A198B851575C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821E-C3C3-457B-9392-B79C316D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4788" y="626745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D0E70-0CA7-4AE2-8057-16C01C3A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2674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809D6-AD10-4F34-9DAD-3F05EB6CCE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6554318"/>
      </p:ext>
    </p:extLst>
  </p:cSld>
  <p:clrMapOvr>
    <a:masterClrMapping/>
  </p:clrMapOvr>
  <p:transition spd="slow">
    <p:blinds dir="vert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D57A89-8184-4818-82EA-80351FB2E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32000" y="62674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0E587-93C4-4A78-B669-C425ACEE865F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E83A4C-1651-467C-B4CE-B6131D4B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4788" y="626745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CB328B-9AAA-428F-8351-4DCE8F1A9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2674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7DF1F-3DBE-4D41-B4A8-FE3E97A81B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699495"/>
      </p:ext>
    </p:extLst>
  </p:cSld>
  <p:clrMapOvr>
    <a:masterClrMapping/>
  </p:clrMapOvr>
  <p:transition spd="slow">
    <p:blinds dir="vert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B8768-CFA9-4DBD-B308-0F9989C4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32000" y="62674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883F5-C4C4-449B-BF01-42B8F065C1B2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71560-036B-42E9-B043-6174C0DD8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4788" y="626745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24FF8-0C77-4D69-A477-6994BA97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26745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AFF86-ABB7-4D0A-BAA9-6465018FC7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876161"/>
      </p:ext>
    </p:extLst>
  </p:cSld>
  <p:clrMapOvr>
    <a:masterClrMapping/>
  </p:clrMapOvr>
  <p:transition spd="slow">
    <p:blinds dir="vert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94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779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378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24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082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699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875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299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253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97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6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2483EF-6770-9524-98C9-52318DEE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DA1B8-D506-4413-C151-975E4972F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91089-0C3D-FD38-729F-17594BABB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5B9AE-849D-4717-8E5C-84355C5E8E8A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EFC0D-C774-BF07-8A11-8A70D7E4A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899BE-177E-9662-A9E2-AA445B4B5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F41B5-3057-45AA-BA97-B51CF959F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7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>
            <a:extLst>
              <a:ext uri="{FF2B5EF4-FFF2-40B4-BE49-F238E27FC236}">
                <a16:creationId xmlns:a16="http://schemas.microsoft.com/office/drawing/2014/main" id="{849A9FED-127D-4333-AA1D-BB2832F7FE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195" name="Text Placeholder 2">
            <a:extLst>
              <a:ext uri="{FF2B5EF4-FFF2-40B4-BE49-F238E27FC236}">
                <a16:creationId xmlns:a16="http://schemas.microsoft.com/office/drawing/2014/main" id="{6C4EC87E-ADC1-44C0-80BC-83AB7D3B0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3A306-1EB6-4AFC-93F5-34926A636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spcBef>
                <a:spcPct val="50000"/>
              </a:spcBef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5A4D4B-DC86-45E3-9AEF-7ACCFFE998A1}" type="datetime1">
              <a:rPr lang="ru-RU" altLang="en-US"/>
              <a:pPr>
                <a:defRPr/>
              </a:pPr>
              <a:t>25.01.2025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AE78E-06F3-4310-92C4-5645C35D9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spcBef>
                <a:spcPct val="50000"/>
              </a:spcBef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14B84-109B-4D4E-AEA2-6932BB10F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spcBef>
                <a:spcPct val="50000"/>
              </a:spcBef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350F090-8F08-45D8-9C24-A30A10DABA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27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10081-3A85-45F5-AA33-39B4E059FC23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7E88B-81DA-4A2C-96D9-B1E48AC32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11" Type="http://schemas.openxmlformats.org/officeDocument/2006/relationships/diagramLayout" Target="../diagrams/layout2.xml"/><Relationship Id="rId5" Type="http://schemas.openxmlformats.org/officeDocument/2006/relationships/diagramLayout" Target="../diagrams/layout1.xml"/><Relationship Id="rId10" Type="http://schemas.openxmlformats.org/officeDocument/2006/relationships/diagramData" Target="../diagrams/data2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Relationship Id="rId14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6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B530-5132-65B4-1936-15F2FBA64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886" y="4411888"/>
            <a:ext cx="9144000" cy="1102503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TƯ DUY </a:t>
            </a:r>
            <a:br>
              <a:rPr lang="en-US" sz="4800" b="1" dirty="0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</a:br>
            <a:r>
              <a:rPr lang="en-US" sz="4800" b="1" dirty="0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BÁN VÀ CHĂM SÓC KHÁCH HÀNG</a:t>
            </a:r>
          </a:p>
        </p:txBody>
      </p:sp>
      <p:pic>
        <p:nvPicPr>
          <p:cNvPr id="1026" name="Picture 2" descr="14+ Kỹ năng chăm sóc khách hàng quan trọng với mọi nhân viên">
            <a:extLst>
              <a:ext uri="{FF2B5EF4-FFF2-40B4-BE49-F238E27FC236}">
                <a16:creationId xmlns:a16="http://schemas.microsoft.com/office/drawing/2014/main" id="{6693D207-5522-3764-C921-385A28F83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240" y="506381"/>
            <a:ext cx="5896490" cy="30956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81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1B2F-F818-1E06-D3A0-926160B8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509865" cy="745218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Condensed" panose="020B0502040204020203" pitchFamily="34" charset="0"/>
              </a:rPr>
              <a:t>I. TỔNG QUAN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B111-AEAA-55F8-DC79-B2F561275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221" y="1631533"/>
            <a:ext cx="11044293" cy="186470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, </a:t>
            </a:r>
            <a:r>
              <a:rPr lang="en-US" dirty="0" err="1"/>
              <a:t>hạnh</a:t>
            </a:r>
            <a:r>
              <a:rPr lang="en-US" dirty="0"/>
              <a:t> </a:t>
            </a:r>
            <a:r>
              <a:rPr lang="en-US" dirty="0" err="1"/>
              <a:t>phúc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trao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Hạnh</a:t>
            </a:r>
            <a:r>
              <a:rPr lang="en-US" dirty="0"/>
              <a:t> </a:t>
            </a:r>
            <a:r>
              <a:rPr lang="en-US" dirty="0" err="1"/>
              <a:t>phúc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kính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Đạt</a:t>
            </a:r>
            <a:r>
              <a:rPr lang="en-US" dirty="0">
                <a:sym typeface="Wingdings" panose="05000000000000000000" pitchFamily="2" charset="2"/>
              </a:rPr>
              <a:t> 4 </a:t>
            </a:r>
            <a:r>
              <a:rPr lang="en-US" dirty="0" err="1">
                <a:sym typeface="Wingdings" panose="05000000000000000000" pitchFamily="2" charset="2"/>
              </a:rPr>
              <a:t>mục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tiếu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phương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tiện</a:t>
            </a:r>
            <a:r>
              <a:rPr lang="en-US" dirty="0">
                <a:sym typeface="Wingdings" panose="05000000000000000000" pitchFamily="2" charset="2"/>
              </a:rPr>
              <a:t>:</a:t>
            </a:r>
            <a:endParaRPr lang="en-US" dirty="0"/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BF759-6BB8-5F9E-533A-F6501BB54A04}"/>
              </a:ext>
            </a:extLst>
          </p:cNvPr>
          <p:cNvSpPr/>
          <p:nvPr/>
        </p:nvSpPr>
        <p:spPr>
          <a:xfrm>
            <a:off x="1001428" y="947675"/>
            <a:ext cx="255672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lang="en-US" sz="3200" b="1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Thành</a:t>
            </a:r>
            <a:r>
              <a:rPr lang="en-US" sz="32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200" b="1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công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C7D023-83B3-B0B1-CDEB-68C2134B91D7}"/>
              </a:ext>
            </a:extLst>
          </p:cNvPr>
          <p:cNvGrpSpPr/>
          <p:nvPr/>
        </p:nvGrpSpPr>
        <p:grpSpPr>
          <a:xfrm>
            <a:off x="5595368" y="3429000"/>
            <a:ext cx="6342147" cy="3196901"/>
            <a:chOff x="2097144" y="4187496"/>
            <a:chExt cx="6342147" cy="3108874"/>
          </a:xfrm>
        </p:grpSpPr>
        <p:sp>
          <p:nvSpPr>
            <p:cNvPr id="6" name="Rectangle: Beveled 5">
              <a:extLst>
                <a:ext uri="{FF2B5EF4-FFF2-40B4-BE49-F238E27FC236}">
                  <a16:creationId xmlns:a16="http://schemas.microsoft.com/office/drawing/2014/main" id="{DFE1CBE0-12F7-06CC-37F8-8AA330DDDABB}"/>
                </a:ext>
              </a:extLst>
            </p:cNvPr>
            <p:cNvSpPr/>
            <p:nvPr/>
          </p:nvSpPr>
          <p:spPr>
            <a:xfrm>
              <a:off x="3487270" y="4825368"/>
              <a:ext cx="3245224" cy="1400165"/>
            </a:xfrm>
            <a:prstGeom prst="bevel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Hạnh</a:t>
              </a: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phúc</a:t>
              </a: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cuộc</a:t>
              </a: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đời</a:t>
              </a:r>
              <a:endPara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675A1E-BC01-6D79-A5BA-F3AE20ACDADE}"/>
                </a:ext>
              </a:extLst>
            </p:cNvPr>
            <p:cNvSpPr/>
            <p:nvPr/>
          </p:nvSpPr>
          <p:spPr>
            <a:xfrm>
              <a:off x="3434276" y="4187496"/>
              <a:ext cx="3316934" cy="68839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Gia </a:t>
              </a:r>
              <a:r>
                <a:rPr kumimoji="0" lang="en-US" sz="4000" b="1" i="0" u="none" strike="noStrike" kern="1200" cap="none" spc="0" normalizeH="0" baseline="0" noProof="0" dirty="0" err="1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đình</a:t>
              </a:r>
              <a:r>
                <a:rPr kumimoji="0" lang="en-US" sz="4000" b="1" i="0" u="none" strike="noStrike" kern="1200" cap="none" spc="0" normalizeH="0" baseline="0" noProof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2400" b="1" i="0" u="none" strike="noStrike" kern="1200" cap="none" spc="0" normalizeH="0" baseline="0" noProof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(GĐ </a:t>
              </a:r>
              <a:r>
                <a:rPr kumimoji="0" lang="en-US" sz="2400" b="1" i="0" u="none" strike="noStrike" kern="1200" cap="none" spc="0" normalizeH="0" baseline="0" noProof="0" dirty="0" err="1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lớn</a:t>
              </a:r>
              <a:r>
                <a:rPr kumimoji="0" lang="en-US" sz="2400" b="1" i="0" u="none" strike="noStrike" kern="1200" cap="none" spc="0" normalizeH="0" baseline="0" noProof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/GĐ </a:t>
              </a:r>
              <a:r>
                <a:rPr kumimoji="0" lang="en-US" sz="2400" b="1" i="0" u="none" strike="noStrike" kern="1200" cap="none" spc="0" normalizeH="0" baseline="0" noProof="0" dirty="0" err="1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nhỏ</a:t>
              </a:r>
              <a:r>
                <a:rPr kumimoji="0" lang="en-US" sz="2400" b="1" i="0" u="none" strike="noStrike" kern="1200" cap="none" spc="0" normalizeH="0" baseline="0" noProof="0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) </a:t>
              </a:r>
              <a:endParaRPr kumimoji="0" lang="en-US" sz="4000" b="1" i="0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EF1D55-25F7-B716-7994-63775174D2FE}"/>
                </a:ext>
              </a:extLst>
            </p:cNvPr>
            <p:cNvSpPr/>
            <p:nvPr/>
          </p:nvSpPr>
          <p:spPr>
            <a:xfrm>
              <a:off x="6702918" y="5169158"/>
              <a:ext cx="1736373" cy="138499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Sự</a:t>
              </a:r>
              <a:r>
                <a:rPr kumimoji="0" lang="en-US" sz="3600" b="1" i="0" u="none" strike="noStrike" kern="1200" cap="none" spc="0" normalizeH="0" baseline="0" noProof="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3600" b="1" i="0" u="none" strike="noStrike" kern="1200" cap="none" spc="0" normalizeH="0" baseline="0" noProof="0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nghiệp</a:t>
              </a:r>
              <a:endParaRPr kumimoji="0" lang="en-US" sz="3600" b="1" i="0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Hoài</a:t>
              </a:r>
              <a:r>
                <a:rPr kumimoji="0" lang="en-US" sz="1400" b="1" i="0" u="none" strike="noStrike" kern="1200" cap="none" spc="0" normalizeH="0" baseline="0" noProof="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1400" b="1" i="0" u="none" strike="noStrike" kern="1200" cap="none" spc="0" normalizeH="0" baseline="0" noProof="0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bảo</a:t>
              </a:r>
              <a:r>
                <a:rPr kumimoji="0" lang="en-US" sz="1400" b="1" i="0" u="none" strike="noStrike" kern="1200" cap="none" spc="0" normalizeH="0" baseline="0" noProof="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( Cho </a:t>
              </a:r>
              <a:r>
                <a:rPr kumimoji="0" lang="en-US" sz="1400" b="1" i="0" u="none" strike="noStrike" kern="1200" cap="none" spc="0" normalizeH="0" baseline="0" noProof="0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mình</a:t>
              </a:r>
              <a:r>
                <a:rPr kumimoji="0" lang="en-US" sz="1400" b="1" i="0" u="none" strike="noStrike" kern="1200" cap="none" spc="0" normalizeH="0" baseline="0" noProof="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)</a:t>
              </a:r>
            </a:p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Sứ</a:t>
              </a:r>
              <a:r>
                <a:rPr kumimoji="0" lang="en-US" sz="1400" b="1" i="0" u="none" strike="noStrike" kern="1200" cap="none" spc="0" normalizeH="0" baseline="0" noProof="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1400" b="1" i="0" u="none" strike="noStrike" kern="1200" cap="none" spc="0" normalizeH="0" baseline="0" noProof="0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mạng</a:t>
              </a:r>
              <a:r>
                <a:rPr kumimoji="0" lang="en-US" sz="1400" b="1" i="0" u="none" strike="noStrike" kern="1200" cap="none" spc="0" normalizeH="0" baseline="0" noProof="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(Cho </a:t>
              </a:r>
              <a:r>
                <a:rPr kumimoji="0" lang="en-US" sz="1400" b="1" i="0" u="none" strike="noStrike" kern="1200" cap="none" spc="0" normalizeH="0" baseline="0" noProof="0" dirty="0" err="1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người</a:t>
              </a:r>
              <a:r>
                <a:rPr kumimoji="0" lang="en-US" sz="1400" b="1" i="0" u="none" strike="noStrike" kern="1200" cap="none" spc="0" normalizeH="0" baseline="0" noProof="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)</a:t>
              </a:r>
            </a:p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B14F99-DF20-DE43-D4C2-178769AED6D2}"/>
                </a:ext>
              </a:extLst>
            </p:cNvPr>
            <p:cNvSpPr/>
            <p:nvPr/>
          </p:nvSpPr>
          <p:spPr>
            <a:xfrm>
              <a:off x="4369620" y="6188953"/>
              <a:ext cx="1593706" cy="110741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 err="1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Sức</a:t>
              </a:r>
              <a:r>
                <a:rPr kumimoji="0" lang="en-US" sz="3600" b="1" i="0" u="none" strike="noStrike" kern="1200" cap="none" spc="0" normalizeH="0" baseline="0" noProof="0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3600" b="1" i="0" u="none" strike="noStrike" kern="1200" cap="none" spc="0" normalizeH="0" baseline="0" noProof="0" dirty="0" err="1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khoẻ</a:t>
              </a:r>
              <a:endParaRPr kumimoji="0" lang="en-US" sz="36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 err="1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Cơ</a:t>
              </a:r>
              <a:r>
                <a:rPr kumimoji="0" lang="en-US" sz="1600" b="1" i="0" u="none" strike="noStrike" kern="1200" cap="none" spc="0" normalizeH="0" baseline="0" noProof="0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1600" b="1" i="0" u="none" strike="noStrike" kern="1200" cap="none" spc="0" normalizeH="0" baseline="0" noProof="0" dirty="0" err="1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bắp</a:t>
              </a:r>
              <a:endParaRPr kumimoji="0" lang="en-US" sz="16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 err="1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Não</a:t>
              </a:r>
              <a:endParaRPr kumimoji="0" lang="en-US" sz="16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DFB9D4-65EA-BB4F-FDD9-2364343999B0}"/>
                </a:ext>
              </a:extLst>
            </p:cNvPr>
            <p:cNvSpPr/>
            <p:nvPr/>
          </p:nvSpPr>
          <p:spPr>
            <a:xfrm>
              <a:off x="2097144" y="5169159"/>
              <a:ext cx="1305165" cy="143665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 err="1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Bạn</a:t>
              </a:r>
              <a:r>
                <a:rPr kumimoji="0" lang="en-US" sz="3600" b="1" i="0" u="none" strike="noStrike" kern="1200" cap="none" spc="0" normalizeH="0" baseline="0" noProof="0" dirty="0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3600" b="1" i="0" u="none" strike="noStrike" kern="1200" cap="none" spc="0" normalizeH="0" baseline="0" noProof="0" dirty="0" err="1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bè</a:t>
              </a:r>
              <a:endParaRPr kumimoji="0" lang="en-US" sz="3600" b="1" i="0" u="none" strike="noStrike" kern="1200" cap="none" spc="0" normalizeH="0" baseline="0" noProof="0" dirty="0">
                <a:ln w="0"/>
                <a:solidFill>
                  <a:srgbClr val="FFC000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Tri kỷ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Bạn</a:t>
              </a:r>
              <a:r>
                <a:rPr kumimoji="0" lang="en-US" sz="1800" b="1" i="0" u="none" strike="noStrike" kern="1200" cap="none" spc="0" normalizeH="0" baseline="0" noProof="0" dirty="0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1800" b="1" i="0" u="none" strike="noStrike" kern="1200" cap="none" spc="0" normalizeH="0" baseline="0" noProof="0" dirty="0" err="1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chơi</a:t>
              </a:r>
              <a:endParaRPr kumimoji="0" lang="en-US" sz="1800" b="1" i="0" u="none" strike="noStrike" kern="1200" cap="none" spc="0" normalizeH="0" baseline="0" noProof="0" dirty="0">
                <a:ln w="0"/>
                <a:solidFill>
                  <a:srgbClr val="FFC000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Chín</a:t>
              </a:r>
              <a:r>
                <a:rPr kumimoji="0" lang="en-US" sz="1800" b="1" i="0" u="none" strike="noStrike" kern="1200" cap="none" spc="0" normalizeH="0" baseline="0" noProof="0" dirty="0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 </a:t>
              </a:r>
              <a:r>
                <a:rPr kumimoji="0" lang="en-US" sz="1800" b="1" i="0" u="none" strike="noStrike" kern="1200" cap="none" spc="0" normalizeH="0" baseline="0" noProof="0" dirty="0" err="1">
                  <a:ln w="0"/>
                  <a:solidFill>
                    <a:srgbClr val="FFC000">
                      <a:lumMod val="50000"/>
                    </a:srgbClr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mình</a:t>
              </a:r>
              <a:endParaRPr kumimoji="0" lang="en-US" sz="2000" b="1" i="0" u="none" strike="noStrike" kern="1200" cap="none" spc="0" normalizeH="0" baseline="0" noProof="0" dirty="0">
                <a:ln w="0"/>
                <a:solidFill>
                  <a:srgbClr val="FFC000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39DC9A3-2B24-4955-DF0D-AB94A458CEC3}"/>
              </a:ext>
            </a:extLst>
          </p:cNvPr>
          <p:cNvSpPr txBox="1"/>
          <p:nvPr/>
        </p:nvSpPr>
        <p:spPr>
          <a:xfrm>
            <a:off x="391885" y="359052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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Muốn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phải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có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Quyền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/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Tiền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/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Danh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60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Rectangle 3096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Người thành công tìm phương pháp, người thất bại tìm lý do - Mỗi ngày 1  cuốn sách">
            <a:extLst>
              <a:ext uri="{FF2B5EF4-FFF2-40B4-BE49-F238E27FC236}">
                <a16:creationId xmlns:a16="http://schemas.microsoft.com/office/drawing/2014/main" id="{69B3C8DB-3913-4316-81D8-E193EB8C8E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5" b="786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628F77-975D-4AB9-BD9B-D445ABB1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10" y="289537"/>
            <a:ext cx="10515600" cy="854075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C000"/>
                </a:solidFill>
              </a:rPr>
              <a:t>THÁI ĐỘ </a:t>
            </a:r>
            <a:r>
              <a:rPr lang="en-US" sz="3600" b="1" dirty="0">
                <a:solidFill>
                  <a:srgbClr val="FFFFFF"/>
                </a:solidFill>
              </a:rPr>
              <a:t>hay </a:t>
            </a:r>
            <a:r>
              <a:rPr lang="en-US" sz="3600" b="1" dirty="0">
                <a:solidFill>
                  <a:srgbClr val="FFFF00"/>
                </a:solidFill>
              </a:rPr>
              <a:t>TRÌNH ĐỘ</a:t>
            </a:r>
            <a:br>
              <a:rPr lang="en-US" sz="3600" b="1" dirty="0">
                <a:solidFill>
                  <a:srgbClr val="FFFF00"/>
                </a:solidFill>
              </a:rPr>
            </a:br>
            <a:r>
              <a:rPr lang="en-US" sz="3600" b="1" dirty="0">
                <a:solidFill>
                  <a:srgbClr val="FFFFFF"/>
                </a:solidFill>
              </a:rPr>
              <a:t>QUYẾT ĐỊNH THÀNH CÔNG MỖI NGƯỜI?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087AB3C-F779-4B8F-8C71-40E290CC2A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2" y="1328050"/>
          <a:ext cx="5584908" cy="3993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Picture 6" descr="A yellow sunflower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9E8EE675-A303-44EC-B799-BC11B6C3C07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371" y="244205"/>
            <a:ext cx="806342" cy="6955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03F985-BC0B-44C6-8FCC-0CE4DDBA62AF}"/>
              </a:ext>
            </a:extLst>
          </p:cNvPr>
          <p:cNvSpPr/>
          <p:nvPr/>
        </p:nvSpPr>
        <p:spPr>
          <a:xfrm>
            <a:off x="3167858" y="5463295"/>
            <a:ext cx="5856283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“Khoa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học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tự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nhiên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là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ĐÚNG – SAI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Khoa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học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xã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hội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là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1" u="none" strike="noStrike" kern="1200" cap="none" spc="0" normalizeH="0" baseline="0" noProof="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YÊU – GHÉT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77F53F71-9647-4B22-813C-251DFCE381F9}"/>
              </a:ext>
            </a:extLst>
          </p:cNvPr>
          <p:cNvGraphicFramePr>
            <a:graphicFrameLocks/>
          </p:cNvGraphicFramePr>
          <p:nvPr/>
        </p:nvGraphicFramePr>
        <p:xfrm>
          <a:off x="-112007" y="1433139"/>
          <a:ext cx="5943600" cy="3803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2061777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3" grpId="0"/>
      <p:bldGraphic spid="8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B16D75C-9613-E92E-2A55-E4FFB1B4E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182912"/>
              </p:ext>
            </p:extLst>
          </p:nvPr>
        </p:nvGraphicFramePr>
        <p:xfrm>
          <a:off x="5466291" y="1532450"/>
          <a:ext cx="71900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67663-B000-2ED5-FF10-EA1C2FCD0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70048A-8DA9-45B6-ACDF-78694627FDE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23183-A2B3-A31A-675B-5F728D0E12E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3509865" cy="7452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j-ea"/>
                <a:cs typeface="+mj-cs"/>
              </a:rPr>
              <a:t>I. TỔNG QUAN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47E0C-3693-E8F2-A696-D1F581D81FD3}"/>
              </a:ext>
            </a:extLst>
          </p:cNvPr>
          <p:cNvSpPr/>
          <p:nvPr/>
        </p:nvSpPr>
        <p:spPr>
          <a:xfrm>
            <a:off x="999632" y="947675"/>
            <a:ext cx="256031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kern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2</a:t>
            </a:r>
            <a:r>
              <a:rPr kumimoji="0" lang="en-US" sz="3200" b="1" i="0" u="none" strike="noStrike" kern="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</a:rPr>
              <a:t>. </a:t>
            </a:r>
            <a:r>
              <a:rPr kumimoji="0" lang="en-US" sz="3200" b="1" i="0" u="none" strike="noStrike" kern="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</a:rPr>
              <a:t>Khách</a:t>
            </a:r>
            <a:r>
              <a:rPr kumimoji="0" lang="en-US" sz="3200" b="1" i="0" u="none" strike="noStrike" kern="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</a:rPr>
              <a:t> </a:t>
            </a:r>
            <a:r>
              <a:rPr kumimoji="0" lang="en-US" sz="3200" b="1" i="0" u="none" strike="noStrike" kern="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</a:rPr>
              <a:t>hàng</a:t>
            </a:r>
            <a:endParaRPr kumimoji="0" lang="en-US" sz="3200" b="1" i="0" u="none" strike="noStrike" kern="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8EE87B-BA46-C28E-6528-1BE37375B2AC}"/>
              </a:ext>
            </a:extLst>
          </p:cNvPr>
          <p:cNvSpPr/>
          <p:nvPr/>
        </p:nvSpPr>
        <p:spPr>
          <a:xfrm>
            <a:off x="6207853" y="3429000"/>
            <a:ext cx="2030136" cy="44671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cap="none" spc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KHÁCH HÀNG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76CFC-9701-C81A-9E96-6E131E328263}"/>
              </a:ext>
            </a:extLst>
          </p:cNvPr>
          <p:cNvSpPr/>
          <p:nvPr/>
        </p:nvSpPr>
        <p:spPr>
          <a:xfrm>
            <a:off x="895362" y="2893010"/>
            <a:ext cx="4941710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cap="none" spc="0" dirty="0" err="1">
                <a:ln w="0"/>
                <a:solidFill>
                  <a:schemeClr val="tx1"/>
                </a:solidFill>
              </a:rPr>
              <a:t>Hãy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cho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nhân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viên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hạnh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phúc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b="0" cap="none" spc="0" dirty="0" err="1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Chăm</a:t>
            </a:r>
            <a:r>
              <a:rPr lang="en-US" b="0" cap="none" spc="0" dirty="0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sóc</a:t>
            </a:r>
            <a:r>
              <a:rPr lang="en-US" b="0" cap="none" spc="0" dirty="0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khách</a:t>
            </a:r>
            <a:r>
              <a:rPr lang="en-US" b="0" cap="none" spc="0" dirty="0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hàng</a:t>
            </a:r>
            <a:r>
              <a:rPr lang="en-US" b="0" cap="none" spc="0" dirty="0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tốt</a:t>
            </a:r>
            <a:r>
              <a:rPr lang="en-US" b="0" cap="none" spc="0" dirty="0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  <a:sym typeface="Wingdings" panose="05000000000000000000" pitchFamily="2" charset="2"/>
              </a:rPr>
              <a:t>nhất</a:t>
            </a:r>
            <a:endParaRPr lang="en-US" b="0" cap="none" spc="0" dirty="0">
              <a:ln w="0"/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cap="none" spc="0" dirty="0">
                <a:ln w="0"/>
                <a:solidFill>
                  <a:schemeClr val="tx1"/>
                </a:solidFill>
              </a:rPr>
              <a:t>Con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người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ta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hạnh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phúc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khi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thoả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mãn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n w="0"/>
              </a:rPr>
              <a:t>Tình</a:t>
            </a:r>
            <a:r>
              <a:rPr lang="en-US" dirty="0">
                <a:ln w="0"/>
              </a:rPr>
              <a:t> </a:t>
            </a:r>
            <a:r>
              <a:rPr lang="en-US" dirty="0" err="1">
                <a:ln w="0"/>
              </a:rPr>
              <a:t>dục</a:t>
            </a:r>
            <a:endParaRPr lang="en-US" dirty="0">
              <a:ln w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0" cap="none" spc="0" dirty="0" err="1">
                <a:ln w="0"/>
                <a:solidFill>
                  <a:schemeClr val="tx1"/>
                </a:solidFill>
              </a:rPr>
              <a:t>Tiền</a:t>
            </a:r>
            <a:endParaRPr lang="en-US" b="0" cap="none" spc="0" dirty="0">
              <a:ln w="0"/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n w="0"/>
              </a:rPr>
              <a:t>Thừa</a:t>
            </a:r>
            <a:r>
              <a:rPr lang="en-US" dirty="0">
                <a:ln w="0"/>
              </a:rPr>
              <a:t> </a:t>
            </a:r>
            <a:r>
              <a:rPr lang="en-US" dirty="0" err="1">
                <a:ln w="0"/>
              </a:rPr>
              <a:t>nhận</a:t>
            </a:r>
            <a:endParaRPr lang="en-US" dirty="0">
              <a:ln w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0" cap="none" spc="0" dirty="0" err="1">
                <a:ln w="0"/>
                <a:solidFill>
                  <a:schemeClr val="tx1"/>
                </a:solidFill>
              </a:rPr>
              <a:t>C</a:t>
            </a:r>
            <a:r>
              <a:rPr lang="en-US" dirty="0" err="1">
                <a:ln w="0"/>
              </a:rPr>
              <a:t>ông</a:t>
            </a:r>
            <a:r>
              <a:rPr lang="en-US" dirty="0">
                <a:ln w="0"/>
              </a:rPr>
              <a:t> </a:t>
            </a:r>
            <a:r>
              <a:rPr lang="en-US" dirty="0" err="1">
                <a:ln w="0"/>
              </a:rPr>
              <a:t>nhận</a:t>
            </a:r>
            <a:endParaRPr lang="en-US" dirty="0">
              <a:ln w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0" cap="none" spc="0" dirty="0" err="1">
                <a:ln w="0"/>
                <a:solidFill>
                  <a:schemeClr val="tx1"/>
                </a:solidFill>
              </a:rPr>
              <a:t>Chức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dirty="0" err="1">
                <a:ln w="0"/>
              </a:rPr>
              <a:t>vụ</a:t>
            </a:r>
            <a:endParaRPr lang="en-US" dirty="0">
              <a:ln w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0" cap="none" spc="0" dirty="0" err="1">
                <a:ln w="0"/>
                <a:solidFill>
                  <a:schemeClr val="tx1"/>
                </a:solidFill>
              </a:rPr>
              <a:t>Cảm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xúc</a:t>
            </a:r>
            <a:endParaRPr lang="en-US" b="0" cap="none" spc="0" dirty="0">
              <a:ln w="0"/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0" cap="none" spc="0" dirty="0" err="1">
                <a:ln w="0"/>
                <a:solidFill>
                  <a:schemeClr val="tx1"/>
                </a:solidFill>
              </a:rPr>
              <a:t>Âm</a:t>
            </a:r>
            <a:r>
              <a:rPr lang="en-US" b="0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b="0" cap="none" spc="0" dirty="0" err="1">
                <a:ln w="0"/>
                <a:solidFill>
                  <a:schemeClr val="tx1"/>
                </a:solidFill>
              </a:rPr>
              <a:t>thanh</a:t>
            </a:r>
            <a:endParaRPr lang="en-US" b="0" cap="none" spc="0" dirty="0">
              <a:ln w="0"/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err="1">
                <a:ln w="0"/>
              </a:rPr>
              <a:t>Chất</a:t>
            </a:r>
            <a:r>
              <a:rPr lang="en-US" dirty="0">
                <a:ln w="0"/>
              </a:rPr>
              <a:t> </a:t>
            </a:r>
            <a:r>
              <a:rPr lang="en-US" dirty="0" err="1">
                <a:ln w="0"/>
              </a:rPr>
              <a:t>kích</a:t>
            </a:r>
            <a:r>
              <a:rPr lang="en-US" dirty="0">
                <a:ln w="0"/>
              </a:rPr>
              <a:t> </a:t>
            </a:r>
            <a:r>
              <a:rPr lang="en-US" dirty="0" err="1">
                <a:ln w="0"/>
              </a:rPr>
              <a:t>thích</a:t>
            </a:r>
            <a:endParaRPr lang="en-US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9B1933-AE5F-721D-AC82-13D04F8E63BA}"/>
              </a:ext>
            </a:extLst>
          </p:cNvPr>
          <p:cNvSpPr/>
          <p:nvPr/>
        </p:nvSpPr>
        <p:spPr>
          <a:xfrm>
            <a:off x="497080" y="1699500"/>
            <a:ext cx="683521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Cty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không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phải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là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trả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thu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nhập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cho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bạn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trả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thu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nhập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cho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bạn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là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khách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0" i="1" cap="none" spc="0" dirty="0" err="1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hàng</a:t>
            </a:r>
            <a:r>
              <a:rPr lang="en-US" sz="2400" b="0" i="1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2461146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B2CB-9803-8FA0-1DE0-8C884C27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1B33-72F4-6813-40AB-B56C7D8B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6375"/>
            <a:ext cx="10515600" cy="396268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kẻ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 </a:t>
            </a:r>
            <a:r>
              <a:rPr lang="en-US" sz="2000" dirty="0" err="1"/>
              <a:t>chấn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khâu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, </a:t>
            </a:r>
            <a:r>
              <a:rPr lang="en-US" sz="2000" dirty="0" err="1"/>
              <a:t>kẻ</a:t>
            </a:r>
            <a:r>
              <a:rPr lang="en-US" sz="2000" dirty="0"/>
              <a:t> </a:t>
            </a:r>
            <a:r>
              <a:rPr lang="en-US" sz="2000" dirty="0" err="1"/>
              <a:t>đó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</a:t>
            </a:r>
            <a:r>
              <a:rPr lang="en-US" sz="2000" dirty="0" err="1"/>
              <a:t>Sự</a:t>
            </a:r>
            <a:r>
              <a:rPr lang="en-US" sz="2000" dirty="0"/>
              <a:t> </a:t>
            </a:r>
            <a:r>
              <a:rPr lang="en-US" sz="2000" dirty="0" err="1"/>
              <a:t>trung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sự</a:t>
            </a:r>
            <a:r>
              <a:rPr lang="en-US" sz="2000" dirty="0"/>
              <a:t> </a:t>
            </a:r>
            <a:r>
              <a:rPr lang="en-US" sz="2000" dirty="0" err="1"/>
              <a:t>sống</a:t>
            </a:r>
            <a:r>
              <a:rPr lang="en-US" sz="2000" dirty="0"/>
              <a:t> </a:t>
            </a:r>
            <a:r>
              <a:rPr lang="en-US" sz="2000" dirty="0" err="1"/>
              <a:t>còn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doanh</a:t>
            </a:r>
            <a:r>
              <a:rPr lang="en-US" sz="2000" dirty="0"/>
              <a:t> </a:t>
            </a:r>
            <a:r>
              <a:rPr lang="en-US" sz="2000" dirty="0" err="1"/>
              <a:t>nghiệp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 err="1">
                <a:sym typeface="Wingdings" panose="05000000000000000000" pitchFamily="2" charset="2"/>
              </a:rPr>
              <a:t>Chăm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sóc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khách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hàng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đến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giá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trị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thoả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mãn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họ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sẽ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đồng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hành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với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doanh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nghiệp</a:t>
            </a: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 err="1">
                <a:sym typeface="Wingdings" panose="05000000000000000000" pitchFamily="2" charset="2"/>
              </a:rPr>
              <a:t>Khách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hàng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Sản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phẩm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phẩm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hướng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công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cty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hướng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cần</a:t>
            </a:r>
            <a:r>
              <a:rPr lang="en-US" sz="1600" dirty="0">
                <a:sym typeface="Wingdings" panose="05000000000000000000" pitchFamily="2" charset="2"/>
              </a:rPr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Công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năng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>
                <a:sym typeface="Wingdings" panose="05000000000000000000" pitchFamily="2" charset="2"/>
              </a:rPr>
              <a:t>An </a:t>
            </a:r>
            <a:r>
              <a:rPr lang="en-US" sz="1200" dirty="0" err="1">
                <a:sym typeface="Wingdings" panose="05000000000000000000" pitchFamily="2" charset="2"/>
              </a:rPr>
              <a:t>toàn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Cảm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xúc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Xã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hội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Kính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trọng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Thể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hiện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trật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tự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cam </a:t>
            </a:r>
            <a:r>
              <a:rPr lang="en-US" sz="1200" dirty="0" err="1">
                <a:sym typeface="Wingdings" panose="05000000000000000000" pitchFamily="2" charset="2"/>
              </a:rPr>
              <a:t>kết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6331-461D-EF2B-46C4-33FA73E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70048A-8DA9-45B6-ACDF-78694627FDE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2416B-14F7-EEEB-0D8E-0A363F23E869}"/>
              </a:ext>
            </a:extLst>
          </p:cNvPr>
          <p:cNvSpPr/>
          <p:nvPr/>
        </p:nvSpPr>
        <p:spPr>
          <a:xfrm>
            <a:off x="1291589" y="1240850"/>
            <a:ext cx="428931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200" b="1" i="0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yếu</a:t>
            </a:r>
            <a:r>
              <a:rPr kumimoji="0" lang="en-US" sz="3200" b="1" i="0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tố</a:t>
            </a:r>
            <a:r>
              <a:rPr kumimoji="0" lang="en-US" sz="3200" b="1" i="0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1" i="0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khâu</a:t>
            </a:r>
            <a:r>
              <a:rPr kumimoji="0" lang="en-US" sz="3200" b="1" i="0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bán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Sự hài lòng của khách hàng là gì? Cách khảo sát sự hài lòng khách hàng">
            <a:extLst>
              <a:ext uri="{FF2B5EF4-FFF2-40B4-BE49-F238E27FC236}">
                <a16:creationId xmlns:a16="http://schemas.microsoft.com/office/drawing/2014/main" id="{95BD6F65-0025-BDD0-0034-FF1D3A338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310" y="3818965"/>
            <a:ext cx="4400908" cy="247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313577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B2CB-9803-8FA0-1DE0-8C884C27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1B33-72F4-6813-40AB-B56C7D8B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6376"/>
            <a:ext cx="10515600" cy="3514166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err="1"/>
              <a:t>Sản</a:t>
            </a:r>
            <a:r>
              <a:rPr lang="en-US" sz="1800" dirty="0"/>
              <a:t> </a:t>
            </a:r>
            <a:r>
              <a:rPr lang="en-US" sz="1800" dirty="0" err="1"/>
              <a:t>phẩm</a:t>
            </a:r>
            <a:r>
              <a:rPr lang="en-US" sz="1800" dirty="0"/>
              <a:t> </a:t>
            </a:r>
            <a:r>
              <a:rPr lang="en-US" sz="1800" dirty="0">
                <a:sym typeface="Wingdings" panose="05000000000000000000" pitchFamily="2" charset="2"/>
              </a:rPr>
              <a:t>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hàng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Sản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phẩm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bán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hàng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một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trị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nào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đó</a:t>
            </a:r>
            <a:r>
              <a:rPr lang="en-US" sz="1800" dirty="0">
                <a:sym typeface="Wingdings" panose="05000000000000000000" pitchFamily="2" charset="2"/>
              </a:rPr>
              <a:t> bao </a:t>
            </a:r>
            <a:r>
              <a:rPr lang="en-US" sz="1800" dirty="0" err="1">
                <a:sym typeface="Wingdings" panose="05000000000000000000" pitchFamily="2" charset="2"/>
              </a:rPr>
              <a:t>gồm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hữu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vô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hình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Giá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trị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hàng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nhận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năng</a:t>
            </a:r>
            <a:r>
              <a:rPr lang="en-US" sz="1400" dirty="0">
                <a:sym typeface="Wingdings" panose="05000000000000000000" pitchFamily="2" charset="2"/>
              </a:rPr>
              <a:t>: </a:t>
            </a:r>
            <a:r>
              <a:rPr lang="en-US" sz="1400" dirty="0" err="1">
                <a:sym typeface="Wingdings" panose="05000000000000000000" pitchFamily="2" charset="2"/>
              </a:rPr>
              <a:t>hoàn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vốn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bảo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vệ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Dịch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vụ</a:t>
            </a:r>
            <a:r>
              <a:rPr lang="en-US" sz="1400" dirty="0">
                <a:sym typeface="Wingdings" panose="05000000000000000000" pitchFamily="2" charset="2"/>
              </a:rPr>
              <a:t>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Cảm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xúc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tích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cực</a:t>
            </a:r>
            <a:endParaRPr lang="en-US" sz="12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Lòng</a:t>
            </a:r>
            <a:r>
              <a:rPr lang="en-US" sz="1200" dirty="0">
                <a:sym typeface="Wingdings" panose="05000000000000000000" pitchFamily="2" charset="2"/>
              </a:rPr>
              <a:t> tin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Đa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dạng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sản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phẩm</a:t>
            </a:r>
            <a:endParaRPr lang="en-US" sz="12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Sự</a:t>
            </a:r>
            <a:r>
              <a:rPr lang="en-US" sz="1200" dirty="0">
                <a:sym typeface="Wingdings" panose="05000000000000000000" pitchFamily="2" charset="2"/>
              </a:rPr>
              <a:t> cam </a:t>
            </a:r>
            <a:r>
              <a:rPr lang="en-US" sz="1200" dirty="0" err="1">
                <a:sym typeface="Wingdings" panose="05000000000000000000" pitchFamily="2" charset="2"/>
              </a:rPr>
              <a:t>kết</a:t>
            </a:r>
            <a:endParaRPr lang="en-US" sz="12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Thuận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tiện</a:t>
            </a:r>
            <a:endParaRPr lang="en-US" sz="12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200" dirty="0" err="1">
                <a:sym typeface="Wingdings" panose="05000000000000000000" pitchFamily="2" charset="2"/>
              </a:rPr>
              <a:t>Tính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trật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tự</a:t>
            </a:r>
            <a:endParaRPr lang="en-US" sz="12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Vượt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vọng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khuyến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mãi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Ngạc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nhiên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chưa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biệt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thể</a:t>
            </a:r>
            <a:r>
              <a:rPr lang="en-US" sz="1400" dirty="0">
                <a:sym typeface="Wingdings" panose="05000000000000000000" pitchFamily="2" charset="2"/>
              </a:rPr>
              <a:t> tin </a:t>
            </a:r>
            <a:r>
              <a:rPr lang="en-US" sz="1400" dirty="0" err="1">
                <a:sym typeface="Wingdings" panose="05000000000000000000" pitchFamily="2" charset="2"/>
              </a:rPr>
              <a:t>được</a:t>
            </a:r>
            <a:r>
              <a:rPr lang="en-US" sz="1400" dirty="0">
                <a:sym typeface="Wingdings" panose="05000000000000000000" pitchFamily="2" charset="2"/>
              </a:rPr>
              <a:t> 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ngờ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Người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bán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hàng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phải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tìm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mạnh</a:t>
            </a:r>
            <a:r>
              <a:rPr lang="en-US" sz="1800" dirty="0">
                <a:sym typeface="Wingdings" panose="05000000000000000000" pitchFamily="2" charset="2"/>
              </a:rPr>
              <a:t> ở </a:t>
            </a:r>
            <a:r>
              <a:rPr lang="en-US" sz="1800" dirty="0" err="1">
                <a:sym typeface="Wingdings" panose="05000000000000000000" pitchFamily="2" charset="2"/>
              </a:rPr>
              <a:t>vòng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nào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đó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để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tạo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ra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lõi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Lợi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thế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tranh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4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6331-461D-EF2B-46C4-33FA73E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70048A-8DA9-45B6-ACDF-78694627FDE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2416B-14F7-EEEB-0D8E-0A363F23E869}"/>
              </a:ext>
            </a:extLst>
          </p:cNvPr>
          <p:cNvSpPr/>
          <p:nvPr/>
        </p:nvSpPr>
        <p:spPr>
          <a:xfrm>
            <a:off x="1291589" y="1240850"/>
            <a:ext cx="428931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yếu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tố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khâu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bán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41417E5-B794-6C5F-6474-1D2DEA381D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8489453"/>
              </p:ext>
            </p:extLst>
          </p:nvPr>
        </p:nvGraphicFramePr>
        <p:xfrm>
          <a:off x="6252881" y="2389281"/>
          <a:ext cx="6808695" cy="3514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1619681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B2CB-9803-8FA0-1DE0-8C884C27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1B33-72F4-6813-40AB-B56C7D8B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782" y="2042178"/>
            <a:ext cx="10515600" cy="39626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Biểu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giá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Khách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lớn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Khách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nhỏ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mua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sĩ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mua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lẻ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giàu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nghèo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khách</a:t>
            </a:r>
            <a:r>
              <a:rPr lang="en-US" sz="1400" dirty="0">
                <a:sym typeface="Wingdings" panose="05000000000000000000" pitchFamily="2" charset="2"/>
              </a:rPr>
              <a:t> VIP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Giá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thiết</a:t>
            </a:r>
            <a:endParaRPr lang="en-US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 </a:t>
            </a:r>
            <a:r>
              <a:rPr lang="en-US" sz="2200" dirty="0" err="1">
                <a:sym typeface="Wingdings" panose="05000000000000000000" pitchFamily="2" charset="2"/>
              </a:rPr>
              <a:t>Thành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phần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của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giá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phải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chứa</a:t>
            </a:r>
            <a:r>
              <a:rPr lang="en-US" sz="2200" dirty="0">
                <a:sym typeface="Wingdings" panose="05000000000000000000" pitchFamily="2" charset="2"/>
              </a:rPr>
              <a:t> 5 </a:t>
            </a:r>
            <a:r>
              <a:rPr lang="en-US" sz="2200" dirty="0" err="1">
                <a:sym typeface="Wingdings" panose="05000000000000000000" pitchFamily="2" charset="2"/>
              </a:rPr>
              <a:t>giá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trị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sản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phẩm</a:t>
            </a:r>
            <a:endParaRPr lang="en-US" sz="22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6331-461D-EF2B-46C4-33FA73E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70048A-8DA9-45B6-ACDF-78694627FDE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2416B-14F7-EEEB-0D8E-0A363F23E869}"/>
              </a:ext>
            </a:extLst>
          </p:cNvPr>
          <p:cNvSpPr/>
          <p:nvPr/>
        </p:nvSpPr>
        <p:spPr>
          <a:xfrm>
            <a:off x="1291589" y="1240850"/>
            <a:ext cx="428931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yếu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tố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khâu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bán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Các tiêu chí đánh giá mức độ hài lòng của khách hàng - JobsGO Blog">
            <a:extLst>
              <a:ext uri="{FF2B5EF4-FFF2-40B4-BE49-F238E27FC236}">
                <a16:creationId xmlns:a16="http://schemas.microsoft.com/office/drawing/2014/main" id="{C2A288C7-4367-2DB5-8400-7C7AE71E9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953" y="4112372"/>
            <a:ext cx="4638405" cy="2609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15530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B2CB-9803-8FA0-1DE0-8C884C27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1B33-72F4-6813-40AB-B56C7D8B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7015" y="2168013"/>
            <a:ext cx="10515600" cy="39626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000" dirty="0" err="1"/>
              <a:t>Kênh</a:t>
            </a:r>
            <a:r>
              <a:rPr lang="en-US" sz="2000" dirty="0"/>
              <a:t>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phối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 err="1">
                <a:sym typeface="Wingdings" panose="05000000000000000000" pitchFamily="2" charset="2"/>
              </a:rPr>
              <a:t>Đảm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bảo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tính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thuận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tiện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Thời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gian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Địa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điểm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Phương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tiện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Kênh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trực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tiếp</a:t>
            </a:r>
            <a:r>
              <a:rPr lang="en-US" sz="1800" dirty="0">
                <a:sym typeface="Wingdings" panose="05000000000000000000" pitchFamily="2" charset="2"/>
              </a:rPr>
              <a:t> (</a:t>
            </a:r>
            <a:r>
              <a:rPr lang="en-US" sz="1800" dirty="0" err="1">
                <a:sym typeface="Wingdings" panose="05000000000000000000" pitchFamily="2" charset="2"/>
              </a:rPr>
              <a:t>cá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nhân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đại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lý</a:t>
            </a:r>
            <a:r>
              <a:rPr lang="en-US" sz="1800" dirty="0">
                <a:sym typeface="Wingdings" panose="05000000000000000000" pitchFamily="2" charset="2"/>
              </a:rPr>
              <a:t>, online)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 err="1">
                <a:sym typeface="Wingdings" panose="05000000000000000000" pitchFamily="2" charset="2"/>
              </a:rPr>
              <a:t>Kênh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gián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tiếp</a:t>
            </a:r>
            <a:r>
              <a:rPr lang="en-US" sz="1800" dirty="0">
                <a:sym typeface="Wingdings" panose="05000000000000000000" pitchFamily="2" charset="2"/>
              </a:rPr>
              <a:t> ( </a:t>
            </a:r>
            <a:r>
              <a:rPr lang="en-US" sz="1800" dirty="0" err="1">
                <a:sym typeface="Wingdings" panose="05000000000000000000" pitchFamily="2" charset="2"/>
              </a:rPr>
              <a:t>bán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buôn</a:t>
            </a:r>
            <a:r>
              <a:rPr lang="en-US" sz="1800" dirty="0">
                <a:sym typeface="Wingdings" panose="05000000000000000000" pitchFamily="2" charset="2"/>
              </a:rPr>
              <a:t>, </a:t>
            </a:r>
            <a:r>
              <a:rPr lang="en-US" sz="1800" dirty="0" err="1">
                <a:sym typeface="Wingdings" panose="05000000000000000000" pitchFamily="2" charset="2"/>
              </a:rPr>
              <a:t>tích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hợp</a:t>
            </a:r>
            <a:r>
              <a:rPr lang="en-US" sz="1800" dirty="0">
                <a:sym typeface="Wingdings" panose="05000000000000000000" pitchFamily="2" charset="2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Truyền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thông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Quảng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cáo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Khuyến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mãi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nghiệm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Hội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thảo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Ứng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dụng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nghệ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6331-461D-EF2B-46C4-33FA73E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70048A-8DA9-45B6-ACDF-78694627FDE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2416B-14F7-EEEB-0D8E-0A363F23E869}"/>
              </a:ext>
            </a:extLst>
          </p:cNvPr>
          <p:cNvSpPr/>
          <p:nvPr/>
        </p:nvSpPr>
        <p:spPr>
          <a:xfrm>
            <a:off x="1291589" y="1240850"/>
            <a:ext cx="428931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yếu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tố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khâu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bán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Kênh phân phối và các bước xây dựng kênh phân phối hiệu quả cho doanh nghiệp">
            <a:extLst>
              <a:ext uri="{FF2B5EF4-FFF2-40B4-BE49-F238E27FC236}">
                <a16:creationId xmlns:a16="http://schemas.microsoft.com/office/drawing/2014/main" id="{296A09F1-DDF2-2A21-F3E8-2E6724CCC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051" y="2693826"/>
            <a:ext cx="4015530" cy="24783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70807311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B2CB-9803-8FA0-1DE0-8C884C27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1B33-72F4-6813-40AB-B56C7D8B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7015" y="2168013"/>
            <a:ext cx="5272350" cy="39626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000" dirty="0" err="1"/>
              <a:t>Triết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Lợi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nhuận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sym typeface="Wingdings" panose="05000000000000000000" pitchFamily="2" charset="2"/>
              </a:rPr>
              <a:t>An </a:t>
            </a:r>
            <a:r>
              <a:rPr lang="en-US" sz="1600" dirty="0" err="1">
                <a:sym typeface="Wingdings" panose="05000000000000000000" pitchFamily="2" charset="2"/>
              </a:rPr>
              <a:t>toàn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Lắng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nghe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Vì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Thấu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hiểu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động</a:t>
            </a:r>
            <a:endParaRPr lang="en-US" sz="16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Quy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trình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bán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hàng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Mỗi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cty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có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hàng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riêng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Trung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mỗi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quy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từ</a:t>
            </a:r>
            <a:r>
              <a:rPr lang="en-US" sz="1400" dirty="0">
                <a:sym typeface="Wingdings" panose="05000000000000000000" pitchFamily="2" charset="2"/>
              </a:rPr>
              <a:t> 5-7 </a:t>
            </a:r>
            <a:r>
              <a:rPr lang="en-US" sz="1400" dirty="0" err="1">
                <a:sym typeface="Wingdings" panose="05000000000000000000" pitchFamily="2" charset="2"/>
              </a:rPr>
              <a:t>bước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Quy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trình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nhằm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tối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ưu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việc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đưa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sản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phẩm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tới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hàng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6331-461D-EF2B-46C4-33FA73E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70048A-8DA9-45B6-ACDF-78694627FDE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2416B-14F7-EEEB-0D8E-0A363F23E869}"/>
              </a:ext>
            </a:extLst>
          </p:cNvPr>
          <p:cNvSpPr/>
          <p:nvPr/>
        </p:nvSpPr>
        <p:spPr>
          <a:xfrm>
            <a:off x="1291589" y="1240850"/>
            <a:ext cx="428931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yếu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tố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khâu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bán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5 Bước Xây Dựng Quy Trình Bán Hàng Trong Doanh Nghiệp">
            <a:extLst>
              <a:ext uri="{FF2B5EF4-FFF2-40B4-BE49-F238E27FC236}">
                <a16:creationId xmlns:a16="http://schemas.microsoft.com/office/drawing/2014/main" id="{3143A9EF-2444-26A4-5BA5-C5BAC0F60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789" y="1533237"/>
            <a:ext cx="5466357" cy="364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543883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B2CB-9803-8FA0-1DE0-8C884C27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1B33-72F4-6813-40AB-B56C7D8B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7014" y="2168013"/>
            <a:ext cx="8837671" cy="39626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 </a:t>
            </a:r>
            <a:r>
              <a:rPr lang="en-US" sz="2000" dirty="0" err="1">
                <a:sym typeface="Wingdings" panose="05000000000000000000" pitchFamily="2" charset="2"/>
              </a:rPr>
              <a:t>Cần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làm</a:t>
            </a:r>
            <a:r>
              <a:rPr lang="en-US" sz="2000" dirty="0">
                <a:sym typeface="Wingdings" panose="05000000000000000000" pitchFamily="2" charset="2"/>
              </a:rPr>
              <a:t> 5 </a:t>
            </a:r>
            <a:r>
              <a:rPr lang="en-US" sz="2000" dirty="0" err="1">
                <a:sym typeface="Wingdings" panose="05000000000000000000" pitchFamily="2" charset="2"/>
              </a:rPr>
              <a:t>việc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Chương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dục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giới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thiệu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sản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phẩm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Uốn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nắn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nhu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cầu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Bảo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hiểm</a:t>
            </a:r>
            <a:endParaRPr lang="en-US" sz="16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tất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yếu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cuộc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sống</a:t>
            </a:r>
            <a:endParaRPr lang="en-US" sz="14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Tính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bảo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vệ</a:t>
            </a:r>
            <a:endParaRPr lang="en-US" sz="14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Bảo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đảm</a:t>
            </a:r>
            <a:r>
              <a:rPr lang="en-US" sz="1400" dirty="0">
                <a:sym typeface="Wingdings" panose="05000000000000000000" pitchFamily="2" charset="2"/>
              </a:rPr>
              <a:t> an </a:t>
            </a:r>
            <a:r>
              <a:rPr lang="en-US" sz="1400" dirty="0" err="1">
                <a:sym typeface="Wingdings" panose="05000000000000000000" pitchFamily="2" charset="2"/>
              </a:rPr>
              <a:t>toàn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tài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chính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Bán</a:t>
            </a:r>
            <a:r>
              <a:rPr lang="en-US" sz="1600" dirty="0">
                <a:sym typeface="Wingdings" panose="05000000000000000000" pitchFamily="2" charset="2"/>
              </a:rPr>
              <a:t>  </a:t>
            </a:r>
            <a:r>
              <a:rPr lang="en-US" sz="1600" dirty="0" err="1">
                <a:sym typeface="Wingdings" panose="05000000000000000000" pitchFamily="2" charset="2"/>
              </a:rPr>
              <a:t>Trạng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thái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tâm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lý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Chú</a:t>
            </a:r>
            <a:r>
              <a:rPr lang="en-US" sz="1400" dirty="0">
                <a:sym typeface="Wingdings" panose="05000000000000000000" pitchFamily="2" charset="2"/>
              </a:rPr>
              <a:t> ý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>
                <a:sym typeface="Wingdings" panose="05000000000000000000" pitchFamily="2" charset="2"/>
              </a:rPr>
              <a:t>Quan </a:t>
            </a:r>
            <a:r>
              <a:rPr lang="en-US" sz="1400" dirty="0" err="1">
                <a:sym typeface="Wingdings" panose="05000000000000000000" pitchFamily="2" charset="2"/>
              </a:rPr>
              <a:t>tâm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Hứng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thú</a:t>
            </a:r>
            <a:endParaRPr lang="en-US" sz="14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400" dirty="0" err="1">
                <a:sym typeface="Wingdings" panose="05000000000000000000" pitchFamily="2" charset="2"/>
              </a:rPr>
              <a:t>Chốt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đơn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Lấy</a:t>
            </a:r>
            <a:r>
              <a:rPr lang="en-US" sz="1600" dirty="0">
                <a:sym typeface="Wingdings" panose="05000000000000000000" pitchFamily="2" charset="2"/>
              </a:rPr>
              <a:t> ý </a:t>
            </a:r>
            <a:r>
              <a:rPr lang="en-US" sz="1600" dirty="0" err="1">
                <a:sym typeface="Wingdings" panose="05000000000000000000" pitchFamily="2" charset="2"/>
              </a:rPr>
              <a:t>kiến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Tham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vào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quá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trình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giao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endParaRPr lang="en-US" sz="16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 err="1">
                <a:sym typeface="Wingdings" panose="05000000000000000000" pitchFamily="2" charset="2"/>
              </a:rPr>
              <a:t>Chăm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sóc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hàng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hoàn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hảo</a:t>
            </a:r>
            <a:r>
              <a:rPr lang="en-US" sz="1600" dirty="0">
                <a:sym typeface="Wingdings" panose="05000000000000000000" pitchFamily="2" charset="2"/>
              </a:rPr>
              <a:t>   </a:t>
            </a:r>
            <a:r>
              <a:rPr lang="en-US" sz="1600" dirty="0" err="1">
                <a:sym typeface="Wingdings" panose="05000000000000000000" pitchFamily="2" charset="2"/>
              </a:rPr>
              <a:t>Tạo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sự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trung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thành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của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khách</a:t>
            </a:r>
            <a:endParaRPr lang="en-US" sz="16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6331-461D-EF2B-46C4-33FA73E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70048A-8DA9-45B6-ACDF-78694627FDE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2416B-14F7-EEEB-0D8E-0A363F23E869}"/>
              </a:ext>
            </a:extLst>
          </p:cNvPr>
          <p:cNvSpPr/>
          <p:nvPr/>
        </p:nvSpPr>
        <p:spPr>
          <a:xfrm>
            <a:off x="1291589" y="1240850"/>
            <a:ext cx="428931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yếu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tố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của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khâu</a:t>
            </a:r>
            <a:r>
              <a:rPr kumimoji="0" lang="en-US" sz="32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bán</a:t>
            </a:r>
            <a:endParaRPr kumimoji="0" lang="en-US" sz="32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Kỹ năng bán hàng hiệu quả - Tổ chức Giáo dục Đào tạo PTI">
            <a:extLst>
              <a:ext uri="{FF2B5EF4-FFF2-40B4-BE49-F238E27FC236}">
                <a16:creationId xmlns:a16="http://schemas.microsoft.com/office/drawing/2014/main" id="{DE6C3425-73CA-9ADA-B066-470EB581F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232" y="3112316"/>
            <a:ext cx="3609245" cy="243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665242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2F1-8271-81CB-5304-57D21FE0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KỸ NĂNG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FA12-4BB1-E116-7A02-1EFB07E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164" y="2667840"/>
            <a:ext cx="5069130" cy="3374898"/>
          </a:xfrm>
        </p:spPr>
        <p:txBody>
          <a:bodyPr>
            <a:normAutofit/>
          </a:bodyPr>
          <a:lstStyle/>
          <a:p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biết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đối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  <a:r>
              <a:rPr lang="en-US" sz="1800" dirty="0" err="1"/>
              <a:t>mình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ai</a:t>
            </a:r>
          </a:p>
          <a:p>
            <a:r>
              <a:rPr lang="en-US" sz="1800" dirty="0" err="1"/>
              <a:t>Họ</a:t>
            </a:r>
            <a:r>
              <a:rPr lang="en-US" sz="1800" dirty="0"/>
              <a:t> </a:t>
            </a:r>
            <a:r>
              <a:rPr lang="en-US" sz="1800" dirty="0" err="1"/>
              <a:t>mong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gì</a:t>
            </a:r>
            <a:endParaRPr lang="en-US" sz="1800" dirty="0"/>
          </a:p>
          <a:p>
            <a:r>
              <a:rPr lang="en-US" sz="1800" dirty="0" err="1"/>
              <a:t>Tìm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 </a:t>
            </a:r>
            <a:r>
              <a:rPr lang="en-US" sz="1800" dirty="0" err="1"/>
              <a:t>nhu</a:t>
            </a:r>
            <a:r>
              <a:rPr lang="en-US" sz="1800" dirty="0"/>
              <a:t> </a:t>
            </a:r>
            <a:r>
              <a:rPr lang="en-US" sz="1800" dirty="0" err="1"/>
              <a:t>cầu</a:t>
            </a:r>
            <a:r>
              <a:rPr lang="en-US" sz="1800" dirty="0"/>
              <a:t> </a:t>
            </a:r>
            <a:r>
              <a:rPr lang="en-US" sz="1800" dirty="0" err="1"/>
              <a:t>tiềm</a:t>
            </a:r>
            <a:r>
              <a:rPr lang="en-US" sz="1800" dirty="0"/>
              <a:t> </a:t>
            </a:r>
            <a:r>
              <a:rPr lang="en-US" sz="1800" dirty="0" err="1"/>
              <a:t>ẩn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khách</a:t>
            </a:r>
            <a:endParaRPr lang="en-US" sz="1800" dirty="0"/>
          </a:p>
          <a:p>
            <a:r>
              <a:rPr lang="en-US" sz="1800" dirty="0" err="1"/>
              <a:t>Giới</a:t>
            </a:r>
            <a:r>
              <a:rPr lang="en-US" sz="1800" dirty="0"/>
              <a:t> </a:t>
            </a:r>
            <a:r>
              <a:rPr lang="en-US" sz="1800" dirty="0" err="1"/>
              <a:t>thiệu</a:t>
            </a:r>
            <a:r>
              <a:rPr lang="en-US" sz="1800" dirty="0"/>
              <a:t> </a:t>
            </a:r>
            <a:r>
              <a:rPr lang="en-US" sz="1800" dirty="0" err="1"/>
              <a:t>đúng</a:t>
            </a:r>
            <a:r>
              <a:rPr lang="en-US" sz="1800" dirty="0"/>
              <a:t> </a:t>
            </a:r>
            <a:r>
              <a:rPr lang="en-US" sz="1800" dirty="0" err="1"/>
              <a:t>múng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khách</a:t>
            </a: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70E92-2826-AA24-15F8-5DDBF438E351}"/>
              </a:ext>
            </a:extLst>
          </p:cNvPr>
          <p:cNvSpPr/>
          <p:nvPr/>
        </p:nvSpPr>
        <p:spPr>
          <a:xfrm>
            <a:off x="995222" y="1243442"/>
            <a:ext cx="59308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Kỹ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năng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đánh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giá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con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người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E89D907-CD91-67AB-903B-B1A6FCCFA718}"/>
              </a:ext>
            </a:extLst>
          </p:cNvPr>
          <p:cNvSpPr txBox="1">
            <a:spLocks/>
          </p:cNvSpPr>
          <p:nvPr/>
        </p:nvSpPr>
        <p:spPr>
          <a:xfrm>
            <a:off x="6786773" y="1337380"/>
            <a:ext cx="35147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Thiên hướng tập trung vào nhiệm vụ và vấn đề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A210488-B2D1-BE56-1F8B-57A68B097214}"/>
              </a:ext>
            </a:extLst>
          </p:cNvPr>
          <p:cNvSpPr txBox="1">
            <a:spLocks/>
          </p:cNvSpPr>
          <p:nvPr/>
        </p:nvSpPr>
        <p:spPr>
          <a:xfrm>
            <a:off x="6715336" y="2442284"/>
            <a:ext cx="1733550" cy="1143000"/>
          </a:xfrm>
          <a:prstGeom prst="rect">
            <a:avLst/>
          </a:prstGeom>
          <a:solidFill>
            <a:srgbClr val="0070C0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ƯU TƯ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(Xanh Dương)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7AFE846-0B65-8324-E301-890EED001B84}"/>
              </a:ext>
            </a:extLst>
          </p:cNvPr>
          <p:cNvSpPr txBox="1">
            <a:spLocks/>
          </p:cNvSpPr>
          <p:nvPr/>
        </p:nvSpPr>
        <p:spPr>
          <a:xfrm>
            <a:off x="8648911" y="2442284"/>
            <a:ext cx="1733550" cy="1143000"/>
          </a:xfrm>
          <a:prstGeom prst="rect">
            <a:avLst/>
          </a:prstGeom>
          <a:solidFill>
            <a:srgbClr val="FF0000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NÓNG TÍNH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Đỏ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78940D7-5E86-C90C-9CD1-51ED4F6CACD0}"/>
              </a:ext>
            </a:extLst>
          </p:cNvPr>
          <p:cNvSpPr txBox="1">
            <a:spLocks/>
          </p:cNvSpPr>
          <p:nvPr/>
        </p:nvSpPr>
        <p:spPr>
          <a:xfrm>
            <a:off x="6715336" y="3756734"/>
            <a:ext cx="1733550" cy="1143000"/>
          </a:xfrm>
          <a:prstGeom prst="rect">
            <a:avLst/>
          </a:prstGeom>
          <a:solidFill>
            <a:srgbClr val="00B050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TRẦM TÍNH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Xanh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lá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DBDF8BB-1486-EF31-794D-61AF03E08309}"/>
              </a:ext>
            </a:extLst>
          </p:cNvPr>
          <p:cNvSpPr txBox="1">
            <a:spLocks/>
          </p:cNvSpPr>
          <p:nvPr/>
        </p:nvSpPr>
        <p:spPr>
          <a:xfrm>
            <a:off x="8648911" y="3756734"/>
            <a:ext cx="1733550" cy="11430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LINH HOẠT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Vàng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CA371AD-4D3C-956A-C056-D5887BDFA401}"/>
              </a:ext>
            </a:extLst>
          </p:cNvPr>
          <p:cNvSpPr txBox="1">
            <a:spLocks/>
          </p:cNvSpPr>
          <p:nvPr/>
        </p:nvSpPr>
        <p:spPr>
          <a:xfrm>
            <a:off x="6926077" y="4899738"/>
            <a:ext cx="33504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dirty="0" err="1">
                <a:solidFill>
                  <a:srgbClr val="7030A0"/>
                </a:solidFill>
                <a:latin typeface="Calibri"/>
              </a:rPr>
              <a:t>Thiên</a:t>
            </a:r>
            <a:r>
              <a:rPr lang="en-US" sz="2000" dirty="0">
                <a:solidFill>
                  <a:srgbClr val="7030A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alibri"/>
              </a:rPr>
              <a:t>hướng</a:t>
            </a:r>
            <a:r>
              <a:rPr lang="en-US" sz="2000" dirty="0">
                <a:solidFill>
                  <a:srgbClr val="7030A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alibri"/>
              </a:rPr>
              <a:t>tập</a:t>
            </a:r>
            <a:r>
              <a:rPr lang="en-US" sz="2000" dirty="0">
                <a:solidFill>
                  <a:srgbClr val="7030A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alibri"/>
              </a:rPr>
              <a:t>trung</a:t>
            </a:r>
            <a:r>
              <a:rPr lang="en-US" sz="2000" dirty="0">
                <a:solidFill>
                  <a:srgbClr val="7030A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alibri"/>
              </a:rPr>
              <a:t>vào</a:t>
            </a:r>
            <a:r>
              <a:rPr lang="en-US" sz="2000" dirty="0">
                <a:solidFill>
                  <a:srgbClr val="7030A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alibri"/>
              </a:rPr>
              <a:t>mối</a:t>
            </a:r>
            <a:r>
              <a:rPr lang="en-US" sz="2000" dirty="0">
                <a:solidFill>
                  <a:srgbClr val="7030A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alibri"/>
              </a:rPr>
              <a:t>quan</a:t>
            </a:r>
            <a:r>
              <a:rPr lang="en-US" sz="2000" dirty="0">
                <a:solidFill>
                  <a:srgbClr val="7030A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alibri"/>
              </a:rPr>
              <a:t>hệ</a:t>
            </a:r>
            <a:endParaRPr lang="en-US" sz="200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0AF14C26-DCCD-C05A-1A47-BA2A807C6C25}"/>
              </a:ext>
            </a:extLst>
          </p:cNvPr>
          <p:cNvSpPr txBox="1">
            <a:spLocks/>
          </p:cNvSpPr>
          <p:nvPr/>
        </p:nvSpPr>
        <p:spPr>
          <a:xfrm>
            <a:off x="10477710" y="3118559"/>
            <a:ext cx="173355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dirty="0" err="1">
                <a:solidFill>
                  <a:srgbClr val="0070C0"/>
                </a:solidFill>
                <a:latin typeface="Calibri"/>
              </a:rPr>
              <a:t>Hướng</a:t>
            </a:r>
            <a:r>
              <a:rPr lang="en-US" sz="2000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alibri"/>
              </a:rPr>
              <a:t>ngoại</a:t>
            </a:r>
            <a:endParaRPr lang="en-US" sz="2000" dirty="0">
              <a:solidFill>
                <a:srgbClr val="0070C0"/>
              </a:solidFill>
              <a:latin typeface="Calibri"/>
            </a:endParaRPr>
          </a:p>
          <a:p>
            <a:pPr>
              <a:defRPr/>
            </a:pPr>
            <a:r>
              <a:rPr lang="en-US" sz="2000" dirty="0" err="1">
                <a:solidFill>
                  <a:srgbClr val="0070C0"/>
                </a:solidFill>
                <a:latin typeface="Calibri"/>
              </a:rPr>
              <a:t>Chủ</a:t>
            </a:r>
            <a:r>
              <a:rPr lang="en-US" sz="2000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alibri"/>
              </a:rPr>
              <a:t>động</a:t>
            </a:r>
            <a:endParaRPr lang="en-US" sz="2000" dirty="0">
              <a:solidFill>
                <a:srgbClr val="0070C0"/>
              </a:solidFill>
              <a:latin typeface="Calibri"/>
            </a:endParaRPr>
          </a:p>
          <a:p>
            <a:pPr>
              <a:defRPr/>
            </a:pPr>
            <a:r>
              <a:rPr lang="en-US" sz="2000" dirty="0" err="1">
                <a:solidFill>
                  <a:srgbClr val="0070C0"/>
                </a:solidFill>
                <a:latin typeface="Calibri"/>
              </a:rPr>
              <a:t>Năng</a:t>
            </a:r>
            <a:r>
              <a:rPr lang="en-US" sz="2000" dirty="0">
                <a:solidFill>
                  <a:srgbClr val="0070C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alibri"/>
              </a:rPr>
              <a:t>nổ</a:t>
            </a:r>
            <a:endParaRPr lang="en-US" sz="200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782B53C8-C888-8BBB-4B22-98B1835EF8F6}"/>
              </a:ext>
            </a:extLst>
          </p:cNvPr>
          <p:cNvSpPr txBox="1">
            <a:spLocks/>
          </p:cNvSpPr>
          <p:nvPr/>
        </p:nvSpPr>
        <p:spPr>
          <a:xfrm>
            <a:off x="5017505" y="3104270"/>
            <a:ext cx="173355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dirty="0" err="1">
                <a:solidFill>
                  <a:srgbClr val="00B050"/>
                </a:solidFill>
                <a:latin typeface="Calibri"/>
              </a:rPr>
              <a:t>Hướng</a:t>
            </a:r>
            <a:r>
              <a:rPr lang="en-US" sz="2000" dirty="0">
                <a:solidFill>
                  <a:srgbClr val="00B05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Calibri"/>
              </a:rPr>
              <a:t>nội</a:t>
            </a:r>
            <a:endParaRPr lang="en-US" sz="2000" dirty="0">
              <a:solidFill>
                <a:srgbClr val="00B050"/>
              </a:solidFill>
              <a:latin typeface="Calibri"/>
            </a:endParaRPr>
          </a:p>
          <a:p>
            <a:pPr>
              <a:defRPr/>
            </a:pPr>
            <a:r>
              <a:rPr lang="en-US" sz="2000" dirty="0" err="1">
                <a:solidFill>
                  <a:srgbClr val="00B050"/>
                </a:solidFill>
                <a:latin typeface="Calibri"/>
              </a:rPr>
              <a:t>Thụ</a:t>
            </a:r>
            <a:r>
              <a:rPr lang="en-US" sz="2000" dirty="0">
                <a:solidFill>
                  <a:srgbClr val="00B05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Calibri"/>
              </a:rPr>
              <a:t>động</a:t>
            </a:r>
            <a:endParaRPr lang="en-US" sz="2000" dirty="0">
              <a:solidFill>
                <a:srgbClr val="00B050"/>
              </a:solidFill>
              <a:latin typeface="Calibri"/>
            </a:endParaRPr>
          </a:p>
          <a:p>
            <a:pPr>
              <a:defRPr/>
            </a:pPr>
            <a:r>
              <a:rPr lang="en-US" sz="2000" dirty="0" err="1">
                <a:solidFill>
                  <a:srgbClr val="00B050"/>
                </a:solidFill>
                <a:latin typeface="Calibri"/>
              </a:rPr>
              <a:t>Kín</a:t>
            </a:r>
            <a:r>
              <a:rPr lang="en-US" sz="2000" dirty="0">
                <a:solidFill>
                  <a:srgbClr val="00B050"/>
                </a:solidFill>
                <a:latin typeface="Calibri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Calibri"/>
              </a:rPr>
              <a:t>đáo</a:t>
            </a:r>
            <a:endParaRPr lang="en-US" sz="2000" dirty="0">
              <a:solidFill>
                <a:srgbClr val="00B050"/>
              </a:solidFill>
              <a:latin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39CEEA2-1633-18F6-DF55-BFB0E07693D3}"/>
              </a:ext>
            </a:extLst>
          </p:cNvPr>
          <p:cNvCxnSpPr>
            <a:cxnSpLocks/>
          </p:cNvCxnSpPr>
          <p:nvPr/>
        </p:nvCxnSpPr>
        <p:spPr>
          <a:xfrm>
            <a:off x="8553661" y="2261307"/>
            <a:ext cx="0" cy="2857504"/>
          </a:xfrm>
          <a:prstGeom prst="straightConnector1">
            <a:avLst/>
          </a:prstGeom>
          <a:noFill/>
          <a:ln w="38100" cap="flat" cmpd="sng" algn="ctr">
            <a:solidFill>
              <a:srgbClr val="F79646"/>
            </a:solidFill>
            <a:prstDash val="solid"/>
            <a:headEnd type="triangle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10FAF46-8B96-9D51-7E83-5DAAB31919C8}"/>
              </a:ext>
            </a:extLst>
          </p:cNvPr>
          <p:cNvCxnSpPr>
            <a:cxnSpLocks/>
          </p:cNvCxnSpPr>
          <p:nvPr/>
        </p:nvCxnSpPr>
        <p:spPr>
          <a:xfrm flipV="1">
            <a:off x="6543886" y="3661482"/>
            <a:ext cx="4057650" cy="14288"/>
          </a:xfrm>
          <a:prstGeom prst="straightConnector1">
            <a:avLst/>
          </a:prstGeom>
          <a:noFill/>
          <a:ln w="38100" cap="flat" cmpd="sng" algn="ctr">
            <a:solidFill>
              <a:srgbClr val="F79646"/>
            </a:solidFill>
            <a:prstDash val="solid"/>
            <a:headEnd type="triangle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FA2DA5D-0E13-D679-356F-D2DB4F2DFBCB}"/>
              </a:ext>
            </a:extLst>
          </p:cNvPr>
          <p:cNvGrpSpPr/>
          <p:nvPr/>
        </p:nvGrpSpPr>
        <p:grpSpPr>
          <a:xfrm>
            <a:off x="8068269" y="3175707"/>
            <a:ext cx="1003171" cy="990600"/>
            <a:chOff x="5629658" y="3048000"/>
            <a:chExt cx="1003171" cy="9906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A80A0C3-2FF6-4A5E-B1A1-3C54ABF1743B}"/>
                </a:ext>
              </a:extLst>
            </p:cNvPr>
            <p:cNvGrpSpPr/>
            <p:nvPr/>
          </p:nvGrpSpPr>
          <p:grpSpPr>
            <a:xfrm>
              <a:off x="5915025" y="3048000"/>
              <a:ext cx="442914" cy="193929"/>
              <a:chOff x="5915025" y="3081338"/>
              <a:chExt cx="442914" cy="193929"/>
            </a:xfrm>
          </p:grpSpPr>
          <p:sp>
            <p:nvSpPr>
              <p:cNvPr id="53" name="Arrow: Right 52">
                <a:extLst>
                  <a:ext uri="{FF2B5EF4-FFF2-40B4-BE49-F238E27FC236}">
                    <a16:creationId xmlns:a16="http://schemas.microsoft.com/office/drawing/2014/main" id="{E2C222C0-2D5E-74E2-C299-F545AA2D5C41}"/>
                  </a:ext>
                </a:extLst>
              </p:cNvPr>
              <p:cNvSpPr/>
              <p:nvPr/>
            </p:nvSpPr>
            <p:spPr>
              <a:xfrm>
                <a:off x="5915025" y="3081338"/>
                <a:ext cx="442914" cy="64293"/>
              </a:xfrm>
              <a:prstGeom prst="rightArrow">
                <a:avLst/>
              </a:prstGeom>
              <a:solidFill>
                <a:srgbClr val="4BACC6"/>
              </a:solidFill>
              <a:ln w="3810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Arrow: Right 53">
                <a:extLst>
                  <a:ext uri="{FF2B5EF4-FFF2-40B4-BE49-F238E27FC236}">
                    <a16:creationId xmlns:a16="http://schemas.microsoft.com/office/drawing/2014/main" id="{6FEB1991-D436-8FA9-3CB1-117DD171A7DA}"/>
                  </a:ext>
                </a:extLst>
              </p:cNvPr>
              <p:cNvSpPr/>
              <p:nvPr/>
            </p:nvSpPr>
            <p:spPr>
              <a:xfrm rot="10800000">
                <a:off x="5915025" y="3210974"/>
                <a:ext cx="442914" cy="64293"/>
              </a:xfrm>
              <a:prstGeom prst="rightArrow">
                <a:avLst/>
              </a:prstGeom>
              <a:solidFill>
                <a:srgbClr val="9BBB59"/>
              </a:solidFill>
              <a:ln w="3810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46C5AD9-641F-B8D5-792D-413C451E4777}"/>
                </a:ext>
              </a:extLst>
            </p:cNvPr>
            <p:cNvGrpSpPr/>
            <p:nvPr/>
          </p:nvGrpSpPr>
          <p:grpSpPr>
            <a:xfrm>
              <a:off x="5915025" y="3844671"/>
              <a:ext cx="442914" cy="193929"/>
              <a:chOff x="5915025" y="3081338"/>
              <a:chExt cx="442914" cy="193929"/>
            </a:xfrm>
          </p:grpSpPr>
          <p:sp>
            <p:nvSpPr>
              <p:cNvPr id="51" name="Arrow: Right 50">
                <a:extLst>
                  <a:ext uri="{FF2B5EF4-FFF2-40B4-BE49-F238E27FC236}">
                    <a16:creationId xmlns:a16="http://schemas.microsoft.com/office/drawing/2014/main" id="{B0E9F08D-21F5-C16A-86AE-95D8A049BEE6}"/>
                  </a:ext>
                </a:extLst>
              </p:cNvPr>
              <p:cNvSpPr/>
              <p:nvPr/>
            </p:nvSpPr>
            <p:spPr>
              <a:xfrm>
                <a:off x="5915025" y="3081338"/>
                <a:ext cx="442914" cy="64293"/>
              </a:xfrm>
              <a:prstGeom prst="rightArrow">
                <a:avLst/>
              </a:prstGeom>
              <a:solidFill>
                <a:srgbClr val="4BACC6"/>
              </a:solidFill>
              <a:ln w="3810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Arrow: Right 51">
                <a:extLst>
                  <a:ext uri="{FF2B5EF4-FFF2-40B4-BE49-F238E27FC236}">
                    <a16:creationId xmlns:a16="http://schemas.microsoft.com/office/drawing/2014/main" id="{6EB73EC0-40BB-7926-49E8-5B14FA0840E6}"/>
                  </a:ext>
                </a:extLst>
              </p:cNvPr>
              <p:cNvSpPr/>
              <p:nvPr/>
            </p:nvSpPr>
            <p:spPr>
              <a:xfrm rot="10800000">
                <a:off x="5915025" y="3210974"/>
                <a:ext cx="442914" cy="64293"/>
              </a:xfrm>
              <a:prstGeom prst="rightArrow">
                <a:avLst/>
              </a:prstGeom>
              <a:solidFill>
                <a:srgbClr val="9BBB59"/>
              </a:solidFill>
              <a:ln w="3810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C6F099E-96C9-C7D6-DCCF-BD9DCEE03EDE}"/>
                </a:ext>
              </a:extLst>
            </p:cNvPr>
            <p:cNvGrpSpPr/>
            <p:nvPr/>
          </p:nvGrpSpPr>
          <p:grpSpPr>
            <a:xfrm rot="5400000">
              <a:off x="6314408" y="3436811"/>
              <a:ext cx="442914" cy="193929"/>
              <a:chOff x="5915025" y="3081338"/>
              <a:chExt cx="442914" cy="193929"/>
            </a:xfrm>
          </p:grpSpPr>
          <p:sp>
            <p:nvSpPr>
              <p:cNvPr id="49" name="Arrow: Right 48">
                <a:extLst>
                  <a:ext uri="{FF2B5EF4-FFF2-40B4-BE49-F238E27FC236}">
                    <a16:creationId xmlns:a16="http://schemas.microsoft.com/office/drawing/2014/main" id="{FB474CEA-31C0-BC7D-8E61-1E1D53B08A93}"/>
                  </a:ext>
                </a:extLst>
              </p:cNvPr>
              <p:cNvSpPr/>
              <p:nvPr/>
            </p:nvSpPr>
            <p:spPr>
              <a:xfrm>
                <a:off x="5915025" y="3081338"/>
                <a:ext cx="442914" cy="64293"/>
              </a:xfrm>
              <a:prstGeom prst="rightArrow">
                <a:avLst/>
              </a:prstGeom>
              <a:solidFill>
                <a:srgbClr val="4BACC6"/>
              </a:solidFill>
              <a:ln w="3810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" name="Arrow: Right 49">
                <a:extLst>
                  <a:ext uri="{FF2B5EF4-FFF2-40B4-BE49-F238E27FC236}">
                    <a16:creationId xmlns:a16="http://schemas.microsoft.com/office/drawing/2014/main" id="{94E0E6EE-EE79-9D5F-6A9A-ED9D1DCB38A3}"/>
                  </a:ext>
                </a:extLst>
              </p:cNvPr>
              <p:cNvSpPr/>
              <p:nvPr/>
            </p:nvSpPr>
            <p:spPr>
              <a:xfrm rot="10800000">
                <a:off x="5915025" y="3210974"/>
                <a:ext cx="442914" cy="64293"/>
              </a:xfrm>
              <a:prstGeom prst="rightArrow">
                <a:avLst/>
              </a:prstGeom>
              <a:solidFill>
                <a:srgbClr val="9BBB59"/>
              </a:solidFill>
              <a:ln w="3810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A074C4E-6FCD-5DB7-B860-E3CDA5BED131}"/>
                </a:ext>
              </a:extLst>
            </p:cNvPr>
            <p:cNvGrpSpPr/>
            <p:nvPr/>
          </p:nvGrpSpPr>
          <p:grpSpPr>
            <a:xfrm rot="5400000">
              <a:off x="5505166" y="3451099"/>
              <a:ext cx="442914" cy="193929"/>
              <a:chOff x="5915025" y="3081338"/>
              <a:chExt cx="442914" cy="193929"/>
            </a:xfrm>
          </p:grpSpPr>
          <p:sp>
            <p:nvSpPr>
              <p:cNvPr id="47" name="Arrow: Right 46">
                <a:extLst>
                  <a:ext uri="{FF2B5EF4-FFF2-40B4-BE49-F238E27FC236}">
                    <a16:creationId xmlns:a16="http://schemas.microsoft.com/office/drawing/2014/main" id="{21975116-18CF-3836-D77A-1F10DBA97959}"/>
                  </a:ext>
                </a:extLst>
              </p:cNvPr>
              <p:cNvSpPr/>
              <p:nvPr/>
            </p:nvSpPr>
            <p:spPr>
              <a:xfrm>
                <a:off x="5915025" y="3081338"/>
                <a:ext cx="442914" cy="64293"/>
              </a:xfrm>
              <a:prstGeom prst="rightArrow">
                <a:avLst/>
              </a:prstGeom>
              <a:solidFill>
                <a:srgbClr val="4BACC6"/>
              </a:solidFill>
              <a:ln w="3810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Arrow: Right 47">
                <a:extLst>
                  <a:ext uri="{FF2B5EF4-FFF2-40B4-BE49-F238E27FC236}">
                    <a16:creationId xmlns:a16="http://schemas.microsoft.com/office/drawing/2014/main" id="{F114157C-E2C4-8E04-841D-FEBC2C2B4EFF}"/>
                  </a:ext>
                </a:extLst>
              </p:cNvPr>
              <p:cNvSpPr/>
              <p:nvPr/>
            </p:nvSpPr>
            <p:spPr>
              <a:xfrm rot="10800000">
                <a:off x="5915025" y="3210974"/>
                <a:ext cx="442914" cy="64293"/>
              </a:xfrm>
              <a:prstGeom prst="rightArrow">
                <a:avLst/>
              </a:prstGeom>
              <a:solidFill>
                <a:srgbClr val="9BBB59"/>
              </a:solidFill>
              <a:ln w="3810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48D7661-D2DB-22E4-5F3C-430BE722D989}"/>
              </a:ext>
            </a:extLst>
          </p:cNvPr>
          <p:cNvGrpSpPr/>
          <p:nvPr/>
        </p:nvGrpSpPr>
        <p:grpSpPr>
          <a:xfrm>
            <a:off x="8236690" y="3341129"/>
            <a:ext cx="676275" cy="676275"/>
            <a:chOff x="5798079" y="3213422"/>
            <a:chExt cx="676275" cy="676275"/>
          </a:xfrm>
        </p:grpSpPr>
        <p:sp>
          <p:nvSpPr>
            <p:cNvPr id="56" name="Arrow: Up-Down 55">
              <a:extLst>
                <a:ext uri="{FF2B5EF4-FFF2-40B4-BE49-F238E27FC236}">
                  <a16:creationId xmlns:a16="http://schemas.microsoft.com/office/drawing/2014/main" id="{974B899C-6AA0-B887-2D7B-D3ED13913530}"/>
                </a:ext>
              </a:extLst>
            </p:cNvPr>
            <p:cNvSpPr/>
            <p:nvPr/>
          </p:nvSpPr>
          <p:spPr>
            <a:xfrm rot="18257073">
              <a:off x="6027395" y="3200753"/>
              <a:ext cx="217644" cy="676275"/>
            </a:xfrm>
            <a:prstGeom prst="upDownArrow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Arrow: Up-Down 56">
              <a:extLst>
                <a:ext uri="{FF2B5EF4-FFF2-40B4-BE49-F238E27FC236}">
                  <a16:creationId xmlns:a16="http://schemas.microsoft.com/office/drawing/2014/main" id="{6058E92F-1AE1-7174-3E66-C10FCF8F0148}"/>
                </a:ext>
              </a:extLst>
            </p:cNvPr>
            <p:cNvSpPr/>
            <p:nvPr/>
          </p:nvSpPr>
          <p:spPr>
            <a:xfrm rot="2246243">
              <a:off x="6002912" y="3213422"/>
              <a:ext cx="217644" cy="676275"/>
            </a:xfrm>
            <a:prstGeom prst="upDownArrow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1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2" grpId="0"/>
      <p:bldP spid="33" grpId="0" uiExpand="1" build="p" animBg="1"/>
      <p:bldP spid="34" grpId="0" animBg="1"/>
      <p:bldP spid="35" grpId="0" animBg="1"/>
      <p:bldP spid="36" grpId="0" animBg="1"/>
      <p:bldP spid="37" grpId="0"/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B2CB-9803-8FA0-1DE0-8C884C27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 KỸ NĂNG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1B33-72F4-6813-40AB-B56C7D8B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681" y="1595706"/>
            <a:ext cx="8837671" cy="39626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 err="1"/>
              <a:t>Mục</a:t>
            </a:r>
            <a:r>
              <a:rPr lang="en-US" sz="2000" dirty="0"/>
              <a:t> </a:t>
            </a:r>
            <a:r>
              <a:rPr lang="en-US" sz="2000" dirty="0" err="1"/>
              <a:t>tiêu</a:t>
            </a:r>
            <a:r>
              <a:rPr lang="en-US" sz="2000" dirty="0"/>
              <a:t> </a:t>
            </a:r>
            <a:r>
              <a:rPr lang="en-US" sz="2000" dirty="0" err="1"/>
              <a:t>bán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quay </a:t>
            </a:r>
            <a:r>
              <a:rPr lang="en-US" sz="1800" dirty="0" err="1">
                <a:sym typeface="Wingdings" panose="05000000000000000000" pitchFamily="2" charset="2"/>
              </a:rPr>
              <a:t>lại</a:t>
            </a:r>
            <a:r>
              <a:rPr lang="en-US" sz="1800" dirty="0">
                <a:sym typeface="Wingdings" panose="05000000000000000000" pitchFamily="2" charset="2"/>
              </a:rPr>
              <a:t> 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thành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của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sống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còn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Doanh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số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tăng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nhưng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thành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phải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tăng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Bán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hàng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hiện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được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thể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hiện</a:t>
            </a:r>
            <a:r>
              <a:rPr lang="en-US" sz="1800" dirty="0">
                <a:sym typeface="Wingdings" panose="05000000000000000000" pitchFamily="2" charset="2"/>
              </a:rPr>
              <a:t> qua </a:t>
            </a:r>
            <a:r>
              <a:rPr lang="en-US" sz="1800" dirty="0" err="1">
                <a:sym typeface="Wingdings" panose="05000000000000000000" pitchFamily="2" charset="2"/>
              </a:rPr>
              <a:t>độ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trung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thành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của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khách</a:t>
            </a:r>
            <a:endParaRPr lang="en-US" sz="18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 err="1">
                <a:sym typeface="Wingdings" panose="05000000000000000000" pitchFamily="2" charset="2"/>
              </a:rPr>
              <a:t>Kỹ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năng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nói</a:t>
            </a:r>
            <a:r>
              <a:rPr lang="en-US" sz="2200" dirty="0">
                <a:sym typeface="Wingdings" panose="05000000000000000000" pitchFamily="2" charset="2"/>
              </a:rPr>
              <a:t> (45%)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Nói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đúng</a:t>
            </a:r>
            <a:r>
              <a:rPr lang="en-US" sz="1800" dirty="0">
                <a:sym typeface="Wingdings" panose="05000000000000000000" pitchFamily="2" charset="2"/>
              </a:rPr>
              <a:t> (12%)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 err="1">
                <a:sym typeface="Wingdings" panose="05000000000000000000" pitchFamily="2" charset="2"/>
              </a:rPr>
              <a:t>Tính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chất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nói</a:t>
            </a:r>
            <a:r>
              <a:rPr lang="en-US" sz="1800" dirty="0">
                <a:sym typeface="Wingdings" panose="05000000000000000000" pitchFamily="2" charset="2"/>
              </a:rPr>
              <a:t> (33%)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Âm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lượng</a:t>
            </a:r>
            <a:r>
              <a:rPr lang="en-US" sz="1400" dirty="0">
                <a:sym typeface="Wingdings" panose="05000000000000000000" pitchFamily="2" charset="2"/>
              </a:rPr>
              <a:t> (11%)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Ngữ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điệu</a:t>
            </a:r>
            <a:r>
              <a:rPr lang="en-US" sz="1400" dirty="0">
                <a:sym typeface="Wingdings" panose="05000000000000000000" pitchFamily="2" charset="2"/>
              </a:rPr>
              <a:t> ( 11%)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Nhịp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điệu</a:t>
            </a:r>
            <a:r>
              <a:rPr lang="en-US" sz="1400" dirty="0">
                <a:sym typeface="Wingdings" panose="05000000000000000000" pitchFamily="2" charset="2"/>
              </a:rPr>
              <a:t> (11%)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18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6331-461D-EF2B-46C4-33FA73E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70048A-8DA9-45B6-ACDF-78694627FDE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Nhân viên bán hàng là gì? Mức thu nhập và cơ hội nghề nghiệp | CareerViet.vn">
            <a:extLst>
              <a:ext uri="{FF2B5EF4-FFF2-40B4-BE49-F238E27FC236}">
                <a16:creationId xmlns:a16="http://schemas.microsoft.com/office/drawing/2014/main" id="{8BA022A9-7D19-9B52-E8FC-AF724BC97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9012" y="3481429"/>
            <a:ext cx="4401671" cy="24759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22310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6B2CB-9803-8FA0-1DE0-8C884C2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 KỸ NĂNG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1B33-72F4-6813-40AB-B56C7D8B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540" y="1268365"/>
            <a:ext cx="8837671" cy="39626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 err="1">
                <a:sym typeface="Wingdings" panose="05000000000000000000" pitchFamily="2" charset="2"/>
              </a:rPr>
              <a:t>Kỹ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năng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nghe</a:t>
            </a:r>
            <a:r>
              <a:rPr lang="en-US" sz="2200" dirty="0">
                <a:sym typeface="Wingdings" panose="05000000000000000000" pitchFamily="2" charset="2"/>
              </a:rPr>
              <a:t>  </a:t>
            </a:r>
            <a:r>
              <a:rPr lang="en-US" sz="2200" dirty="0" err="1">
                <a:sym typeface="Wingdings" panose="05000000000000000000" pitchFamily="2" charset="2"/>
              </a:rPr>
              <a:t>Có</a:t>
            </a:r>
            <a:r>
              <a:rPr lang="en-US" sz="2200" dirty="0">
                <a:sym typeface="Wingdings" panose="05000000000000000000" pitchFamily="2" charset="2"/>
              </a:rPr>
              <a:t> 4 </a:t>
            </a:r>
            <a:r>
              <a:rPr lang="en-US" sz="2200" dirty="0" err="1">
                <a:sym typeface="Wingdings" panose="05000000000000000000" pitchFamily="2" charset="2"/>
              </a:rPr>
              <a:t>kiểu</a:t>
            </a:r>
            <a:r>
              <a:rPr lang="en-US" sz="2200" dirty="0">
                <a:sym typeface="Wingdings" panose="05000000000000000000" pitchFamily="2" charset="2"/>
              </a:rPr>
              <a:t> </a:t>
            </a:r>
            <a:r>
              <a:rPr lang="en-US" sz="2200" dirty="0" err="1">
                <a:sym typeface="Wingdings" panose="05000000000000000000" pitchFamily="2" charset="2"/>
              </a:rPr>
              <a:t>nghe</a:t>
            </a:r>
            <a:endParaRPr lang="en-US" sz="22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ym typeface="Wingdings" panose="05000000000000000000" pitchFamily="2" charset="2"/>
              </a:rPr>
              <a:t>Nghe </a:t>
            </a:r>
            <a:r>
              <a:rPr lang="en-US" sz="1800" dirty="0" err="1">
                <a:sym typeface="Wingdings" panose="05000000000000000000" pitchFamily="2" charset="2"/>
              </a:rPr>
              <a:t>mà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không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nghe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gì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cả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ym typeface="Wingdings" panose="05000000000000000000" pitchFamily="2" charset="2"/>
              </a:rPr>
              <a:t>Nghe </a:t>
            </a:r>
            <a:r>
              <a:rPr lang="en-US" sz="1800" dirty="0" err="1">
                <a:sym typeface="Wingdings" panose="05000000000000000000" pitchFamily="2" charset="2"/>
              </a:rPr>
              <a:t>từng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phần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ym typeface="Wingdings" panose="05000000000000000000" pitchFamily="2" charset="2"/>
              </a:rPr>
              <a:t>Nghe </a:t>
            </a:r>
            <a:r>
              <a:rPr lang="en-US" sz="1800" dirty="0" err="1">
                <a:sym typeface="Wingdings" panose="05000000000000000000" pitchFamily="2" charset="2"/>
              </a:rPr>
              <a:t>toàn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bộ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nhưng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vô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cảm</a:t>
            </a:r>
            <a:endParaRPr lang="en-US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ym typeface="Wingdings" panose="05000000000000000000" pitchFamily="2" charset="2"/>
              </a:rPr>
              <a:t>Nghe </a:t>
            </a:r>
            <a:r>
              <a:rPr lang="en-US" sz="1800" dirty="0" err="1">
                <a:sym typeface="Wingdings" panose="05000000000000000000" pitchFamily="2" charset="2"/>
              </a:rPr>
              <a:t>thấu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cẩm</a:t>
            </a:r>
            <a:endParaRPr lang="en-US" sz="18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Bằng</a:t>
            </a:r>
            <a:r>
              <a:rPr lang="en-US" sz="1400" dirty="0">
                <a:sym typeface="Wingdings" panose="05000000000000000000" pitchFamily="2" charset="2"/>
              </a:rPr>
              <a:t> tai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Bằng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tim</a:t>
            </a:r>
            <a:endParaRPr lang="en-US" sz="14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Bước</a:t>
            </a:r>
            <a:r>
              <a:rPr lang="en-US" sz="1400" dirty="0">
                <a:sym typeface="Wingdings" panose="05000000000000000000" pitchFamily="2" charset="2"/>
              </a:rPr>
              <a:t> 1: Nghe </a:t>
            </a:r>
            <a:r>
              <a:rPr lang="en-US" sz="1400" dirty="0" err="1">
                <a:sym typeface="Wingdings" panose="05000000000000000000" pitchFamily="2" charset="2"/>
              </a:rPr>
              <a:t>chăm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chú</a:t>
            </a:r>
            <a:r>
              <a:rPr lang="en-US" sz="1400" dirty="0">
                <a:sym typeface="Wingdings" panose="05000000000000000000" pitchFamily="2" charset="2"/>
              </a:rPr>
              <a:t> (tai + </a:t>
            </a:r>
            <a:r>
              <a:rPr lang="en-US" sz="1400" dirty="0" err="1">
                <a:sym typeface="Wingdings" panose="05000000000000000000" pitchFamily="2" charset="2"/>
              </a:rPr>
              <a:t>cơ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thể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tim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Mắt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nhìn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khách</a:t>
            </a:r>
            <a:endParaRPr lang="en-US" sz="1400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Lâu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lâu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đảo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vị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trí</a:t>
            </a:r>
            <a:endParaRPr lang="en-US" sz="1400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Nhìn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nhấn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họ</a:t>
            </a:r>
            <a:endParaRPr lang="en-US" sz="1400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Không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tán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nói</a:t>
            </a:r>
            <a:endParaRPr lang="en-US" sz="14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Bước</a:t>
            </a:r>
            <a:r>
              <a:rPr lang="en-US" sz="1400" dirty="0">
                <a:sym typeface="Wingdings" panose="05000000000000000000" pitchFamily="2" charset="2"/>
              </a:rPr>
              <a:t> 2: Nghe </a:t>
            </a:r>
            <a:r>
              <a:rPr lang="en-US" sz="1400" dirty="0" err="1">
                <a:sym typeface="Wingdings" panose="05000000000000000000" pitchFamily="2" charset="2"/>
              </a:rPr>
              <a:t>gợi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mở</a:t>
            </a:r>
            <a:r>
              <a:rPr lang="en-US" sz="1400" dirty="0">
                <a:sym typeface="Wingdings" panose="05000000000000000000" pitchFamily="2" charset="2"/>
              </a:rPr>
              <a:t> (</a:t>
            </a:r>
            <a:r>
              <a:rPr lang="en-US" sz="1400" dirty="0" err="1">
                <a:sym typeface="Wingdings" panose="05000000000000000000" pitchFamily="2" charset="2"/>
              </a:rPr>
              <a:t>nghe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bằng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tim</a:t>
            </a:r>
            <a:r>
              <a:rPr lang="en-US" sz="1400" dirty="0">
                <a:sym typeface="Wingdings" panose="05000000000000000000" pitchFamily="2" charset="2"/>
              </a:rPr>
              <a:t> + </a:t>
            </a:r>
            <a:r>
              <a:rPr lang="en-US" sz="1400" dirty="0" err="1">
                <a:sym typeface="Wingdings" panose="05000000000000000000" pitchFamily="2" charset="2"/>
              </a:rPr>
              <a:t>miệng</a:t>
            </a:r>
            <a:r>
              <a:rPr lang="en-US" sz="1400" dirty="0">
                <a:sym typeface="Wingdings" panose="05000000000000000000" pitchFamily="2" charset="2"/>
              </a:rPr>
              <a:t>)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Lâu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lâu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hỏi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một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câu</a:t>
            </a:r>
            <a:endParaRPr lang="en-US" sz="1400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cử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chỉ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âm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thanh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gợi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mở</a:t>
            </a:r>
            <a:endParaRPr lang="en-US" sz="1400" dirty="0">
              <a:sym typeface="Wingdings" panose="05000000000000000000" pitchFamily="2" charset="2"/>
            </a:endParaRP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Bước</a:t>
            </a:r>
            <a:r>
              <a:rPr lang="en-US" sz="1400" dirty="0">
                <a:sym typeface="Wingdings" panose="05000000000000000000" pitchFamily="2" charset="2"/>
              </a:rPr>
              <a:t> 3: Nghe </a:t>
            </a:r>
            <a:r>
              <a:rPr lang="en-US" sz="1400" dirty="0" err="1">
                <a:sym typeface="Wingdings" panose="05000000000000000000" pitchFamily="2" charset="2"/>
              </a:rPr>
              <a:t>bằng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sự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tóm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tắt</a:t>
            </a:r>
            <a:endParaRPr lang="en-US" sz="1400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Tóm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tắt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vấn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đề</a:t>
            </a:r>
            <a:endParaRPr lang="en-US" sz="1400" dirty="0">
              <a:sym typeface="Wingdings" panose="05000000000000000000" pitchFamily="2" charset="2"/>
            </a:endParaRP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Hỏi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làm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rỏ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</a:p>
          <a:p>
            <a:pPr lvl="4">
              <a:buFont typeface="Wingdings" panose="05000000000000000000" pitchFamily="2" charset="2"/>
              <a:buChar char="v"/>
            </a:pPr>
            <a:r>
              <a:rPr lang="en-US" sz="1400" dirty="0" err="1">
                <a:sym typeface="Wingdings" panose="05000000000000000000" pitchFamily="2" charset="2"/>
              </a:rPr>
              <a:t>Nhắc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lại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câu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nhân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mạnh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người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nói</a:t>
            </a:r>
            <a:endParaRPr lang="en-US" sz="14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sz="1800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6331-461D-EF2B-46C4-33FA73EB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70048A-8DA9-45B6-ACDF-78694627FDE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4" name="Picture 4" descr="5 bước đào tạo nhân viên bán hàng hiệu quả cho doanh nghiệp">
            <a:extLst>
              <a:ext uri="{FF2B5EF4-FFF2-40B4-BE49-F238E27FC236}">
                <a16:creationId xmlns:a16="http://schemas.microsoft.com/office/drawing/2014/main" id="{AC58160B-D898-F704-0B3E-A547F57BA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135" y="2372133"/>
            <a:ext cx="3620394" cy="24098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30010172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uật&quot; khen ngợi">
            <a:extLst>
              <a:ext uri="{FF2B5EF4-FFF2-40B4-BE49-F238E27FC236}">
                <a16:creationId xmlns:a16="http://schemas.microsoft.com/office/drawing/2014/main" id="{3FB8FB0C-A04D-454B-9A41-D3933D885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2524125"/>
            <a:ext cx="44767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88B2D6-2D1A-488C-89F5-BFF95D2E769F}"/>
              </a:ext>
            </a:extLst>
          </p:cNvPr>
          <p:cNvSpPr txBox="1">
            <a:spLocks/>
          </p:cNvSpPr>
          <p:nvPr/>
        </p:nvSpPr>
        <p:spPr>
          <a:xfrm>
            <a:off x="5105400" y="2131516"/>
            <a:ext cx="6200775" cy="3048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Khen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trước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đám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đông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Khen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điểm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mạnh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Khen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đúng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mức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Khen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có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lời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và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không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lời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Cách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khen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Vật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chất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&amp;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tinh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thần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Tuỳ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người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mà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khen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Tuỳ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đối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tượng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mà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khen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Tuỳ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tình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huống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mà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khen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Wingdings" panose="05000000000000000000" pitchFamily="2" charset="2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Hãy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tìm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mọi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cơ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hội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để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khen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Tuỳ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tuổi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tác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mà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khen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092CDA-52D9-4C6F-B23B-8EE90B3B62A1}"/>
              </a:ext>
            </a:extLst>
          </p:cNvPr>
          <p:cNvSpPr/>
          <p:nvPr/>
        </p:nvSpPr>
        <p:spPr>
          <a:xfrm>
            <a:off x="5404218" y="1294808"/>
            <a:ext cx="560313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en-US" sz="3600" b="1" i="1" u="none" strike="noStrike" kern="1200" cap="none" spc="0" normalizeH="0" baseline="0" noProof="0" dirty="0" err="1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Khen</a:t>
            </a:r>
            <a:r>
              <a:rPr kumimoji="0" lang="en-US" sz="3600" b="1" i="1" u="none" strike="noStrike" kern="1200" cap="none" spc="0" normalizeH="0" baseline="0" noProof="0" dirty="0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1" i="1" u="none" strike="noStrike" kern="1200" cap="none" spc="0" normalizeH="0" baseline="0" noProof="0" dirty="0" err="1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láo</a:t>
            </a:r>
            <a:r>
              <a:rPr kumimoji="0" lang="en-US" sz="3600" b="1" i="1" u="none" strike="noStrike" kern="1200" cap="none" spc="0" normalizeH="0" baseline="0" noProof="0" dirty="0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1" i="1" u="none" strike="noStrike" kern="1200" cap="none" spc="0" normalizeH="0" baseline="0" noProof="0" dirty="0" err="1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còn</a:t>
            </a:r>
            <a:r>
              <a:rPr kumimoji="0" lang="en-US" sz="3600" b="1" i="1" u="none" strike="noStrike" kern="1200" cap="none" spc="0" normalizeH="0" baseline="0" noProof="0" dirty="0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1" i="1" u="none" strike="noStrike" kern="1200" cap="none" spc="0" normalizeH="0" baseline="0" noProof="0" dirty="0" err="1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hơn</a:t>
            </a:r>
            <a:r>
              <a:rPr kumimoji="0" lang="en-US" sz="3600" b="1" i="1" u="none" strike="noStrike" kern="1200" cap="none" spc="0" normalizeH="0" baseline="0" noProof="0" dirty="0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1" i="1" u="none" strike="noStrike" kern="1200" cap="none" spc="0" normalizeH="0" baseline="0" noProof="0" dirty="0" err="1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chê</a:t>
            </a:r>
            <a:r>
              <a:rPr kumimoji="0" lang="en-US" sz="3600" b="1" i="1" u="none" strike="noStrike" kern="1200" cap="none" spc="0" normalizeH="0" baseline="0" noProof="0" dirty="0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1" i="1" u="none" strike="noStrike" kern="1200" cap="none" spc="0" normalizeH="0" baseline="0" noProof="0" dirty="0" err="1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thật</a:t>
            </a:r>
            <a:r>
              <a:rPr kumimoji="0" lang="en-US" sz="3600" b="1" i="1" u="none" strike="noStrike" kern="1200" cap="none" spc="0" normalizeH="0" baseline="0" noProof="0" dirty="0">
                <a:ln w="0"/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7D73B1-F1F6-4258-9AD1-7588B04C3EAD}"/>
              </a:ext>
            </a:extLst>
          </p:cNvPr>
          <p:cNvSpPr/>
          <p:nvPr/>
        </p:nvSpPr>
        <p:spPr>
          <a:xfrm>
            <a:off x="2653552" y="5894182"/>
            <a:ext cx="70904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Chân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thành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Chân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thành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Chân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thành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306949-C0CD-48B2-2768-9929C27A0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836" y="876505"/>
            <a:ext cx="5688106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 err="1"/>
              <a:t>Kỹ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r>
              <a:rPr lang="en-US" sz="3600" dirty="0"/>
              <a:t> </a:t>
            </a:r>
            <a:r>
              <a:rPr lang="en-US" sz="3600" dirty="0" err="1"/>
              <a:t>khen</a:t>
            </a:r>
            <a:endParaRPr lang="en-US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78D230-6685-5821-8D8E-999FC7585603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 KỸ NĂNG BÁN HÀNG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70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88B2D6-2D1A-488C-89F5-BFF95D2E769F}"/>
              </a:ext>
            </a:extLst>
          </p:cNvPr>
          <p:cNvSpPr txBox="1">
            <a:spLocks/>
          </p:cNvSpPr>
          <p:nvPr/>
        </p:nvSpPr>
        <p:spPr>
          <a:xfrm>
            <a:off x="95250" y="2269141"/>
            <a:ext cx="6200775" cy="3048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luôn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không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thích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bị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chê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Chê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thì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tìm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chổ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riêng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mà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chê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Tuỳ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mà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chê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Khen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9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mới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được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chê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Cách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chê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bai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luôn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phải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nhẹ</a:t>
            </a:r>
            <a:r>
              <a:rPr kumimoji="0" lang="en-US" sz="24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nhàng</a:t>
            </a:r>
            <a:endParaRPr kumimoji="0" lang="en-US" sz="2400" b="0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7D73B1-F1F6-4258-9AD1-7588B04C3EAD}"/>
              </a:ext>
            </a:extLst>
          </p:cNvPr>
          <p:cNvSpPr/>
          <p:nvPr/>
        </p:nvSpPr>
        <p:spPr>
          <a:xfrm>
            <a:off x="2615344" y="1597276"/>
            <a:ext cx="929773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già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trẻ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em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phụ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nữ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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Rất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kỵ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lời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3600" b="0" i="1" u="none" strike="noStrike" kern="1200" cap="none" spc="0" normalizeH="0" baseline="0" noProof="0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chê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bai</a:t>
            </a:r>
            <a:r>
              <a:rPr kumimoji="0" lang="en-US" sz="3600" b="0" i="1" u="none" strike="noStrike" kern="1200" cap="none" spc="0" normalizeH="0" baseline="0" noProof="0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95FD8-7928-4917-8504-241276BCE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0" y="4215555"/>
            <a:ext cx="4084983" cy="25531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172" name="Picture 4" descr="Ke chế nhạo người khác không bao giờ để ý đến cái xấu của mình. | Lời  trích, Báo">
            <a:extLst>
              <a:ext uri="{FF2B5EF4-FFF2-40B4-BE49-F238E27FC236}">
                <a16:creationId xmlns:a16="http://schemas.microsoft.com/office/drawing/2014/main" id="{5AC7F3F5-5A09-4BF1-B8E0-00C53973C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695" y="3121276"/>
            <a:ext cx="4750888" cy="24980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D5CE6C2-1C46-A269-204F-884CCE12A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 KỸ NĂNG BÁN HÀNG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C87675C0-A64A-7AF6-8A1C-E4729725B636}"/>
              </a:ext>
            </a:extLst>
          </p:cNvPr>
          <p:cNvSpPr txBox="1">
            <a:spLocks/>
          </p:cNvSpPr>
          <p:nvPr/>
        </p:nvSpPr>
        <p:spPr>
          <a:xfrm>
            <a:off x="1098177" y="729660"/>
            <a:ext cx="56881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 err="1"/>
              <a:t>Kỹ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r>
              <a:rPr lang="en-US" sz="3600" dirty="0"/>
              <a:t> </a:t>
            </a:r>
            <a:r>
              <a:rPr lang="en-US" sz="3600" dirty="0" err="1"/>
              <a:t>chê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2215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2FC2789-05E3-47E6-9786-6A8018B77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23285"/>
              </p:ext>
            </p:extLst>
          </p:nvPr>
        </p:nvGraphicFramePr>
        <p:xfrm>
          <a:off x="-425803" y="2259997"/>
          <a:ext cx="6120633" cy="4598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4EB52E2-93D6-4605-AF69-6D5C2774375F}"/>
              </a:ext>
            </a:extLst>
          </p:cNvPr>
          <p:cNvSpPr/>
          <p:nvPr/>
        </p:nvSpPr>
        <p:spPr>
          <a:xfrm>
            <a:off x="196534" y="1619460"/>
            <a:ext cx="1224773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“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Tính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từ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đầu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xuống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chân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cái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gì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động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đậy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được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là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giao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tiếp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được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”</a:t>
            </a:r>
          </a:p>
        </p:txBody>
      </p:sp>
      <p:pic>
        <p:nvPicPr>
          <p:cNvPr id="9218" name="Picture 2" descr="10 thủ thuật trong giao tiếp phi ngôn ngữ -L&amp;A">
            <a:extLst>
              <a:ext uri="{FF2B5EF4-FFF2-40B4-BE49-F238E27FC236}">
                <a16:creationId xmlns:a16="http://schemas.microsoft.com/office/drawing/2014/main" id="{882A105A-5A46-49DE-94DB-7274355A7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166" y="2350341"/>
            <a:ext cx="4304723" cy="183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BDFE59-4081-4229-8768-6B5C521220C7}"/>
              </a:ext>
            </a:extLst>
          </p:cNvPr>
          <p:cNvSpPr txBox="1">
            <a:spLocks/>
          </p:cNvSpPr>
          <p:nvPr/>
        </p:nvSpPr>
        <p:spPr>
          <a:xfrm>
            <a:off x="4920503" y="4417920"/>
            <a:ext cx="7523763" cy="12412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Diện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mạo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tạo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ấn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tượng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ban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đầu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tích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cực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hay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tiêu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cực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Diện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mạo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tạo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ra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sự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đứng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đắn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hoặc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không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đứng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đắn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Diện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mạo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sẽ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vẻ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vào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đầu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khác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bạn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là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ai</a:t>
            </a: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Tư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thế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tạo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nên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vị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thế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xã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hội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Đứng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ngồi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1143000" marR="0" lvl="1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Biểu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cảm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tạo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nên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cảm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nhận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tích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cực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hay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tiêu</a:t>
            </a:r>
            <a:r>
              <a:rPr kumimoji="0" lang="en-US" sz="2000" b="0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cực</a:t>
            </a:r>
            <a:endParaRPr kumimoji="0" lang="en-US" sz="2000" b="0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5B5341F-4F79-C4DD-69E4-47AB91BCF9CC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Bahnschrift SemiCondensed" panose="020B0502040204020203" pitchFamily="34" charset="0"/>
                <a:ea typeface="+mj-ea"/>
                <a:cs typeface="+mj-cs"/>
              </a:rPr>
              <a:t>II.  KỸ NĂNG BÁN HÀNG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627B0CBE-AA9E-C66C-DEBA-DD120003EF65}"/>
              </a:ext>
            </a:extLst>
          </p:cNvPr>
          <p:cNvSpPr txBox="1">
            <a:spLocks/>
          </p:cNvSpPr>
          <p:nvPr/>
        </p:nvSpPr>
        <p:spPr>
          <a:xfrm>
            <a:off x="1098177" y="729660"/>
            <a:ext cx="56881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Kỹ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năng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phi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ngôn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ngữ</a:t>
            </a:r>
            <a:endParaRPr lang="en-US" sz="3600" dirty="0">
              <a:solidFill>
                <a:prstClr val="black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2224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Text Box 3">
            <a:extLst>
              <a:ext uri="{FF2B5EF4-FFF2-40B4-BE49-F238E27FC236}">
                <a16:creationId xmlns:a16="http://schemas.microsoft.com/office/drawing/2014/main" id="{5630E1EF-6646-4D52-AFBC-8E88D4334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46" y="1706646"/>
            <a:ext cx="2322513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Thuyết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3V</a:t>
            </a:r>
            <a:endParaRPr kumimoji="0" lang="vi-VN" altLang="en-US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6579" name="AutoShape 3">
            <a:extLst>
              <a:ext uri="{FF2B5EF4-FFF2-40B4-BE49-F238E27FC236}">
                <a16:creationId xmlns:a16="http://schemas.microsoft.com/office/drawing/2014/main" id="{ACD776DE-E92F-43A8-ACA5-B792214086A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-359970" y="1112622"/>
            <a:ext cx="6477000" cy="3948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6580" name="Freeform 4">
            <a:extLst>
              <a:ext uri="{FF2B5EF4-FFF2-40B4-BE49-F238E27FC236}">
                <a16:creationId xmlns:a16="http://schemas.microsoft.com/office/drawing/2014/main" id="{295DE565-8C2F-415B-99E3-9300B13F5BBB}"/>
              </a:ext>
            </a:extLst>
          </p:cNvPr>
          <p:cNvSpPr>
            <a:spLocks/>
          </p:cNvSpPr>
          <p:nvPr/>
        </p:nvSpPr>
        <p:spPr bwMode="auto">
          <a:xfrm>
            <a:off x="1611705" y="2646446"/>
            <a:ext cx="1854200" cy="909638"/>
          </a:xfrm>
          <a:custGeom>
            <a:avLst/>
            <a:gdLst>
              <a:gd name="T0" fmla="*/ 1168 w 1168"/>
              <a:gd name="T1" fmla="*/ 191 h 573"/>
              <a:gd name="T2" fmla="*/ 0 w 1168"/>
              <a:gd name="T3" fmla="*/ 0 h 573"/>
              <a:gd name="T4" fmla="*/ 0 w 1168"/>
              <a:gd name="T5" fmla="*/ 382 h 573"/>
              <a:gd name="T6" fmla="*/ 1168 w 1168"/>
              <a:gd name="T7" fmla="*/ 573 h 573"/>
              <a:gd name="T8" fmla="*/ 1168 w 1168"/>
              <a:gd name="T9" fmla="*/ 191 h 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8" h="573">
                <a:moveTo>
                  <a:pt x="1168" y="191"/>
                </a:moveTo>
                <a:lnTo>
                  <a:pt x="0" y="0"/>
                </a:lnTo>
                <a:lnTo>
                  <a:pt x="0" y="382"/>
                </a:lnTo>
                <a:lnTo>
                  <a:pt x="1168" y="573"/>
                </a:lnTo>
                <a:lnTo>
                  <a:pt x="1168" y="191"/>
                </a:lnTo>
                <a:close/>
              </a:path>
            </a:pathLst>
          </a:custGeom>
          <a:solidFill>
            <a:srgbClr val="800000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6581" name="Freeform 5">
            <a:extLst>
              <a:ext uri="{FF2B5EF4-FFF2-40B4-BE49-F238E27FC236}">
                <a16:creationId xmlns:a16="http://schemas.microsoft.com/office/drawing/2014/main" id="{05D2E8A8-1504-4121-AAF9-3F74B99AA0B6}"/>
              </a:ext>
            </a:extLst>
          </p:cNvPr>
          <p:cNvSpPr>
            <a:spLocks/>
          </p:cNvSpPr>
          <p:nvPr/>
        </p:nvSpPr>
        <p:spPr bwMode="auto">
          <a:xfrm>
            <a:off x="3465905" y="2949659"/>
            <a:ext cx="1401763" cy="1035050"/>
          </a:xfrm>
          <a:custGeom>
            <a:avLst/>
            <a:gdLst>
              <a:gd name="T0" fmla="*/ 0 w 883"/>
              <a:gd name="T1" fmla="*/ 0 h 652"/>
              <a:gd name="T2" fmla="*/ 883 w 883"/>
              <a:gd name="T3" fmla="*/ 271 h 652"/>
              <a:gd name="T4" fmla="*/ 883 w 883"/>
              <a:gd name="T5" fmla="*/ 652 h 652"/>
              <a:gd name="T6" fmla="*/ 0 w 883"/>
              <a:gd name="T7" fmla="*/ 382 h 652"/>
              <a:gd name="T8" fmla="*/ 0 w 883"/>
              <a:gd name="T9" fmla="*/ 0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3" h="652">
                <a:moveTo>
                  <a:pt x="0" y="0"/>
                </a:moveTo>
                <a:lnTo>
                  <a:pt x="883" y="271"/>
                </a:lnTo>
                <a:lnTo>
                  <a:pt x="883" y="652"/>
                </a:lnTo>
                <a:lnTo>
                  <a:pt x="0" y="382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350" name="Group 6">
            <a:extLst>
              <a:ext uri="{FF2B5EF4-FFF2-40B4-BE49-F238E27FC236}">
                <a16:creationId xmlns:a16="http://schemas.microsoft.com/office/drawing/2014/main" id="{336A990A-D9BA-4111-BCD6-CC8E964E72D7}"/>
              </a:ext>
            </a:extLst>
          </p:cNvPr>
          <p:cNvGrpSpPr>
            <a:grpSpLocks/>
          </p:cNvGrpSpPr>
          <p:nvPr/>
        </p:nvGrpSpPr>
        <p:grpSpPr bwMode="auto">
          <a:xfrm>
            <a:off x="1611705" y="2386096"/>
            <a:ext cx="4043363" cy="1608138"/>
            <a:chOff x="1962" y="1990"/>
            <a:chExt cx="2547" cy="1013"/>
          </a:xfrm>
        </p:grpSpPr>
        <p:sp>
          <p:nvSpPr>
            <p:cNvPr id="536583" name="Freeform 7">
              <a:extLst>
                <a:ext uri="{FF2B5EF4-FFF2-40B4-BE49-F238E27FC236}">
                  <a16:creationId xmlns:a16="http://schemas.microsoft.com/office/drawing/2014/main" id="{27A43E32-28C4-45AF-85A9-614D8EB60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2345"/>
              <a:ext cx="491" cy="658"/>
            </a:xfrm>
            <a:custGeom>
              <a:avLst/>
              <a:gdLst>
                <a:gd name="T0" fmla="*/ 491 w 491"/>
                <a:gd name="T1" fmla="*/ 5 h 658"/>
                <a:gd name="T2" fmla="*/ 486 w 491"/>
                <a:gd name="T3" fmla="*/ 21 h 658"/>
                <a:gd name="T4" fmla="*/ 486 w 491"/>
                <a:gd name="T5" fmla="*/ 32 h 658"/>
                <a:gd name="T6" fmla="*/ 481 w 491"/>
                <a:gd name="T7" fmla="*/ 43 h 658"/>
                <a:gd name="T8" fmla="*/ 475 w 491"/>
                <a:gd name="T9" fmla="*/ 58 h 658"/>
                <a:gd name="T10" fmla="*/ 465 w 491"/>
                <a:gd name="T11" fmla="*/ 69 h 658"/>
                <a:gd name="T12" fmla="*/ 454 w 491"/>
                <a:gd name="T13" fmla="*/ 80 h 658"/>
                <a:gd name="T14" fmla="*/ 444 w 491"/>
                <a:gd name="T15" fmla="*/ 96 h 658"/>
                <a:gd name="T16" fmla="*/ 428 w 491"/>
                <a:gd name="T17" fmla="*/ 106 h 658"/>
                <a:gd name="T18" fmla="*/ 417 w 491"/>
                <a:gd name="T19" fmla="*/ 117 h 658"/>
                <a:gd name="T20" fmla="*/ 396 w 491"/>
                <a:gd name="T21" fmla="*/ 127 h 658"/>
                <a:gd name="T22" fmla="*/ 380 w 491"/>
                <a:gd name="T23" fmla="*/ 143 h 658"/>
                <a:gd name="T24" fmla="*/ 359 w 491"/>
                <a:gd name="T25" fmla="*/ 154 h 658"/>
                <a:gd name="T26" fmla="*/ 349 w 491"/>
                <a:gd name="T27" fmla="*/ 159 h 658"/>
                <a:gd name="T28" fmla="*/ 327 w 491"/>
                <a:gd name="T29" fmla="*/ 170 h 658"/>
                <a:gd name="T30" fmla="*/ 306 w 491"/>
                <a:gd name="T31" fmla="*/ 180 h 658"/>
                <a:gd name="T32" fmla="*/ 280 w 491"/>
                <a:gd name="T33" fmla="*/ 191 h 658"/>
                <a:gd name="T34" fmla="*/ 254 w 491"/>
                <a:gd name="T35" fmla="*/ 202 h 658"/>
                <a:gd name="T36" fmla="*/ 227 w 491"/>
                <a:gd name="T37" fmla="*/ 212 h 658"/>
                <a:gd name="T38" fmla="*/ 201 w 491"/>
                <a:gd name="T39" fmla="*/ 223 h 658"/>
                <a:gd name="T40" fmla="*/ 169 w 491"/>
                <a:gd name="T41" fmla="*/ 233 h 658"/>
                <a:gd name="T42" fmla="*/ 137 w 491"/>
                <a:gd name="T43" fmla="*/ 239 h 658"/>
                <a:gd name="T44" fmla="*/ 106 w 491"/>
                <a:gd name="T45" fmla="*/ 249 h 658"/>
                <a:gd name="T46" fmla="*/ 69 w 491"/>
                <a:gd name="T47" fmla="*/ 260 h 658"/>
                <a:gd name="T48" fmla="*/ 37 w 491"/>
                <a:gd name="T49" fmla="*/ 265 h 658"/>
                <a:gd name="T50" fmla="*/ 0 w 491"/>
                <a:gd name="T51" fmla="*/ 276 h 658"/>
                <a:gd name="T52" fmla="*/ 16 w 491"/>
                <a:gd name="T53" fmla="*/ 652 h 658"/>
                <a:gd name="T54" fmla="*/ 53 w 491"/>
                <a:gd name="T55" fmla="*/ 647 h 658"/>
                <a:gd name="T56" fmla="*/ 84 w 491"/>
                <a:gd name="T57" fmla="*/ 637 h 658"/>
                <a:gd name="T58" fmla="*/ 121 w 491"/>
                <a:gd name="T59" fmla="*/ 626 h 658"/>
                <a:gd name="T60" fmla="*/ 153 w 491"/>
                <a:gd name="T61" fmla="*/ 621 h 658"/>
                <a:gd name="T62" fmla="*/ 185 w 491"/>
                <a:gd name="T63" fmla="*/ 610 h 658"/>
                <a:gd name="T64" fmla="*/ 211 w 491"/>
                <a:gd name="T65" fmla="*/ 599 h 658"/>
                <a:gd name="T66" fmla="*/ 243 w 491"/>
                <a:gd name="T67" fmla="*/ 589 h 658"/>
                <a:gd name="T68" fmla="*/ 269 w 491"/>
                <a:gd name="T69" fmla="*/ 578 h 658"/>
                <a:gd name="T70" fmla="*/ 296 w 491"/>
                <a:gd name="T71" fmla="*/ 568 h 658"/>
                <a:gd name="T72" fmla="*/ 317 w 491"/>
                <a:gd name="T73" fmla="*/ 557 h 658"/>
                <a:gd name="T74" fmla="*/ 338 w 491"/>
                <a:gd name="T75" fmla="*/ 546 h 658"/>
                <a:gd name="T76" fmla="*/ 359 w 491"/>
                <a:gd name="T77" fmla="*/ 536 h 658"/>
                <a:gd name="T78" fmla="*/ 370 w 491"/>
                <a:gd name="T79" fmla="*/ 530 h 658"/>
                <a:gd name="T80" fmla="*/ 391 w 491"/>
                <a:gd name="T81" fmla="*/ 520 h 658"/>
                <a:gd name="T82" fmla="*/ 407 w 491"/>
                <a:gd name="T83" fmla="*/ 504 h 658"/>
                <a:gd name="T84" fmla="*/ 423 w 491"/>
                <a:gd name="T85" fmla="*/ 493 h 658"/>
                <a:gd name="T86" fmla="*/ 438 w 491"/>
                <a:gd name="T87" fmla="*/ 483 h 658"/>
                <a:gd name="T88" fmla="*/ 449 w 491"/>
                <a:gd name="T89" fmla="*/ 472 h 658"/>
                <a:gd name="T90" fmla="*/ 460 w 491"/>
                <a:gd name="T91" fmla="*/ 456 h 658"/>
                <a:gd name="T92" fmla="*/ 470 w 491"/>
                <a:gd name="T93" fmla="*/ 446 h 658"/>
                <a:gd name="T94" fmla="*/ 475 w 491"/>
                <a:gd name="T95" fmla="*/ 435 h 658"/>
                <a:gd name="T96" fmla="*/ 481 w 491"/>
                <a:gd name="T97" fmla="*/ 419 h 658"/>
                <a:gd name="T98" fmla="*/ 486 w 491"/>
                <a:gd name="T99" fmla="*/ 408 h 658"/>
                <a:gd name="T100" fmla="*/ 491 w 491"/>
                <a:gd name="T101" fmla="*/ 398 h 658"/>
                <a:gd name="T102" fmla="*/ 491 w 491"/>
                <a:gd name="T103" fmla="*/ 382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1" h="658">
                  <a:moveTo>
                    <a:pt x="491" y="0"/>
                  </a:moveTo>
                  <a:lnTo>
                    <a:pt x="491" y="5"/>
                  </a:lnTo>
                  <a:lnTo>
                    <a:pt x="491" y="16"/>
                  </a:lnTo>
                  <a:lnTo>
                    <a:pt x="486" y="21"/>
                  </a:lnTo>
                  <a:lnTo>
                    <a:pt x="486" y="27"/>
                  </a:lnTo>
                  <a:lnTo>
                    <a:pt x="486" y="32"/>
                  </a:lnTo>
                  <a:lnTo>
                    <a:pt x="481" y="37"/>
                  </a:lnTo>
                  <a:lnTo>
                    <a:pt x="481" y="43"/>
                  </a:lnTo>
                  <a:lnTo>
                    <a:pt x="475" y="53"/>
                  </a:lnTo>
                  <a:lnTo>
                    <a:pt x="475" y="58"/>
                  </a:lnTo>
                  <a:lnTo>
                    <a:pt x="470" y="64"/>
                  </a:lnTo>
                  <a:lnTo>
                    <a:pt x="465" y="69"/>
                  </a:lnTo>
                  <a:lnTo>
                    <a:pt x="460" y="74"/>
                  </a:lnTo>
                  <a:lnTo>
                    <a:pt x="454" y="80"/>
                  </a:lnTo>
                  <a:lnTo>
                    <a:pt x="449" y="90"/>
                  </a:lnTo>
                  <a:lnTo>
                    <a:pt x="444" y="96"/>
                  </a:lnTo>
                  <a:lnTo>
                    <a:pt x="438" y="101"/>
                  </a:lnTo>
                  <a:lnTo>
                    <a:pt x="428" y="106"/>
                  </a:lnTo>
                  <a:lnTo>
                    <a:pt x="423" y="112"/>
                  </a:lnTo>
                  <a:lnTo>
                    <a:pt x="417" y="117"/>
                  </a:lnTo>
                  <a:lnTo>
                    <a:pt x="407" y="122"/>
                  </a:lnTo>
                  <a:lnTo>
                    <a:pt x="396" y="127"/>
                  </a:lnTo>
                  <a:lnTo>
                    <a:pt x="391" y="138"/>
                  </a:lnTo>
                  <a:lnTo>
                    <a:pt x="380" y="143"/>
                  </a:lnTo>
                  <a:lnTo>
                    <a:pt x="370" y="149"/>
                  </a:lnTo>
                  <a:lnTo>
                    <a:pt x="359" y="154"/>
                  </a:lnTo>
                  <a:lnTo>
                    <a:pt x="359" y="154"/>
                  </a:lnTo>
                  <a:lnTo>
                    <a:pt x="349" y="159"/>
                  </a:lnTo>
                  <a:lnTo>
                    <a:pt x="338" y="165"/>
                  </a:lnTo>
                  <a:lnTo>
                    <a:pt x="327" y="170"/>
                  </a:lnTo>
                  <a:lnTo>
                    <a:pt x="317" y="175"/>
                  </a:lnTo>
                  <a:lnTo>
                    <a:pt x="306" y="180"/>
                  </a:lnTo>
                  <a:lnTo>
                    <a:pt x="296" y="186"/>
                  </a:lnTo>
                  <a:lnTo>
                    <a:pt x="280" y="191"/>
                  </a:lnTo>
                  <a:lnTo>
                    <a:pt x="269" y="196"/>
                  </a:lnTo>
                  <a:lnTo>
                    <a:pt x="254" y="202"/>
                  </a:lnTo>
                  <a:lnTo>
                    <a:pt x="243" y="207"/>
                  </a:lnTo>
                  <a:lnTo>
                    <a:pt x="227" y="212"/>
                  </a:lnTo>
                  <a:lnTo>
                    <a:pt x="211" y="218"/>
                  </a:lnTo>
                  <a:lnTo>
                    <a:pt x="201" y="223"/>
                  </a:lnTo>
                  <a:lnTo>
                    <a:pt x="185" y="228"/>
                  </a:lnTo>
                  <a:lnTo>
                    <a:pt x="169" y="233"/>
                  </a:lnTo>
                  <a:lnTo>
                    <a:pt x="153" y="239"/>
                  </a:lnTo>
                  <a:lnTo>
                    <a:pt x="137" y="239"/>
                  </a:lnTo>
                  <a:lnTo>
                    <a:pt x="121" y="244"/>
                  </a:lnTo>
                  <a:lnTo>
                    <a:pt x="106" y="249"/>
                  </a:lnTo>
                  <a:lnTo>
                    <a:pt x="84" y="255"/>
                  </a:lnTo>
                  <a:lnTo>
                    <a:pt x="69" y="260"/>
                  </a:lnTo>
                  <a:lnTo>
                    <a:pt x="53" y="265"/>
                  </a:lnTo>
                  <a:lnTo>
                    <a:pt x="37" y="265"/>
                  </a:lnTo>
                  <a:lnTo>
                    <a:pt x="16" y="271"/>
                  </a:lnTo>
                  <a:lnTo>
                    <a:pt x="0" y="276"/>
                  </a:lnTo>
                  <a:lnTo>
                    <a:pt x="0" y="658"/>
                  </a:lnTo>
                  <a:lnTo>
                    <a:pt x="16" y="652"/>
                  </a:lnTo>
                  <a:lnTo>
                    <a:pt x="37" y="647"/>
                  </a:lnTo>
                  <a:lnTo>
                    <a:pt x="53" y="647"/>
                  </a:lnTo>
                  <a:lnTo>
                    <a:pt x="69" y="642"/>
                  </a:lnTo>
                  <a:lnTo>
                    <a:pt x="84" y="637"/>
                  </a:lnTo>
                  <a:lnTo>
                    <a:pt x="106" y="631"/>
                  </a:lnTo>
                  <a:lnTo>
                    <a:pt x="121" y="626"/>
                  </a:lnTo>
                  <a:lnTo>
                    <a:pt x="137" y="621"/>
                  </a:lnTo>
                  <a:lnTo>
                    <a:pt x="153" y="621"/>
                  </a:lnTo>
                  <a:lnTo>
                    <a:pt x="169" y="615"/>
                  </a:lnTo>
                  <a:lnTo>
                    <a:pt x="185" y="610"/>
                  </a:lnTo>
                  <a:lnTo>
                    <a:pt x="201" y="605"/>
                  </a:lnTo>
                  <a:lnTo>
                    <a:pt x="211" y="599"/>
                  </a:lnTo>
                  <a:lnTo>
                    <a:pt x="227" y="594"/>
                  </a:lnTo>
                  <a:lnTo>
                    <a:pt x="243" y="589"/>
                  </a:lnTo>
                  <a:lnTo>
                    <a:pt x="254" y="583"/>
                  </a:lnTo>
                  <a:lnTo>
                    <a:pt x="269" y="578"/>
                  </a:lnTo>
                  <a:lnTo>
                    <a:pt x="280" y="573"/>
                  </a:lnTo>
                  <a:lnTo>
                    <a:pt x="296" y="568"/>
                  </a:lnTo>
                  <a:lnTo>
                    <a:pt x="306" y="562"/>
                  </a:lnTo>
                  <a:lnTo>
                    <a:pt x="317" y="557"/>
                  </a:lnTo>
                  <a:lnTo>
                    <a:pt x="327" y="552"/>
                  </a:lnTo>
                  <a:lnTo>
                    <a:pt x="338" y="546"/>
                  </a:lnTo>
                  <a:lnTo>
                    <a:pt x="349" y="541"/>
                  </a:lnTo>
                  <a:lnTo>
                    <a:pt x="359" y="536"/>
                  </a:lnTo>
                  <a:lnTo>
                    <a:pt x="359" y="536"/>
                  </a:lnTo>
                  <a:lnTo>
                    <a:pt x="370" y="530"/>
                  </a:lnTo>
                  <a:lnTo>
                    <a:pt x="380" y="525"/>
                  </a:lnTo>
                  <a:lnTo>
                    <a:pt x="391" y="520"/>
                  </a:lnTo>
                  <a:lnTo>
                    <a:pt x="396" y="509"/>
                  </a:lnTo>
                  <a:lnTo>
                    <a:pt x="407" y="504"/>
                  </a:lnTo>
                  <a:lnTo>
                    <a:pt x="417" y="499"/>
                  </a:lnTo>
                  <a:lnTo>
                    <a:pt x="423" y="493"/>
                  </a:lnTo>
                  <a:lnTo>
                    <a:pt x="428" y="488"/>
                  </a:lnTo>
                  <a:lnTo>
                    <a:pt x="438" y="483"/>
                  </a:lnTo>
                  <a:lnTo>
                    <a:pt x="444" y="477"/>
                  </a:lnTo>
                  <a:lnTo>
                    <a:pt x="449" y="472"/>
                  </a:lnTo>
                  <a:lnTo>
                    <a:pt x="454" y="462"/>
                  </a:lnTo>
                  <a:lnTo>
                    <a:pt x="460" y="456"/>
                  </a:lnTo>
                  <a:lnTo>
                    <a:pt x="465" y="451"/>
                  </a:lnTo>
                  <a:lnTo>
                    <a:pt x="470" y="446"/>
                  </a:lnTo>
                  <a:lnTo>
                    <a:pt x="475" y="440"/>
                  </a:lnTo>
                  <a:lnTo>
                    <a:pt x="475" y="435"/>
                  </a:lnTo>
                  <a:lnTo>
                    <a:pt x="481" y="424"/>
                  </a:lnTo>
                  <a:lnTo>
                    <a:pt x="481" y="419"/>
                  </a:lnTo>
                  <a:lnTo>
                    <a:pt x="486" y="414"/>
                  </a:lnTo>
                  <a:lnTo>
                    <a:pt x="486" y="408"/>
                  </a:lnTo>
                  <a:lnTo>
                    <a:pt x="486" y="403"/>
                  </a:lnTo>
                  <a:lnTo>
                    <a:pt x="491" y="398"/>
                  </a:lnTo>
                  <a:lnTo>
                    <a:pt x="491" y="387"/>
                  </a:lnTo>
                  <a:lnTo>
                    <a:pt x="491" y="382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80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6584" name="Freeform 8">
              <a:extLst>
                <a:ext uri="{FF2B5EF4-FFF2-40B4-BE49-F238E27FC236}">
                  <a16:creationId xmlns:a16="http://schemas.microsoft.com/office/drawing/2014/main" id="{ECF2695D-CF4A-4404-AF59-68350708C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1990"/>
              <a:ext cx="2547" cy="631"/>
            </a:xfrm>
            <a:custGeom>
              <a:avLst/>
              <a:gdLst>
                <a:gd name="T0" fmla="*/ 42 w 2547"/>
                <a:gd name="T1" fmla="*/ 154 h 631"/>
                <a:gd name="T2" fmla="*/ 100 w 2547"/>
                <a:gd name="T3" fmla="*/ 132 h 631"/>
                <a:gd name="T4" fmla="*/ 164 w 2547"/>
                <a:gd name="T5" fmla="*/ 111 h 631"/>
                <a:gd name="T6" fmla="*/ 233 w 2547"/>
                <a:gd name="T7" fmla="*/ 95 h 631"/>
                <a:gd name="T8" fmla="*/ 301 w 2547"/>
                <a:gd name="T9" fmla="*/ 79 h 631"/>
                <a:gd name="T10" fmla="*/ 380 w 2547"/>
                <a:gd name="T11" fmla="*/ 64 h 631"/>
                <a:gd name="T12" fmla="*/ 460 w 2547"/>
                <a:gd name="T13" fmla="*/ 48 h 631"/>
                <a:gd name="T14" fmla="*/ 544 w 2547"/>
                <a:gd name="T15" fmla="*/ 37 h 631"/>
                <a:gd name="T16" fmla="*/ 629 w 2547"/>
                <a:gd name="T17" fmla="*/ 26 h 631"/>
                <a:gd name="T18" fmla="*/ 719 w 2547"/>
                <a:gd name="T19" fmla="*/ 16 h 631"/>
                <a:gd name="T20" fmla="*/ 814 w 2547"/>
                <a:gd name="T21" fmla="*/ 10 h 631"/>
                <a:gd name="T22" fmla="*/ 909 w 2547"/>
                <a:gd name="T23" fmla="*/ 5 h 631"/>
                <a:gd name="T24" fmla="*/ 1004 w 2547"/>
                <a:gd name="T25" fmla="*/ 0 h 631"/>
                <a:gd name="T26" fmla="*/ 1099 w 2547"/>
                <a:gd name="T27" fmla="*/ 0 h 631"/>
                <a:gd name="T28" fmla="*/ 1194 w 2547"/>
                <a:gd name="T29" fmla="*/ 0 h 631"/>
                <a:gd name="T30" fmla="*/ 1290 w 2547"/>
                <a:gd name="T31" fmla="*/ 0 h 631"/>
                <a:gd name="T32" fmla="*/ 1385 w 2547"/>
                <a:gd name="T33" fmla="*/ 5 h 631"/>
                <a:gd name="T34" fmla="*/ 1480 w 2547"/>
                <a:gd name="T35" fmla="*/ 5 h 631"/>
                <a:gd name="T36" fmla="*/ 1570 w 2547"/>
                <a:gd name="T37" fmla="*/ 16 h 631"/>
                <a:gd name="T38" fmla="*/ 1665 w 2547"/>
                <a:gd name="T39" fmla="*/ 21 h 631"/>
                <a:gd name="T40" fmla="*/ 1749 w 2547"/>
                <a:gd name="T41" fmla="*/ 32 h 631"/>
                <a:gd name="T42" fmla="*/ 1839 w 2547"/>
                <a:gd name="T43" fmla="*/ 42 h 631"/>
                <a:gd name="T44" fmla="*/ 1918 w 2547"/>
                <a:gd name="T45" fmla="*/ 58 h 631"/>
                <a:gd name="T46" fmla="*/ 1998 w 2547"/>
                <a:gd name="T47" fmla="*/ 69 h 631"/>
                <a:gd name="T48" fmla="*/ 2072 w 2547"/>
                <a:gd name="T49" fmla="*/ 85 h 631"/>
                <a:gd name="T50" fmla="*/ 2140 w 2547"/>
                <a:gd name="T51" fmla="*/ 106 h 631"/>
                <a:gd name="T52" fmla="*/ 2209 w 2547"/>
                <a:gd name="T53" fmla="*/ 122 h 631"/>
                <a:gd name="T54" fmla="*/ 2267 w 2547"/>
                <a:gd name="T55" fmla="*/ 143 h 631"/>
                <a:gd name="T56" fmla="*/ 2325 w 2547"/>
                <a:gd name="T57" fmla="*/ 159 h 631"/>
                <a:gd name="T58" fmla="*/ 2373 w 2547"/>
                <a:gd name="T59" fmla="*/ 185 h 631"/>
                <a:gd name="T60" fmla="*/ 2415 w 2547"/>
                <a:gd name="T61" fmla="*/ 207 h 631"/>
                <a:gd name="T62" fmla="*/ 2452 w 2547"/>
                <a:gd name="T63" fmla="*/ 228 h 631"/>
                <a:gd name="T64" fmla="*/ 2484 w 2547"/>
                <a:gd name="T65" fmla="*/ 254 h 631"/>
                <a:gd name="T66" fmla="*/ 2510 w 2547"/>
                <a:gd name="T67" fmla="*/ 276 h 631"/>
                <a:gd name="T68" fmla="*/ 2531 w 2547"/>
                <a:gd name="T69" fmla="*/ 302 h 631"/>
                <a:gd name="T70" fmla="*/ 2542 w 2547"/>
                <a:gd name="T71" fmla="*/ 323 h 631"/>
                <a:gd name="T72" fmla="*/ 2547 w 2547"/>
                <a:gd name="T73" fmla="*/ 350 h 631"/>
                <a:gd name="T74" fmla="*/ 2542 w 2547"/>
                <a:gd name="T75" fmla="*/ 376 h 631"/>
                <a:gd name="T76" fmla="*/ 2537 w 2547"/>
                <a:gd name="T77" fmla="*/ 398 h 631"/>
                <a:gd name="T78" fmla="*/ 2521 w 2547"/>
                <a:gd name="T79" fmla="*/ 424 h 631"/>
                <a:gd name="T80" fmla="*/ 2500 w 2547"/>
                <a:gd name="T81" fmla="*/ 451 h 631"/>
                <a:gd name="T82" fmla="*/ 2473 w 2547"/>
                <a:gd name="T83" fmla="*/ 472 h 631"/>
                <a:gd name="T84" fmla="*/ 2436 w 2547"/>
                <a:gd name="T85" fmla="*/ 498 h 631"/>
                <a:gd name="T86" fmla="*/ 2394 w 2547"/>
                <a:gd name="T87" fmla="*/ 520 h 631"/>
                <a:gd name="T88" fmla="*/ 2352 w 2547"/>
                <a:gd name="T89" fmla="*/ 541 h 631"/>
                <a:gd name="T90" fmla="*/ 2299 w 2547"/>
                <a:gd name="T91" fmla="*/ 562 h 631"/>
                <a:gd name="T92" fmla="*/ 2241 w 2547"/>
                <a:gd name="T93" fmla="*/ 583 h 631"/>
                <a:gd name="T94" fmla="*/ 2177 w 2547"/>
                <a:gd name="T95" fmla="*/ 599 h 631"/>
                <a:gd name="T96" fmla="*/ 2109 w 2547"/>
                <a:gd name="T97" fmla="*/ 620 h 631"/>
                <a:gd name="T98" fmla="*/ 1168 w 2547"/>
                <a:gd name="T99" fmla="*/ 355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47" h="631">
                  <a:moveTo>
                    <a:pt x="0" y="164"/>
                  </a:moveTo>
                  <a:lnTo>
                    <a:pt x="16" y="159"/>
                  </a:lnTo>
                  <a:lnTo>
                    <a:pt x="26" y="159"/>
                  </a:lnTo>
                  <a:lnTo>
                    <a:pt x="42" y="154"/>
                  </a:lnTo>
                  <a:lnTo>
                    <a:pt x="58" y="148"/>
                  </a:lnTo>
                  <a:lnTo>
                    <a:pt x="69" y="143"/>
                  </a:lnTo>
                  <a:lnTo>
                    <a:pt x="85" y="138"/>
                  </a:lnTo>
                  <a:lnTo>
                    <a:pt x="100" y="132"/>
                  </a:lnTo>
                  <a:lnTo>
                    <a:pt x="116" y="127"/>
                  </a:lnTo>
                  <a:lnTo>
                    <a:pt x="132" y="122"/>
                  </a:lnTo>
                  <a:lnTo>
                    <a:pt x="148" y="117"/>
                  </a:lnTo>
                  <a:lnTo>
                    <a:pt x="164" y="111"/>
                  </a:lnTo>
                  <a:lnTo>
                    <a:pt x="180" y="106"/>
                  </a:lnTo>
                  <a:lnTo>
                    <a:pt x="196" y="106"/>
                  </a:lnTo>
                  <a:lnTo>
                    <a:pt x="211" y="101"/>
                  </a:lnTo>
                  <a:lnTo>
                    <a:pt x="233" y="95"/>
                  </a:lnTo>
                  <a:lnTo>
                    <a:pt x="248" y="90"/>
                  </a:lnTo>
                  <a:lnTo>
                    <a:pt x="264" y="85"/>
                  </a:lnTo>
                  <a:lnTo>
                    <a:pt x="285" y="85"/>
                  </a:lnTo>
                  <a:lnTo>
                    <a:pt x="301" y="79"/>
                  </a:lnTo>
                  <a:lnTo>
                    <a:pt x="322" y="74"/>
                  </a:lnTo>
                  <a:lnTo>
                    <a:pt x="338" y="69"/>
                  </a:lnTo>
                  <a:lnTo>
                    <a:pt x="359" y="69"/>
                  </a:lnTo>
                  <a:lnTo>
                    <a:pt x="380" y="64"/>
                  </a:lnTo>
                  <a:lnTo>
                    <a:pt x="402" y="58"/>
                  </a:lnTo>
                  <a:lnTo>
                    <a:pt x="417" y="58"/>
                  </a:lnTo>
                  <a:lnTo>
                    <a:pt x="439" y="53"/>
                  </a:lnTo>
                  <a:lnTo>
                    <a:pt x="460" y="48"/>
                  </a:lnTo>
                  <a:lnTo>
                    <a:pt x="481" y="48"/>
                  </a:lnTo>
                  <a:lnTo>
                    <a:pt x="502" y="42"/>
                  </a:lnTo>
                  <a:lnTo>
                    <a:pt x="523" y="42"/>
                  </a:lnTo>
                  <a:lnTo>
                    <a:pt x="544" y="37"/>
                  </a:lnTo>
                  <a:lnTo>
                    <a:pt x="565" y="37"/>
                  </a:lnTo>
                  <a:lnTo>
                    <a:pt x="587" y="32"/>
                  </a:lnTo>
                  <a:lnTo>
                    <a:pt x="608" y="32"/>
                  </a:lnTo>
                  <a:lnTo>
                    <a:pt x="629" y="26"/>
                  </a:lnTo>
                  <a:lnTo>
                    <a:pt x="655" y="26"/>
                  </a:lnTo>
                  <a:lnTo>
                    <a:pt x="676" y="21"/>
                  </a:lnTo>
                  <a:lnTo>
                    <a:pt x="698" y="21"/>
                  </a:lnTo>
                  <a:lnTo>
                    <a:pt x="719" y="16"/>
                  </a:lnTo>
                  <a:lnTo>
                    <a:pt x="745" y="16"/>
                  </a:lnTo>
                  <a:lnTo>
                    <a:pt x="766" y="16"/>
                  </a:lnTo>
                  <a:lnTo>
                    <a:pt x="787" y="10"/>
                  </a:lnTo>
                  <a:lnTo>
                    <a:pt x="814" y="10"/>
                  </a:lnTo>
                  <a:lnTo>
                    <a:pt x="835" y="10"/>
                  </a:lnTo>
                  <a:lnTo>
                    <a:pt x="861" y="5"/>
                  </a:lnTo>
                  <a:lnTo>
                    <a:pt x="883" y="5"/>
                  </a:lnTo>
                  <a:lnTo>
                    <a:pt x="909" y="5"/>
                  </a:lnTo>
                  <a:lnTo>
                    <a:pt x="930" y="5"/>
                  </a:lnTo>
                  <a:lnTo>
                    <a:pt x="951" y="5"/>
                  </a:lnTo>
                  <a:lnTo>
                    <a:pt x="978" y="0"/>
                  </a:lnTo>
                  <a:lnTo>
                    <a:pt x="1004" y="0"/>
                  </a:lnTo>
                  <a:lnTo>
                    <a:pt x="1025" y="0"/>
                  </a:lnTo>
                  <a:lnTo>
                    <a:pt x="1052" y="0"/>
                  </a:lnTo>
                  <a:lnTo>
                    <a:pt x="1073" y="0"/>
                  </a:lnTo>
                  <a:lnTo>
                    <a:pt x="1099" y="0"/>
                  </a:lnTo>
                  <a:lnTo>
                    <a:pt x="1120" y="0"/>
                  </a:lnTo>
                  <a:lnTo>
                    <a:pt x="1147" y="0"/>
                  </a:lnTo>
                  <a:lnTo>
                    <a:pt x="1168" y="0"/>
                  </a:lnTo>
                  <a:lnTo>
                    <a:pt x="1194" y="0"/>
                  </a:lnTo>
                  <a:lnTo>
                    <a:pt x="1216" y="0"/>
                  </a:lnTo>
                  <a:lnTo>
                    <a:pt x="1242" y="0"/>
                  </a:lnTo>
                  <a:lnTo>
                    <a:pt x="1263" y="0"/>
                  </a:lnTo>
                  <a:lnTo>
                    <a:pt x="1290" y="0"/>
                  </a:lnTo>
                  <a:lnTo>
                    <a:pt x="1311" y="0"/>
                  </a:lnTo>
                  <a:lnTo>
                    <a:pt x="1337" y="0"/>
                  </a:lnTo>
                  <a:lnTo>
                    <a:pt x="1363" y="0"/>
                  </a:lnTo>
                  <a:lnTo>
                    <a:pt x="1385" y="5"/>
                  </a:lnTo>
                  <a:lnTo>
                    <a:pt x="1406" y="5"/>
                  </a:lnTo>
                  <a:lnTo>
                    <a:pt x="1432" y="5"/>
                  </a:lnTo>
                  <a:lnTo>
                    <a:pt x="1453" y="5"/>
                  </a:lnTo>
                  <a:lnTo>
                    <a:pt x="1480" y="5"/>
                  </a:lnTo>
                  <a:lnTo>
                    <a:pt x="1501" y="10"/>
                  </a:lnTo>
                  <a:lnTo>
                    <a:pt x="1527" y="10"/>
                  </a:lnTo>
                  <a:lnTo>
                    <a:pt x="1548" y="10"/>
                  </a:lnTo>
                  <a:lnTo>
                    <a:pt x="1570" y="16"/>
                  </a:lnTo>
                  <a:lnTo>
                    <a:pt x="1596" y="16"/>
                  </a:lnTo>
                  <a:lnTo>
                    <a:pt x="1617" y="16"/>
                  </a:lnTo>
                  <a:lnTo>
                    <a:pt x="1638" y="21"/>
                  </a:lnTo>
                  <a:lnTo>
                    <a:pt x="1665" y="21"/>
                  </a:lnTo>
                  <a:lnTo>
                    <a:pt x="1686" y="26"/>
                  </a:lnTo>
                  <a:lnTo>
                    <a:pt x="1707" y="26"/>
                  </a:lnTo>
                  <a:lnTo>
                    <a:pt x="1728" y="32"/>
                  </a:lnTo>
                  <a:lnTo>
                    <a:pt x="1749" y="32"/>
                  </a:lnTo>
                  <a:lnTo>
                    <a:pt x="1770" y="37"/>
                  </a:lnTo>
                  <a:lnTo>
                    <a:pt x="1797" y="37"/>
                  </a:lnTo>
                  <a:lnTo>
                    <a:pt x="1818" y="42"/>
                  </a:lnTo>
                  <a:lnTo>
                    <a:pt x="1839" y="42"/>
                  </a:lnTo>
                  <a:lnTo>
                    <a:pt x="1860" y="48"/>
                  </a:lnTo>
                  <a:lnTo>
                    <a:pt x="1876" y="48"/>
                  </a:lnTo>
                  <a:lnTo>
                    <a:pt x="1897" y="53"/>
                  </a:lnTo>
                  <a:lnTo>
                    <a:pt x="1918" y="58"/>
                  </a:lnTo>
                  <a:lnTo>
                    <a:pt x="1940" y="58"/>
                  </a:lnTo>
                  <a:lnTo>
                    <a:pt x="1961" y="64"/>
                  </a:lnTo>
                  <a:lnTo>
                    <a:pt x="1977" y="69"/>
                  </a:lnTo>
                  <a:lnTo>
                    <a:pt x="1998" y="69"/>
                  </a:lnTo>
                  <a:lnTo>
                    <a:pt x="2019" y="74"/>
                  </a:lnTo>
                  <a:lnTo>
                    <a:pt x="2035" y="79"/>
                  </a:lnTo>
                  <a:lnTo>
                    <a:pt x="2056" y="85"/>
                  </a:lnTo>
                  <a:lnTo>
                    <a:pt x="2072" y="85"/>
                  </a:lnTo>
                  <a:lnTo>
                    <a:pt x="2093" y="90"/>
                  </a:lnTo>
                  <a:lnTo>
                    <a:pt x="2109" y="95"/>
                  </a:lnTo>
                  <a:lnTo>
                    <a:pt x="2125" y="101"/>
                  </a:lnTo>
                  <a:lnTo>
                    <a:pt x="2140" y="106"/>
                  </a:lnTo>
                  <a:lnTo>
                    <a:pt x="2162" y="106"/>
                  </a:lnTo>
                  <a:lnTo>
                    <a:pt x="2177" y="111"/>
                  </a:lnTo>
                  <a:lnTo>
                    <a:pt x="2193" y="117"/>
                  </a:lnTo>
                  <a:lnTo>
                    <a:pt x="2209" y="122"/>
                  </a:lnTo>
                  <a:lnTo>
                    <a:pt x="2225" y="127"/>
                  </a:lnTo>
                  <a:lnTo>
                    <a:pt x="2241" y="132"/>
                  </a:lnTo>
                  <a:lnTo>
                    <a:pt x="2257" y="138"/>
                  </a:lnTo>
                  <a:lnTo>
                    <a:pt x="2267" y="143"/>
                  </a:lnTo>
                  <a:lnTo>
                    <a:pt x="2283" y="148"/>
                  </a:lnTo>
                  <a:lnTo>
                    <a:pt x="2299" y="154"/>
                  </a:lnTo>
                  <a:lnTo>
                    <a:pt x="2310" y="159"/>
                  </a:lnTo>
                  <a:lnTo>
                    <a:pt x="2325" y="159"/>
                  </a:lnTo>
                  <a:lnTo>
                    <a:pt x="2336" y="164"/>
                  </a:lnTo>
                  <a:lnTo>
                    <a:pt x="2352" y="170"/>
                  </a:lnTo>
                  <a:lnTo>
                    <a:pt x="2362" y="175"/>
                  </a:lnTo>
                  <a:lnTo>
                    <a:pt x="2373" y="185"/>
                  </a:lnTo>
                  <a:lnTo>
                    <a:pt x="2383" y="191"/>
                  </a:lnTo>
                  <a:lnTo>
                    <a:pt x="2394" y="196"/>
                  </a:lnTo>
                  <a:lnTo>
                    <a:pt x="2405" y="201"/>
                  </a:lnTo>
                  <a:lnTo>
                    <a:pt x="2415" y="207"/>
                  </a:lnTo>
                  <a:lnTo>
                    <a:pt x="2426" y="212"/>
                  </a:lnTo>
                  <a:lnTo>
                    <a:pt x="2436" y="217"/>
                  </a:lnTo>
                  <a:lnTo>
                    <a:pt x="2447" y="223"/>
                  </a:lnTo>
                  <a:lnTo>
                    <a:pt x="2452" y="228"/>
                  </a:lnTo>
                  <a:lnTo>
                    <a:pt x="2463" y="233"/>
                  </a:lnTo>
                  <a:lnTo>
                    <a:pt x="2473" y="239"/>
                  </a:lnTo>
                  <a:lnTo>
                    <a:pt x="2479" y="244"/>
                  </a:lnTo>
                  <a:lnTo>
                    <a:pt x="2484" y="254"/>
                  </a:lnTo>
                  <a:lnTo>
                    <a:pt x="2494" y="260"/>
                  </a:lnTo>
                  <a:lnTo>
                    <a:pt x="2500" y="265"/>
                  </a:lnTo>
                  <a:lnTo>
                    <a:pt x="2505" y="270"/>
                  </a:lnTo>
                  <a:lnTo>
                    <a:pt x="2510" y="276"/>
                  </a:lnTo>
                  <a:lnTo>
                    <a:pt x="2516" y="281"/>
                  </a:lnTo>
                  <a:lnTo>
                    <a:pt x="2521" y="286"/>
                  </a:lnTo>
                  <a:lnTo>
                    <a:pt x="2526" y="297"/>
                  </a:lnTo>
                  <a:lnTo>
                    <a:pt x="2531" y="302"/>
                  </a:lnTo>
                  <a:lnTo>
                    <a:pt x="2531" y="307"/>
                  </a:lnTo>
                  <a:lnTo>
                    <a:pt x="2537" y="313"/>
                  </a:lnTo>
                  <a:lnTo>
                    <a:pt x="2537" y="318"/>
                  </a:lnTo>
                  <a:lnTo>
                    <a:pt x="2542" y="323"/>
                  </a:lnTo>
                  <a:lnTo>
                    <a:pt x="2542" y="334"/>
                  </a:lnTo>
                  <a:lnTo>
                    <a:pt x="2542" y="339"/>
                  </a:lnTo>
                  <a:lnTo>
                    <a:pt x="2547" y="345"/>
                  </a:lnTo>
                  <a:lnTo>
                    <a:pt x="2547" y="350"/>
                  </a:lnTo>
                  <a:lnTo>
                    <a:pt x="2547" y="355"/>
                  </a:lnTo>
                  <a:lnTo>
                    <a:pt x="2547" y="360"/>
                  </a:lnTo>
                  <a:lnTo>
                    <a:pt x="2547" y="371"/>
                  </a:lnTo>
                  <a:lnTo>
                    <a:pt x="2542" y="376"/>
                  </a:lnTo>
                  <a:lnTo>
                    <a:pt x="2542" y="382"/>
                  </a:lnTo>
                  <a:lnTo>
                    <a:pt x="2542" y="387"/>
                  </a:lnTo>
                  <a:lnTo>
                    <a:pt x="2537" y="392"/>
                  </a:lnTo>
                  <a:lnTo>
                    <a:pt x="2537" y="398"/>
                  </a:lnTo>
                  <a:lnTo>
                    <a:pt x="2531" y="408"/>
                  </a:lnTo>
                  <a:lnTo>
                    <a:pt x="2531" y="413"/>
                  </a:lnTo>
                  <a:lnTo>
                    <a:pt x="2526" y="419"/>
                  </a:lnTo>
                  <a:lnTo>
                    <a:pt x="2521" y="424"/>
                  </a:lnTo>
                  <a:lnTo>
                    <a:pt x="2516" y="429"/>
                  </a:lnTo>
                  <a:lnTo>
                    <a:pt x="2510" y="435"/>
                  </a:lnTo>
                  <a:lnTo>
                    <a:pt x="2505" y="445"/>
                  </a:lnTo>
                  <a:lnTo>
                    <a:pt x="2500" y="451"/>
                  </a:lnTo>
                  <a:lnTo>
                    <a:pt x="2494" y="456"/>
                  </a:lnTo>
                  <a:lnTo>
                    <a:pt x="2484" y="461"/>
                  </a:lnTo>
                  <a:lnTo>
                    <a:pt x="2479" y="467"/>
                  </a:lnTo>
                  <a:lnTo>
                    <a:pt x="2473" y="472"/>
                  </a:lnTo>
                  <a:lnTo>
                    <a:pt x="2463" y="477"/>
                  </a:lnTo>
                  <a:lnTo>
                    <a:pt x="2452" y="482"/>
                  </a:lnTo>
                  <a:lnTo>
                    <a:pt x="2447" y="493"/>
                  </a:lnTo>
                  <a:lnTo>
                    <a:pt x="2436" y="498"/>
                  </a:lnTo>
                  <a:lnTo>
                    <a:pt x="2426" y="504"/>
                  </a:lnTo>
                  <a:lnTo>
                    <a:pt x="2415" y="509"/>
                  </a:lnTo>
                  <a:lnTo>
                    <a:pt x="2405" y="514"/>
                  </a:lnTo>
                  <a:lnTo>
                    <a:pt x="2394" y="520"/>
                  </a:lnTo>
                  <a:lnTo>
                    <a:pt x="2383" y="525"/>
                  </a:lnTo>
                  <a:lnTo>
                    <a:pt x="2373" y="530"/>
                  </a:lnTo>
                  <a:lnTo>
                    <a:pt x="2362" y="535"/>
                  </a:lnTo>
                  <a:lnTo>
                    <a:pt x="2352" y="541"/>
                  </a:lnTo>
                  <a:lnTo>
                    <a:pt x="2336" y="546"/>
                  </a:lnTo>
                  <a:lnTo>
                    <a:pt x="2325" y="551"/>
                  </a:lnTo>
                  <a:lnTo>
                    <a:pt x="2310" y="557"/>
                  </a:lnTo>
                  <a:lnTo>
                    <a:pt x="2299" y="562"/>
                  </a:lnTo>
                  <a:lnTo>
                    <a:pt x="2283" y="567"/>
                  </a:lnTo>
                  <a:lnTo>
                    <a:pt x="2267" y="573"/>
                  </a:lnTo>
                  <a:lnTo>
                    <a:pt x="2257" y="578"/>
                  </a:lnTo>
                  <a:lnTo>
                    <a:pt x="2241" y="583"/>
                  </a:lnTo>
                  <a:lnTo>
                    <a:pt x="2225" y="588"/>
                  </a:lnTo>
                  <a:lnTo>
                    <a:pt x="2209" y="594"/>
                  </a:lnTo>
                  <a:lnTo>
                    <a:pt x="2193" y="594"/>
                  </a:lnTo>
                  <a:lnTo>
                    <a:pt x="2177" y="599"/>
                  </a:lnTo>
                  <a:lnTo>
                    <a:pt x="2162" y="604"/>
                  </a:lnTo>
                  <a:lnTo>
                    <a:pt x="2140" y="610"/>
                  </a:lnTo>
                  <a:lnTo>
                    <a:pt x="2125" y="615"/>
                  </a:lnTo>
                  <a:lnTo>
                    <a:pt x="2109" y="620"/>
                  </a:lnTo>
                  <a:lnTo>
                    <a:pt x="2093" y="620"/>
                  </a:lnTo>
                  <a:lnTo>
                    <a:pt x="2072" y="626"/>
                  </a:lnTo>
                  <a:lnTo>
                    <a:pt x="2056" y="631"/>
                  </a:lnTo>
                  <a:lnTo>
                    <a:pt x="1168" y="355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FF0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6585" name="Freeform 9">
            <a:extLst>
              <a:ext uri="{FF2B5EF4-FFF2-40B4-BE49-F238E27FC236}">
                <a16:creationId xmlns:a16="http://schemas.microsoft.com/office/drawing/2014/main" id="{24546825-0244-4E47-833F-6DF29DA36395}"/>
              </a:ext>
            </a:extLst>
          </p:cNvPr>
          <p:cNvSpPr>
            <a:spLocks/>
          </p:cNvSpPr>
          <p:nvPr/>
        </p:nvSpPr>
        <p:spPr bwMode="auto">
          <a:xfrm>
            <a:off x="3365893" y="3186196"/>
            <a:ext cx="561975" cy="1152525"/>
          </a:xfrm>
          <a:custGeom>
            <a:avLst/>
            <a:gdLst>
              <a:gd name="T0" fmla="*/ 0 w 354"/>
              <a:gd name="T1" fmla="*/ 0 h 726"/>
              <a:gd name="T2" fmla="*/ 354 w 354"/>
              <a:gd name="T3" fmla="*/ 344 h 726"/>
              <a:gd name="T4" fmla="*/ 354 w 354"/>
              <a:gd name="T5" fmla="*/ 726 h 726"/>
              <a:gd name="T6" fmla="*/ 0 w 354"/>
              <a:gd name="T7" fmla="*/ 381 h 726"/>
              <a:gd name="T8" fmla="*/ 0 w 354"/>
              <a:gd name="T9" fmla="*/ 0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4" h="726">
                <a:moveTo>
                  <a:pt x="0" y="0"/>
                </a:moveTo>
                <a:lnTo>
                  <a:pt x="354" y="344"/>
                </a:lnTo>
                <a:lnTo>
                  <a:pt x="354" y="726"/>
                </a:lnTo>
                <a:lnTo>
                  <a:pt x="0" y="381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7352" name="Group 10">
            <a:extLst>
              <a:ext uri="{FF2B5EF4-FFF2-40B4-BE49-F238E27FC236}">
                <a16:creationId xmlns:a16="http://schemas.microsoft.com/office/drawing/2014/main" id="{A1589D95-15CA-4E73-B6BB-7300D74164A4}"/>
              </a:ext>
            </a:extLst>
          </p:cNvPr>
          <p:cNvGrpSpPr>
            <a:grpSpLocks/>
          </p:cNvGrpSpPr>
          <p:nvPr/>
        </p:nvGrpSpPr>
        <p:grpSpPr bwMode="auto">
          <a:xfrm>
            <a:off x="3365893" y="3186196"/>
            <a:ext cx="1408112" cy="1152525"/>
            <a:chOff x="3067" y="2494"/>
            <a:chExt cx="887" cy="726"/>
          </a:xfrm>
        </p:grpSpPr>
        <p:sp>
          <p:nvSpPr>
            <p:cNvPr id="536587" name="Freeform 11">
              <a:extLst>
                <a:ext uri="{FF2B5EF4-FFF2-40B4-BE49-F238E27FC236}">
                  <a16:creationId xmlns:a16="http://schemas.microsoft.com/office/drawing/2014/main" id="{30E1A554-3FA4-4277-AA97-D6C6E333A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6" y="2769"/>
              <a:ext cx="528" cy="451"/>
            </a:xfrm>
            <a:custGeom>
              <a:avLst/>
              <a:gdLst>
                <a:gd name="T0" fmla="*/ 528 w 528"/>
                <a:gd name="T1" fmla="*/ 0 h 451"/>
                <a:gd name="T2" fmla="*/ 507 w 528"/>
                <a:gd name="T3" fmla="*/ 6 h 451"/>
                <a:gd name="T4" fmla="*/ 491 w 528"/>
                <a:gd name="T5" fmla="*/ 6 h 451"/>
                <a:gd name="T6" fmla="*/ 470 w 528"/>
                <a:gd name="T7" fmla="*/ 11 h 451"/>
                <a:gd name="T8" fmla="*/ 449 w 528"/>
                <a:gd name="T9" fmla="*/ 16 h 451"/>
                <a:gd name="T10" fmla="*/ 433 w 528"/>
                <a:gd name="T11" fmla="*/ 22 h 451"/>
                <a:gd name="T12" fmla="*/ 412 w 528"/>
                <a:gd name="T13" fmla="*/ 22 h 451"/>
                <a:gd name="T14" fmla="*/ 412 w 528"/>
                <a:gd name="T15" fmla="*/ 22 h 451"/>
                <a:gd name="T16" fmla="*/ 391 w 528"/>
                <a:gd name="T17" fmla="*/ 27 h 451"/>
                <a:gd name="T18" fmla="*/ 370 w 528"/>
                <a:gd name="T19" fmla="*/ 27 h 451"/>
                <a:gd name="T20" fmla="*/ 349 w 528"/>
                <a:gd name="T21" fmla="*/ 32 h 451"/>
                <a:gd name="T22" fmla="*/ 333 w 528"/>
                <a:gd name="T23" fmla="*/ 38 h 451"/>
                <a:gd name="T24" fmla="*/ 312 w 528"/>
                <a:gd name="T25" fmla="*/ 38 h 451"/>
                <a:gd name="T26" fmla="*/ 291 w 528"/>
                <a:gd name="T27" fmla="*/ 43 h 451"/>
                <a:gd name="T28" fmla="*/ 269 w 528"/>
                <a:gd name="T29" fmla="*/ 43 h 451"/>
                <a:gd name="T30" fmla="*/ 243 w 528"/>
                <a:gd name="T31" fmla="*/ 48 h 451"/>
                <a:gd name="T32" fmla="*/ 222 w 528"/>
                <a:gd name="T33" fmla="*/ 48 h 451"/>
                <a:gd name="T34" fmla="*/ 201 w 528"/>
                <a:gd name="T35" fmla="*/ 53 h 451"/>
                <a:gd name="T36" fmla="*/ 180 w 528"/>
                <a:gd name="T37" fmla="*/ 53 h 451"/>
                <a:gd name="T38" fmla="*/ 158 w 528"/>
                <a:gd name="T39" fmla="*/ 59 h 451"/>
                <a:gd name="T40" fmla="*/ 137 w 528"/>
                <a:gd name="T41" fmla="*/ 59 h 451"/>
                <a:gd name="T42" fmla="*/ 137 w 528"/>
                <a:gd name="T43" fmla="*/ 59 h 451"/>
                <a:gd name="T44" fmla="*/ 111 w 528"/>
                <a:gd name="T45" fmla="*/ 64 h 451"/>
                <a:gd name="T46" fmla="*/ 90 w 528"/>
                <a:gd name="T47" fmla="*/ 64 h 451"/>
                <a:gd name="T48" fmla="*/ 69 w 528"/>
                <a:gd name="T49" fmla="*/ 64 h 451"/>
                <a:gd name="T50" fmla="*/ 42 w 528"/>
                <a:gd name="T51" fmla="*/ 69 h 451"/>
                <a:gd name="T52" fmla="*/ 21 w 528"/>
                <a:gd name="T53" fmla="*/ 69 h 451"/>
                <a:gd name="T54" fmla="*/ 0 w 528"/>
                <a:gd name="T55" fmla="*/ 69 h 451"/>
                <a:gd name="T56" fmla="*/ 0 w 528"/>
                <a:gd name="T57" fmla="*/ 451 h 451"/>
                <a:gd name="T58" fmla="*/ 21 w 528"/>
                <a:gd name="T59" fmla="*/ 451 h 451"/>
                <a:gd name="T60" fmla="*/ 42 w 528"/>
                <a:gd name="T61" fmla="*/ 451 h 451"/>
                <a:gd name="T62" fmla="*/ 69 w 528"/>
                <a:gd name="T63" fmla="*/ 446 h 451"/>
                <a:gd name="T64" fmla="*/ 90 w 528"/>
                <a:gd name="T65" fmla="*/ 446 h 451"/>
                <a:gd name="T66" fmla="*/ 111 w 528"/>
                <a:gd name="T67" fmla="*/ 446 h 451"/>
                <a:gd name="T68" fmla="*/ 137 w 528"/>
                <a:gd name="T69" fmla="*/ 441 h 451"/>
                <a:gd name="T70" fmla="*/ 137 w 528"/>
                <a:gd name="T71" fmla="*/ 441 h 451"/>
                <a:gd name="T72" fmla="*/ 158 w 528"/>
                <a:gd name="T73" fmla="*/ 441 h 451"/>
                <a:gd name="T74" fmla="*/ 180 w 528"/>
                <a:gd name="T75" fmla="*/ 435 h 451"/>
                <a:gd name="T76" fmla="*/ 201 w 528"/>
                <a:gd name="T77" fmla="*/ 435 h 451"/>
                <a:gd name="T78" fmla="*/ 222 w 528"/>
                <a:gd name="T79" fmla="*/ 430 h 451"/>
                <a:gd name="T80" fmla="*/ 243 w 528"/>
                <a:gd name="T81" fmla="*/ 430 h 451"/>
                <a:gd name="T82" fmla="*/ 269 w 528"/>
                <a:gd name="T83" fmla="*/ 425 h 451"/>
                <a:gd name="T84" fmla="*/ 291 w 528"/>
                <a:gd name="T85" fmla="*/ 425 h 451"/>
                <a:gd name="T86" fmla="*/ 312 w 528"/>
                <a:gd name="T87" fmla="*/ 419 h 451"/>
                <a:gd name="T88" fmla="*/ 333 w 528"/>
                <a:gd name="T89" fmla="*/ 419 h 451"/>
                <a:gd name="T90" fmla="*/ 349 w 528"/>
                <a:gd name="T91" fmla="*/ 414 h 451"/>
                <a:gd name="T92" fmla="*/ 370 w 528"/>
                <a:gd name="T93" fmla="*/ 409 h 451"/>
                <a:gd name="T94" fmla="*/ 391 w 528"/>
                <a:gd name="T95" fmla="*/ 409 h 451"/>
                <a:gd name="T96" fmla="*/ 412 w 528"/>
                <a:gd name="T97" fmla="*/ 403 h 451"/>
                <a:gd name="T98" fmla="*/ 412 w 528"/>
                <a:gd name="T99" fmla="*/ 403 h 451"/>
                <a:gd name="T100" fmla="*/ 433 w 528"/>
                <a:gd name="T101" fmla="*/ 403 h 451"/>
                <a:gd name="T102" fmla="*/ 449 w 528"/>
                <a:gd name="T103" fmla="*/ 398 h 451"/>
                <a:gd name="T104" fmla="*/ 470 w 528"/>
                <a:gd name="T105" fmla="*/ 393 h 451"/>
                <a:gd name="T106" fmla="*/ 491 w 528"/>
                <a:gd name="T107" fmla="*/ 387 h 451"/>
                <a:gd name="T108" fmla="*/ 507 w 528"/>
                <a:gd name="T109" fmla="*/ 387 h 451"/>
                <a:gd name="T110" fmla="*/ 528 w 528"/>
                <a:gd name="T111" fmla="*/ 382 h 451"/>
                <a:gd name="T112" fmla="*/ 528 w 528"/>
                <a:gd name="T113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28" h="451">
                  <a:moveTo>
                    <a:pt x="528" y="0"/>
                  </a:moveTo>
                  <a:lnTo>
                    <a:pt x="507" y="6"/>
                  </a:lnTo>
                  <a:lnTo>
                    <a:pt x="491" y="6"/>
                  </a:lnTo>
                  <a:lnTo>
                    <a:pt x="470" y="11"/>
                  </a:lnTo>
                  <a:lnTo>
                    <a:pt x="449" y="16"/>
                  </a:lnTo>
                  <a:lnTo>
                    <a:pt x="433" y="22"/>
                  </a:lnTo>
                  <a:lnTo>
                    <a:pt x="412" y="22"/>
                  </a:lnTo>
                  <a:lnTo>
                    <a:pt x="412" y="22"/>
                  </a:lnTo>
                  <a:lnTo>
                    <a:pt x="391" y="27"/>
                  </a:lnTo>
                  <a:lnTo>
                    <a:pt x="370" y="27"/>
                  </a:lnTo>
                  <a:lnTo>
                    <a:pt x="349" y="32"/>
                  </a:lnTo>
                  <a:lnTo>
                    <a:pt x="333" y="38"/>
                  </a:lnTo>
                  <a:lnTo>
                    <a:pt x="312" y="38"/>
                  </a:lnTo>
                  <a:lnTo>
                    <a:pt x="291" y="43"/>
                  </a:lnTo>
                  <a:lnTo>
                    <a:pt x="269" y="43"/>
                  </a:lnTo>
                  <a:lnTo>
                    <a:pt x="243" y="48"/>
                  </a:lnTo>
                  <a:lnTo>
                    <a:pt x="222" y="48"/>
                  </a:lnTo>
                  <a:lnTo>
                    <a:pt x="201" y="53"/>
                  </a:lnTo>
                  <a:lnTo>
                    <a:pt x="180" y="53"/>
                  </a:lnTo>
                  <a:lnTo>
                    <a:pt x="158" y="59"/>
                  </a:lnTo>
                  <a:lnTo>
                    <a:pt x="137" y="59"/>
                  </a:lnTo>
                  <a:lnTo>
                    <a:pt x="137" y="59"/>
                  </a:lnTo>
                  <a:lnTo>
                    <a:pt x="111" y="64"/>
                  </a:lnTo>
                  <a:lnTo>
                    <a:pt x="90" y="64"/>
                  </a:lnTo>
                  <a:lnTo>
                    <a:pt x="69" y="64"/>
                  </a:lnTo>
                  <a:lnTo>
                    <a:pt x="42" y="69"/>
                  </a:lnTo>
                  <a:lnTo>
                    <a:pt x="21" y="69"/>
                  </a:lnTo>
                  <a:lnTo>
                    <a:pt x="0" y="69"/>
                  </a:lnTo>
                  <a:lnTo>
                    <a:pt x="0" y="451"/>
                  </a:lnTo>
                  <a:lnTo>
                    <a:pt x="21" y="451"/>
                  </a:lnTo>
                  <a:lnTo>
                    <a:pt x="42" y="451"/>
                  </a:lnTo>
                  <a:lnTo>
                    <a:pt x="69" y="446"/>
                  </a:lnTo>
                  <a:lnTo>
                    <a:pt x="90" y="446"/>
                  </a:lnTo>
                  <a:lnTo>
                    <a:pt x="111" y="446"/>
                  </a:lnTo>
                  <a:lnTo>
                    <a:pt x="137" y="441"/>
                  </a:lnTo>
                  <a:lnTo>
                    <a:pt x="137" y="441"/>
                  </a:lnTo>
                  <a:lnTo>
                    <a:pt x="158" y="441"/>
                  </a:lnTo>
                  <a:lnTo>
                    <a:pt x="180" y="435"/>
                  </a:lnTo>
                  <a:lnTo>
                    <a:pt x="201" y="435"/>
                  </a:lnTo>
                  <a:lnTo>
                    <a:pt x="222" y="430"/>
                  </a:lnTo>
                  <a:lnTo>
                    <a:pt x="243" y="430"/>
                  </a:lnTo>
                  <a:lnTo>
                    <a:pt x="269" y="425"/>
                  </a:lnTo>
                  <a:lnTo>
                    <a:pt x="291" y="425"/>
                  </a:lnTo>
                  <a:lnTo>
                    <a:pt x="312" y="419"/>
                  </a:lnTo>
                  <a:lnTo>
                    <a:pt x="333" y="419"/>
                  </a:lnTo>
                  <a:lnTo>
                    <a:pt x="349" y="414"/>
                  </a:lnTo>
                  <a:lnTo>
                    <a:pt x="370" y="409"/>
                  </a:lnTo>
                  <a:lnTo>
                    <a:pt x="391" y="409"/>
                  </a:lnTo>
                  <a:lnTo>
                    <a:pt x="412" y="403"/>
                  </a:lnTo>
                  <a:lnTo>
                    <a:pt x="412" y="403"/>
                  </a:lnTo>
                  <a:lnTo>
                    <a:pt x="433" y="403"/>
                  </a:lnTo>
                  <a:lnTo>
                    <a:pt x="449" y="398"/>
                  </a:lnTo>
                  <a:lnTo>
                    <a:pt x="470" y="393"/>
                  </a:lnTo>
                  <a:lnTo>
                    <a:pt x="491" y="387"/>
                  </a:lnTo>
                  <a:lnTo>
                    <a:pt x="507" y="387"/>
                  </a:lnTo>
                  <a:lnTo>
                    <a:pt x="528" y="382"/>
                  </a:lnTo>
                  <a:lnTo>
                    <a:pt x="528" y="0"/>
                  </a:lnTo>
                  <a:close/>
                </a:path>
              </a:pathLst>
            </a:custGeom>
            <a:solidFill>
              <a:srgbClr val="00008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6588" name="Freeform 12">
              <a:extLst>
                <a:ext uri="{FF2B5EF4-FFF2-40B4-BE49-F238E27FC236}">
                  <a16:creationId xmlns:a16="http://schemas.microsoft.com/office/drawing/2014/main" id="{ABE2E6C5-0A25-4B45-8454-45AAE0A24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2494"/>
              <a:ext cx="887" cy="344"/>
            </a:xfrm>
            <a:custGeom>
              <a:avLst/>
              <a:gdLst>
                <a:gd name="T0" fmla="*/ 887 w 887"/>
                <a:gd name="T1" fmla="*/ 275 h 344"/>
                <a:gd name="T2" fmla="*/ 866 w 887"/>
                <a:gd name="T3" fmla="*/ 281 h 344"/>
                <a:gd name="T4" fmla="*/ 850 w 887"/>
                <a:gd name="T5" fmla="*/ 281 h 344"/>
                <a:gd name="T6" fmla="*/ 829 w 887"/>
                <a:gd name="T7" fmla="*/ 286 h 344"/>
                <a:gd name="T8" fmla="*/ 808 w 887"/>
                <a:gd name="T9" fmla="*/ 291 h 344"/>
                <a:gd name="T10" fmla="*/ 792 w 887"/>
                <a:gd name="T11" fmla="*/ 297 h 344"/>
                <a:gd name="T12" fmla="*/ 771 w 887"/>
                <a:gd name="T13" fmla="*/ 297 h 344"/>
                <a:gd name="T14" fmla="*/ 771 w 887"/>
                <a:gd name="T15" fmla="*/ 297 h 344"/>
                <a:gd name="T16" fmla="*/ 750 w 887"/>
                <a:gd name="T17" fmla="*/ 302 h 344"/>
                <a:gd name="T18" fmla="*/ 729 w 887"/>
                <a:gd name="T19" fmla="*/ 302 h 344"/>
                <a:gd name="T20" fmla="*/ 708 w 887"/>
                <a:gd name="T21" fmla="*/ 307 h 344"/>
                <a:gd name="T22" fmla="*/ 692 w 887"/>
                <a:gd name="T23" fmla="*/ 313 h 344"/>
                <a:gd name="T24" fmla="*/ 671 w 887"/>
                <a:gd name="T25" fmla="*/ 313 h 344"/>
                <a:gd name="T26" fmla="*/ 650 w 887"/>
                <a:gd name="T27" fmla="*/ 318 h 344"/>
                <a:gd name="T28" fmla="*/ 628 w 887"/>
                <a:gd name="T29" fmla="*/ 318 h 344"/>
                <a:gd name="T30" fmla="*/ 602 w 887"/>
                <a:gd name="T31" fmla="*/ 323 h 344"/>
                <a:gd name="T32" fmla="*/ 581 w 887"/>
                <a:gd name="T33" fmla="*/ 323 h 344"/>
                <a:gd name="T34" fmla="*/ 560 w 887"/>
                <a:gd name="T35" fmla="*/ 328 h 344"/>
                <a:gd name="T36" fmla="*/ 539 w 887"/>
                <a:gd name="T37" fmla="*/ 328 h 344"/>
                <a:gd name="T38" fmla="*/ 517 w 887"/>
                <a:gd name="T39" fmla="*/ 334 h 344"/>
                <a:gd name="T40" fmla="*/ 496 w 887"/>
                <a:gd name="T41" fmla="*/ 334 h 344"/>
                <a:gd name="T42" fmla="*/ 496 w 887"/>
                <a:gd name="T43" fmla="*/ 334 h 344"/>
                <a:gd name="T44" fmla="*/ 470 w 887"/>
                <a:gd name="T45" fmla="*/ 339 h 344"/>
                <a:gd name="T46" fmla="*/ 449 w 887"/>
                <a:gd name="T47" fmla="*/ 339 h 344"/>
                <a:gd name="T48" fmla="*/ 428 w 887"/>
                <a:gd name="T49" fmla="*/ 339 h 344"/>
                <a:gd name="T50" fmla="*/ 401 w 887"/>
                <a:gd name="T51" fmla="*/ 344 h 344"/>
                <a:gd name="T52" fmla="*/ 380 w 887"/>
                <a:gd name="T53" fmla="*/ 344 h 344"/>
                <a:gd name="T54" fmla="*/ 359 w 887"/>
                <a:gd name="T55" fmla="*/ 344 h 344"/>
                <a:gd name="T56" fmla="*/ 0 w 887"/>
                <a:gd name="T57" fmla="*/ 0 h 344"/>
                <a:gd name="T58" fmla="*/ 887 w 887"/>
                <a:gd name="T59" fmla="*/ 275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87" h="344">
                  <a:moveTo>
                    <a:pt x="887" y="275"/>
                  </a:moveTo>
                  <a:lnTo>
                    <a:pt x="866" y="281"/>
                  </a:lnTo>
                  <a:lnTo>
                    <a:pt x="850" y="281"/>
                  </a:lnTo>
                  <a:lnTo>
                    <a:pt x="829" y="286"/>
                  </a:lnTo>
                  <a:lnTo>
                    <a:pt x="808" y="291"/>
                  </a:lnTo>
                  <a:lnTo>
                    <a:pt x="792" y="297"/>
                  </a:lnTo>
                  <a:lnTo>
                    <a:pt x="771" y="297"/>
                  </a:lnTo>
                  <a:lnTo>
                    <a:pt x="771" y="297"/>
                  </a:lnTo>
                  <a:lnTo>
                    <a:pt x="750" y="302"/>
                  </a:lnTo>
                  <a:lnTo>
                    <a:pt x="729" y="302"/>
                  </a:lnTo>
                  <a:lnTo>
                    <a:pt x="708" y="307"/>
                  </a:lnTo>
                  <a:lnTo>
                    <a:pt x="692" y="313"/>
                  </a:lnTo>
                  <a:lnTo>
                    <a:pt x="671" y="313"/>
                  </a:lnTo>
                  <a:lnTo>
                    <a:pt x="650" y="318"/>
                  </a:lnTo>
                  <a:lnTo>
                    <a:pt x="628" y="318"/>
                  </a:lnTo>
                  <a:lnTo>
                    <a:pt x="602" y="323"/>
                  </a:lnTo>
                  <a:lnTo>
                    <a:pt x="581" y="323"/>
                  </a:lnTo>
                  <a:lnTo>
                    <a:pt x="560" y="328"/>
                  </a:lnTo>
                  <a:lnTo>
                    <a:pt x="539" y="328"/>
                  </a:lnTo>
                  <a:lnTo>
                    <a:pt x="517" y="334"/>
                  </a:lnTo>
                  <a:lnTo>
                    <a:pt x="496" y="334"/>
                  </a:lnTo>
                  <a:lnTo>
                    <a:pt x="496" y="334"/>
                  </a:lnTo>
                  <a:lnTo>
                    <a:pt x="470" y="339"/>
                  </a:lnTo>
                  <a:lnTo>
                    <a:pt x="449" y="339"/>
                  </a:lnTo>
                  <a:lnTo>
                    <a:pt x="428" y="339"/>
                  </a:lnTo>
                  <a:lnTo>
                    <a:pt x="401" y="344"/>
                  </a:lnTo>
                  <a:lnTo>
                    <a:pt x="380" y="344"/>
                  </a:lnTo>
                  <a:lnTo>
                    <a:pt x="359" y="344"/>
                  </a:lnTo>
                  <a:lnTo>
                    <a:pt x="0" y="0"/>
                  </a:lnTo>
                  <a:lnTo>
                    <a:pt x="887" y="275"/>
                  </a:lnTo>
                  <a:close/>
                </a:path>
              </a:pathLst>
            </a:custGeom>
            <a:solidFill>
              <a:srgbClr val="0000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353" name="Group 13">
            <a:extLst>
              <a:ext uri="{FF2B5EF4-FFF2-40B4-BE49-F238E27FC236}">
                <a16:creationId xmlns:a16="http://schemas.microsoft.com/office/drawing/2014/main" id="{2C55F6A1-DF2B-4664-A63D-F90140060E5A}"/>
              </a:ext>
            </a:extLst>
          </p:cNvPr>
          <p:cNvGrpSpPr>
            <a:grpSpLocks/>
          </p:cNvGrpSpPr>
          <p:nvPr/>
        </p:nvGrpSpPr>
        <p:grpSpPr bwMode="auto">
          <a:xfrm>
            <a:off x="487755" y="2840121"/>
            <a:ext cx="2751138" cy="1482725"/>
            <a:chOff x="1254" y="2276"/>
            <a:chExt cx="1733" cy="934"/>
          </a:xfrm>
        </p:grpSpPr>
        <p:sp>
          <p:nvSpPr>
            <p:cNvPr id="536590" name="Freeform 14">
              <a:extLst>
                <a:ext uri="{FF2B5EF4-FFF2-40B4-BE49-F238E27FC236}">
                  <a16:creationId xmlns:a16="http://schemas.microsoft.com/office/drawing/2014/main" id="{7605E088-FA70-4528-A901-2CA9CC34A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2467"/>
              <a:ext cx="1733" cy="743"/>
            </a:xfrm>
            <a:custGeom>
              <a:avLst/>
              <a:gdLst>
                <a:gd name="T0" fmla="*/ 1659 w 1733"/>
                <a:gd name="T1" fmla="*/ 350 h 743"/>
                <a:gd name="T2" fmla="*/ 1569 w 1733"/>
                <a:gd name="T3" fmla="*/ 355 h 743"/>
                <a:gd name="T4" fmla="*/ 1469 w 1733"/>
                <a:gd name="T5" fmla="*/ 361 h 743"/>
                <a:gd name="T6" fmla="*/ 1374 w 1733"/>
                <a:gd name="T7" fmla="*/ 361 h 743"/>
                <a:gd name="T8" fmla="*/ 1279 w 1733"/>
                <a:gd name="T9" fmla="*/ 361 h 743"/>
                <a:gd name="T10" fmla="*/ 1184 w 1733"/>
                <a:gd name="T11" fmla="*/ 355 h 743"/>
                <a:gd name="T12" fmla="*/ 1088 w 1733"/>
                <a:gd name="T13" fmla="*/ 350 h 743"/>
                <a:gd name="T14" fmla="*/ 993 w 1733"/>
                <a:gd name="T15" fmla="*/ 345 h 743"/>
                <a:gd name="T16" fmla="*/ 904 w 1733"/>
                <a:gd name="T17" fmla="*/ 340 h 743"/>
                <a:gd name="T18" fmla="*/ 814 w 1733"/>
                <a:gd name="T19" fmla="*/ 329 h 743"/>
                <a:gd name="T20" fmla="*/ 729 w 1733"/>
                <a:gd name="T21" fmla="*/ 318 h 743"/>
                <a:gd name="T22" fmla="*/ 645 w 1733"/>
                <a:gd name="T23" fmla="*/ 302 h 743"/>
                <a:gd name="T24" fmla="*/ 565 w 1733"/>
                <a:gd name="T25" fmla="*/ 292 h 743"/>
                <a:gd name="T26" fmla="*/ 491 w 1733"/>
                <a:gd name="T27" fmla="*/ 276 h 743"/>
                <a:gd name="T28" fmla="*/ 417 w 1733"/>
                <a:gd name="T29" fmla="*/ 260 h 743"/>
                <a:gd name="T30" fmla="*/ 354 w 1733"/>
                <a:gd name="T31" fmla="*/ 239 h 743"/>
                <a:gd name="T32" fmla="*/ 290 w 1733"/>
                <a:gd name="T33" fmla="*/ 223 h 743"/>
                <a:gd name="T34" fmla="*/ 232 w 1733"/>
                <a:gd name="T35" fmla="*/ 202 h 743"/>
                <a:gd name="T36" fmla="*/ 185 w 1733"/>
                <a:gd name="T37" fmla="*/ 180 h 743"/>
                <a:gd name="T38" fmla="*/ 137 w 1733"/>
                <a:gd name="T39" fmla="*/ 159 h 743"/>
                <a:gd name="T40" fmla="*/ 100 w 1733"/>
                <a:gd name="T41" fmla="*/ 138 h 743"/>
                <a:gd name="T42" fmla="*/ 68 w 1733"/>
                <a:gd name="T43" fmla="*/ 111 h 743"/>
                <a:gd name="T44" fmla="*/ 37 w 1733"/>
                <a:gd name="T45" fmla="*/ 90 h 743"/>
                <a:gd name="T46" fmla="*/ 21 w 1733"/>
                <a:gd name="T47" fmla="*/ 64 h 743"/>
                <a:gd name="T48" fmla="*/ 5 w 1733"/>
                <a:gd name="T49" fmla="*/ 37 h 743"/>
                <a:gd name="T50" fmla="*/ 0 w 1733"/>
                <a:gd name="T51" fmla="*/ 16 h 743"/>
                <a:gd name="T52" fmla="*/ 0 w 1733"/>
                <a:gd name="T53" fmla="*/ 387 h 743"/>
                <a:gd name="T54" fmla="*/ 5 w 1733"/>
                <a:gd name="T55" fmla="*/ 414 h 743"/>
                <a:gd name="T56" fmla="*/ 16 w 1733"/>
                <a:gd name="T57" fmla="*/ 440 h 743"/>
                <a:gd name="T58" fmla="*/ 31 w 1733"/>
                <a:gd name="T59" fmla="*/ 461 h 743"/>
                <a:gd name="T60" fmla="*/ 58 w 1733"/>
                <a:gd name="T61" fmla="*/ 488 h 743"/>
                <a:gd name="T62" fmla="*/ 90 w 1733"/>
                <a:gd name="T63" fmla="*/ 509 h 743"/>
                <a:gd name="T64" fmla="*/ 127 w 1733"/>
                <a:gd name="T65" fmla="*/ 536 h 743"/>
                <a:gd name="T66" fmla="*/ 169 w 1733"/>
                <a:gd name="T67" fmla="*/ 557 h 743"/>
                <a:gd name="T68" fmla="*/ 222 w 1733"/>
                <a:gd name="T69" fmla="*/ 578 h 743"/>
                <a:gd name="T70" fmla="*/ 275 w 1733"/>
                <a:gd name="T71" fmla="*/ 599 h 743"/>
                <a:gd name="T72" fmla="*/ 338 w 1733"/>
                <a:gd name="T73" fmla="*/ 621 h 743"/>
                <a:gd name="T74" fmla="*/ 401 w 1733"/>
                <a:gd name="T75" fmla="*/ 636 h 743"/>
                <a:gd name="T76" fmla="*/ 470 w 1733"/>
                <a:gd name="T77" fmla="*/ 652 h 743"/>
                <a:gd name="T78" fmla="*/ 544 w 1733"/>
                <a:gd name="T79" fmla="*/ 668 h 743"/>
                <a:gd name="T80" fmla="*/ 623 w 1733"/>
                <a:gd name="T81" fmla="*/ 684 h 743"/>
                <a:gd name="T82" fmla="*/ 708 w 1733"/>
                <a:gd name="T83" fmla="*/ 695 h 743"/>
                <a:gd name="T84" fmla="*/ 793 w 1733"/>
                <a:gd name="T85" fmla="*/ 705 h 743"/>
                <a:gd name="T86" fmla="*/ 882 w 1733"/>
                <a:gd name="T87" fmla="*/ 716 h 743"/>
                <a:gd name="T88" fmla="*/ 972 w 1733"/>
                <a:gd name="T89" fmla="*/ 727 h 743"/>
                <a:gd name="T90" fmla="*/ 1067 w 1733"/>
                <a:gd name="T91" fmla="*/ 732 h 743"/>
                <a:gd name="T92" fmla="*/ 1157 w 1733"/>
                <a:gd name="T93" fmla="*/ 737 h 743"/>
                <a:gd name="T94" fmla="*/ 1258 w 1733"/>
                <a:gd name="T95" fmla="*/ 737 h 743"/>
                <a:gd name="T96" fmla="*/ 1353 w 1733"/>
                <a:gd name="T97" fmla="*/ 743 h 743"/>
                <a:gd name="T98" fmla="*/ 1448 w 1733"/>
                <a:gd name="T99" fmla="*/ 743 h 743"/>
                <a:gd name="T100" fmla="*/ 1543 w 1733"/>
                <a:gd name="T101" fmla="*/ 737 h 743"/>
                <a:gd name="T102" fmla="*/ 1638 w 1733"/>
                <a:gd name="T103" fmla="*/ 737 h 743"/>
                <a:gd name="T104" fmla="*/ 1733 w 1733"/>
                <a:gd name="T105" fmla="*/ 727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33" h="743">
                  <a:moveTo>
                    <a:pt x="1733" y="345"/>
                  </a:moveTo>
                  <a:lnTo>
                    <a:pt x="1707" y="350"/>
                  </a:lnTo>
                  <a:lnTo>
                    <a:pt x="1686" y="350"/>
                  </a:lnTo>
                  <a:lnTo>
                    <a:pt x="1659" y="350"/>
                  </a:lnTo>
                  <a:lnTo>
                    <a:pt x="1638" y="355"/>
                  </a:lnTo>
                  <a:lnTo>
                    <a:pt x="1612" y="355"/>
                  </a:lnTo>
                  <a:lnTo>
                    <a:pt x="1591" y="355"/>
                  </a:lnTo>
                  <a:lnTo>
                    <a:pt x="1569" y="355"/>
                  </a:lnTo>
                  <a:lnTo>
                    <a:pt x="1543" y="355"/>
                  </a:lnTo>
                  <a:lnTo>
                    <a:pt x="1517" y="355"/>
                  </a:lnTo>
                  <a:lnTo>
                    <a:pt x="1495" y="355"/>
                  </a:lnTo>
                  <a:lnTo>
                    <a:pt x="1469" y="361"/>
                  </a:lnTo>
                  <a:lnTo>
                    <a:pt x="1448" y="361"/>
                  </a:lnTo>
                  <a:lnTo>
                    <a:pt x="1421" y="361"/>
                  </a:lnTo>
                  <a:lnTo>
                    <a:pt x="1400" y="361"/>
                  </a:lnTo>
                  <a:lnTo>
                    <a:pt x="1374" y="361"/>
                  </a:lnTo>
                  <a:lnTo>
                    <a:pt x="1353" y="361"/>
                  </a:lnTo>
                  <a:lnTo>
                    <a:pt x="1326" y="361"/>
                  </a:lnTo>
                  <a:lnTo>
                    <a:pt x="1305" y="361"/>
                  </a:lnTo>
                  <a:lnTo>
                    <a:pt x="1279" y="361"/>
                  </a:lnTo>
                  <a:lnTo>
                    <a:pt x="1258" y="355"/>
                  </a:lnTo>
                  <a:lnTo>
                    <a:pt x="1231" y="355"/>
                  </a:lnTo>
                  <a:lnTo>
                    <a:pt x="1210" y="355"/>
                  </a:lnTo>
                  <a:lnTo>
                    <a:pt x="1184" y="355"/>
                  </a:lnTo>
                  <a:lnTo>
                    <a:pt x="1157" y="355"/>
                  </a:lnTo>
                  <a:lnTo>
                    <a:pt x="1136" y="355"/>
                  </a:lnTo>
                  <a:lnTo>
                    <a:pt x="1115" y="355"/>
                  </a:lnTo>
                  <a:lnTo>
                    <a:pt x="1088" y="350"/>
                  </a:lnTo>
                  <a:lnTo>
                    <a:pt x="1067" y="350"/>
                  </a:lnTo>
                  <a:lnTo>
                    <a:pt x="1041" y="350"/>
                  </a:lnTo>
                  <a:lnTo>
                    <a:pt x="1020" y="345"/>
                  </a:lnTo>
                  <a:lnTo>
                    <a:pt x="993" y="345"/>
                  </a:lnTo>
                  <a:lnTo>
                    <a:pt x="972" y="345"/>
                  </a:lnTo>
                  <a:lnTo>
                    <a:pt x="951" y="340"/>
                  </a:lnTo>
                  <a:lnTo>
                    <a:pt x="925" y="340"/>
                  </a:lnTo>
                  <a:lnTo>
                    <a:pt x="904" y="340"/>
                  </a:lnTo>
                  <a:lnTo>
                    <a:pt x="882" y="334"/>
                  </a:lnTo>
                  <a:lnTo>
                    <a:pt x="861" y="334"/>
                  </a:lnTo>
                  <a:lnTo>
                    <a:pt x="835" y="329"/>
                  </a:lnTo>
                  <a:lnTo>
                    <a:pt x="814" y="329"/>
                  </a:lnTo>
                  <a:lnTo>
                    <a:pt x="793" y="324"/>
                  </a:lnTo>
                  <a:lnTo>
                    <a:pt x="771" y="324"/>
                  </a:lnTo>
                  <a:lnTo>
                    <a:pt x="750" y="318"/>
                  </a:lnTo>
                  <a:lnTo>
                    <a:pt x="729" y="318"/>
                  </a:lnTo>
                  <a:lnTo>
                    <a:pt x="708" y="313"/>
                  </a:lnTo>
                  <a:lnTo>
                    <a:pt x="687" y="313"/>
                  </a:lnTo>
                  <a:lnTo>
                    <a:pt x="666" y="308"/>
                  </a:lnTo>
                  <a:lnTo>
                    <a:pt x="645" y="302"/>
                  </a:lnTo>
                  <a:lnTo>
                    <a:pt x="623" y="302"/>
                  </a:lnTo>
                  <a:lnTo>
                    <a:pt x="608" y="297"/>
                  </a:lnTo>
                  <a:lnTo>
                    <a:pt x="586" y="297"/>
                  </a:lnTo>
                  <a:lnTo>
                    <a:pt x="565" y="292"/>
                  </a:lnTo>
                  <a:lnTo>
                    <a:pt x="544" y="286"/>
                  </a:lnTo>
                  <a:lnTo>
                    <a:pt x="528" y="281"/>
                  </a:lnTo>
                  <a:lnTo>
                    <a:pt x="507" y="281"/>
                  </a:lnTo>
                  <a:lnTo>
                    <a:pt x="491" y="276"/>
                  </a:lnTo>
                  <a:lnTo>
                    <a:pt x="470" y="271"/>
                  </a:lnTo>
                  <a:lnTo>
                    <a:pt x="454" y="265"/>
                  </a:lnTo>
                  <a:lnTo>
                    <a:pt x="438" y="265"/>
                  </a:lnTo>
                  <a:lnTo>
                    <a:pt x="417" y="260"/>
                  </a:lnTo>
                  <a:lnTo>
                    <a:pt x="401" y="255"/>
                  </a:lnTo>
                  <a:lnTo>
                    <a:pt x="386" y="249"/>
                  </a:lnTo>
                  <a:lnTo>
                    <a:pt x="370" y="244"/>
                  </a:lnTo>
                  <a:lnTo>
                    <a:pt x="354" y="239"/>
                  </a:lnTo>
                  <a:lnTo>
                    <a:pt x="338" y="239"/>
                  </a:lnTo>
                  <a:lnTo>
                    <a:pt x="322" y="233"/>
                  </a:lnTo>
                  <a:lnTo>
                    <a:pt x="306" y="228"/>
                  </a:lnTo>
                  <a:lnTo>
                    <a:pt x="290" y="223"/>
                  </a:lnTo>
                  <a:lnTo>
                    <a:pt x="275" y="218"/>
                  </a:lnTo>
                  <a:lnTo>
                    <a:pt x="264" y="212"/>
                  </a:lnTo>
                  <a:lnTo>
                    <a:pt x="248" y="207"/>
                  </a:lnTo>
                  <a:lnTo>
                    <a:pt x="232" y="202"/>
                  </a:lnTo>
                  <a:lnTo>
                    <a:pt x="222" y="196"/>
                  </a:lnTo>
                  <a:lnTo>
                    <a:pt x="206" y="191"/>
                  </a:lnTo>
                  <a:lnTo>
                    <a:pt x="195" y="186"/>
                  </a:lnTo>
                  <a:lnTo>
                    <a:pt x="185" y="180"/>
                  </a:lnTo>
                  <a:lnTo>
                    <a:pt x="169" y="175"/>
                  </a:lnTo>
                  <a:lnTo>
                    <a:pt x="158" y="170"/>
                  </a:lnTo>
                  <a:lnTo>
                    <a:pt x="148" y="165"/>
                  </a:lnTo>
                  <a:lnTo>
                    <a:pt x="137" y="159"/>
                  </a:lnTo>
                  <a:lnTo>
                    <a:pt x="127" y="154"/>
                  </a:lnTo>
                  <a:lnTo>
                    <a:pt x="116" y="149"/>
                  </a:lnTo>
                  <a:lnTo>
                    <a:pt x="105" y="143"/>
                  </a:lnTo>
                  <a:lnTo>
                    <a:pt x="100" y="138"/>
                  </a:lnTo>
                  <a:lnTo>
                    <a:pt x="90" y="127"/>
                  </a:lnTo>
                  <a:lnTo>
                    <a:pt x="79" y="122"/>
                  </a:lnTo>
                  <a:lnTo>
                    <a:pt x="74" y="117"/>
                  </a:lnTo>
                  <a:lnTo>
                    <a:pt x="68" y="111"/>
                  </a:lnTo>
                  <a:lnTo>
                    <a:pt x="58" y="106"/>
                  </a:lnTo>
                  <a:lnTo>
                    <a:pt x="53" y="101"/>
                  </a:lnTo>
                  <a:lnTo>
                    <a:pt x="47" y="96"/>
                  </a:lnTo>
                  <a:lnTo>
                    <a:pt x="37" y="90"/>
                  </a:lnTo>
                  <a:lnTo>
                    <a:pt x="31" y="80"/>
                  </a:lnTo>
                  <a:lnTo>
                    <a:pt x="26" y="74"/>
                  </a:lnTo>
                  <a:lnTo>
                    <a:pt x="26" y="69"/>
                  </a:lnTo>
                  <a:lnTo>
                    <a:pt x="21" y="64"/>
                  </a:lnTo>
                  <a:lnTo>
                    <a:pt x="16" y="58"/>
                  </a:lnTo>
                  <a:lnTo>
                    <a:pt x="10" y="53"/>
                  </a:lnTo>
                  <a:lnTo>
                    <a:pt x="10" y="43"/>
                  </a:lnTo>
                  <a:lnTo>
                    <a:pt x="5" y="37"/>
                  </a:lnTo>
                  <a:lnTo>
                    <a:pt x="5" y="32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0" y="1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382"/>
                  </a:lnTo>
                  <a:lnTo>
                    <a:pt x="0" y="387"/>
                  </a:lnTo>
                  <a:lnTo>
                    <a:pt x="0" y="398"/>
                  </a:lnTo>
                  <a:lnTo>
                    <a:pt x="0" y="403"/>
                  </a:lnTo>
                  <a:lnTo>
                    <a:pt x="0" y="408"/>
                  </a:lnTo>
                  <a:lnTo>
                    <a:pt x="5" y="414"/>
                  </a:lnTo>
                  <a:lnTo>
                    <a:pt x="5" y="419"/>
                  </a:lnTo>
                  <a:lnTo>
                    <a:pt x="10" y="424"/>
                  </a:lnTo>
                  <a:lnTo>
                    <a:pt x="10" y="435"/>
                  </a:lnTo>
                  <a:lnTo>
                    <a:pt x="16" y="440"/>
                  </a:lnTo>
                  <a:lnTo>
                    <a:pt x="21" y="446"/>
                  </a:lnTo>
                  <a:lnTo>
                    <a:pt x="26" y="451"/>
                  </a:lnTo>
                  <a:lnTo>
                    <a:pt x="26" y="456"/>
                  </a:lnTo>
                  <a:lnTo>
                    <a:pt x="31" y="461"/>
                  </a:lnTo>
                  <a:lnTo>
                    <a:pt x="37" y="472"/>
                  </a:lnTo>
                  <a:lnTo>
                    <a:pt x="47" y="477"/>
                  </a:lnTo>
                  <a:lnTo>
                    <a:pt x="53" y="483"/>
                  </a:lnTo>
                  <a:lnTo>
                    <a:pt x="58" y="488"/>
                  </a:lnTo>
                  <a:lnTo>
                    <a:pt x="68" y="493"/>
                  </a:lnTo>
                  <a:lnTo>
                    <a:pt x="74" y="499"/>
                  </a:lnTo>
                  <a:lnTo>
                    <a:pt x="79" y="504"/>
                  </a:lnTo>
                  <a:lnTo>
                    <a:pt x="90" y="509"/>
                  </a:lnTo>
                  <a:lnTo>
                    <a:pt x="100" y="520"/>
                  </a:lnTo>
                  <a:lnTo>
                    <a:pt x="105" y="525"/>
                  </a:lnTo>
                  <a:lnTo>
                    <a:pt x="116" y="530"/>
                  </a:lnTo>
                  <a:lnTo>
                    <a:pt x="127" y="536"/>
                  </a:lnTo>
                  <a:lnTo>
                    <a:pt x="137" y="541"/>
                  </a:lnTo>
                  <a:lnTo>
                    <a:pt x="148" y="546"/>
                  </a:lnTo>
                  <a:lnTo>
                    <a:pt x="158" y="552"/>
                  </a:lnTo>
                  <a:lnTo>
                    <a:pt x="169" y="557"/>
                  </a:lnTo>
                  <a:lnTo>
                    <a:pt x="185" y="562"/>
                  </a:lnTo>
                  <a:lnTo>
                    <a:pt x="195" y="568"/>
                  </a:lnTo>
                  <a:lnTo>
                    <a:pt x="206" y="573"/>
                  </a:lnTo>
                  <a:lnTo>
                    <a:pt x="222" y="578"/>
                  </a:lnTo>
                  <a:lnTo>
                    <a:pt x="232" y="583"/>
                  </a:lnTo>
                  <a:lnTo>
                    <a:pt x="248" y="589"/>
                  </a:lnTo>
                  <a:lnTo>
                    <a:pt x="264" y="594"/>
                  </a:lnTo>
                  <a:lnTo>
                    <a:pt x="275" y="599"/>
                  </a:lnTo>
                  <a:lnTo>
                    <a:pt x="290" y="605"/>
                  </a:lnTo>
                  <a:lnTo>
                    <a:pt x="306" y="610"/>
                  </a:lnTo>
                  <a:lnTo>
                    <a:pt x="322" y="615"/>
                  </a:lnTo>
                  <a:lnTo>
                    <a:pt x="338" y="621"/>
                  </a:lnTo>
                  <a:lnTo>
                    <a:pt x="354" y="621"/>
                  </a:lnTo>
                  <a:lnTo>
                    <a:pt x="370" y="626"/>
                  </a:lnTo>
                  <a:lnTo>
                    <a:pt x="386" y="631"/>
                  </a:lnTo>
                  <a:lnTo>
                    <a:pt x="401" y="636"/>
                  </a:lnTo>
                  <a:lnTo>
                    <a:pt x="417" y="642"/>
                  </a:lnTo>
                  <a:lnTo>
                    <a:pt x="438" y="647"/>
                  </a:lnTo>
                  <a:lnTo>
                    <a:pt x="454" y="647"/>
                  </a:lnTo>
                  <a:lnTo>
                    <a:pt x="470" y="652"/>
                  </a:lnTo>
                  <a:lnTo>
                    <a:pt x="491" y="658"/>
                  </a:lnTo>
                  <a:lnTo>
                    <a:pt x="507" y="663"/>
                  </a:lnTo>
                  <a:lnTo>
                    <a:pt x="528" y="663"/>
                  </a:lnTo>
                  <a:lnTo>
                    <a:pt x="544" y="668"/>
                  </a:lnTo>
                  <a:lnTo>
                    <a:pt x="565" y="674"/>
                  </a:lnTo>
                  <a:lnTo>
                    <a:pt x="586" y="679"/>
                  </a:lnTo>
                  <a:lnTo>
                    <a:pt x="608" y="679"/>
                  </a:lnTo>
                  <a:lnTo>
                    <a:pt x="623" y="684"/>
                  </a:lnTo>
                  <a:lnTo>
                    <a:pt x="645" y="684"/>
                  </a:lnTo>
                  <a:lnTo>
                    <a:pt x="666" y="689"/>
                  </a:lnTo>
                  <a:lnTo>
                    <a:pt x="687" y="695"/>
                  </a:lnTo>
                  <a:lnTo>
                    <a:pt x="708" y="695"/>
                  </a:lnTo>
                  <a:lnTo>
                    <a:pt x="729" y="700"/>
                  </a:lnTo>
                  <a:lnTo>
                    <a:pt x="750" y="700"/>
                  </a:lnTo>
                  <a:lnTo>
                    <a:pt x="771" y="705"/>
                  </a:lnTo>
                  <a:lnTo>
                    <a:pt x="793" y="705"/>
                  </a:lnTo>
                  <a:lnTo>
                    <a:pt x="814" y="711"/>
                  </a:lnTo>
                  <a:lnTo>
                    <a:pt x="835" y="711"/>
                  </a:lnTo>
                  <a:lnTo>
                    <a:pt x="861" y="716"/>
                  </a:lnTo>
                  <a:lnTo>
                    <a:pt x="882" y="716"/>
                  </a:lnTo>
                  <a:lnTo>
                    <a:pt x="904" y="721"/>
                  </a:lnTo>
                  <a:lnTo>
                    <a:pt x="925" y="721"/>
                  </a:lnTo>
                  <a:lnTo>
                    <a:pt x="951" y="721"/>
                  </a:lnTo>
                  <a:lnTo>
                    <a:pt x="972" y="727"/>
                  </a:lnTo>
                  <a:lnTo>
                    <a:pt x="993" y="727"/>
                  </a:lnTo>
                  <a:lnTo>
                    <a:pt x="1020" y="727"/>
                  </a:lnTo>
                  <a:lnTo>
                    <a:pt x="1041" y="732"/>
                  </a:lnTo>
                  <a:lnTo>
                    <a:pt x="1067" y="732"/>
                  </a:lnTo>
                  <a:lnTo>
                    <a:pt x="1088" y="732"/>
                  </a:lnTo>
                  <a:lnTo>
                    <a:pt x="1115" y="737"/>
                  </a:lnTo>
                  <a:lnTo>
                    <a:pt x="1136" y="737"/>
                  </a:lnTo>
                  <a:lnTo>
                    <a:pt x="1157" y="737"/>
                  </a:lnTo>
                  <a:lnTo>
                    <a:pt x="1184" y="737"/>
                  </a:lnTo>
                  <a:lnTo>
                    <a:pt x="1210" y="737"/>
                  </a:lnTo>
                  <a:lnTo>
                    <a:pt x="1231" y="737"/>
                  </a:lnTo>
                  <a:lnTo>
                    <a:pt x="1258" y="737"/>
                  </a:lnTo>
                  <a:lnTo>
                    <a:pt x="1279" y="743"/>
                  </a:lnTo>
                  <a:lnTo>
                    <a:pt x="1305" y="743"/>
                  </a:lnTo>
                  <a:lnTo>
                    <a:pt x="1326" y="743"/>
                  </a:lnTo>
                  <a:lnTo>
                    <a:pt x="1353" y="743"/>
                  </a:lnTo>
                  <a:lnTo>
                    <a:pt x="1374" y="743"/>
                  </a:lnTo>
                  <a:lnTo>
                    <a:pt x="1400" y="743"/>
                  </a:lnTo>
                  <a:lnTo>
                    <a:pt x="1421" y="743"/>
                  </a:lnTo>
                  <a:lnTo>
                    <a:pt x="1448" y="743"/>
                  </a:lnTo>
                  <a:lnTo>
                    <a:pt x="1469" y="743"/>
                  </a:lnTo>
                  <a:lnTo>
                    <a:pt x="1495" y="737"/>
                  </a:lnTo>
                  <a:lnTo>
                    <a:pt x="1517" y="737"/>
                  </a:lnTo>
                  <a:lnTo>
                    <a:pt x="1543" y="737"/>
                  </a:lnTo>
                  <a:lnTo>
                    <a:pt x="1569" y="737"/>
                  </a:lnTo>
                  <a:lnTo>
                    <a:pt x="1591" y="737"/>
                  </a:lnTo>
                  <a:lnTo>
                    <a:pt x="1612" y="737"/>
                  </a:lnTo>
                  <a:lnTo>
                    <a:pt x="1638" y="737"/>
                  </a:lnTo>
                  <a:lnTo>
                    <a:pt x="1659" y="732"/>
                  </a:lnTo>
                  <a:lnTo>
                    <a:pt x="1686" y="732"/>
                  </a:lnTo>
                  <a:lnTo>
                    <a:pt x="1707" y="732"/>
                  </a:lnTo>
                  <a:lnTo>
                    <a:pt x="1733" y="727"/>
                  </a:lnTo>
                  <a:lnTo>
                    <a:pt x="1733" y="345"/>
                  </a:lnTo>
                  <a:close/>
                </a:path>
              </a:pathLst>
            </a:custGeom>
            <a:solidFill>
              <a:srgbClr val="19452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6591" name="Freeform 15">
              <a:extLst>
                <a:ext uri="{FF2B5EF4-FFF2-40B4-BE49-F238E27FC236}">
                  <a16:creationId xmlns:a16="http://schemas.microsoft.com/office/drawing/2014/main" id="{4526EF1F-494B-4D36-AF03-BEF84BC34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2276"/>
              <a:ext cx="1733" cy="552"/>
            </a:xfrm>
            <a:custGeom>
              <a:avLst/>
              <a:gdLst>
                <a:gd name="T0" fmla="*/ 1686 w 1733"/>
                <a:gd name="T1" fmla="*/ 541 h 552"/>
                <a:gd name="T2" fmla="*/ 1612 w 1733"/>
                <a:gd name="T3" fmla="*/ 546 h 552"/>
                <a:gd name="T4" fmla="*/ 1543 w 1733"/>
                <a:gd name="T5" fmla="*/ 546 h 552"/>
                <a:gd name="T6" fmla="*/ 1469 w 1733"/>
                <a:gd name="T7" fmla="*/ 552 h 552"/>
                <a:gd name="T8" fmla="*/ 1400 w 1733"/>
                <a:gd name="T9" fmla="*/ 552 h 552"/>
                <a:gd name="T10" fmla="*/ 1326 w 1733"/>
                <a:gd name="T11" fmla="*/ 552 h 552"/>
                <a:gd name="T12" fmla="*/ 1258 w 1733"/>
                <a:gd name="T13" fmla="*/ 546 h 552"/>
                <a:gd name="T14" fmla="*/ 1184 w 1733"/>
                <a:gd name="T15" fmla="*/ 546 h 552"/>
                <a:gd name="T16" fmla="*/ 1115 w 1733"/>
                <a:gd name="T17" fmla="*/ 546 h 552"/>
                <a:gd name="T18" fmla="*/ 1041 w 1733"/>
                <a:gd name="T19" fmla="*/ 541 h 552"/>
                <a:gd name="T20" fmla="*/ 972 w 1733"/>
                <a:gd name="T21" fmla="*/ 536 h 552"/>
                <a:gd name="T22" fmla="*/ 904 w 1733"/>
                <a:gd name="T23" fmla="*/ 531 h 552"/>
                <a:gd name="T24" fmla="*/ 835 w 1733"/>
                <a:gd name="T25" fmla="*/ 520 h 552"/>
                <a:gd name="T26" fmla="*/ 771 w 1733"/>
                <a:gd name="T27" fmla="*/ 515 h 552"/>
                <a:gd name="T28" fmla="*/ 708 w 1733"/>
                <a:gd name="T29" fmla="*/ 504 h 552"/>
                <a:gd name="T30" fmla="*/ 645 w 1733"/>
                <a:gd name="T31" fmla="*/ 493 h 552"/>
                <a:gd name="T32" fmla="*/ 586 w 1733"/>
                <a:gd name="T33" fmla="*/ 488 h 552"/>
                <a:gd name="T34" fmla="*/ 528 w 1733"/>
                <a:gd name="T35" fmla="*/ 472 h 552"/>
                <a:gd name="T36" fmla="*/ 470 w 1733"/>
                <a:gd name="T37" fmla="*/ 462 h 552"/>
                <a:gd name="T38" fmla="*/ 417 w 1733"/>
                <a:gd name="T39" fmla="*/ 451 h 552"/>
                <a:gd name="T40" fmla="*/ 370 w 1733"/>
                <a:gd name="T41" fmla="*/ 435 h 552"/>
                <a:gd name="T42" fmla="*/ 322 w 1733"/>
                <a:gd name="T43" fmla="*/ 424 h 552"/>
                <a:gd name="T44" fmla="*/ 275 w 1733"/>
                <a:gd name="T45" fmla="*/ 409 h 552"/>
                <a:gd name="T46" fmla="*/ 248 w 1733"/>
                <a:gd name="T47" fmla="*/ 398 h 552"/>
                <a:gd name="T48" fmla="*/ 206 w 1733"/>
                <a:gd name="T49" fmla="*/ 382 h 552"/>
                <a:gd name="T50" fmla="*/ 169 w 1733"/>
                <a:gd name="T51" fmla="*/ 366 h 552"/>
                <a:gd name="T52" fmla="*/ 137 w 1733"/>
                <a:gd name="T53" fmla="*/ 350 h 552"/>
                <a:gd name="T54" fmla="*/ 105 w 1733"/>
                <a:gd name="T55" fmla="*/ 334 h 552"/>
                <a:gd name="T56" fmla="*/ 79 w 1733"/>
                <a:gd name="T57" fmla="*/ 313 h 552"/>
                <a:gd name="T58" fmla="*/ 58 w 1733"/>
                <a:gd name="T59" fmla="*/ 297 h 552"/>
                <a:gd name="T60" fmla="*/ 37 w 1733"/>
                <a:gd name="T61" fmla="*/ 281 h 552"/>
                <a:gd name="T62" fmla="*/ 26 w 1733"/>
                <a:gd name="T63" fmla="*/ 260 h 552"/>
                <a:gd name="T64" fmla="*/ 10 w 1733"/>
                <a:gd name="T65" fmla="*/ 244 h 552"/>
                <a:gd name="T66" fmla="*/ 5 w 1733"/>
                <a:gd name="T67" fmla="*/ 223 h 552"/>
                <a:gd name="T68" fmla="*/ 0 w 1733"/>
                <a:gd name="T69" fmla="*/ 207 h 552"/>
                <a:gd name="T70" fmla="*/ 0 w 1733"/>
                <a:gd name="T71" fmla="*/ 186 h 552"/>
                <a:gd name="T72" fmla="*/ 0 w 1733"/>
                <a:gd name="T73" fmla="*/ 170 h 552"/>
                <a:gd name="T74" fmla="*/ 10 w 1733"/>
                <a:gd name="T75" fmla="*/ 149 h 552"/>
                <a:gd name="T76" fmla="*/ 21 w 1733"/>
                <a:gd name="T77" fmla="*/ 133 h 552"/>
                <a:gd name="T78" fmla="*/ 31 w 1733"/>
                <a:gd name="T79" fmla="*/ 112 h 552"/>
                <a:gd name="T80" fmla="*/ 53 w 1733"/>
                <a:gd name="T81" fmla="*/ 96 h 552"/>
                <a:gd name="T82" fmla="*/ 74 w 1733"/>
                <a:gd name="T83" fmla="*/ 74 h 552"/>
                <a:gd name="T84" fmla="*/ 100 w 1733"/>
                <a:gd name="T85" fmla="*/ 59 h 552"/>
                <a:gd name="T86" fmla="*/ 127 w 1733"/>
                <a:gd name="T87" fmla="*/ 43 h 552"/>
                <a:gd name="T88" fmla="*/ 158 w 1733"/>
                <a:gd name="T89" fmla="*/ 27 h 552"/>
                <a:gd name="T90" fmla="*/ 195 w 1733"/>
                <a:gd name="T91" fmla="*/ 6 h 552"/>
                <a:gd name="T92" fmla="*/ 1733 w 1733"/>
                <a:gd name="T93" fmla="*/ 536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33" h="552">
                  <a:moveTo>
                    <a:pt x="1733" y="536"/>
                  </a:moveTo>
                  <a:lnTo>
                    <a:pt x="1707" y="541"/>
                  </a:lnTo>
                  <a:lnTo>
                    <a:pt x="1686" y="541"/>
                  </a:lnTo>
                  <a:lnTo>
                    <a:pt x="1659" y="541"/>
                  </a:lnTo>
                  <a:lnTo>
                    <a:pt x="1638" y="546"/>
                  </a:lnTo>
                  <a:lnTo>
                    <a:pt x="1612" y="546"/>
                  </a:lnTo>
                  <a:lnTo>
                    <a:pt x="1591" y="546"/>
                  </a:lnTo>
                  <a:lnTo>
                    <a:pt x="1569" y="546"/>
                  </a:lnTo>
                  <a:lnTo>
                    <a:pt x="1543" y="546"/>
                  </a:lnTo>
                  <a:lnTo>
                    <a:pt x="1517" y="546"/>
                  </a:lnTo>
                  <a:lnTo>
                    <a:pt x="1495" y="546"/>
                  </a:lnTo>
                  <a:lnTo>
                    <a:pt x="1469" y="552"/>
                  </a:lnTo>
                  <a:lnTo>
                    <a:pt x="1448" y="552"/>
                  </a:lnTo>
                  <a:lnTo>
                    <a:pt x="1421" y="552"/>
                  </a:lnTo>
                  <a:lnTo>
                    <a:pt x="1400" y="552"/>
                  </a:lnTo>
                  <a:lnTo>
                    <a:pt x="1374" y="552"/>
                  </a:lnTo>
                  <a:lnTo>
                    <a:pt x="1353" y="552"/>
                  </a:lnTo>
                  <a:lnTo>
                    <a:pt x="1326" y="552"/>
                  </a:lnTo>
                  <a:lnTo>
                    <a:pt x="1305" y="552"/>
                  </a:lnTo>
                  <a:lnTo>
                    <a:pt x="1279" y="552"/>
                  </a:lnTo>
                  <a:lnTo>
                    <a:pt x="1258" y="546"/>
                  </a:lnTo>
                  <a:lnTo>
                    <a:pt x="1231" y="546"/>
                  </a:lnTo>
                  <a:lnTo>
                    <a:pt x="1210" y="546"/>
                  </a:lnTo>
                  <a:lnTo>
                    <a:pt x="1184" y="546"/>
                  </a:lnTo>
                  <a:lnTo>
                    <a:pt x="1157" y="546"/>
                  </a:lnTo>
                  <a:lnTo>
                    <a:pt x="1136" y="546"/>
                  </a:lnTo>
                  <a:lnTo>
                    <a:pt x="1115" y="546"/>
                  </a:lnTo>
                  <a:lnTo>
                    <a:pt x="1088" y="541"/>
                  </a:lnTo>
                  <a:lnTo>
                    <a:pt x="1067" y="541"/>
                  </a:lnTo>
                  <a:lnTo>
                    <a:pt x="1041" y="541"/>
                  </a:lnTo>
                  <a:lnTo>
                    <a:pt x="1020" y="536"/>
                  </a:lnTo>
                  <a:lnTo>
                    <a:pt x="993" y="536"/>
                  </a:lnTo>
                  <a:lnTo>
                    <a:pt x="972" y="536"/>
                  </a:lnTo>
                  <a:lnTo>
                    <a:pt x="951" y="531"/>
                  </a:lnTo>
                  <a:lnTo>
                    <a:pt x="925" y="531"/>
                  </a:lnTo>
                  <a:lnTo>
                    <a:pt x="904" y="531"/>
                  </a:lnTo>
                  <a:lnTo>
                    <a:pt x="882" y="525"/>
                  </a:lnTo>
                  <a:lnTo>
                    <a:pt x="861" y="525"/>
                  </a:lnTo>
                  <a:lnTo>
                    <a:pt x="835" y="520"/>
                  </a:lnTo>
                  <a:lnTo>
                    <a:pt x="814" y="520"/>
                  </a:lnTo>
                  <a:lnTo>
                    <a:pt x="793" y="515"/>
                  </a:lnTo>
                  <a:lnTo>
                    <a:pt x="771" y="515"/>
                  </a:lnTo>
                  <a:lnTo>
                    <a:pt x="750" y="509"/>
                  </a:lnTo>
                  <a:lnTo>
                    <a:pt x="729" y="509"/>
                  </a:lnTo>
                  <a:lnTo>
                    <a:pt x="708" y="504"/>
                  </a:lnTo>
                  <a:lnTo>
                    <a:pt x="687" y="504"/>
                  </a:lnTo>
                  <a:lnTo>
                    <a:pt x="666" y="499"/>
                  </a:lnTo>
                  <a:lnTo>
                    <a:pt x="645" y="493"/>
                  </a:lnTo>
                  <a:lnTo>
                    <a:pt x="623" y="493"/>
                  </a:lnTo>
                  <a:lnTo>
                    <a:pt x="608" y="488"/>
                  </a:lnTo>
                  <a:lnTo>
                    <a:pt x="586" y="488"/>
                  </a:lnTo>
                  <a:lnTo>
                    <a:pt x="565" y="483"/>
                  </a:lnTo>
                  <a:lnTo>
                    <a:pt x="544" y="477"/>
                  </a:lnTo>
                  <a:lnTo>
                    <a:pt x="528" y="472"/>
                  </a:lnTo>
                  <a:lnTo>
                    <a:pt x="507" y="472"/>
                  </a:lnTo>
                  <a:lnTo>
                    <a:pt x="491" y="467"/>
                  </a:lnTo>
                  <a:lnTo>
                    <a:pt x="470" y="462"/>
                  </a:lnTo>
                  <a:lnTo>
                    <a:pt x="454" y="456"/>
                  </a:lnTo>
                  <a:lnTo>
                    <a:pt x="438" y="456"/>
                  </a:lnTo>
                  <a:lnTo>
                    <a:pt x="417" y="451"/>
                  </a:lnTo>
                  <a:lnTo>
                    <a:pt x="401" y="446"/>
                  </a:lnTo>
                  <a:lnTo>
                    <a:pt x="386" y="440"/>
                  </a:lnTo>
                  <a:lnTo>
                    <a:pt x="370" y="435"/>
                  </a:lnTo>
                  <a:lnTo>
                    <a:pt x="354" y="430"/>
                  </a:lnTo>
                  <a:lnTo>
                    <a:pt x="338" y="430"/>
                  </a:lnTo>
                  <a:lnTo>
                    <a:pt x="322" y="424"/>
                  </a:lnTo>
                  <a:lnTo>
                    <a:pt x="306" y="419"/>
                  </a:lnTo>
                  <a:lnTo>
                    <a:pt x="290" y="414"/>
                  </a:lnTo>
                  <a:lnTo>
                    <a:pt x="275" y="409"/>
                  </a:lnTo>
                  <a:lnTo>
                    <a:pt x="264" y="403"/>
                  </a:lnTo>
                  <a:lnTo>
                    <a:pt x="264" y="403"/>
                  </a:lnTo>
                  <a:lnTo>
                    <a:pt x="248" y="398"/>
                  </a:lnTo>
                  <a:lnTo>
                    <a:pt x="232" y="393"/>
                  </a:lnTo>
                  <a:lnTo>
                    <a:pt x="222" y="387"/>
                  </a:lnTo>
                  <a:lnTo>
                    <a:pt x="206" y="382"/>
                  </a:lnTo>
                  <a:lnTo>
                    <a:pt x="195" y="377"/>
                  </a:lnTo>
                  <a:lnTo>
                    <a:pt x="185" y="371"/>
                  </a:lnTo>
                  <a:lnTo>
                    <a:pt x="169" y="366"/>
                  </a:lnTo>
                  <a:lnTo>
                    <a:pt x="158" y="361"/>
                  </a:lnTo>
                  <a:lnTo>
                    <a:pt x="148" y="356"/>
                  </a:lnTo>
                  <a:lnTo>
                    <a:pt x="137" y="350"/>
                  </a:lnTo>
                  <a:lnTo>
                    <a:pt x="127" y="345"/>
                  </a:lnTo>
                  <a:lnTo>
                    <a:pt x="116" y="340"/>
                  </a:lnTo>
                  <a:lnTo>
                    <a:pt x="105" y="334"/>
                  </a:lnTo>
                  <a:lnTo>
                    <a:pt x="100" y="329"/>
                  </a:lnTo>
                  <a:lnTo>
                    <a:pt x="90" y="318"/>
                  </a:lnTo>
                  <a:lnTo>
                    <a:pt x="79" y="313"/>
                  </a:lnTo>
                  <a:lnTo>
                    <a:pt x="74" y="308"/>
                  </a:lnTo>
                  <a:lnTo>
                    <a:pt x="68" y="302"/>
                  </a:lnTo>
                  <a:lnTo>
                    <a:pt x="58" y="297"/>
                  </a:lnTo>
                  <a:lnTo>
                    <a:pt x="53" y="292"/>
                  </a:lnTo>
                  <a:lnTo>
                    <a:pt x="47" y="287"/>
                  </a:lnTo>
                  <a:lnTo>
                    <a:pt x="37" y="281"/>
                  </a:lnTo>
                  <a:lnTo>
                    <a:pt x="31" y="271"/>
                  </a:lnTo>
                  <a:lnTo>
                    <a:pt x="26" y="265"/>
                  </a:lnTo>
                  <a:lnTo>
                    <a:pt x="26" y="260"/>
                  </a:lnTo>
                  <a:lnTo>
                    <a:pt x="21" y="255"/>
                  </a:lnTo>
                  <a:lnTo>
                    <a:pt x="16" y="249"/>
                  </a:lnTo>
                  <a:lnTo>
                    <a:pt x="10" y="244"/>
                  </a:lnTo>
                  <a:lnTo>
                    <a:pt x="10" y="234"/>
                  </a:lnTo>
                  <a:lnTo>
                    <a:pt x="5" y="228"/>
                  </a:lnTo>
                  <a:lnTo>
                    <a:pt x="5" y="223"/>
                  </a:lnTo>
                  <a:lnTo>
                    <a:pt x="0" y="218"/>
                  </a:lnTo>
                  <a:lnTo>
                    <a:pt x="0" y="212"/>
                  </a:lnTo>
                  <a:lnTo>
                    <a:pt x="0" y="207"/>
                  </a:lnTo>
                  <a:lnTo>
                    <a:pt x="0" y="196"/>
                  </a:lnTo>
                  <a:lnTo>
                    <a:pt x="0" y="191"/>
                  </a:lnTo>
                  <a:lnTo>
                    <a:pt x="0" y="186"/>
                  </a:lnTo>
                  <a:lnTo>
                    <a:pt x="0" y="181"/>
                  </a:lnTo>
                  <a:lnTo>
                    <a:pt x="0" y="175"/>
                  </a:lnTo>
                  <a:lnTo>
                    <a:pt x="0" y="170"/>
                  </a:lnTo>
                  <a:lnTo>
                    <a:pt x="5" y="159"/>
                  </a:lnTo>
                  <a:lnTo>
                    <a:pt x="5" y="154"/>
                  </a:lnTo>
                  <a:lnTo>
                    <a:pt x="10" y="149"/>
                  </a:lnTo>
                  <a:lnTo>
                    <a:pt x="10" y="143"/>
                  </a:lnTo>
                  <a:lnTo>
                    <a:pt x="16" y="138"/>
                  </a:lnTo>
                  <a:lnTo>
                    <a:pt x="21" y="133"/>
                  </a:lnTo>
                  <a:lnTo>
                    <a:pt x="26" y="122"/>
                  </a:lnTo>
                  <a:lnTo>
                    <a:pt x="26" y="117"/>
                  </a:lnTo>
                  <a:lnTo>
                    <a:pt x="31" y="112"/>
                  </a:lnTo>
                  <a:lnTo>
                    <a:pt x="37" y="106"/>
                  </a:lnTo>
                  <a:lnTo>
                    <a:pt x="47" y="101"/>
                  </a:lnTo>
                  <a:lnTo>
                    <a:pt x="53" y="96"/>
                  </a:lnTo>
                  <a:lnTo>
                    <a:pt x="58" y="90"/>
                  </a:lnTo>
                  <a:lnTo>
                    <a:pt x="68" y="80"/>
                  </a:lnTo>
                  <a:lnTo>
                    <a:pt x="74" y="74"/>
                  </a:lnTo>
                  <a:lnTo>
                    <a:pt x="79" y="69"/>
                  </a:lnTo>
                  <a:lnTo>
                    <a:pt x="90" y="64"/>
                  </a:lnTo>
                  <a:lnTo>
                    <a:pt x="100" y="59"/>
                  </a:lnTo>
                  <a:lnTo>
                    <a:pt x="105" y="53"/>
                  </a:lnTo>
                  <a:lnTo>
                    <a:pt x="116" y="48"/>
                  </a:lnTo>
                  <a:lnTo>
                    <a:pt x="127" y="43"/>
                  </a:lnTo>
                  <a:lnTo>
                    <a:pt x="137" y="37"/>
                  </a:lnTo>
                  <a:lnTo>
                    <a:pt x="148" y="32"/>
                  </a:lnTo>
                  <a:lnTo>
                    <a:pt x="158" y="27"/>
                  </a:lnTo>
                  <a:lnTo>
                    <a:pt x="169" y="21"/>
                  </a:lnTo>
                  <a:lnTo>
                    <a:pt x="185" y="11"/>
                  </a:lnTo>
                  <a:lnTo>
                    <a:pt x="195" y="6"/>
                  </a:lnTo>
                  <a:lnTo>
                    <a:pt x="206" y="0"/>
                  </a:lnTo>
                  <a:lnTo>
                    <a:pt x="1374" y="191"/>
                  </a:lnTo>
                  <a:lnTo>
                    <a:pt x="1733" y="536"/>
                  </a:lnTo>
                  <a:close/>
                </a:path>
              </a:pathLst>
            </a:custGeom>
            <a:solidFill>
              <a:srgbClr val="318944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6592" name="Rectangle 16">
            <a:extLst>
              <a:ext uri="{FF2B5EF4-FFF2-40B4-BE49-F238E27FC236}">
                <a16:creationId xmlns:a16="http://schemas.microsoft.com/office/drawing/2014/main" id="{ECB79F46-124A-4F05-9385-19EFA169C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3126" y="4547726"/>
            <a:ext cx="19526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Ng«n</a:t>
            </a: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 </a:t>
            </a:r>
            <a:r>
              <a:rPr kumimoji="0" lang="en-US" alt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tõ</a:t>
            </a: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 (Verbal)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6593" name="Rectangle 17">
            <a:extLst>
              <a:ext uri="{FF2B5EF4-FFF2-40B4-BE49-F238E27FC236}">
                <a16:creationId xmlns:a16="http://schemas.microsoft.com/office/drawing/2014/main" id="{D4EA29B2-9B1A-4E51-A478-23B561F7B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776" y="4928726"/>
            <a:ext cx="3841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7%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6594" name="Rectangle 18">
            <a:extLst>
              <a:ext uri="{FF2B5EF4-FFF2-40B4-BE49-F238E27FC236}">
                <a16:creationId xmlns:a16="http://schemas.microsoft.com/office/drawing/2014/main" id="{513FB93F-C50C-44AB-8AA4-B30E2C112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47" y="4468896"/>
            <a:ext cx="205581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Giäng</a:t>
            </a: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 </a:t>
            </a:r>
            <a:r>
              <a:rPr kumimoji="0" lang="en-US" alt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nãi</a:t>
            </a: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 (Vocal)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6595" name="Rectangle 19">
            <a:extLst>
              <a:ext uri="{FF2B5EF4-FFF2-40B4-BE49-F238E27FC236}">
                <a16:creationId xmlns:a16="http://schemas.microsoft.com/office/drawing/2014/main" id="{399DA876-C103-4D11-9943-5E3797C0D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659" y="4849896"/>
            <a:ext cx="5365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38%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6596" name="Rectangle 20">
            <a:extLst>
              <a:ext uri="{FF2B5EF4-FFF2-40B4-BE49-F238E27FC236}">
                <a16:creationId xmlns:a16="http://schemas.microsoft.com/office/drawing/2014/main" id="{E726E7B0-F389-4753-8972-C8F6E54F1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5807" y="1690688"/>
            <a:ext cx="203993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H×nh ¶nh (Visual)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36597" name="Rectangle 21">
            <a:extLst>
              <a:ext uri="{FF2B5EF4-FFF2-40B4-BE49-F238E27FC236}">
                <a16:creationId xmlns:a16="http://schemas.microsoft.com/office/drawing/2014/main" id="{6556E573-AF2A-4640-A2B8-1F66E081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0819" y="2081213"/>
            <a:ext cx="5365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VnArial" panose="020B7200000000000000" pitchFamily="34" charset="0"/>
                <a:ea typeface="+mn-ea"/>
                <a:cs typeface="+mn-cs"/>
              </a:rPr>
              <a:t>55%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8DC0DCA5-E0F0-4455-8098-C06C8AA0E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746" y="1835504"/>
            <a:ext cx="2292350" cy="4401205"/>
          </a:xfrm>
          <a:prstGeom prst="rect">
            <a:avLst/>
          </a:prstGeom>
          <a:solidFill>
            <a:srgbClr val="0000CC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Cử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chỉ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Ánh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mắt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Nét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mặt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Nụ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cười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Dáng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điệu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Tư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thế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E4D54611-ED6B-4C77-BB70-70988B7B6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9566" y="2499624"/>
            <a:ext cx="1922434" cy="2677656"/>
          </a:xfrm>
          <a:prstGeom prst="rect">
            <a:avLst/>
          </a:prstGeom>
          <a:solidFill>
            <a:srgbClr val="006600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Đối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tượng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Bối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cảnh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Nội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dung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Không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gian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Thời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gian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F375C5-5E6B-47D8-8A8E-14A2E17EEFE1}"/>
              </a:ext>
            </a:extLst>
          </p:cNvPr>
          <p:cNvGrpSpPr/>
          <p:nvPr/>
        </p:nvGrpSpPr>
        <p:grpSpPr>
          <a:xfrm>
            <a:off x="8644855" y="3343358"/>
            <a:ext cx="1566325" cy="838200"/>
            <a:chOff x="7635759" y="3200400"/>
            <a:chExt cx="1828800" cy="838200"/>
          </a:xfrm>
        </p:grpSpPr>
        <p:sp>
          <p:nvSpPr>
            <p:cNvPr id="26" name="Line 5">
              <a:extLst>
                <a:ext uri="{FF2B5EF4-FFF2-40B4-BE49-F238E27FC236}">
                  <a16:creationId xmlns:a16="http://schemas.microsoft.com/office/drawing/2014/main" id="{D7CFC25F-49CD-4366-8030-973AD9577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35759" y="3200400"/>
              <a:ext cx="1828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A470C9D6-1C46-4673-99EF-6781533B6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1959" y="4038600"/>
              <a:ext cx="1752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7">
              <a:extLst>
                <a:ext uri="{FF2B5EF4-FFF2-40B4-BE49-F238E27FC236}">
                  <a16:creationId xmlns:a16="http://schemas.microsoft.com/office/drawing/2014/main" id="{283B03BC-C366-499C-908E-6981C52BB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1959" y="3306763"/>
              <a:ext cx="1736725" cy="5794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Phù hợp</a:t>
              </a:r>
            </a:p>
          </p:txBody>
        </p:sp>
      </p:grpSp>
      <p:pic>
        <p:nvPicPr>
          <p:cNvPr id="10246" name="Picture 6" descr="Ngôn ngữ cơ thể - Body Language - 15 phút một ngày">
            <a:extLst>
              <a:ext uri="{FF2B5EF4-FFF2-40B4-BE49-F238E27FC236}">
                <a16:creationId xmlns:a16="http://schemas.microsoft.com/office/drawing/2014/main" id="{76F824FA-8B0A-4BCB-A8C6-D47263224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129" y="5297271"/>
            <a:ext cx="1474607" cy="107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5B3601A-91D5-4B1D-C134-50C7F0B9F607}"/>
              </a:ext>
            </a:extLst>
          </p:cNvPr>
          <p:cNvSpPr txBox="1">
            <a:spLocks/>
          </p:cNvSpPr>
          <p:nvPr/>
        </p:nvSpPr>
        <p:spPr>
          <a:xfrm>
            <a:off x="823838" y="-162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Bahnschrift SemiCondensed" panose="020B0502040204020203" pitchFamily="34" charset="0"/>
                <a:ea typeface="+mj-ea"/>
                <a:cs typeface="+mj-cs"/>
              </a:rPr>
              <a:t>II.  KỸ NĂNG BÁN HÀNG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1D56BB-6BD3-CD34-D03A-9A4A90E2585E}"/>
              </a:ext>
            </a:extLst>
          </p:cNvPr>
          <p:cNvSpPr txBox="1">
            <a:spLocks/>
          </p:cNvSpPr>
          <p:nvPr/>
        </p:nvSpPr>
        <p:spPr>
          <a:xfrm>
            <a:off x="1083815" y="576914"/>
            <a:ext cx="56881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Kỹ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năng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phi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ngôn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ngữ</a:t>
            </a:r>
            <a:endParaRPr lang="en-US" sz="3600" dirty="0">
              <a:solidFill>
                <a:prstClr val="black"/>
              </a:solidFill>
              <a:latin typeface="Calibri Light" panose="020F0302020204030204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6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6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6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6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/>
      <p:bldP spid="536592" grpId="0"/>
      <p:bldP spid="536593" grpId="0"/>
      <p:bldP spid="536594" grpId="0"/>
      <p:bldP spid="536595" grpId="0"/>
      <p:bldP spid="536596" grpId="0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3">
            <a:extLst>
              <a:ext uri="{FF2B5EF4-FFF2-40B4-BE49-F238E27FC236}">
                <a16:creationId xmlns:a16="http://schemas.microsoft.com/office/drawing/2014/main" id="{ED576AB4-636E-454C-B2F0-1FA881E8E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450" y="2629694"/>
            <a:ext cx="287496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9956" name="Oval 4">
            <a:extLst>
              <a:ext uri="{FF2B5EF4-FFF2-40B4-BE49-F238E27FC236}">
                <a16:creationId xmlns:a16="http://schemas.microsoft.com/office/drawing/2014/main" id="{59E707CE-DF6C-4758-A82E-163DB89B4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75" y="3890169"/>
            <a:ext cx="1079500" cy="668338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957" name="Oval 5">
            <a:extLst>
              <a:ext uri="{FF2B5EF4-FFF2-40B4-BE49-F238E27FC236}">
                <a16:creationId xmlns:a16="http://schemas.microsoft.com/office/drawing/2014/main" id="{CBE92BAB-D245-4325-8BEC-756729FD5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325" y="2537619"/>
            <a:ext cx="1087437" cy="68262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493" name="Text Box 6">
            <a:extLst>
              <a:ext uri="{FF2B5EF4-FFF2-40B4-BE49-F238E27FC236}">
                <a16:creationId xmlns:a16="http://schemas.microsoft.com/office/drawing/2014/main" id="{422F30BB-78D5-4D62-A95E-23AC877DE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950" y="2409032"/>
            <a:ext cx="752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9959" name="Oval 7">
            <a:extLst>
              <a:ext uri="{FF2B5EF4-FFF2-40B4-BE49-F238E27FC236}">
                <a16:creationId xmlns:a16="http://schemas.microsoft.com/office/drawing/2014/main" id="{8BE13950-F9DC-4B36-AECC-9E2902C55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862" y="1647032"/>
            <a:ext cx="1087438" cy="682625"/>
          </a:xfrm>
          <a:prstGeom prst="ellipse">
            <a:avLst/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960" name="Oval 8">
            <a:extLst>
              <a:ext uri="{FF2B5EF4-FFF2-40B4-BE49-F238E27FC236}">
                <a16:creationId xmlns:a16="http://schemas.microsoft.com/office/drawing/2014/main" id="{971B8483-4C9E-4570-877A-7C72E5999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300" y="1691482"/>
            <a:ext cx="1089025" cy="6826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961" name="Oval 9">
            <a:extLst>
              <a:ext uri="{FF2B5EF4-FFF2-40B4-BE49-F238E27FC236}">
                <a16:creationId xmlns:a16="http://schemas.microsoft.com/office/drawing/2014/main" id="{FA4D21DA-2380-4346-8FF0-0CEDB75B6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8025" y="2631282"/>
            <a:ext cx="1203325" cy="682625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962" name="Oval 10">
            <a:extLst>
              <a:ext uri="{FF2B5EF4-FFF2-40B4-BE49-F238E27FC236}">
                <a16:creationId xmlns:a16="http://schemas.microsoft.com/office/drawing/2014/main" id="{E38717B5-23CB-482F-B5B6-3D7BEA28E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0175" y="4080669"/>
            <a:ext cx="1087437" cy="682625"/>
          </a:xfrm>
          <a:prstGeom prst="ellipse">
            <a:avLst/>
          </a:prstGeom>
          <a:solidFill>
            <a:srgbClr val="9933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963" name="Text Box 11">
            <a:extLst>
              <a:ext uri="{FF2B5EF4-FFF2-40B4-BE49-F238E27FC236}">
                <a16:creationId xmlns:a16="http://schemas.microsoft.com/office/drawing/2014/main" id="{6BB0B467-7FBC-4EE6-86BA-37AE0C38A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12" y="4001294"/>
            <a:ext cx="1143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+mn-cs"/>
              </a:rPr>
              <a:t>How ?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9964" name="Text Box 12">
            <a:extLst>
              <a:ext uri="{FF2B5EF4-FFF2-40B4-BE49-F238E27FC236}">
                <a16:creationId xmlns:a16="http://schemas.microsoft.com/office/drawing/2014/main" id="{26D0ABF8-FEDF-41B8-8E71-98429C7CE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775" y="2615407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+mn-cs"/>
              </a:rPr>
              <a:t>Who ?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9965" name="Text Box 13">
            <a:extLst>
              <a:ext uri="{FF2B5EF4-FFF2-40B4-BE49-F238E27FC236}">
                <a16:creationId xmlns:a16="http://schemas.microsoft.com/office/drawing/2014/main" id="{B24E6AD5-2D89-47D7-9DFA-73BBFD015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6012" y="1769269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+mn-cs"/>
              </a:rPr>
              <a:t>What?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9966" name="Text Box 14">
            <a:extLst>
              <a:ext uri="{FF2B5EF4-FFF2-40B4-BE49-F238E27FC236}">
                <a16:creationId xmlns:a16="http://schemas.microsoft.com/office/drawing/2014/main" id="{089AF823-2834-4EEE-B17A-1B02F0BD7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212" y="1867694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+mn-cs"/>
              </a:rPr>
              <a:t>Why ?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9967" name="Text Box 15">
            <a:extLst>
              <a:ext uri="{FF2B5EF4-FFF2-40B4-BE49-F238E27FC236}">
                <a16:creationId xmlns:a16="http://schemas.microsoft.com/office/drawing/2014/main" id="{D0A8D66A-6062-4B28-8365-F2BC7552E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812" y="4229894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+mn-cs"/>
              </a:rPr>
              <a:t>When?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9969" name="Text Box 17">
            <a:extLst>
              <a:ext uri="{FF2B5EF4-FFF2-40B4-BE49-F238E27FC236}">
                <a16:creationId xmlns:a16="http://schemas.microsoft.com/office/drawing/2014/main" id="{F9DFA35B-0E2D-4276-956C-ABDBF7694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425" y="2696369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+mn-cs"/>
              </a:rPr>
              <a:t>Where?</a:t>
            </a: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+mn-cs"/>
              </a:rPr>
              <a:t> </a:t>
            </a: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21185F8D-27F6-4023-8A05-8DBD6B942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8077" y="1485106"/>
            <a:ext cx="49530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Câu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hỏi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đóng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(Close)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Câu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hỏi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mở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(Open)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Câu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hỏi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tìm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kiếm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(Probing)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314" name="Picture 2" descr="Thời tiết nắng nóng dễ làm phát bệnh tâm thần, rối loạn thần kinh">
            <a:extLst>
              <a:ext uri="{FF2B5EF4-FFF2-40B4-BE49-F238E27FC236}">
                <a16:creationId xmlns:a16="http://schemas.microsoft.com/office/drawing/2014/main" id="{83DDFACA-1E05-4851-9CA7-2778036EE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570" y="3637606"/>
            <a:ext cx="3316287" cy="23545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3E7C70-ADD1-44CD-BC31-0B12907DD97A}"/>
              </a:ext>
            </a:extLst>
          </p:cNvPr>
          <p:cNvSpPr/>
          <p:nvPr/>
        </p:nvSpPr>
        <p:spPr>
          <a:xfrm>
            <a:off x="918864" y="5372894"/>
            <a:ext cx="9017598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Không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có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câu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hỏi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ngớ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ngẩn</a:t>
            </a:r>
            <a:endParaRPr kumimoji="0" lang="en-US" sz="3200" b="0" i="1" u="none" strike="noStrike" kern="1200" cap="none" spc="0" normalizeH="0" baseline="0" noProof="0" dirty="0">
              <a:ln w="0"/>
              <a:solidFill>
                <a:srgbClr val="ED7D31">
                  <a:lumMod val="5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Chỉ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có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người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ngớ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ngẫn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mới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hỏi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những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câu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ngớ</a:t>
            </a:r>
            <a:r>
              <a:rPr kumimoji="0" lang="en-US" sz="3200" b="0" i="1" u="none" strike="noStrike" kern="1200" cap="none" spc="0" normalizeH="0" baseline="0" noProof="0" dirty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ngẩn</a:t>
            </a:r>
            <a:r>
              <a:rPr kumimoji="0" lang="en-US" sz="3200" b="0" i="1" u="none" strike="noStrike" kern="1200" cap="none" spc="0" normalizeH="0" baseline="0" noProof="0">
                <a:ln w="0"/>
                <a:solidFill>
                  <a:srgbClr val="ED7D3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endParaRPr kumimoji="0" lang="en-US" sz="3200" b="0" i="1" u="none" strike="noStrike" kern="1200" cap="none" spc="0" normalizeH="0" baseline="0" noProof="0" dirty="0">
              <a:ln w="0"/>
              <a:solidFill>
                <a:srgbClr val="ED7D31">
                  <a:lumMod val="5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D0875AB-6BAA-BAEA-8E5A-440B8DD78895}"/>
              </a:ext>
            </a:extLst>
          </p:cNvPr>
          <p:cNvSpPr txBox="1">
            <a:spLocks/>
          </p:cNvSpPr>
          <p:nvPr/>
        </p:nvSpPr>
        <p:spPr>
          <a:xfrm>
            <a:off x="709594" y="-4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Bahnschrift SemiCondensed" panose="020B0502040204020203" pitchFamily="34" charset="0"/>
                <a:ea typeface="+mj-ea"/>
                <a:cs typeface="+mj-cs"/>
              </a:rPr>
              <a:t>II.  KỸ NĂNG BÁN HÀNG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E1FF018-C0E7-3459-DBD4-947E16853146}"/>
              </a:ext>
            </a:extLst>
          </p:cNvPr>
          <p:cNvSpPr txBox="1">
            <a:spLocks/>
          </p:cNvSpPr>
          <p:nvPr/>
        </p:nvSpPr>
        <p:spPr>
          <a:xfrm>
            <a:off x="969571" y="543768"/>
            <a:ext cx="56881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Kỹ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năng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đặt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câu</a:t>
            </a:r>
            <a:r>
              <a:rPr lang="en-US" sz="3600" dirty="0">
                <a:solidFill>
                  <a:prstClr val="black"/>
                </a:solidFill>
                <a:latin typeface="Calibri Light" panose="020F030202020403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alibri Light" panose="020F0302020204030204"/>
              </a:rPr>
              <a:t>hỏi</a:t>
            </a:r>
            <a:endParaRPr lang="en-US" sz="3600" dirty="0">
              <a:solidFill>
                <a:prstClr val="black"/>
              </a:solidFill>
              <a:latin typeface="Calibri Light" panose="020F03020202040302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9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9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9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9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9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9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9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9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63" grpId="0"/>
      <p:bldP spid="509964" grpId="0"/>
      <p:bldP spid="509965" grpId="0"/>
      <p:bldP spid="509966" grpId="0"/>
      <p:bldP spid="509967" grpId="0"/>
      <p:bldP spid="50996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2F1-8271-81CB-5304-57D21FE0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KỸ NĂNG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FA12-4BB1-E116-7A02-1EFB07E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240" y="2172748"/>
            <a:ext cx="6319850" cy="395388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err="1">
                <a:sym typeface="Wingdings" panose="05000000000000000000" pitchFamily="2" charset="2"/>
              </a:rPr>
              <a:t>Nguyên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tắc</a:t>
            </a:r>
            <a:r>
              <a:rPr lang="en-US" sz="2000" dirty="0">
                <a:sym typeface="Wingdings" panose="05000000000000000000" pitchFamily="2" charset="2"/>
              </a:rPr>
              <a:t>  </a:t>
            </a:r>
            <a:r>
              <a:rPr lang="en-US" sz="2000" dirty="0" err="1">
                <a:sym typeface="Wingdings" panose="05000000000000000000" pitchFamily="2" charset="2"/>
              </a:rPr>
              <a:t>cái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ngoài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phản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ánh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trong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và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trong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sẽ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phản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ánh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ra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ngoài</a:t>
            </a:r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 err="1">
                <a:sym typeface="Wingdings" panose="05000000000000000000" pitchFamily="2" charset="2"/>
              </a:rPr>
              <a:t>Quán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sát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là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nắm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ngoài</a:t>
            </a:r>
            <a:r>
              <a:rPr lang="en-US" sz="2000" dirty="0">
                <a:sym typeface="Wingdings" panose="05000000000000000000" pitchFamily="2" charset="2"/>
              </a:rPr>
              <a:t> + </a:t>
            </a:r>
            <a:r>
              <a:rPr lang="en-US" sz="2000" dirty="0" err="1">
                <a:sym typeface="Wingdings" panose="05000000000000000000" pitchFamily="2" charset="2"/>
              </a:rPr>
              <a:t>Tính</a:t>
            </a:r>
            <a:r>
              <a:rPr lang="en-US" sz="2000" dirty="0">
                <a:sym typeface="Wingdings" panose="05000000000000000000" pitchFamily="2" charset="2"/>
              </a:rPr>
              <a:t> logic </a:t>
            </a:r>
            <a:r>
              <a:rPr lang="en-US" sz="2000" dirty="0" err="1">
                <a:sym typeface="Wingdings" panose="05000000000000000000" pitchFamily="2" charset="2"/>
              </a:rPr>
              <a:t>để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phân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tích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trong</a:t>
            </a:r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>
                <a:sym typeface="Wingdings" panose="05000000000000000000" pitchFamily="2" charset="2"/>
              </a:rPr>
              <a:t>Khi </a:t>
            </a:r>
            <a:r>
              <a:rPr lang="en-US" sz="2000" dirty="0" err="1">
                <a:sym typeface="Wingdings" panose="05000000000000000000" pitchFamily="2" charset="2"/>
              </a:rPr>
              <a:t>nắm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được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bên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trong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bản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chất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trạng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thái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người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khác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hành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động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cho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thích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hợp</a:t>
            </a:r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dirty="0">
                <a:sym typeface="Wingdings" panose="05000000000000000000" pitchFamily="2" charset="2"/>
              </a:rPr>
              <a:t>Quan </a:t>
            </a:r>
            <a:r>
              <a:rPr lang="en-US" sz="2000" dirty="0" err="1">
                <a:sym typeface="Wingdings" panose="05000000000000000000" pitchFamily="2" charset="2"/>
              </a:rPr>
              <a:t>sát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thật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kỹ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ngôn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ngữ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cơ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thể</a:t>
            </a:r>
            <a:r>
              <a:rPr lang="en-US" sz="2000" dirty="0">
                <a:sym typeface="Wingdings" panose="05000000000000000000" pitchFamily="2" charset="2"/>
              </a:rPr>
              <a:t> (</a:t>
            </a:r>
            <a:r>
              <a:rPr lang="en-US" sz="2000" dirty="0" err="1">
                <a:sym typeface="Wingdings" panose="05000000000000000000" pitchFamily="2" charset="2"/>
              </a:rPr>
              <a:t>có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hơn</a:t>
            </a:r>
            <a:r>
              <a:rPr lang="en-US" sz="2000" dirty="0">
                <a:sym typeface="Wingdings" panose="05000000000000000000" pitchFamily="2" charset="2"/>
              </a:rPr>
              <a:t> 400 </a:t>
            </a:r>
            <a:r>
              <a:rPr lang="en-US" sz="2000" dirty="0" err="1">
                <a:sym typeface="Wingdings" panose="05000000000000000000" pitchFamily="2" charset="2"/>
              </a:rPr>
              <a:t>biểu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hiện</a:t>
            </a:r>
            <a:r>
              <a:rPr lang="en-US" sz="2000" dirty="0">
                <a:sym typeface="Wingdings" panose="05000000000000000000" pitchFamily="2" charset="2"/>
              </a:rPr>
              <a:t>):</a:t>
            </a:r>
          </a:p>
          <a:p>
            <a:pPr lvl="1"/>
            <a:r>
              <a:rPr lang="en-US" sz="1600" dirty="0" err="1">
                <a:sym typeface="Wingdings" panose="05000000000000000000" pitchFamily="2" charset="2"/>
              </a:rPr>
              <a:t>Khoanh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thủ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thế</a:t>
            </a:r>
            <a:endParaRPr lang="en-US" sz="1600" dirty="0">
              <a:sym typeface="Wingdings" panose="05000000000000000000" pitchFamily="2" charset="2"/>
            </a:endParaRPr>
          </a:p>
          <a:p>
            <a:pPr lvl="1"/>
            <a:r>
              <a:rPr lang="en-US" sz="1600" dirty="0" err="1">
                <a:sym typeface="Wingdings" panose="05000000000000000000" pitchFamily="2" charset="2"/>
              </a:rPr>
              <a:t>Đưa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chân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cửa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muốn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về</a:t>
            </a:r>
            <a:endParaRPr lang="en-US" sz="1600" dirty="0">
              <a:sym typeface="Wingdings" panose="05000000000000000000" pitchFamily="2" charset="2"/>
            </a:endParaRPr>
          </a:p>
          <a:p>
            <a:pPr lvl="1"/>
            <a:r>
              <a:rPr lang="en-US" sz="1600" dirty="0" err="1">
                <a:sym typeface="Wingdings" panose="05000000000000000000" pitchFamily="2" charset="2"/>
              </a:rPr>
              <a:t>Mặc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áo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sặc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sỡ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hướng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ngoại</a:t>
            </a:r>
            <a:endParaRPr lang="en-US" sz="1600" dirty="0">
              <a:sym typeface="Wingdings" panose="05000000000000000000" pitchFamily="2" charset="2"/>
            </a:endParaRP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Anh </a:t>
            </a:r>
            <a:r>
              <a:rPr lang="en-US" sz="1600" dirty="0" err="1">
                <a:sym typeface="Wingdings" panose="05000000000000000000" pitchFamily="2" charset="2"/>
              </a:rPr>
              <a:t>mắt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rụt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rà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sợ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hải</a:t>
            </a:r>
            <a:endParaRPr lang="en-US" sz="1600" dirty="0">
              <a:sym typeface="Wingdings" panose="05000000000000000000" pitchFamily="2" charset="2"/>
            </a:endParaRPr>
          </a:p>
          <a:p>
            <a:pPr lvl="1"/>
            <a:r>
              <a:rPr lang="en-US" sz="1600" dirty="0" err="1">
                <a:sym typeface="Wingdings" panose="05000000000000000000" pitchFamily="2" charset="2"/>
              </a:rPr>
              <a:t>Cười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khẩy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bỉ</a:t>
            </a:r>
            <a:endParaRPr lang="en-US" sz="1600" dirty="0">
              <a:sym typeface="Wingdings" panose="05000000000000000000" pitchFamily="2" charset="2"/>
            </a:endParaRPr>
          </a:p>
          <a:p>
            <a:pPr lvl="1"/>
            <a:r>
              <a:rPr lang="en-US" sz="1600" dirty="0" err="1">
                <a:sym typeface="Wingdings" panose="05000000000000000000" pitchFamily="2" charset="2"/>
              </a:rPr>
              <a:t>Sờ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tay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sau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gáy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lừa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dối</a:t>
            </a:r>
            <a:r>
              <a:rPr lang="en-US" sz="1600" dirty="0">
                <a:sym typeface="Wingdings" panose="05000000000000000000" pitchFamily="2" charset="2"/>
              </a:rPr>
              <a:t>, </a:t>
            </a:r>
            <a:r>
              <a:rPr lang="en-US" sz="1600" dirty="0" err="1">
                <a:sym typeface="Wingdings" panose="05000000000000000000" pitchFamily="2" charset="2"/>
              </a:rPr>
              <a:t>buồn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chán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</a:p>
          <a:p>
            <a:pPr lvl="1"/>
            <a:r>
              <a:rPr lang="en-US" sz="1600" dirty="0" err="1">
                <a:sym typeface="Wingdings" panose="05000000000000000000" pitchFamily="2" charset="2"/>
              </a:rPr>
              <a:t>Ánh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mắt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hướng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xuống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khi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nói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là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thiếu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err="1">
                <a:sym typeface="Wingdings" panose="05000000000000000000" pitchFamily="2" charset="2"/>
              </a:rPr>
              <a:t>tự</a:t>
            </a:r>
            <a:r>
              <a:rPr lang="en-US" sz="1600" dirty="0">
                <a:sym typeface="Wingdings" panose="05000000000000000000" pitchFamily="2" charset="2"/>
              </a:rPr>
              <a:t> tin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70E92-2826-AA24-15F8-5DDBF438E351}"/>
              </a:ext>
            </a:extLst>
          </p:cNvPr>
          <p:cNvSpPr/>
          <p:nvPr/>
        </p:nvSpPr>
        <p:spPr>
          <a:xfrm>
            <a:off x="1119197" y="1243442"/>
            <a:ext cx="392665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Kỹ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năng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quan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sát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42" name="Picture 2" descr="Kỹ năng quan sát giúp gì cho công việc? cách rèn luyện và cải thiện # Nền  tảng JobOKO">
            <a:extLst>
              <a:ext uri="{FF2B5EF4-FFF2-40B4-BE49-F238E27FC236}">
                <a16:creationId xmlns:a16="http://schemas.microsoft.com/office/drawing/2014/main" id="{0FCA2FA4-68E8-AEE8-5210-C0F71CA515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97"/>
          <a:stretch/>
        </p:blipFill>
        <p:spPr bwMode="auto">
          <a:xfrm>
            <a:off x="107614" y="2073412"/>
            <a:ext cx="5350679" cy="4152551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89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2F1-8271-81CB-5304-57D21FE0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II. KỸ NĂNG BÁN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FA12-4BB1-E116-7A02-1EFB07E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305" y="2223328"/>
            <a:ext cx="5007405" cy="3953880"/>
          </a:xfrm>
        </p:spPr>
        <p:txBody>
          <a:bodyPr>
            <a:noAutofit/>
          </a:bodyPr>
          <a:lstStyle/>
          <a:p>
            <a:r>
              <a:rPr lang="vi-VN" sz="1400" dirty="0">
                <a:latin typeface="Arial" panose="020B0604020202020204" pitchFamily="34" charset="0"/>
                <a:cs typeface="Arial" panose="020B0604020202020204" pitchFamily="34" charset="0"/>
              </a:rPr>
              <a:t>Tư vấn nhiệt tình và luôn luôn mỉm cười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ngắn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gọn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hứng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thú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gọn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ngờ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1400" dirty="0">
                <a:latin typeface="Arial" panose="020B0604020202020204" pitchFamily="34" charset="0"/>
                <a:cs typeface="Arial" panose="020B0604020202020204" pitchFamily="34" charset="0"/>
              </a:rPr>
              <a:t>Chuẩn bị kịch bản trả lời trước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chiến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Bám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Đưa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400" dirty="0">
                <a:latin typeface="Arial" panose="020B0604020202020204" pitchFamily="34" charset="0"/>
                <a:cs typeface="Arial" panose="020B0604020202020204" pitchFamily="34" charset="0"/>
              </a:rPr>
              <a:t>đưa ra các quyền lợi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hấp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400" dirty="0">
                <a:latin typeface="Arial" panose="020B0604020202020204" pitchFamily="34" charset="0"/>
                <a:cs typeface="Arial" panose="020B0604020202020204" pitchFamily="34" charset="0"/>
              </a:rPr>
              <a:t>cho khách hàng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70E92-2826-AA24-15F8-5DDBF438E351}"/>
              </a:ext>
            </a:extLst>
          </p:cNvPr>
          <p:cNvSpPr/>
          <p:nvPr/>
        </p:nvSpPr>
        <p:spPr>
          <a:xfrm>
            <a:off x="1306285" y="1310677"/>
            <a:ext cx="399987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Kỹ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năng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chốt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sale</a:t>
            </a:r>
          </a:p>
        </p:txBody>
      </p:sp>
      <p:pic>
        <p:nvPicPr>
          <p:cNvPr id="6146" name="Picture 2" descr="Top 10 kỹ năng chốt Sale đỉnh cao bách phát, bách trúng">
            <a:extLst>
              <a:ext uri="{FF2B5EF4-FFF2-40B4-BE49-F238E27FC236}">
                <a16:creationId xmlns:a16="http://schemas.microsoft.com/office/drawing/2014/main" id="{86A3120C-0A9D-A1F1-F530-EF3486A4D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27" y="2651311"/>
            <a:ext cx="4762500" cy="2667000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26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2F1-8271-81CB-5304-57D21FE0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III. CHĂM SÓC KHÁCH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FA12-4BB1-E116-7A02-1EFB07E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905" y="2072326"/>
            <a:ext cx="5871225" cy="3953880"/>
          </a:xfrm>
        </p:spPr>
        <p:txBody>
          <a:bodyPr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80%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đủ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50%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45%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tiện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15%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cam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12%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9%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tri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72%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CSKH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hiểu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là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sự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trải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nghiệm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sản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phẩm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và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về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Giữ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–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bảo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vệ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-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tiếp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tân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–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kế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toán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–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nhân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viên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sale –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giám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đốc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Chăm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sóc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hài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long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sẽ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họ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quay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lại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thì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chi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phí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rẻ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rất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nhiều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chỉ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bằng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¼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thác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mới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).</a:t>
            </a:r>
            <a:endParaRPr lang="vi-V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70E92-2826-AA24-15F8-5DDBF438E351}"/>
              </a:ext>
            </a:extLst>
          </p:cNvPr>
          <p:cNvSpPr/>
          <p:nvPr/>
        </p:nvSpPr>
        <p:spPr>
          <a:xfrm>
            <a:off x="1001837" y="1201503"/>
            <a:ext cx="52799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Tỷ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lệ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khách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hàng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quay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lại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Đo lường và Quản trị lòng trung thành của Khách hàng">
            <a:extLst>
              <a:ext uri="{FF2B5EF4-FFF2-40B4-BE49-F238E27FC236}">
                <a16:creationId xmlns:a16="http://schemas.microsoft.com/office/drawing/2014/main" id="{F6853998-0240-95E0-0E7B-F293BAEBD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31" y="2292757"/>
            <a:ext cx="4484987" cy="336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05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2F1-8271-81CB-5304-57D21FE0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III. CHĂM SÓC KHÁCH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FA12-4BB1-E116-7A02-1EFB07E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0108" y="2107814"/>
            <a:ext cx="5854447" cy="3953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C1: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kém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kêu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ca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C2: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Bình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thường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mua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vì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lựa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chọn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C3: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yêu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cầu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Phù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hợp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với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muốn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C4: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Vượt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Đạt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mức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vọng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C5: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ngạc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nhiên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kính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nể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C6: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tin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được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trung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thành</a:t>
            </a:r>
            <a:endParaRPr lang="vi-V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70E92-2826-AA24-15F8-5DDBF438E351}"/>
              </a:ext>
            </a:extLst>
          </p:cNvPr>
          <p:cNvSpPr/>
          <p:nvPr/>
        </p:nvSpPr>
        <p:spPr>
          <a:xfrm>
            <a:off x="1001837" y="1201503"/>
            <a:ext cx="52799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Tỷ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lệ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khách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hàng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quay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lại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164AC4-1F04-0BD9-2702-3C9B31F07D0E}"/>
              </a:ext>
            </a:extLst>
          </p:cNvPr>
          <p:cNvSpPr/>
          <p:nvPr/>
        </p:nvSpPr>
        <p:spPr>
          <a:xfrm>
            <a:off x="6777810" y="5201778"/>
            <a:ext cx="457599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i="1" cap="none" spc="0" dirty="0" err="1">
                <a:ln w="0"/>
                <a:solidFill>
                  <a:srgbClr val="FF0000"/>
                </a:solidFill>
              </a:rPr>
              <a:t>Lưu</a:t>
            </a:r>
            <a:r>
              <a:rPr lang="en-US" sz="2000" b="0" i="1" cap="none" spc="0" dirty="0">
                <a:ln w="0"/>
                <a:solidFill>
                  <a:srgbClr val="FF0000"/>
                </a:solidFill>
              </a:rPr>
              <a:t> ý: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cty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sẽ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chết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nếu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chỉ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bán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mà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không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chăm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sóc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hoặc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chăm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sóc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mà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không</a:t>
            </a:r>
            <a:r>
              <a:rPr lang="en-US" sz="2000" b="0" i="1" cap="none" spc="0" dirty="0">
                <a:ln w="0"/>
                <a:solidFill>
                  <a:schemeClr val="tx1"/>
                </a:solidFill>
              </a:rPr>
              <a:t> </a:t>
            </a:r>
            <a:r>
              <a:rPr lang="en-US" sz="2000" b="0" i="1" cap="none" spc="0" dirty="0" err="1">
                <a:ln w="0"/>
                <a:solidFill>
                  <a:schemeClr val="tx1"/>
                </a:solidFill>
              </a:rPr>
              <a:t>bán</a:t>
            </a:r>
            <a:endParaRPr lang="en-US" sz="2000" b="0" i="1" cap="none" spc="0" dirty="0">
              <a:ln w="0"/>
              <a:solidFill>
                <a:schemeClr val="tx1"/>
              </a:solidFill>
            </a:endParaRPr>
          </a:p>
        </p:txBody>
      </p:sp>
      <p:pic>
        <p:nvPicPr>
          <p:cNvPr id="2052" name="Picture 4" descr="CHĂM SÓC KHÁCH HÀNG LÀ GÌ? KIẾN THỨC TỔNG QUÁT">
            <a:extLst>
              <a:ext uri="{FF2B5EF4-FFF2-40B4-BE49-F238E27FC236}">
                <a16:creationId xmlns:a16="http://schemas.microsoft.com/office/drawing/2014/main" id="{5996ACB4-7EFE-04FE-1920-A6FEE9816B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86" b="9471"/>
          <a:stretch/>
        </p:blipFill>
        <p:spPr bwMode="auto">
          <a:xfrm>
            <a:off x="-40241" y="2244247"/>
            <a:ext cx="6260349" cy="33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76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2F1-8271-81CB-5304-57D21FE0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III. CHĂM SÓC KHÁCH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FA12-4BB1-E116-7A02-1EFB07E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301" y="2374085"/>
            <a:ext cx="6792007" cy="3953880"/>
          </a:xfrm>
        </p:spPr>
        <p:txBody>
          <a:bodyPr>
            <a:noAutofit/>
          </a:bodyPr>
          <a:lstStyle/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đội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ngũ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rỏ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ràng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chắc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triết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thấm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sẵn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xuyên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chứ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phận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vi-V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70E92-2826-AA24-15F8-5DDBF438E351}"/>
              </a:ext>
            </a:extLst>
          </p:cNvPr>
          <p:cNvSpPr/>
          <p:nvPr/>
        </p:nvSpPr>
        <p:spPr>
          <a:xfrm>
            <a:off x="1094304" y="1201503"/>
            <a:ext cx="509498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2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Hình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thức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tổ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chức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CSKH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Tổng quan về dịch vụ Chăm sóc Khách hàng – DIGITAL VN">
            <a:extLst>
              <a:ext uri="{FF2B5EF4-FFF2-40B4-BE49-F238E27FC236}">
                <a16:creationId xmlns:a16="http://schemas.microsoft.com/office/drawing/2014/main" id="{B042F417-8C1B-0097-6258-D596650AD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31" y="2374085"/>
            <a:ext cx="4076957" cy="313246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94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2F1-8271-81CB-5304-57D21FE0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III. CHĂM SÓC KHÁCH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FA12-4BB1-E116-7A02-1EFB07E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48" y="1847834"/>
            <a:ext cx="6792007" cy="3953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mong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duy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Gọi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tình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huống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chị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nhưng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chị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chị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hẹn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Anh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chị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chị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tầm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tiên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tức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chị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vi-V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70E92-2826-AA24-15F8-5DDBF438E351}"/>
              </a:ext>
            </a:extLst>
          </p:cNvPr>
          <p:cNvSpPr/>
          <p:nvPr/>
        </p:nvSpPr>
        <p:spPr>
          <a:xfrm>
            <a:off x="1187988" y="1201503"/>
            <a:ext cx="49076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3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Đối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với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ngườ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bán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hàng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Giá trị khách hàng là gì? 6 Bí quyết tăng giá trị khách hàng">
            <a:extLst>
              <a:ext uri="{FF2B5EF4-FFF2-40B4-BE49-F238E27FC236}">
                <a16:creationId xmlns:a16="http://schemas.microsoft.com/office/drawing/2014/main" id="{248BF546-D66E-F3FC-1C09-4C3346E7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951" y="2667699"/>
            <a:ext cx="4431304" cy="33954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95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62F1-8271-81CB-5304-57D21FE0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Bahnschrift SemiCondensed" panose="020B0502040204020203" pitchFamily="34" charset="0"/>
              </a:rPr>
              <a:t>III. CHĂM SÓC KHÁCH HÀNG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DFA12-4BB1-E116-7A02-1EFB07E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48" y="1990447"/>
            <a:ext cx="6792007" cy="3953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khâu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Ngay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lạc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đóng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góp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xuy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lạc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gắng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hữu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ích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Tuyệt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tranh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vi-V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70E92-2826-AA24-15F8-5DDBF438E351}"/>
              </a:ext>
            </a:extLst>
          </p:cNvPr>
          <p:cNvSpPr/>
          <p:nvPr/>
        </p:nvSpPr>
        <p:spPr>
          <a:xfrm>
            <a:off x="1072318" y="1222782"/>
            <a:ext cx="619599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Kỹ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năng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chăm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sóc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khách</a:t>
            </a:r>
            <a:r>
              <a:rPr lang="en-US" sz="36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 </a:t>
            </a:r>
            <a:r>
              <a:rPr lang="en-US" sz="3600" dirty="0" err="1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/>
              </a:rPr>
              <a:t>hàng</a:t>
            </a:r>
            <a:endParaRPr kumimoji="0" lang="en-US" sz="3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FC857-8D15-58D0-39D8-AAF5C3CC3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544" y="1056286"/>
            <a:ext cx="3827154" cy="554642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2423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6CAF-EBC7-6934-997E-C27E7DD1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THANKS!</a:t>
            </a:r>
          </a:p>
        </p:txBody>
      </p:sp>
      <p:pic>
        <p:nvPicPr>
          <p:cNvPr id="6146" name="Picture 2" descr="15 Kỹ năng chăm sóc khách hàng &quot;VÀNG&quot; để thành công">
            <a:extLst>
              <a:ext uri="{FF2B5EF4-FFF2-40B4-BE49-F238E27FC236}">
                <a16:creationId xmlns:a16="http://schemas.microsoft.com/office/drawing/2014/main" id="{55F39828-C47C-9FDC-BB2E-205E75B5F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841" y="381000"/>
            <a:ext cx="6096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320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Default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2350</Words>
  <Application>Microsoft Office PowerPoint</Application>
  <PresentationFormat>Widescreen</PresentationFormat>
  <Paragraphs>373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.VnArial</vt:lpstr>
      <vt:lpstr>Arial</vt:lpstr>
      <vt:lpstr>Bahnschrift Condensed</vt:lpstr>
      <vt:lpstr>Bahnschrift SemiCondensed</vt:lpstr>
      <vt:lpstr>Calibri</vt:lpstr>
      <vt:lpstr>Calibri Light</vt:lpstr>
      <vt:lpstr>Copperplate Gothic Bold</vt:lpstr>
      <vt:lpstr>Times New Roman</vt:lpstr>
      <vt:lpstr>Wingdings</vt:lpstr>
      <vt:lpstr>Office Theme</vt:lpstr>
      <vt:lpstr>6_Default Design</vt:lpstr>
      <vt:lpstr>1_Office Theme</vt:lpstr>
      <vt:lpstr>TƯ DUY  BÁN VÀ CHĂM SÓC KHÁCH HÀNG</vt:lpstr>
      <vt:lpstr>I. TỔNG QUAN</vt:lpstr>
      <vt:lpstr>THÁI ĐỘ hay TRÌNH ĐỘ QUYẾT ĐỊNH THÀNH CÔNG MỖI NGƯỜI?</vt:lpstr>
      <vt:lpstr>PowerPoint Presentation</vt:lpstr>
      <vt:lpstr>II. BÁN HÀNG</vt:lpstr>
      <vt:lpstr>II. BÁN HÀNG</vt:lpstr>
      <vt:lpstr>II. BÁN HÀNG</vt:lpstr>
      <vt:lpstr>II. BÁN HÀNG</vt:lpstr>
      <vt:lpstr>II. BÁN HÀNG</vt:lpstr>
      <vt:lpstr>II. BÁN HÀNG</vt:lpstr>
      <vt:lpstr>II. KỸ NĂNG BÁN HÀNG</vt:lpstr>
      <vt:lpstr>II.  KỸ NĂNG BÁN HÀNG</vt:lpstr>
      <vt:lpstr>II.  KỸ NĂNG BÁN HÀNG</vt:lpstr>
      <vt:lpstr>Kỹ năng khen</vt:lpstr>
      <vt:lpstr>II.  KỸ NĂNG BÁN HÀNG</vt:lpstr>
      <vt:lpstr>PowerPoint Presentation</vt:lpstr>
      <vt:lpstr>PowerPoint Presentation</vt:lpstr>
      <vt:lpstr>PowerPoint Presentation</vt:lpstr>
      <vt:lpstr>II. KỸ NĂNG BÁN HÀNG</vt:lpstr>
      <vt:lpstr>II. KỸ NĂNG BÁN HÀNG</vt:lpstr>
      <vt:lpstr>III. CHĂM SÓC KHÁCH HÀNG</vt:lpstr>
      <vt:lpstr>III. CHĂM SÓC KHÁCH HÀNG</vt:lpstr>
      <vt:lpstr>III. CHĂM SÓC KHÁCH HÀNG</vt:lpstr>
      <vt:lpstr>III. CHĂM SÓC KHÁCH HÀNG</vt:lpstr>
      <vt:lpstr>III. CHĂM SÓC KHÁCH HÀNG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TƯ DUY  BÁN VÀ CHĂM SÓC KHÁCH HÀNG</dc:title>
  <dc:creator>Administrator</dc:creator>
  <cp:lastModifiedBy>Administrator</cp:lastModifiedBy>
  <cp:revision>14</cp:revision>
  <dcterms:created xsi:type="dcterms:W3CDTF">2025-01-24T05:00:23Z</dcterms:created>
  <dcterms:modified xsi:type="dcterms:W3CDTF">2025-01-25T10:12:53Z</dcterms:modified>
</cp:coreProperties>
</file>