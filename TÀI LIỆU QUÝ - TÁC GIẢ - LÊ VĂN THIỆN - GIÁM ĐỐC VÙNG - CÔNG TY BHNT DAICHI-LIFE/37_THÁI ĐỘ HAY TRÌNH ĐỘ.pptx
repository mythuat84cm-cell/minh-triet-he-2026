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21F626-A1BC-4510-94AC-2E0820504355}" type="doc">
      <dgm:prSet loTypeId="urn:microsoft.com/office/officeart/2008/layout/RadialCluster" loCatId="cycle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3631BFF-B4FD-4C06-9F83-C21F5F2C17CA}">
      <dgm:prSet phldrT="[Text]"/>
      <dgm:spPr/>
      <dgm:t>
        <a:bodyPr/>
        <a:lstStyle/>
        <a:p>
          <a:r>
            <a:rPr lang="en-US" dirty="0"/>
            <a:t>THÀNH CÔNG</a:t>
          </a:r>
        </a:p>
      </dgm:t>
    </dgm:pt>
    <dgm:pt modelId="{41EB507F-62B4-43E6-860D-F7398B173196}" type="parTrans" cxnId="{B191F792-7AA0-4040-9DCC-13532436A847}">
      <dgm:prSet/>
      <dgm:spPr/>
      <dgm:t>
        <a:bodyPr/>
        <a:lstStyle/>
        <a:p>
          <a:endParaRPr lang="en-US"/>
        </a:p>
      </dgm:t>
    </dgm:pt>
    <dgm:pt modelId="{07826116-E00B-41EF-8545-CAFF0D86053D}" type="sibTrans" cxnId="{B191F792-7AA0-4040-9DCC-13532436A847}">
      <dgm:prSet/>
      <dgm:spPr/>
      <dgm:t>
        <a:bodyPr/>
        <a:lstStyle/>
        <a:p>
          <a:endParaRPr lang="en-US"/>
        </a:p>
      </dgm:t>
    </dgm:pt>
    <dgm:pt modelId="{70D09091-14E4-4A48-B679-A88BB662EE08}">
      <dgm:prSet phldrT="[Text]"/>
      <dgm:spPr/>
      <dgm:t>
        <a:bodyPr/>
        <a:lstStyle/>
        <a:p>
          <a:r>
            <a:rPr lang="en-US" dirty="0" err="1"/>
            <a:t>Đường</a:t>
          </a:r>
          <a:r>
            <a:rPr lang="en-US" dirty="0"/>
            <a:t> </a:t>
          </a:r>
          <a:r>
            <a:rPr lang="en-US" dirty="0" err="1"/>
            <a:t>đi</a:t>
          </a:r>
          <a:endParaRPr lang="en-US" dirty="0"/>
        </a:p>
      </dgm:t>
    </dgm:pt>
    <dgm:pt modelId="{5635F656-0269-4DA9-855F-F6BBE19AFB08}" type="parTrans" cxnId="{3E4138FC-7B3B-49A6-8AB0-B2E8DB17D71C}">
      <dgm:prSet/>
      <dgm:spPr/>
      <dgm:t>
        <a:bodyPr/>
        <a:lstStyle/>
        <a:p>
          <a:endParaRPr lang="en-US"/>
        </a:p>
      </dgm:t>
    </dgm:pt>
    <dgm:pt modelId="{343FB2DB-796F-48EE-9845-3C391A40DF38}" type="sibTrans" cxnId="{3E4138FC-7B3B-49A6-8AB0-B2E8DB17D71C}">
      <dgm:prSet/>
      <dgm:spPr/>
      <dgm:t>
        <a:bodyPr/>
        <a:lstStyle/>
        <a:p>
          <a:endParaRPr lang="en-US"/>
        </a:p>
      </dgm:t>
    </dgm:pt>
    <dgm:pt modelId="{2F217BA4-70A4-4171-A280-30FA6B75DAEC}">
      <dgm:prSet phldrT="[Text]"/>
      <dgm:spPr/>
      <dgm:t>
        <a:bodyPr/>
        <a:lstStyle/>
        <a:p>
          <a:r>
            <a:rPr lang="en-US" dirty="0" err="1"/>
            <a:t>Yếu</a:t>
          </a:r>
          <a:r>
            <a:rPr lang="en-US" dirty="0"/>
            <a:t> </a:t>
          </a:r>
          <a:r>
            <a:rPr lang="en-US" dirty="0" err="1"/>
            <a:t>tố</a:t>
          </a:r>
          <a:endParaRPr lang="en-US" dirty="0"/>
        </a:p>
      </dgm:t>
    </dgm:pt>
    <dgm:pt modelId="{9555F662-6BF2-4EC7-B237-8054FAC028A9}" type="parTrans" cxnId="{D63E9664-C5D6-4C93-BC7D-8C1056386974}">
      <dgm:prSet/>
      <dgm:spPr/>
      <dgm:t>
        <a:bodyPr/>
        <a:lstStyle/>
        <a:p>
          <a:endParaRPr lang="en-US"/>
        </a:p>
      </dgm:t>
    </dgm:pt>
    <dgm:pt modelId="{32C4E1E6-F036-4FB5-B1E7-0E8BF76213B0}" type="sibTrans" cxnId="{D63E9664-C5D6-4C93-BC7D-8C1056386974}">
      <dgm:prSet/>
      <dgm:spPr/>
      <dgm:t>
        <a:bodyPr/>
        <a:lstStyle/>
        <a:p>
          <a:endParaRPr lang="en-US"/>
        </a:p>
      </dgm:t>
    </dgm:pt>
    <dgm:pt modelId="{A0CD697E-C1B5-49C8-96E4-4412DDA61DC3}">
      <dgm:prSet phldrT="[Text]"/>
      <dgm:spPr/>
      <dgm:t>
        <a:bodyPr/>
        <a:lstStyle/>
        <a:p>
          <a:r>
            <a:rPr lang="en-US" dirty="0" err="1"/>
            <a:t>Hành</a:t>
          </a:r>
          <a:r>
            <a:rPr lang="en-US" dirty="0"/>
            <a:t> vi</a:t>
          </a:r>
        </a:p>
      </dgm:t>
    </dgm:pt>
    <dgm:pt modelId="{80C74211-1007-4AC1-9E52-5569BEBD0E2C}" type="parTrans" cxnId="{7197F4E5-95DE-4672-86F5-53AF0ABC4CFD}">
      <dgm:prSet/>
      <dgm:spPr/>
      <dgm:t>
        <a:bodyPr/>
        <a:lstStyle/>
        <a:p>
          <a:endParaRPr lang="en-US"/>
        </a:p>
      </dgm:t>
    </dgm:pt>
    <dgm:pt modelId="{A26BDA6E-7CD8-4523-955C-D265F859BC41}" type="sibTrans" cxnId="{7197F4E5-95DE-4672-86F5-53AF0ABC4CFD}">
      <dgm:prSet/>
      <dgm:spPr/>
      <dgm:t>
        <a:bodyPr/>
        <a:lstStyle/>
        <a:p>
          <a:endParaRPr lang="en-US"/>
        </a:p>
      </dgm:t>
    </dgm:pt>
    <dgm:pt modelId="{6907AD73-2C9B-44BF-82CC-73A57B0A847A}" type="pres">
      <dgm:prSet presAssocID="{3E21F626-A1BC-4510-94AC-2E0820504355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A5565936-14C9-49ED-A14C-00EB903965DD}" type="pres">
      <dgm:prSet presAssocID="{B3631BFF-B4FD-4C06-9F83-C21F5F2C17CA}" presName="singleCycle" presStyleCnt="0"/>
      <dgm:spPr/>
    </dgm:pt>
    <dgm:pt modelId="{429BE737-FA63-4C84-B935-50BF021A315F}" type="pres">
      <dgm:prSet presAssocID="{B3631BFF-B4FD-4C06-9F83-C21F5F2C17CA}" presName="singleCenter" presStyleLbl="node1" presStyleIdx="0" presStyleCnt="4">
        <dgm:presLayoutVars>
          <dgm:chMax val="7"/>
          <dgm:chPref val="7"/>
        </dgm:presLayoutVars>
      </dgm:prSet>
      <dgm:spPr/>
    </dgm:pt>
    <dgm:pt modelId="{BD3854FE-10AE-425E-9A0E-BB934F24FD1C}" type="pres">
      <dgm:prSet presAssocID="{5635F656-0269-4DA9-855F-F6BBE19AFB08}" presName="Name56" presStyleLbl="parChTrans1D2" presStyleIdx="0" presStyleCnt="3"/>
      <dgm:spPr/>
    </dgm:pt>
    <dgm:pt modelId="{07C37F90-8F56-456B-9A11-D0E1F9A04043}" type="pres">
      <dgm:prSet presAssocID="{70D09091-14E4-4A48-B679-A88BB662EE08}" presName="text0" presStyleLbl="node1" presStyleIdx="1" presStyleCnt="4">
        <dgm:presLayoutVars>
          <dgm:bulletEnabled val="1"/>
        </dgm:presLayoutVars>
      </dgm:prSet>
      <dgm:spPr/>
    </dgm:pt>
    <dgm:pt modelId="{00B0B404-B7B2-46C2-8031-8873BF813A55}" type="pres">
      <dgm:prSet presAssocID="{9555F662-6BF2-4EC7-B237-8054FAC028A9}" presName="Name56" presStyleLbl="parChTrans1D2" presStyleIdx="1" presStyleCnt="3"/>
      <dgm:spPr/>
    </dgm:pt>
    <dgm:pt modelId="{E721BAE0-8AEE-4E44-8F91-CF63FC971B5B}" type="pres">
      <dgm:prSet presAssocID="{2F217BA4-70A4-4171-A280-30FA6B75DAEC}" presName="text0" presStyleLbl="node1" presStyleIdx="2" presStyleCnt="4">
        <dgm:presLayoutVars>
          <dgm:bulletEnabled val="1"/>
        </dgm:presLayoutVars>
      </dgm:prSet>
      <dgm:spPr/>
    </dgm:pt>
    <dgm:pt modelId="{57053DA8-A234-4FDD-8B48-CBF64B189C83}" type="pres">
      <dgm:prSet presAssocID="{80C74211-1007-4AC1-9E52-5569BEBD0E2C}" presName="Name56" presStyleLbl="parChTrans1D2" presStyleIdx="2" presStyleCnt="3"/>
      <dgm:spPr/>
    </dgm:pt>
    <dgm:pt modelId="{A222B229-01BD-47BC-94DA-2C40D2B0E8FE}" type="pres">
      <dgm:prSet presAssocID="{A0CD697E-C1B5-49C8-96E4-4412DDA61DC3}" presName="text0" presStyleLbl="node1" presStyleIdx="3" presStyleCnt="4">
        <dgm:presLayoutVars>
          <dgm:bulletEnabled val="1"/>
        </dgm:presLayoutVars>
      </dgm:prSet>
      <dgm:spPr/>
    </dgm:pt>
  </dgm:ptLst>
  <dgm:cxnLst>
    <dgm:cxn modelId="{267D5528-1834-421B-A1DC-E1DB4ECFF9B7}" type="presOf" srcId="{3E21F626-A1BC-4510-94AC-2E0820504355}" destId="{6907AD73-2C9B-44BF-82CC-73A57B0A847A}" srcOrd="0" destOrd="0" presId="urn:microsoft.com/office/officeart/2008/layout/RadialCluster"/>
    <dgm:cxn modelId="{D131532E-D306-4A3D-8353-8090EE44C8C3}" type="presOf" srcId="{70D09091-14E4-4A48-B679-A88BB662EE08}" destId="{07C37F90-8F56-456B-9A11-D0E1F9A04043}" srcOrd="0" destOrd="0" presId="urn:microsoft.com/office/officeart/2008/layout/RadialCluster"/>
    <dgm:cxn modelId="{B0130E42-2537-4F82-A150-EF90176927E9}" type="presOf" srcId="{B3631BFF-B4FD-4C06-9F83-C21F5F2C17CA}" destId="{429BE737-FA63-4C84-B935-50BF021A315F}" srcOrd="0" destOrd="0" presId="urn:microsoft.com/office/officeart/2008/layout/RadialCluster"/>
    <dgm:cxn modelId="{D63E9664-C5D6-4C93-BC7D-8C1056386974}" srcId="{B3631BFF-B4FD-4C06-9F83-C21F5F2C17CA}" destId="{2F217BA4-70A4-4171-A280-30FA6B75DAEC}" srcOrd="1" destOrd="0" parTransId="{9555F662-6BF2-4EC7-B237-8054FAC028A9}" sibTransId="{32C4E1E6-F036-4FB5-B1E7-0E8BF76213B0}"/>
    <dgm:cxn modelId="{589DF347-FDBD-4E53-8830-1F3B93533560}" type="presOf" srcId="{2F217BA4-70A4-4171-A280-30FA6B75DAEC}" destId="{E721BAE0-8AEE-4E44-8F91-CF63FC971B5B}" srcOrd="0" destOrd="0" presId="urn:microsoft.com/office/officeart/2008/layout/RadialCluster"/>
    <dgm:cxn modelId="{4E60384B-F506-4034-A636-C2E3AE5D84DD}" type="presOf" srcId="{A0CD697E-C1B5-49C8-96E4-4412DDA61DC3}" destId="{A222B229-01BD-47BC-94DA-2C40D2B0E8FE}" srcOrd="0" destOrd="0" presId="urn:microsoft.com/office/officeart/2008/layout/RadialCluster"/>
    <dgm:cxn modelId="{B191F792-7AA0-4040-9DCC-13532436A847}" srcId="{3E21F626-A1BC-4510-94AC-2E0820504355}" destId="{B3631BFF-B4FD-4C06-9F83-C21F5F2C17CA}" srcOrd="0" destOrd="0" parTransId="{41EB507F-62B4-43E6-860D-F7398B173196}" sibTransId="{07826116-E00B-41EF-8545-CAFF0D86053D}"/>
    <dgm:cxn modelId="{6EADA79D-3128-4E2D-AD84-9DB9C40B4706}" type="presOf" srcId="{9555F662-6BF2-4EC7-B237-8054FAC028A9}" destId="{00B0B404-B7B2-46C2-8031-8873BF813A55}" srcOrd="0" destOrd="0" presId="urn:microsoft.com/office/officeart/2008/layout/RadialCluster"/>
    <dgm:cxn modelId="{656244B1-29AF-43ED-88D0-7A46E41BDDC3}" type="presOf" srcId="{80C74211-1007-4AC1-9E52-5569BEBD0E2C}" destId="{57053DA8-A234-4FDD-8B48-CBF64B189C83}" srcOrd="0" destOrd="0" presId="urn:microsoft.com/office/officeart/2008/layout/RadialCluster"/>
    <dgm:cxn modelId="{7197F4E5-95DE-4672-86F5-53AF0ABC4CFD}" srcId="{B3631BFF-B4FD-4C06-9F83-C21F5F2C17CA}" destId="{A0CD697E-C1B5-49C8-96E4-4412DDA61DC3}" srcOrd="2" destOrd="0" parTransId="{80C74211-1007-4AC1-9E52-5569BEBD0E2C}" sibTransId="{A26BDA6E-7CD8-4523-955C-D265F859BC41}"/>
    <dgm:cxn modelId="{C2B84FF8-07DC-4AE5-8646-EECB5B2A74BD}" type="presOf" srcId="{5635F656-0269-4DA9-855F-F6BBE19AFB08}" destId="{BD3854FE-10AE-425E-9A0E-BB934F24FD1C}" srcOrd="0" destOrd="0" presId="urn:microsoft.com/office/officeart/2008/layout/RadialCluster"/>
    <dgm:cxn modelId="{3E4138FC-7B3B-49A6-8AB0-B2E8DB17D71C}" srcId="{B3631BFF-B4FD-4C06-9F83-C21F5F2C17CA}" destId="{70D09091-14E4-4A48-B679-A88BB662EE08}" srcOrd="0" destOrd="0" parTransId="{5635F656-0269-4DA9-855F-F6BBE19AFB08}" sibTransId="{343FB2DB-796F-48EE-9845-3C391A40DF38}"/>
    <dgm:cxn modelId="{8FB67C39-7903-4173-BA3D-A9C030547107}" type="presParOf" srcId="{6907AD73-2C9B-44BF-82CC-73A57B0A847A}" destId="{A5565936-14C9-49ED-A14C-00EB903965DD}" srcOrd="0" destOrd="0" presId="urn:microsoft.com/office/officeart/2008/layout/RadialCluster"/>
    <dgm:cxn modelId="{0B65A508-1B04-4FCB-8746-C897900FE38D}" type="presParOf" srcId="{A5565936-14C9-49ED-A14C-00EB903965DD}" destId="{429BE737-FA63-4C84-B935-50BF021A315F}" srcOrd="0" destOrd="0" presId="urn:microsoft.com/office/officeart/2008/layout/RadialCluster"/>
    <dgm:cxn modelId="{757FA2C7-A8A9-42D2-BA5B-FBA5EDE17C81}" type="presParOf" srcId="{A5565936-14C9-49ED-A14C-00EB903965DD}" destId="{BD3854FE-10AE-425E-9A0E-BB934F24FD1C}" srcOrd="1" destOrd="0" presId="urn:microsoft.com/office/officeart/2008/layout/RadialCluster"/>
    <dgm:cxn modelId="{3E860A56-827B-44A7-820B-69A310D23733}" type="presParOf" srcId="{A5565936-14C9-49ED-A14C-00EB903965DD}" destId="{07C37F90-8F56-456B-9A11-D0E1F9A04043}" srcOrd="2" destOrd="0" presId="urn:microsoft.com/office/officeart/2008/layout/RadialCluster"/>
    <dgm:cxn modelId="{D6282683-7D18-4653-A64B-61C49FB68D10}" type="presParOf" srcId="{A5565936-14C9-49ED-A14C-00EB903965DD}" destId="{00B0B404-B7B2-46C2-8031-8873BF813A55}" srcOrd="3" destOrd="0" presId="urn:microsoft.com/office/officeart/2008/layout/RadialCluster"/>
    <dgm:cxn modelId="{1905720E-B9B8-4E92-B5CC-B72F00D84CBF}" type="presParOf" srcId="{A5565936-14C9-49ED-A14C-00EB903965DD}" destId="{E721BAE0-8AEE-4E44-8F91-CF63FC971B5B}" srcOrd="4" destOrd="0" presId="urn:microsoft.com/office/officeart/2008/layout/RadialCluster"/>
    <dgm:cxn modelId="{5E63FC63-B967-4398-8D2C-416B99F98909}" type="presParOf" srcId="{A5565936-14C9-49ED-A14C-00EB903965DD}" destId="{57053DA8-A234-4FDD-8B48-CBF64B189C83}" srcOrd="5" destOrd="0" presId="urn:microsoft.com/office/officeart/2008/layout/RadialCluster"/>
    <dgm:cxn modelId="{D67F42C4-EC75-45A7-A2C1-61F31406D074}" type="presParOf" srcId="{A5565936-14C9-49ED-A14C-00EB903965DD}" destId="{A222B229-01BD-47BC-94DA-2C40D2B0E8FE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5450A4-C0CF-42D6-958B-34EDC9DA326F}" type="doc">
      <dgm:prSet loTypeId="urn:diagrams.loki3.com/VaryingWidthList" loCatId="list" qsTypeId="urn:microsoft.com/office/officeart/2005/8/quickstyle/simple1" qsCatId="simple" csTypeId="urn:microsoft.com/office/officeart/2005/8/colors/colorful1" csCatId="colorful" phldr="1"/>
      <dgm:spPr/>
    </dgm:pt>
    <dgm:pt modelId="{BF80F6A7-E573-47BD-ABF9-C12F01D1A88F}">
      <dgm:prSet phldrT="[Text]" custT="1"/>
      <dgm:spPr/>
      <dgm:t>
        <a:bodyPr/>
        <a:lstStyle/>
        <a:p>
          <a:r>
            <a:rPr lang="en-US" sz="1800" dirty="0" err="1"/>
            <a:t>Thái</a:t>
          </a:r>
          <a:r>
            <a:rPr lang="en-US" sz="1800" dirty="0"/>
            <a:t> </a:t>
          </a:r>
          <a:r>
            <a:rPr lang="en-US" sz="1800" dirty="0" err="1"/>
            <a:t>độ</a:t>
          </a:r>
          <a:endParaRPr lang="en-US" sz="1800" dirty="0"/>
        </a:p>
      </dgm:t>
    </dgm:pt>
    <dgm:pt modelId="{D241A386-4F07-4CAA-8D09-2AF4DC22D799}" type="parTrans" cxnId="{1FAC1F49-BA59-4D79-A54B-2FBEE302D310}">
      <dgm:prSet/>
      <dgm:spPr/>
      <dgm:t>
        <a:bodyPr/>
        <a:lstStyle/>
        <a:p>
          <a:endParaRPr lang="en-US" sz="1600"/>
        </a:p>
      </dgm:t>
    </dgm:pt>
    <dgm:pt modelId="{AEEC7420-66E7-46FF-A336-4E185C3CE656}" type="sibTrans" cxnId="{1FAC1F49-BA59-4D79-A54B-2FBEE302D310}">
      <dgm:prSet/>
      <dgm:spPr/>
      <dgm:t>
        <a:bodyPr/>
        <a:lstStyle/>
        <a:p>
          <a:endParaRPr lang="en-US" sz="1600"/>
        </a:p>
      </dgm:t>
    </dgm:pt>
    <dgm:pt modelId="{F6F19342-7FD3-43D7-81F5-096D892F6605}">
      <dgm:prSet phldrT="[Text]" custT="1"/>
      <dgm:spPr/>
      <dgm:t>
        <a:bodyPr/>
        <a:lstStyle/>
        <a:p>
          <a:r>
            <a:rPr lang="en-US" sz="1800" dirty="0" err="1"/>
            <a:t>Trình</a:t>
          </a:r>
          <a:r>
            <a:rPr lang="en-US" sz="1800" dirty="0"/>
            <a:t> </a:t>
          </a:r>
          <a:r>
            <a:rPr lang="en-US" sz="1800" dirty="0" err="1"/>
            <a:t>độ</a:t>
          </a:r>
          <a:endParaRPr lang="en-US" sz="1800" dirty="0"/>
        </a:p>
      </dgm:t>
    </dgm:pt>
    <dgm:pt modelId="{C7F0EFC8-7DDC-4B8F-9E59-1A748C19DB0C}" type="parTrans" cxnId="{0EC0E103-6905-4752-93B7-6A104B6C77AB}">
      <dgm:prSet/>
      <dgm:spPr/>
      <dgm:t>
        <a:bodyPr/>
        <a:lstStyle/>
        <a:p>
          <a:endParaRPr lang="en-US" sz="1600"/>
        </a:p>
      </dgm:t>
    </dgm:pt>
    <dgm:pt modelId="{9162BD34-EB51-4557-BE20-DF4AB40099D9}" type="sibTrans" cxnId="{0EC0E103-6905-4752-93B7-6A104B6C77AB}">
      <dgm:prSet/>
      <dgm:spPr/>
      <dgm:t>
        <a:bodyPr/>
        <a:lstStyle/>
        <a:p>
          <a:endParaRPr lang="en-US" sz="1600"/>
        </a:p>
      </dgm:t>
    </dgm:pt>
    <dgm:pt modelId="{6050C36D-2634-4E72-A05E-242F65EE1EE3}">
      <dgm:prSet phldrT="[Text]" custT="1"/>
      <dgm:spPr/>
      <dgm:t>
        <a:bodyPr/>
        <a:lstStyle/>
        <a:p>
          <a:r>
            <a:rPr lang="en-US" sz="1800" dirty="0"/>
            <a:t>Quan </a:t>
          </a:r>
          <a:r>
            <a:rPr lang="en-US" sz="1800" dirty="0" err="1"/>
            <a:t>hệ</a:t>
          </a:r>
          <a:endParaRPr lang="en-US" sz="1800" dirty="0"/>
        </a:p>
      </dgm:t>
    </dgm:pt>
    <dgm:pt modelId="{CE05B4AC-C5A9-4EB4-86C8-AD95A8C66ECA}" type="parTrans" cxnId="{BD1369FC-7B07-4056-9FD2-DC62085486F7}">
      <dgm:prSet/>
      <dgm:spPr/>
      <dgm:t>
        <a:bodyPr/>
        <a:lstStyle/>
        <a:p>
          <a:endParaRPr lang="en-US" sz="1600"/>
        </a:p>
      </dgm:t>
    </dgm:pt>
    <dgm:pt modelId="{DA361F7A-B92E-499D-A29F-F00ECFD2EAA9}" type="sibTrans" cxnId="{BD1369FC-7B07-4056-9FD2-DC62085486F7}">
      <dgm:prSet/>
      <dgm:spPr/>
      <dgm:t>
        <a:bodyPr/>
        <a:lstStyle/>
        <a:p>
          <a:endParaRPr lang="en-US" sz="1600"/>
        </a:p>
      </dgm:t>
    </dgm:pt>
    <dgm:pt modelId="{F529EDE1-1CF6-4EC8-AC69-AD6C28FFAC22}">
      <dgm:prSet phldrT="[Text]" custT="1"/>
      <dgm:spPr/>
      <dgm:t>
        <a:bodyPr/>
        <a:lstStyle/>
        <a:p>
          <a:r>
            <a:rPr lang="en-US" sz="1800" dirty="0" err="1"/>
            <a:t>Gây</a:t>
          </a:r>
          <a:r>
            <a:rPr lang="en-US" sz="1800" dirty="0"/>
            <a:t> </a:t>
          </a:r>
          <a:r>
            <a:rPr lang="en-US" sz="1800" dirty="0" err="1"/>
            <a:t>ảnh</a:t>
          </a:r>
          <a:r>
            <a:rPr lang="en-US" sz="1800" dirty="0"/>
            <a:t> </a:t>
          </a:r>
          <a:r>
            <a:rPr lang="en-US" sz="1800" dirty="0" err="1"/>
            <a:t>hưởng</a:t>
          </a:r>
          <a:endParaRPr lang="en-US" sz="1800" dirty="0"/>
        </a:p>
      </dgm:t>
    </dgm:pt>
    <dgm:pt modelId="{C52B40A7-F978-4169-94B6-9D7DB5164B6B}" type="parTrans" cxnId="{AA8B7B9B-AB1B-4BAB-9FFE-988DFB817C31}">
      <dgm:prSet/>
      <dgm:spPr/>
      <dgm:t>
        <a:bodyPr/>
        <a:lstStyle/>
        <a:p>
          <a:endParaRPr lang="en-US" sz="1600"/>
        </a:p>
      </dgm:t>
    </dgm:pt>
    <dgm:pt modelId="{627B26FF-31DF-4801-90E1-858346CBC087}" type="sibTrans" cxnId="{AA8B7B9B-AB1B-4BAB-9FFE-988DFB817C31}">
      <dgm:prSet/>
      <dgm:spPr/>
      <dgm:t>
        <a:bodyPr/>
        <a:lstStyle/>
        <a:p>
          <a:endParaRPr lang="en-US" sz="1600"/>
        </a:p>
      </dgm:t>
    </dgm:pt>
    <dgm:pt modelId="{373CEFAE-E2AC-4D19-9A76-6F9FF295FC1E}" type="pres">
      <dgm:prSet presAssocID="{195450A4-C0CF-42D6-958B-34EDC9DA326F}" presName="Name0" presStyleCnt="0">
        <dgm:presLayoutVars>
          <dgm:resizeHandles/>
        </dgm:presLayoutVars>
      </dgm:prSet>
      <dgm:spPr/>
    </dgm:pt>
    <dgm:pt modelId="{B9CCA811-5004-4D60-A7DA-2BD1BA908DBA}" type="pres">
      <dgm:prSet presAssocID="{BF80F6A7-E573-47BD-ABF9-C12F01D1A88F}" presName="text" presStyleLbl="node1" presStyleIdx="0" presStyleCnt="4">
        <dgm:presLayoutVars>
          <dgm:bulletEnabled val="1"/>
        </dgm:presLayoutVars>
      </dgm:prSet>
      <dgm:spPr/>
    </dgm:pt>
    <dgm:pt modelId="{3C5EB02D-5A7C-4697-97B8-E371E68464AE}" type="pres">
      <dgm:prSet presAssocID="{AEEC7420-66E7-46FF-A336-4E185C3CE656}" presName="space" presStyleCnt="0"/>
      <dgm:spPr/>
    </dgm:pt>
    <dgm:pt modelId="{759CD511-9B6E-4D4C-85F3-231DE57CA209}" type="pres">
      <dgm:prSet presAssocID="{F6F19342-7FD3-43D7-81F5-096D892F6605}" presName="text" presStyleLbl="node1" presStyleIdx="1" presStyleCnt="4">
        <dgm:presLayoutVars>
          <dgm:bulletEnabled val="1"/>
        </dgm:presLayoutVars>
      </dgm:prSet>
      <dgm:spPr/>
    </dgm:pt>
    <dgm:pt modelId="{29891746-AA73-41B9-92E0-2574134FEFB7}" type="pres">
      <dgm:prSet presAssocID="{9162BD34-EB51-4557-BE20-DF4AB40099D9}" presName="space" presStyleCnt="0"/>
      <dgm:spPr/>
    </dgm:pt>
    <dgm:pt modelId="{97877225-FAE5-435E-86D9-19207E862D02}" type="pres">
      <dgm:prSet presAssocID="{6050C36D-2634-4E72-A05E-242F65EE1EE3}" presName="text" presStyleLbl="node1" presStyleIdx="2" presStyleCnt="4">
        <dgm:presLayoutVars>
          <dgm:bulletEnabled val="1"/>
        </dgm:presLayoutVars>
      </dgm:prSet>
      <dgm:spPr/>
    </dgm:pt>
    <dgm:pt modelId="{325F9483-F0E5-4062-A688-6562C28FCAD1}" type="pres">
      <dgm:prSet presAssocID="{DA361F7A-B92E-499D-A29F-F00ECFD2EAA9}" presName="space" presStyleCnt="0"/>
      <dgm:spPr/>
    </dgm:pt>
    <dgm:pt modelId="{F3B78C76-C33F-4A2D-9B2B-F72A18927AEA}" type="pres">
      <dgm:prSet presAssocID="{F529EDE1-1CF6-4EC8-AC69-AD6C28FFAC22}" presName="text" presStyleLbl="node1" presStyleIdx="3" presStyleCnt="4">
        <dgm:presLayoutVars>
          <dgm:bulletEnabled val="1"/>
        </dgm:presLayoutVars>
      </dgm:prSet>
      <dgm:spPr/>
    </dgm:pt>
  </dgm:ptLst>
  <dgm:cxnLst>
    <dgm:cxn modelId="{0EC0E103-6905-4752-93B7-6A104B6C77AB}" srcId="{195450A4-C0CF-42D6-958B-34EDC9DA326F}" destId="{F6F19342-7FD3-43D7-81F5-096D892F6605}" srcOrd="1" destOrd="0" parTransId="{C7F0EFC8-7DDC-4B8F-9E59-1A748C19DB0C}" sibTransId="{9162BD34-EB51-4557-BE20-DF4AB40099D9}"/>
    <dgm:cxn modelId="{CD8EB20C-798E-426D-8B86-59CAD9CE0B49}" type="presOf" srcId="{195450A4-C0CF-42D6-958B-34EDC9DA326F}" destId="{373CEFAE-E2AC-4D19-9A76-6F9FF295FC1E}" srcOrd="0" destOrd="0" presId="urn:diagrams.loki3.com/VaryingWidthList"/>
    <dgm:cxn modelId="{21558C14-07CC-45A6-84E1-9550195A9A5F}" type="presOf" srcId="{6050C36D-2634-4E72-A05E-242F65EE1EE3}" destId="{97877225-FAE5-435E-86D9-19207E862D02}" srcOrd="0" destOrd="0" presId="urn:diagrams.loki3.com/VaryingWidthList"/>
    <dgm:cxn modelId="{95D4CB2F-159C-41AB-A35A-02978DBB4AD9}" type="presOf" srcId="{BF80F6A7-E573-47BD-ABF9-C12F01D1A88F}" destId="{B9CCA811-5004-4D60-A7DA-2BD1BA908DBA}" srcOrd="0" destOrd="0" presId="urn:diagrams.loki3.com/VaryingWidthList"/>
    <dgm:cxn modelId="{1FAC1F49-BA59-4D79-A54B-2FBEE302D310}" srcId="{195450A4-C0CF-42D6-958B-34EDC9DA326F}" destId="{BF80F6A7-E573-47BD-ABF9-C12F01D1A88F}" srcOrd="0" destOrd="0" parTransId="{D241A386-4F07-4CAA-8D09-2AF4DC22D799}" sibTransId="{AEEC7420-66E7-46FF-A336-4E185C3CE656}"/>
    <dgm:cxn modelId="{509FE088-6951-4C46-AF4C-64FB21131A60}" type="presOf" srcId="{F529EDE1-1CF6-4EC8-AC69-AD6C28FFAC22}" destId="{F3B78C76-C33F-4A2D-9B2B-F72A18927AEA}" srcOrd="0" destOrd="0" presId="urn:diagrams.loki3.com/VaryingWidthList"/>
    <dgm:cxn modelId="{AA8B7B9B-AB1B-4BAB-9FFE-988DFB817C31}" srcId="{195450A4-C0CF-42D6-958B-34EDC9DA326F}" destId="{F529EDE1-1CF6-4EC8-AC69-AD6C28FFAC22}" srcOrd="3" destOrd="0" parTransId="{C52B40A7-F978-4169-94B6-9D7DB5164B6B}" sibTransId="{627B26FF-31DF-4801-90E1-858346CBC087}"/>
    <dgm:cxn modelId="{E53327C7-601C-4E95-974F-BCE1958B9128}" type="presOf" srcId="{F6F19342-7FD3-43D7-81F5-096D892F6605}" destId="{759CD511-9B6E-4D4C-85F3-231DE57CA209}" srcOrd="0" destOrd="0" presId="urn:diagrams.loki3.com/VaryingWidthList"/>
    <dgm:cxn modelId="{BD1369FC-7B07-4056-9FD2-DC62085486F7}" srcId="{195450A4-C0CF-42D6-958B-34EDC9DA326F}" destId="{6050C36D-2634-4E72-A05E-242F65EE1EE3}" srcOrd="2" destOrd="0" parTransId="{CE05B4AC-C5A9-4EB4-86C8-AD95A8C66ECA}" sibTransId="{DA361F7A-B92E-499D-A29F-F00ECFD2EAA9}"/>
    <dgm:cxn modelId="{0C587C62-CFD3-4F10-B91E-9B553FFF2130}" type="presParOf" srcId="{373CEFAE-E2AC-4D19-9A76-6F9FF295FC1E}" destId="{B9CCA811-5004-4D60-A7DA-2BD1BA908DBA}" srcOrd="0" destOrd="0" presId="urn:diagrams.loki3.com/VaryingWidthList"/>
    <dgm:cxn modelId="{FBDCCA75-141F-4CA4-ADDC-FA1ABB60F828}" type="presParOf" srcId="{373CEFAE-E2AC-4D19-9A76-6F9FF295FC1E}" destId="{3C5EB02D-5A7C-4697-97B8-E371E68464AE}" srcOrd="1" destOrd="0" presId="urn:diagrams.loki3.com/VaryingWidthList"/>
    <dgm:cxn modelId="{BB0CFB47-785C-4BD9-BDCE-EA0D7E120935}" type="presParOf" srcId="{373CEFAE-E2AC-4D19-9A76-6F9FF295FC1E}" destId="{759CD511-9B6E-4D4C-85F3-231DE57CA209}" srcOrd="2" destOrd="0" presId="urn:diagrams.loki3.com/VaryingWidthList"/>
    <dgm:cxn modelId="{552C3A8A-9755-4727-9F92-0071259B2037}" type="presParOf" srcId="{373CEFAE-E2AC-4D19-9A76-6F9FF295FC1E}" destId="{29891746-AA73-41B9-92E0-2574134FEFB7}" srcOrd="3" destOrd="0" presId="urn:diagrams.loki3.com/VaryingWidthList"/>
    <dgm:cxn modelId="{0C1C2F21-C3A6-4C2C-95F7-96D662566A26}" type="presParOf" srcId="{373CEFAE-E2AC-4D19-9A76-6F9FF295FC1E}" destId="{97877225-FAE5-435E-86D9-19207E862D02}" srcOrd="4" destOrd="0" presId="urn:diagrams.loki3.com/VaryingWidthList"/>
    <dgm:cxn modelId="{96DE4F7C-7699-4F5A-B102-18E472465E01}" type="presParOf" srcId="{373CEFAE-E2AC-4D19-9A76-6F9FF295FC1E}" destId="{325F9483-F0E5-4062-A688-6562C28FCAD1}" srcOrd="5" destOrd="0" presId="urn:diagrams.loki3.com/VaryingWidthList"/>
    <dgm:cxn modelId="{F212502C-E210-4D01-AD8B-6AC7DEF8259D}" type="presParOf" srcId="{373CEFAE-E2AC-4D19-9A76-6F9FF295FC1E}" destId="{F3B78C76-C33F-4A2D-9B2B-F72A18927AEA}" srcOrd="6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BE737-FA63-4C84-B935-50BF021A315F}">
      <dsp:nvSpPr>
        <dsp:cNvPr id="0" name=""/>
        <dsp:cNvSpPr/>
      </dsp:nvSpPr>
      <dsp:spPr>
        <a:xfrm>
          <a:off x="2573573" y="1976297"/>
          <a:ext cx="1274388" cy="127438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THÀNH CÔNG</a:t>
          </a:r>
        </a:p>
      </dsp:txBody>
      <dsp:txXfrm>
        <a:off x="2635783" y="2038507"/>
        <a:ext cx="1149968" cy="1149968"/>
      </dsp:txXfrm>
    </dsp:sp>
    <dsp:sp modelId="{BD3854FE-10AE-425E-9A0E-BB934F24FD1C}">
      <dsp:nvSpPr>
        <dsp:cNvPr id="0" name=""/>
        <dsp:cNvSpPr/>
      </dsp:nvSpPr>
      <dsp:spPr>
        <a:xfrm rot="16200000">
          <a:off x="2763802" y="1529332"/>
          <a:ext cx="89393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93930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C37F90-8F56-456B-9A11-D0E1F9A04043}">
      <dsp:nvSpPr>
        <dsp:cNvPr id="0" name=""/>
        <dsp:cNvSpPr/>
      </dsp:nvSpPr>
      <dsp:spPr>
        <a:xfrm>
          <a:off x="2783847" y="228527"/>
          <a:ext cx="853840" cy="8538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Đường</a:t>
          </a:r>
          <a:r>
            <a:rPr lang="en-US" sz="1800" kern="1200" dirty="0"/>
            <a:t> </a:t>
          </a:r>
          <a:r>
            <a:rPr lang="en-US" sz="1800" kern="1200" dirty="0" err="1"/>
            <a:t>đi</a:t>
          </a:r>
          <a:endParaRPr lang="en-US" sz="1800" kern="1200" dirty="0"/>
        </a:p>
      </dsp:txBody>
      <dsp:txXfrm>
        <a:off x="2825528" y="270208"/>
        <a:ext cx="770478" cy="770478"/>
      </dsp:txXfrm>
    </dsp:sp>
    <dsp:sp modelId="{00B0B404-B7B2-46C2-8031-8873BF813A55}">
      <dsp:nvSpPr>
        <dsp:cNvPr id="0" name=""/>
        <dsp:cNvSpPr/>
      </dsp:nvSpPr>
      <dsp:spPr>
        <a:xfrm rot="1800000">
          <a:off x="3799107" y="3163703"/>
          <a:ext cx="72931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29311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21BAE0-8AEE-4E44-8F91-CF63FC971B5B}">
      <dsp:nvSpPr>
        <dsp:cNvPr id="0" name=""/>
        <dsp:cNvSpPr/>
      </dsp:nvSpPr>
      <dsp:spPr>
        <a:xfrm>
          <a:off x="4479563" y="3165593"/>
          <a:ext cx="853840" cy="853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Yếu</a:t>
          </a:r>
          <a:r>
            <a:rPr lang="en-US" sz="2300" kern="1200" dirty="0"/>
            <a:t> </a:t>
          </a:r>
          <a:r>
            <a:rPr lang="en-US" sz="2300" kern="1200" dirty="0" err="1"/>
            <a:t>tố</a:t>
          </a:r>
          <a:endParaRPr lang="en-US" sz="2300" kern="1200" dirty="0"/>
        </a:p>
      </dsp:txBody>
      <dsp:txXfrm>
        <a:off x="4521244" y="3207274"/>
        <a:ext cx="770478" cy="770478"/>
      </dsp:txXfrm>
    </dsp:sp>
    <dsp:sp modelId="{57053DA8-A234-4FDD-8B48-CBF64B189C83}">
      <dsp:nvSpPr>
        <dsp:cNvPr id="0" name=""/>
        <dsp:cNvSpPr/>
      </dsp:nvSpPr>
      <dsp:spPr>
        <a:xfrm rot="9000000">
          <a:off x="1893116" y="3163703"/>
          <a:ext cx="72931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29311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22B229-01BD-47BC-94DA-2C40D2B0E8FE}">
      <dsp:nvSpPr>
        <dsp:cNvPr id="0" name=""/>
        <dsp:cNvSpPr/>
      </dsp:nvSpPr>
      <dsp:spPr>
        <a:xfrm>
          <a:off x="1088131" y="3165593"/>
          <a:ext cx="853840" cy="8538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Hành</a:t>
          </a:r>
          <a:r>
            <a:rPr lang="en-US" sz="2300" kern="1200" dirty="0"/>
            <a:t> vi</a:t>
          </a:r>
        </a:p>
      </dsp:txBody>
      <dsp:txXfrm>
        <a:off x="1129812" y="3207274"/>
        <a:ext cx="770478" cy="770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CCA811-5004-4D60-A7DA-2BD1BA908DBA}">
      <dsp:nvSpPr>
        <dsp:cNvPr id="0" name=""/>
        <dsp:cNvSpPr/>
      </dsp:nvSpPr>
      <dsp:spPr>
        <a:xfrm>
          <a:off x="56249" y="1872"/>
          <a:ext cx="720000" cy="9003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Thái</a:t>
          </a:r>
          <a:r>
            <a:rPr lang="en-US" sz="1800" kern="1200" dirty="0"/>
            <a:t> </a:t>
          </a:r>
          <a:r>
            <a:rPr lang="en-US" sz="1800" kern="1200" dirty="0" err="1"/>
            <a:t>độ</a:t>
          </a:r>
          <a:endParaRPr lang="en-US" sz="1800" kern="1200" dirty="0"/>
        </a:p>
      </dsp:txBody>
      <dsp:txXfrm>
        <a:off x="56249" y="1872"/>
        <a:ext cx="720000" cy="900390"/>
      </dsp:txXfrm>
    </dsp:sp>
    <dsp:sp modelId="{759CD511-9B6E-4D4C-85F3-231DE57CA209}">
      <dsp:nvSpPr>
        <dsp:cNvPr id="0" name=""/>
        <dsp:cNvSpPr/>
      </dsp:nvSpPr>
      <dsp:spPr>
        <a:xfrm>
          <a:off x="56249" y="947282"/>
          <a:ext cx="720000" cy="90039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Trình</a:t>
          </a:r>
          <a:r>
            <a:rPr lang="en-US" sz="1800" kern="1200" dirty="0"/>
            <a:t> </a:t>
          </a:r>
          <a:r>
            <a:rPr lang="en-US" sz="1800" kern="1200" dirty="0" err="1"/>
            <a:t>độ</a:t>
          </a:r>
          <a:endParaRPr lang="en-US" sz="1800" kern="1200" dirty="0"/>
        </a:p>
      </dsp:txBody>
      <dsp:txXfrm>
        <a:off x="56249" y="947282"/>
        <a:ext cx="720000" cy="900390"/>
      </dsp:txXfrm>
    </dsp:sp>
    <dsp:sp modelId="{97877225-FAE5-435E-86D9-19207E862D02}">
      <dsp:nvSpPr>
        <dsp:cNvPr id="0" name=""/>
        <dsp:cNvSpPr/>
      </dsp:nvSpPr>
      <dsp:spPr>
        <a:xfrm>
          <a:off x="56249" y="1892692"/>
          <a:ext cx="720000" cy="90039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Quan </a:t>
          </a:r>
          <a:r>
            <a:rPr lang="en-US" sz="1800" kern="1200" dirty="0" err="1"/>
            <a:t>hệ</a:t>
          </a:r>
          <a:endParaRPr lang="en-US" sz="1800" kern="1200" dirty="0"/>
        </a:p>
      </dsp:txBody>
      <dsp:txXfrm>
        <a:off x="56249" y="1892692"/>
        <a:ext cx="720000" cy="900390"/>
      </dsp:txXfrm>
    </dsp:sp>
    <dsp:sp modelId="{F3B78C76-C33F-4A2D-9B2B-F72A18927AEA}">
      <dsp:nvSpPr>
        <dsp:cNvPr id="0" name=""/>
        <dsp:cNvSpPr/>
      </dsp:nvSpPr>
      <dsp:spPr>
        <a:xfrm>
          <a:off x="56249" y="2838103"/>
          <a:ext cx="720000" cy="90039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Gây</a:t>
          </a:r>
          <a:r>
            <a:rPr lang="en-US" sz="1800" kern="1200" dirty="0"/>
            <a:t> </a:t>
          </a:r>
          <a:r>
            <a:rPr lang="en-US" sz="1800" kern="1200" dirty="0" err="1"/>
            <a:t>ảnh</a:t>
          </a:r>
          <a:r>
            <a:rPr lang="en-US" sz="1800" kern="1200" dirty="0"/>
            <a:t> </a:t>
          </a:r>
          <a:r>
            <a:rPr lang="en-US" sz="1800" kern="1200" dirty="0" err="1"/>
            <a:t>hưởng</a:t>
          </a:r>
          <a:endParaRPr lang="en-US" sz="1800" kern="1200" dirty="0"/>
        </a:p>
      </dsp:txBody>
      <dsp:txXfrm>
        <a:off x="56249" y="2838103"/>
        <a:ext cx="720000" cy="9003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6B3A-FFCB-CED0-FB5D-4227C8F4C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C074F-A6CD-FB78-7371-FF7F98E9E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0DEC8-8359-29A8-75F2-745EBC7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433D9-F753-434B-894C-CB843F7AEDAA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AAF23-2EE7-D8EB-79F3-0B1DAC066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F2718-3A9F-5473-558A-9A99C6B7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D2B9-8358-4255-AB2C-3CF9E8A07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88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D13D7-29BF-E295-D3AD-497A530AB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B04C-4368-2FEA-A534-72D4BD3D7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4FF41-CC4C-E25A-B171-A6EB198E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433D9-F753-434B-894C-CB843F7AEDAA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9FC94-F358-9326-1E81-10BBBEF43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C3D4B-DE08-BBB8-02FE-8FB7BF5D2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D2B9-8358-4255-AB2C-3CF9E8A07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73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F097-376C-1D07-E8F7-F194B8F47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1E2A4-9E40-B4EC-F685-0E6D0D077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07083-BE0F-7367-23A0-B9C916CB7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433D9-F753-434B-894C-CB843F7AEDAA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E05B8-0DC0-AACE-C4BA-4650A99C3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3F468-1C54-BF1F-19D3-57BB1475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D2B9-8358-4255-AB2C-3CF9E8A07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56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BCEAE-2E2A-BDEC-92E5-0BB62FE9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A35DB-5669-1024-E208-DEF55A3A0D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9A80D-627E-E3A7-E9BA-1A8ABF4CE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6396A-4984-7226-C9B2-37180AE5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433D9-F753-434B-894C-CB843F7AEDAA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48D77-54E9-FCAC-4E8F-29753901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2B67D-38A9-115C-A3AE-BA610596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D2B9-8358-4255-AB2C-3CF9E8A07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98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B0726-7AB5-551D-1217-46566811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AE20F-934E-859D-874E-12A90B11A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A94AF-8A0B-25C2-0CF5-2CDDEEF44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60DA07-F7F5-D190-BAAA-D25D54691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62FF01-25AD-CBB7-6F12-79A4A4B7B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112A8-7F2B-62E2-F30B-99A527C9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433D9-F753-434B-894C-CB843F7AEDAA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AE86F2-5E74-3CAD-EC76-4DB759C0E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05D48D-26E3-BE3C-E14E-6D7B84F27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D2B9-8358-4255-AB2C-3CF9E8A07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88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38A18-90A5-36E6-5481-CB27A092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D3764-BCF3-8DDF-F96E-61245267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433D9-F753-434B-894C-CB843F7AEDAA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C5986-26BF-E88A-F444-457042C8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1018D-D628-AA5F-8C4D-5B0232A59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D2B9-8358-4255-AB2C-3CF9E8A07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08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7D8A0-D6D2-794C-C255-57575FD9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433D9-F753-434B-894C-CB843F7AEDAA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EE383-01B0-E6D2-BC0B-5812547E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8E324-76C6-58F5-BD92-D21DE590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D2B9-8358-4255-AB2C-3CF9E8A07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30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FA094-7CE1-D799-31A0-C2B0DF428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93800-ADC5-AB22-07AA-1578CB20B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C5713-46A4-4A4F-6AC9-EF07463A1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097E3-AB1A-803A-D091-4F2D15FF6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433D9-F753-434B-894C-CB843F7AEDAA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D5976-27FF-9A7E-CD45-3C64114F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43BA8-CE2F-4976-382B-89C78F75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D2B9-8358-4255-AB2C-3CF9E8A07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38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7F20-8803-E6D5-2CEB-86B90CE8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4003A1-DDE5-855F-A051-52E7F39910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88A54-312A-2B2E-CD57-D4D813939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E1787-930A-394A-46E6-A7A1599F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433D9-F753-434B-894C-CB843F7AEDAA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0167-099D-01EA-1C20-9929272CA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6E328-D4C7-9365-43AB-3B55CB00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D2B9-8358-4255-AB2C-3CF9E8A07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4E47A-1751-FF84-EA92-583BF5E0D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18CF0-7886-11CA-0902-DEDEDD3BE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1DC8E-E124-31CB-9CF9-BDBC8E230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433D9-F753-434B-894C-CB843F7AEDAA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3720A-7D1B-834C-9CAD-B00B9A97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E14AB-11FB-7B63-3C42-D670A6025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D2B9-8358-4255-AB2C-3CF9E8A07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5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4DE699-6552-C336-5BED-95AA98542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01B00-1129-FF93-F2D8-B09FD2094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CB1A9-8BA3-31BB-A7D6-CA9F15426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433D9-F753-434B-894C-CB843F7AEDAA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A0298-8278-5C48-41F9-3F7D700B3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D88F5-CA04-E683-2497-A428DCDF9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D2B9-8358-4255-AB2C-3CF9E8A07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74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775DF-2C51-468D-F3ED-E79308DD8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C70EB-B03D-88A5-1A15-D59936E64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7F91F-2E30-E7BC-56F5-10B974C0A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433D9-F753-434B-894C-CB843F7AEDAA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7E6FC-88FA-A40C-E2A9-F4F270CDE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A9FF5-90D6-4A89-C43C-9BDC5B8B3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CD2B9-8358-4255-AB2C-3CF9E8A07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97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5D0EA-BAD4-E7AB-CC42-527E57681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5258" y="3429000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THÁI ĐỘ hay TRÌNH ĐỘ</a:t>
            </a:r>
            <a:b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QUYẾT ĐỊNH THÀNH CÔNG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86DB9-C804-990B-06E6-1F9B22D054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TRÌNH ĐỘ HAY THÁI ĐỘ?">
            <a:extLst>
              <a:ext uri="{FF2B5EF4-FFF2-40B4-BE49-F238E27FC236}">
                <a16:creationId xmlns:a16="http://schemas.microsoft.com/office/drawing/2014/main" id="{2CA651F1-42A4-0B94-328D-C853972BB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28599"/>
            <a:ext cx="5715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054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D346-B4D7-7F30-7D70-7F3B79FF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>
                <a:solidFill>
                  <a:srgbClr val="00B050"/>
                </a:solidFill>
              </a:rPr>
              <a:t>Thái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en-US" i="1" dirty="0" err="1">
                <a:solidFill>
                  <a:srgbClr val="00B050"/>
                </a:solidFill>
              </a:rPr>
              <a:t>độ</a:t>
            </a:r>
            <a:r>
              <a:rPr lang="en-US" i="1" dirty="0">
                <a:solidFill>
                  <a:srgbClr val="00B050"/>
                </a:solidFill>
              </a:rPr>
              <a:t> hay </a:t>
            </a:r>
            <a:r>
              <a:rPr lang="en-US" i="1" dirty="0" err="1">
                <a:solidFill>
                  <a:srgbClr val="00B050"/>
                </a:solidFill>
              </a:rPr>
              <a:t>trình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en-US" i="1" dirty="0" err="1">
                <a:solidFill>
                  <a:srgbClr val="00B050"/>
                </a:solidFill>
              </a:rPr>
              <a:t>độ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en-US" i="1" dirty="0" err="1">
                <a:solidFill>
                  <a:srgbClr val="00B050"/>
                </a:solidFill>
              </a:rPr>
              <a:t>quyết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en-US" i="1" dirty="0" err="1">
                <a:solidFill>
                  <a:srgbClr val="00B050"/>
                </a:solidFill>
              </a:rPr>
              <a:t>định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en-US" i="1" dirty="0" err="1">
                <a:solidFill>
                  <a:srgbClr val="00B050"/>
                </a:solidFill>
              </a:rPr>
              <a:t>thành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en-US" i="1" dirty="0" err="1">
                <a:solidFill>
                  <a:srgbClr val="00B050"/>
                </a:solidFill>
              </a:rPr>
              <a:t>công</a:t>
            </a:r>
            <a:r>
              <a:rPr lang="en-US" i="1" dirty="0">
                <a:solidFill>
                  <a:srgbClr val="00B050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535C8-F960-FB9F-2B05-BE6B04C8D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Thái độ đi đôi với Trình độ">
            <a:extLst>
              <a:ext uri="{FF2B5EF4-FFF2-40B4-BE49-F238E27FC236}">
                <a16:creationId xmlns:a16="http://schemas.microsoft.com/office/drawing/2014/main" id="{04842C18-ABF8-7C87-F79D-B68ED75002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6" b="12381"/>
          <a:stretch/>
        </p:blipFill>
        <p:spPr bwMode="auto">
          <a:xfrm>
            <a:off x="701211" y="1726262"/>
            <a:ext cx="10789578" cy="4450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54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044B-34D1-64D5-6E67-771B7F60F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78C51-7D62-1A73-0B8D-369B1A108618}"/>
              </a:ext>
            </a:extLst>
          </p:cNvPr>
          <p:cNvSpPr/>
          <p:nvPr/>
        </p:nvSpPr>
        <p:spPr>
          <a:xfrm>
            <a:off x="1104942" y="1305597"/>
            <a:ext cx="238699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</a:t>
            </a:r>
            <a:r>
              <a:rPr lang="en-U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Đặt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vấn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đề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4733EC8-E343-BF74-0558-5E3B8557E7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9077091"/>
              </p:ext>
            </p:extLst>
          </p:nvPr>
        </p:nvGraphicFramePr>
        <p:xfrm>
          <a:off x="4013200" y="1190576"/>
          <a:ext cx="6421535" cy="4247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Arrow: Left 9">
            <a:extLst>
              <a:ext uri="{FF2B5EF4-FFF2-40B4-BE49-F238E27FC236}">
                <a16:creationId xmlns:a16="http://schemas.microsoft.com/office/drawing/2014/main" id="{BCFA42F0-FD2B-9322-1BF2-2448B57426F9}"/>
              </a:ext>
            </a:extLst>
          </p:cNvPr>
          <p:cNvSpPr/>
          <p:nvPr/>
        </p:nvSpPr>
        <p:spPr>
          <a:xfrm flipH="1">
            <a:off x="7906137" y="1446244"/>
            <a:ext cx="1838131" cy="755780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Cần</a:t>
            </a:r>
            <a:r>
              <a:rPr lang="en-US" dirty="0"/>
              <a:t> &amp; </a:t>
            </a:r>
            <a:r>
              <a:rPr lang="en-US" dirty="0" err="1"/>
              <a:t>Đủ</a:t>
            </a:r>
            <a:endParaRPr lang="en-US" dirty="0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7E8BFE68-E48E-D45F-5BE7-4358CCF50086}"/>
              </a:ext>
            </a:extLst>
          </p:cNvPr>
          <p:cNvSpPr/>
          <p:nvPr/>
        </p:nvSpPr>
        <p:spPr>
          <a:xfrm flipH="1">
            <a:off x="9515669" y="4379167"/>
            <a:ext cx="1838131" cy="755780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endParaRPr lang="en-US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B79A743-02B0-7C17-4BCC-04FAD23FD0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0877905"/>
              </p:ext>
            </p:extLst>
          </p:nvPr>
        </p:nvGraphicFramePr>
        <p:xfrm>
          <a:off x="4199813" y="2006009"/>
          <a:ext cx="832498" cy="3740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7" name="Arrow: Left 16">
            <a:extLst>
              <a:ext uri="{FF2B5EF4-FFF2-40B4-BE49-F238E27FC236}">
                <a16:creationId xmlns:a16="http://schemas.microsoft.com/office/drawing/2014/main" id="{D7E1AA6A-E17E-62FC-B09D-CC75EB668411}"/>
              </a:ext>
            </a:extLst>
          </p:cNvPr>
          <p:cNvSpPr/>
          <p:nvPr/>
        </p:nvSpPr>
        <p:spPr>
          <a:xfrm>
            <a:off x="2414779" y="2558776"/>
            <a:ext cx="1731345" cy="75578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endParaRPr lang="en-US" dirty="0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D1AA21B7-A0A1-46D0-FB8A-D93D3CFAE560}"/>
              </a:ext>
            </a:extLst>
          </p:cNvPr>
          <p:cNvSpPr/>
          <p:nvPr/>
        </p:nvSpPr>
        <p:spPr>
          <a:xfrm>
            <a:off x="2417113" y="3926976"/>
            <a:ext cx="1731345" cy="75578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đội</a:t>
            </a:r>
            <a:endParaRPr lang="en-US" dirty="0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EA843F7F-8A34-A6EE-0B2A-5E5B011F7A3E}"/>
              </a:ext>
            </a:extLst>
          </p:cNvPr>
          <p:cNvSpPr/>
          <p:nvPr/>
        </p:nvSpPr>
        <p:spPr>
          <a:xfrm>
            <a:off x="2414778" y="4990595"/>
            <a:ext cx="1731345" cy="75578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Lãnh</a:t>
            </a:r>
            <a:r>
              <a:rPr lang="en-US" dirty="0"/>
              <a:t> </a:t>
            </a:r>
            <a:r>
              <a:rPr lang="en-US" dirty="0" err="1"/>
              <a:t>đạo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3E1B80-9CB9-4842-E264-A7442E5E72CC}"/>
              </a:ext>
            </a:extLst>
          </p:cNvPr>
          <p:cNvSpPr/>
          <p:nvPr/>
        </p:nvSpPr>
        <p:spPr>
          <a:xfrm>
            <a:off x="2008543" y="5876508"/>
            <a:ext cx="884671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i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en-US" sz="4000" b="0" i="1" cap="none" spc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Thành</a:t>
            </a:r>
            <a:r>
              <a:rPr lang="en-US" sz="4000" b="0" i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000" b="0" i="1" cap="none" spc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công</a:t>
            </a:r>
            <a:r>
              <a:rPr lang="en-US" sz="4000" b="0" i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000" b="0" i="1" cap="none" spc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đến</a:t>
            </a:r>
            <a:r>
              <a:rPr lang="en-US" sz="4000" b="0" i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000" b="0" i="1" cap="none" spc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từ</a:t>
            </a:r>
            <a:r>
              <a:rPr lang="en-US" sz="4000" b="0" i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000" b="0" i="1" cap="none" spc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sự</a:t>
            </a:r>
            <a:r>
              <a:rPr lang="en-US" sz="4000" b="0" i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000" b="0" i="1" cap="none" spc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hợp</a:t>
            </a:r>
            <a:r>
              <a:rPr lang="en-US" sz="4000" b="0" i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000" b="0" i="1" cap="none" spc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tác</a:t>
            </a:r>
            <a:r>
              <a:rPr lang="en-US" sz="4000" b="0" i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Win-Win”</a:t>
            </a:r>
          </a:p>
        </p:txBody>
      </p:sp>
    </p:spTree>
    <p:extLst>
      <p:ext uri="{BB962C8B-B14F-4D97-AF65-F5344CB8AC3E}">
        <p14:creationId xmlns:p14="http://schemas.microsoft.com/office/powerpoint/2010/main" val="781172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10" grpId="0" animBg="1"/>
      <p:bldP spid="11" grpId="0" animBg="1"/>
      <p:bldGraphic spid="16" grpId="0">
        <p:bldAsOne/>
      </p:bldGraphic>
      <p:bldP spid="17" grpId="0" animBg="1"/>
      <p:bldP spid="18" grpId="0" animBg="1"/>
      <p:bldP spid="19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114" y="1834956"/>
            <a:ext cx="7008845" cy="3754081"/>
          </a:xfrm>
        </p:spPr>
        <p:txBody>
          <a:bodyPr>
            <a:normAutofit/>
          </a:bodyPr>
          <a:lstStyle/>
          <a:p>
            <a:pPr algn="just"/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cảm</a:t>
            </a:r>
            <a:r>
              <a:rPr lang="en-US" sz="2400" dirty="0"/>
              <a:t> </a:t>
            </a:r>
            <a:r>
              <a:rPr lang="en-US" sz="2400" dirty="0" err="1"/>
              <a:t>xúc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con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ngoài</a:t>
            </a:r>
            <a:r>
              <a:rPr lang="en-US" sz="2400" dirty="0"/>
              <a:t> qua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hành</a:t>
            </a:r>
            <a:r>
              <a:rPr lang="en-US" sz="2400" dirty="0"/>
              <a:t> vi.</a:t>
            </a:r>
          </a:p>
          <a:p>
            <a:pPr algn="just"/>
            <a:r>
              <a:rPr lang="en-US" sz="2400" dirty="0" err="1"/>
              <a:t>Hành</a:t>
            </a:r>
            <a:r>
              <a:rPr lang="en-US" sz="2400" dirty="0"/>
              <a:t> vi con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quyết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~95%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cảm</a:t>
            </a:r>
            <a:r>
              <a:rPr lang="en-US" sz="2400" dirty="0"/>
              <a:t> </a:t>
            </a:r>
            <a:r>
              <a:rPr lang="en-US" sz="2400" dirty="0" err="1"/>
              <a:t>xúc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hay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mà</a:t>
            </a:r>
            <a:r>
              <a:rPr lang="en-US" sz="2400" dirty="0"/>
              <a:t> </a:t>
            </a:r>
            <a:r>
              <a:rPr lang="en-US" sz="2400" dirty="0" err="1"/>
              <a:t>ra.</a:t>
            </a:r>
            <a:endParaRPr lang="en-US" sz="2400" dirty="0"/>
          </a:p>
          <a:p>
            <a:pPr algn="just"/>
            <a:r>
              <a:rPr lang="en-US" sz="2400" dirty="0" err="1"/>
              <a:t>Hành</a:t>
            </a:r>
            <a:r>
              <a:rPr lang="en-US" sz="2400" dirty="0"/>
              <a:t> vi </a:t>
            </a:r>
            <a:r>
              <a:rPr lang="en-US" sz="2400" dirty="0" err="1"/>
              <a:t>cư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con </a:t>
            </a:r>
            <a:r>
              <a:rPr lang="en-US" sz="2400" dirty="0" err="1"/>
              <a:t>người</a:t>
            </a:r>
            <a:r>
              <a:rPr lang="en-US" sz="2400" dirty="0"/>
              <a:t> (</a:t>
            </a:r>
            <a:r>
              <a:rPr lang="en-US" sz="2400" dirty="0" err="1"/>
              <a:t>hành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, </a:t>
            </a:r>
            <a:r>
              <a:rPr lang="en-US" sz="2400" dirty="0" err="1"/>
              <a:t>cử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, </a:t>
            </a:r>
            <a:r>
              <a:rPr lang="en-US" sz="2400" dirty="0" err="1"/>
              <a:t>nét</a:t>
            </a:r>
            <a:r>
              <a:rPr lang="en-US" sz="2400" dirty="0"/>
              <a:t> </a:t>
            </a:r>
            <a:r>
              <a:rPr lang="en-US" sz="2400" dirty="0" err="1"/>
              <a:t>mặt</a:t>
            </a:r>
            <a:r>
              <a:rPr lang="en-US" sz="2400" dirty="0"/>
              <a:t>, </a:t>
            </a:r>
            <a:r>
              <a:rPr lang="en-US" sz="2400" dirty="0" err="1"/>
              <a:t>lời</a:t>
            </a:r>
            <a:r>
              <a:rPr lang="en-US" sz="2400" dirty="0"/>
              <a:t> </a:t>
            </a:r>
            <a:r>
              <a:rPr lang="en-US" sz="2400" dirty="0" err="1"/>
              <a:t>nói</a:t>
            </a:r>
            <a:r>
              <a:rPr lang="en-US" sz="2400" dirty="0"/>
              <a:t> …)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dẫn</a:t>
            </a:r>
            <a:r>
              <a:rPr lang="en-US" sz="2400" dirty="0"/>
              <a:t> </a:t>
            </a:r>
            <a:r>
              <a:rPr lang="en-US" sz="2400" dirty="0" err="1"/>
              <a:t>tới</a:t>
            </a:r>
            <a:r>
              <a:rPr lang="en-US" sz="2400" dirty="0"/>
              <a:t> </a:t>
            </a:r>
            <a:r>
              <a:rPr lang="en-US" sz="2400" dirty="0" err="1"/>
              <a:t>phản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cảm</a:t>
            </a:r>
            <a:r>
              <a:rPr lang="en-US" sz="2400" dirty="0"/>
              <a:t> </a:t>
            </a:r>
            <a:r>
              <a:rPr lang="en-US" sz="2400" dirty="0" err="1"/>
              <a:t>xúc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ngược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trung</a:t>
            </a:r>
            <a:r>
              <a:rPr lang="en-US" sz="2400" dirty="0"/>
              <a:t> </a:t>
            </a:r>
            <a:r>
              <a:rPr lang="en-US" sz="2400" dirty="0" err="1"/>
              <a:t>dạy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doanh</a:t>
            </a:r>
            <a:r>
              <a:rPr lang="en-US" sz="2400" dirty="0"/>
              <a:t> </a:t>
            </a:r>
            <a:r>
              <a:rPr lang="en-US" sz="2400" dirty="0" err="1"/>
              <a:t>nghiệp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nên</a:t>
            </a:r>
            <a:r>
              <a:rPr lang="en-US" sz="2400" dirty="0"/>
              <a:t>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triển</a:t>
            </a:r>
            <a:r>
              <a:rPr lang="en-US" sz="2400" dirty="0"/>
              <a:t>, </a:t>
            </a:r>
            <a:r>
              <a:rPr lang="en-US" sz="2400" dirty="0" err="1"/>
              <a:t>gắn</a:t>
            </a:r>
            <a:r>
              <a:rPr lang="en-US" sz="2400" dirty="0"/>
              <a:t> </a:t>
            </a:r>
            <a:r>
              <a:rPr lang="en-US" sz="2400" dirty="0" err="1"/>
              <a:t>bó</a:t>
            </a:r>
            <a:r>
              <a:rPr lang="en-US" sz="2400" dirty="0"/>
              <a:t>, </a:t>
            </a:r>
            <a:r>
              <a:rPr lang="en-US" sz="2400" dirty="0" err="1"/>
              <a:t>hiệu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 </a:t>
            </a:r>
            <a:r>
              <a:rPr lang="en-US" sz="2400" dirty="0" err="1"/>
              <a:t>lâu</a:t>
            </a:r>
            <a:r>
              <a:rPr lang="en-US" sz="2400" dirty="0"/>
              <a:t> </a:t>
            </a:r>
            <a:r>
              <a:rPr lang="en-US" sz="2400" dirty="0" err="1"/>
              <a:t>dài</a:t>
            </a:r>
            <a:r>
              <a:rPr lang="en-US" sz="2400" dirty="0"/>
              <a:t>.</a:t>
            </a:r>
          </a:p>
          <a:p>
            <a:pPr algn="just"/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4" y="848397"/>
            <a:ext cx="409705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en-U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Khái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niệm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thái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độ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</a:p>
        </p:txBody>
      </p:sp>
      <p:pic>
        <p:nvPicPr>
          <p:cNvPr id="3074" name="Picture 2" descr="Vì sao nói thái độ hơn trình độ? Thái độ như thế nào là tốt?">
            <a:extLst>
              <a:ext uri="{FF2B5EF4-FFF2-40B4-BE49-F238E27FC236}">
                <a16:creationId xmlns:a16="http://schemas.microsoft.com/office/drawing/2014/main" id="{D6D78568-C625-1258-54D7-4B1A4E90D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930" y="2566988"/>
            <a:ext cx="3351811" cy="21822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81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808" y="1350862"/>
            <a:ext cx="10493462" cy="375408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 </a:t>
            </a:r>
            <a:r>
              <a:rPr lang="en-US" sz="2000" dirty="0" err="1"/>
              <a:t>khái</a:t>
            </a:r>
            <a:r>
              <a:rPr lang="en-US" sz="2000" dirty="0"/>
              <a:t> </a:t>
            </a:r>
            <a:r>
              <a:rPr lang="en-US" sz="2000" dirty="0" err="1"/>
              <a:t>niệm</a:t>
            </a:r>
            <a:r>
              <a:rPr lang="en-US" sz="2000" dirty="0"/>
              <a:t>:</a:t>
            </a:r>
          </a:p>
          <a:p>
            <a:pPr lvl="1" algn="just">
              <a:lnSpc>
                <a:spcPct val="100000"/>
              </a:lnSpc>
            </a:pPr>
            <a:r>
              <a:rPr lang="en-US" sz="1800" dirty="0" err="1"/>
              <a:t>Thái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nhận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 </a:t>
            </a:r>
            <a:r>
              <a:rPr lang="en-US" sz="1800" dirty="0" err="1"/>
              <a:t>rất</a:t>
            </a:r>
            <a:r>
              <a:rPr lang="en-US" sz="1800" dirty="0"/>
              <a:t> </a:t>
            </a:r>
            <a:r>
              <a:rPr lang="en-US" sz="1800" dirty="0" err="1"/>
              <a:t>rỏ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dù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khác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lên</a:t>
            </a:r>
            <a:r>
              <a:rPr lang="en-US" sz="1800" dirty="0"/>
              <a:t> </a:t>
            </a:r>
            <a:r>
              <a:rPr lang="en-US" sz="1800" dirty="0" err="1"/>
              <a:t>tiếng</a:t>
            </a:r>
            <a:r>
              <a:rPr lang="en-US" sz="1800" dirty="0"/>
              <a:t> </a:t>
            </a:r>
            <a:r>
              <a:rPr lang="en-US" sz="1800" dirty="0" err="1"/>
              <a:t>vì</a:t>
            </a:r>
            <a:r>
              <a:rPr lang="en-US" sz="1800" dirty="0"/>
              <a:t> </a:t>
            </a:r>
            <a:r>
              <a:rPr lang="en-US" sz="1800" dirty="0" err="1"/>
              <a:t>nó</a:t>
            </a:r>
            <a:r>
              <a:rPr lang="en-US" sz="1800" dirty="0"/>
              <a:t> </a:t>
            </a:r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biể</a:t>
            </a:r>
            <a:r>
              <a:rPr lang="en-US" sz="1800" dirty="0"/>
              <a:t> </a:t>
            </a:r>
            <a:r>
              <a:rPr lang="en-US" sz="1800" dirty="0" err="1"/>
              <a:t>hiện</a:t>
            </a:r>
            <a:r>
              <a:rPr lang="en-US" sz="1800" dirty="0"/>
              <a:t>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cái</a:t>
            </a:r>
            <a:r>
              <a:rPr lang="en-US" sz="1800" dirty="0"/>
              <a:t> </a:t>
            </a:r>
            <a:r>
              <a:rPr lang="en-US" sz="1800" dirty="0" err="1"/>
              <a:t>bên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đó</a:t>
            </a:r>
            <a:r>
              <a:rPr lang="en-US" sz="1800" dirty="0"/>
              <a:t>.</a:t>
            </a:r>
          </a:p>
          <a:p>
            <a:pPr lvl="1" algn="just">
              <a:lnSpc>
                <a:spcPct val="100000"/>
              </a:lnSpc>
            </a:pPr>
            <a:r>
              <a:rPr lang="en-US" sz="1800" dirty="0" err="1"/>
              <a:t>Thái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đôi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dấu</a:t>
            </a:r>
            <a:r>
              <a:rPr lang="en-US" sz="1800" dirty="0"/>
              <a:t> </a:t>
            </a:r>
            <a:r>
              <a:rPr lang="en-US" sz="1800" dirty="0" err="1"/>
              <a:t>nhưng</a:t>
            </a:r>
            <a:r>
              <a:rPr lang="en-US" sz="1800" dirty="0"/>
              <a:t> </a:t>
            </a:r>
            <a:r>
              <a:rPr lang="en-US" sz="1800" dirty="0" err="1"/>
              <a:t>nó</a:t>
            </a:r>
            <a:r>
              <a:rPr lang="en-US" sz="1800" dirty="0"/>
              <a:t> </a:t>
            </a:r>
            <a:r>
              <a:rPr lang="en-US" sz="1800" dirty="0" err="1"/>
              <a:t>chỉ</a:t>
            </a:r>
            <a:r>
              <a:rPr lang="en-US" sz="1800" dirty="0"/>
              <a:t> </a:t>
            </a:r>
            <a:r>
              <a:rPr lang="en-US" sz="1800" dirty="0" err="1"/>
              <a:t>lừa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khác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khoảng</a:t>
            </a:r>
            <a:r>
              <a:rPr lang="en-US" sz="1800" dirty="0"/>
              <a:t> </a:t>
            </a:r>
            <a:r>
              <a:rPr lang="en-US" sz="1800" dirty="0" err="1"/>
              <a:t>thời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, </a:t>
            </a:r>
            <a:r>
              <a:rPr lang="en-US" sz="1800" dirty="0" err="1"/>
              <a:t>vì</a:t>
            </a:r>
            <a:r>
              <a:rPr lang="en-US" sz="1800" dirty="0"/>
              <a:t> </a:t>
            </a:r>
            <a:r>
              <a:rPr lang="en-US" sz="1800" dirty="0" err="1"/>
              <a:t>cảm</a:t>
            </a:r>
            <a:r>
              <a:rPr lang="en-US" sz="1800" dirty="0"/>
              <a:t> </a:t>
            </a:r>
            <a:r>
              <a:rPr lang="en-US" sz="1800" dirty="0" err="1"/>
              <a:t>xúc</a:t>
            </a:r>
            <a:r>
              <a:rPr lang="en-US" sz="1800" dirty="0"/>
              <a:t> </a:t>
            </a:r>
            <a:r>
              <a:rPr lang="en-US" sz="1800" dirty="0" err="1"/>
              <a:t>bên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nó</a:t>
            </a:r>
            <a:r>
              <a:rPr lang="en-US" sz="1800" dirty="0"/>
              <a:t> </a:t>
            </a:r>
            <a:r>
              <a:rPr lang="en-US" sz="1800" dirty="0" err="1"/>
              <a:t>luôn</a:t>
            </a:r>
            <a:r>
              <a:rPr lang="en-US" sz="1800" dirty="0"/>
              <a:t> </a:t>
            </a:r>
            <a:r>
              <a:rPr lang="en-US" sz="1800" dirty="0" err="1"/>
              <a:t>muốn</a:t>
            </a:r>
            <a:r>
              <a:rPr lang="en-US" sz="1800" dirty="0"/>
              <a:t> </a:t>
            </a:r>
            <a:r>
              <a:rPr lang="en-US" sz="1800" dirty="0" err="1"/>
              <a:t>dâng</a:t>
            </a:r>
            <a:r>
              <a:rPr lang="en-US" sz="1800" dirty="0"/>
              <a:t> </a:t>
            </a:r>
            <a:r>
              <a:rPr lang="en-US" sz="1800" dirty="0" err="1"/>
              <a:t>trào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tìm</a:t>
            </a:r>
            <a:r>
              <a:rPr lang="en-US" sz="1800" dirty="0"/>
              <a:t> </a:t>
            </a:r>
            <a:r>
              <a:rPr lang="en-US" sz="1800" dirty="0" err="1"/>
              <a:t>cách</a:t>
            </a:r>
            <a:r>
              <a:rPr lang="en-US" sz="1800" dirty="0"/>
              <a:t> </a:t>
            </a:r>
            <a:r>
              <a:rPr lang="en-US" sz="1800" dirty="0" err="1"/>
              <a:t>thoát</a:t>
            </a:r>
            <a:r>
              <a:rPr lang="en-US" sz="1800" dirty="0"/>
              <a:t> </a:t>
            </a:r>
            <a:r>
              <a:rPr lang="en-US" sz="1800" dirty="0" err="1"/>
              <a:t>ra.</a:t>
            </a:r>
            <a:endParaRPr lang="en-US" sz="1800" dirty="0"/>
          </a:p>
          <a:p>
            <a:pPr lvl="1" algn="just">
              <a:lnSpc>
                <a:spcPct val="100000"/>
              </a:lnSpc>
            </a:pP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ai </a:t>
            </a:r>
            <a:r>
              <a:rPr lang="en-US" sz="1800" dirty="0" err="1"/>
              <a:t>bên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dịch</a:t>
            </a:r>
            <a:r>
              <a:rPr lang="en-US" sz="1800" dirty="0"/>
              <a:t> </a:t>
            </a:r>
            <a:r>
              <a:rPr lang="en-US" sz="1800" dirty="0" err="1"/>
              <a:t>chuyển</a:t>
            </a:r>
            <a:r>
              <a:rPr lang="en-US" sz="1800" dirty="0"/>
              <a:t> </a:t>
            </a:r>
            <a:r>
              <a:rPr lang="en-US" sz="1800" dirty="0" err="1"/>
              <a:t>mà</a:t>
            </a:r>
            <a:r>
              <a:rPr lang="en-US" sz="1800" dirty="0"/>
              <a:t> </a:t>
            </a:r>
            <a:r>
              <a:rPr lang="en-US" sz="1800" dirty="0" err="1"/>
              <a:t>bên</a:t>
            </a:r>
            <a:r>
              <a:rPr lang="en-US" sz="1800" dirty="0"/>
              <a:t> </a:t>
            </a:r>
            <a:r>
              <a:rPr lang="en-US" sz="1800" dirty="0" err="1"/>
              <a:t>ngoài</a:t>
            </a:r>
            <a:r>
              <a:rPr lang="en-US" sz="1800" dirty="0"/>
              <a:t> </a:t>
            </a:r>
            <a:r>
              <a:rPr lang="en-US" sz="1800" dirty="0" err="1"/>
              <a:t>đứng</a:t>
            </a:r>
            <a:r>
              <a:rPr lang="en-US" sz="1800" dirty="0"/>
              <a:t> </a:t>
            </a:r>
            <a:r>
              <a:rPr lang="en-US" sz="1800" dirty="0" err="1"/>
              <a:t>yên</a:t>
            </a:r>
            <a:r>
              <a:rPr lang="en-US" sz="1800" dirty="0"/>
              <a:t>.</a:t>
            </a:r>
          </a:p>
          <a:p>
            <a:pPr lvl="1" algn="just">
              <a:lnSpc>
                <a:spcPct val="100000"/>
              </a:lnSpc>
            </a:pPr>
            <a:r>
              <a:rPr lang="en-US" sz="1800" dirty="0" err="1"/>
              <a:t>Mọi</a:t>
            </a:r>
            <a:r>
              <a:rPr lang="en-US" sz="1800" dirty="0"/>
              <a:t> </a:t>
            </a:r>
            <a:r>
              <a:rPr lang="en-US" sz="1800" dirty="0" err="1"/>
              <a:t>thứ</a:t>
            </a:r>
            <a:r>
              <a:rPr lang="en-US" sz="1800" dirty="0"/>
              <a:t> </a:t>
            </a:r>
            <a:r>
              <a:rPr lang="en-US" sz="1800" dirty="0" err="1"/>
              <a:t>sẽ</a:t>
            </a:r>
            <a:r>
              <a:rPr lang="en-US" sz="1800" dirty="0"/>
              <a:t> </a:t>
            </a:r>
            <a:r>
              <a:rPr lang="en-US" sz="1800" dirty="0" err="1"/>
              <a:t>đạt</a:t>
            </a:r>
            <a:r>
              <a:rPr lang="en-US" sz="1800" dirty="0"/>
              <a:t> </a:t>
            </a:r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bên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đàng</a:t>
            </a:r>
            <a:r>
              <a:rPr lang="en-US" sz="1800" dirty="0"/>
              <a:t> </a:t>
            </a:r>
            <a:r>
              <a:rPr lang="en-US" sz="1800" dirty="0" err="1"/>
              <a:t>hoàng</a:t>
            </a:r>
            <a:r>
              <a:rPr lang="en-US" sz="1800" dirty="0"/>
              <a:t>.</a:t>
            </a:r>
          </a:p>
          <a:p>
            <a:pPr algn="just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4" y="848397"/>
            <a:ext cx="409705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niệm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</p:txBody>
      </p:sp>
      <p:pic>
        <p:nvPicPr>
          <p:cNvPr id="4100" name="Picture 4" descr="Mô hình Ask là gì? Áp dụng mô hình Ask xác định lương thưởng chính xác cho  nhân sự - Kiến thức của những nhà quản trị">
            <a:extLst>
              <a:ext uri="{FF2B5EF4-FFF2-40B4-BE49-F238E27FC236}">
                <a16:creationId xmlns:a16="http://schemas.microsoft.com/office/drawing/2014/main" id="{043FCDCD-AA71-501B-3E6F-DCC1901EC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627" y="3700558"/>
            <a:ext cx="5402694" cy="3043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28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114" y="1695394"/>
            <a:ext cx="7008845" cy="3754081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err="1"/>
              <a:t>Muốn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đổi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trọng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bỏ</a:t>
            </a:r>
            <a:r>
              <a:rPr lang="en-US" sz="2400" dirty="0"/>
              <a:t> </a:t>
            </a:r>
            <a:r>
              <a:rPr lang="en-US" sz="2400" dirty="0" err="1"/>
              <a:t>cái</a:t>
            </a:r>
            <a:r>
              <a:rPr lang="en-US" sz="2400" dirty="0"/>
              <a:t> </a:t>
            </a:r>
            <a:r>
              <a:rPr lang="en-US" sz="2400" dirty="0" err="1"/>
              <a:t>cũ</a:t>
            </a:r>
            <a:r>
              <a:rPr lang="en-US" sz="2400" dirty="0"/>
              <a:t> </a:t>
            </a:r>
            <a:r>
              <a:rPr lang="en-US" sz="2400" dirty="0" err="1"/>
              <a:t>đi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cái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quát</a:t>
            </a:r>
            <a:r>
              <a:rPr lang="en-US" sz="2400" dirty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đứng</a:t>
            </a:r>
            <a:r>
              <a:rPr lang="en-US" sz="1600" dirty="0"/>
              <a:t> ở </a:t>
            </a:r>
            <a:r>
              <a:rPr lang="en-US" sz="1600" dirty="0" err="1"/>
              <a:t>vị</a:t>
            </a:r>
            <a:r>
              <a:rPr lang="en-US" sz="1600" dirty="0"/>
              <a:t> </a:t>
            </a:r>
            <a:r>
              <a:rPr lang="en-US" sz="1600" dirty="0" err="1"/>
              <a:t>trí</a:t>
            </a:r>
            <a:r>
              <a:rPr lang="en-US" sz="1600" dirty="0"/>
              <a:t> </a:t>
            </a:r>
            <a:r>
              <a:rPr lang="en-US" sz="1600" dirty="0" err="1"/>
              <a:t>quyết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– </a:t>
            </a:r>
            <a:r>
              <a:rPr lang="en-US" sz="1600" dirty="0" err="1"/>
              <a:t>thất</a:t>
            </a:r>
            <a:r>
              <a:rPr lang="en-US" sz="1600" dirty="0"/>
              <a:t> </a:t>
            </a:r>
            <a:r>
              <a:rPr lang="en-US" sz="1600" dirty="0" err="1"/>
              <a:t>bại</a:t>
            </a:r>
            <a:r>
              <a:rPr lang="en-US" sz="1600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sẽ</a:t>
            </a:r>
            <a:r>
              <a:rPr lang="en-US" sz="1600" dirty="0"/>
              <a:t> </a:t>
            </a:r>
            <a:r>
              <a:rPr lang="en-US" sz="1600" dirty="0" err="1"/>
              <a:t>quyết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nhìn</a:t>
            </a:r>
            <a:r>
              <a:rPr lang="en-US" sz="1600" dirty="0"/>
              <a:t> </a:t>
            </a:r>
            <a:r>
              <a:rPr lang="en-US" sz="1600" dirty="0" err="1"/>
              <a:t>thấy</a:t>
            </a:r>
            <a:r>
              <a:rPr lang="en-US" sz="1600" dirty="0"/>
              <a:t> </a:t>
            </a:r>
            <a:r>
              <a:rPr lang="en-US" sz="1600" dirty="0" err="1"/>
              <a:t>cơ</a:t>
            </a:r>
            <a:r>
              <a:rPr lang="en-US" sz="1600" dirty="0"/>
              <a:t> </a:t>
            </a:r>
            <a:r>
              <a:rPr lang="en-US" sz="1600" dirty="0" err="1"/>
              <a:t>hội</a:t>
            </a:r>
            <a:r>
              <a:rPr lang="en-US" sz="1600" dirty="0"/>
              <a:t>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khó</a:t>
            </a:r>
            <a:r>
              <a:rPr lang="en-US" sz="1600" dirty="0"/>
              <a:t> </a:t>
            </a:r>
            <a:r>
              <a:rPr lang="en-US" sz="1600" dirty="0" err="1"/>
              <a:t>khăn</a:t>
            </a:r>
            <a:r>
              <a:rPr lang="en-US" sz="1600" dirty="0"/>
              <a:t> – hay </a:t>
            </a:r>
            <a:r>
              <a:rPr lang="en-US" sz="1600" dirty="0" err="1"/>
              <a:t>khó</a:t>
            </a:r>
            <a:r>
              <a:rPr lang="en-US" sz="1600" dirty="0"/>
              <a:t> </a:t>
            </a:r>
            <a:r>
              <a:rPr lang="en-US" sz="1600" dirty="0" err="1"/>
              <a:t>khăn</a:t>
            </a:r>
            <a:r>
              <a:rPr lang="en-US" sz="1600" dirty="0"/>
              <a:t>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cơ</a:t>
            </a:r>
            <a:r>
              <a:rPr lang="en-US" sz="1600" dirty="0"/>
              <a:t> </a:t>
            </a:r>
            <a:r>
              <a:rPr lang="en-US" sz="1600" dirty="0" err="1"/>
              <a:t>hội</a:t>
            </a:r>
            <a:r>
              <a:rPr lang="en-US" sz="1600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tích</a:t>
            </a:r>
            <a:r>
              <a:rPr lang="en-US" sz="1600" dirty="0"/>
              <a:t> </a:t>
            </a:r>
            <a:r>
              <a:rPr lang="en-US" sz="1600" dirty="0" err="1"/>
              <a:t>cực</a:t>
            </a:r>
            <a:r>
              <a:rPr lang="en-US" sz="1600" dirty="0"/>
              <a:t> </a:t>
            </a:r>
            <a:r>
              <a:rPr lang="en-US" sz="1600" dirty="0" err="1"/>
              <a:t>giúp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này</a:t>
            </a:r>
            <a:r>
              <a:rPr lang="en-US" sz="1600" dirty="0"/>
              <a:t> </a:t>
            </a:r>
            <a:r>
              <a:rPr lang="en-US" sz="1600" dirty="0" err="1"/>
              <a:t>đi</a:t>
            </a:r>
            <a:r>
              <a:rPr lang="en-US" sz="1600" dirty="0"/>
              <a:t> </a:t>
            </a:r>
            <a:r>
              <a:rPr lang="en-US" sz="1600" dirty="0" err="1"/>
              <a:t>lên</a:t>
            </a:r>
            <a:r>
              <a:rPr lang="en-US" sz="1600" dirty="0"/>
              <a:t> – </a:t>
            </a:r>
            <a:r>
              <a:rPr lang="en-US" sz="1600" dirty="0" err="1"/>
              <a:t>tiêu</a:t>
            </a:r>
            <a:r>
              <a:rPr lang="en-US" sz="1600" dirty="0"/>
              <a:t> </a:t>
            </a:r>
            <a:r>
              <a:rPr lang="en-US" sz="1600" dirty="0" err="1"/>
              <a:t>cực</a:t>
            </a:r>
            <a:r>
              <a:rPr lang="en-US" sz="1600" dirty="0"/>
              <a:t> </a:t>
            </a:r>
            <a:r>
              <a:rPr lang="en-US" sz="1600" dirty="0" err="1"/>
              <a:t>đi</a:t>
            </a:r>
            <a:r>
              <a:rPr lang="en-US" sz="1600" dirty="0"/>
              <a:t> </a:t>
            </a:r>
            <a:r>
              <a:rPr lang="en-US" sz="1600" dirty="0" err="1"/>
              <a:t>xuống</a:t>
            </a:r>
            <a:r>
              <a:rPr lang="en-US" sz="1600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này</a:t>
            </a:r>
            <a:r>
              <a:rPr lang="en-US" sz="1600" dirty="0"/>
              <a:t> </a:t>
            </a:r>
            <a:r>
              <a:rPr lang="en-US" sz="1600" dirty="0" err="1"/>
              <a:t>giúp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ta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nhưng</a:t>
            </a:r>
            <a:r>
              <a:rPr lang="en-US" sz="1600" dirty="0"/>
              <a:t> </a:t>
            </a: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kia </a:t>
            </a:r>
            <a:r>
              <a:rPr lang="en-US" sz="1600" dirty="0" err="1"/>
              <a:t>làm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ta </a:t>
            </a:r>
            <a:r>
              <a:rPr lang="en-US" sz="1600" dirty="0" err="1"/>
              <a:t>mất</a:t>
            </a:r>
            <a:endParaRPr lang="en-US" sz="1600" dirty="0"/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4" y="848397"/>
            <a:ext cx="600591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3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trò</a:t>
            </a:r>
            <a:r>
              <a:rPr kumimoji="0" lang="en-US" sz="3200" b="0" i="0" u="none" strike="noStrike" kern="1200" cap="none" spc="0" normalizeH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200" b="0" i="0" u="none" strike="noStrike" kern="1200" cap="none" spc="0" normalizeH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với</a:t>
            </a:r>
            <a:r>
              <a:rPr kumimoji="0" lang="en-US" sz="3200" b="0" i="0" u="none" strike="noStrike" kern="1200" cap="none" spc="0" normalizeH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</a:t>
            </a:r>
            <a:r>
              <a:rPr kumimoji="0" lang="en-US" sz="3200" b="0" i="0" u="none" strike="noStrike" kern="1200" cap="none" spc="0" normalizeH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nhân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</p:txBody>
      </p:sp>
      <p:pic>
        <p:nvPicPr>
          <p:cNvPr id="5122" name="Picture 2" descr="Mô hình ASK là gì? Cách ứng dụng mô hình ASK trong tuyển dụng và đánh giá  nhân sự">
            <a:extLst>
              <a:ext uri="{FF2B5EF4-FFF2-40B4-BE49-F238E27FC236}">
                <a16:creationId xmlns:a16="http://schemas.microsoft.com/office/drawing/2014/main" id="{AC00F1D3-A6EB-BBDC-5F1D-AF5238177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564" y="2581835"/>
            <a:ext cx="3688080" cy="23050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60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114" y="1695394"/>
            <a:ext cx="7008845" cy="4678512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err="1"/>
              <a:t>Cụ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quyết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cách</a:t>
            </a:r>
            <a:r>
              <a:rPr lang="en-US" sz="1600" dirty="0"/>
              <a:t> </a:t>
            </a:r>
            <a:r>
              <a:rPr lang="en-US" sz="1600" dirty="0" err="1"/>
              <a:t>sống</a:t>
            </a:r>
            <a:r>
              <a:rPr lang="en-US" sz="1600" dirty="0"/>
              <a:t> </a:t>
            </a:r>
            <a:r>
              <a:rPr lang="en-US" sz="1600" dirty="0" err="1"/>
              <a:t>cá</a:t>
            </a:r>
            <a:r>
              <a:rPr lang="en-US" sz="1600" dirty="0"/>
              <a:t> </a:t>
            </a:r>
            <a:r>
              <a:rPr lang="en-US" sz="1600" dirty="0" err="1"/>
              <a:t>nhân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mất</a:t>
            </a:r>
            <a:r>
              <a:rPr lang="en-US" sz="1600" dirty="0"/>
              <a:t>,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hay </a:t>
            </a:r>
            <a:r>
              <a:rPr lang="en-US" sz="1600" dirty="0" err="1"/>
              <a:t>thất</a:t>
            </a:r>
            <a:r>
              <a:rPr lang="en-US" sz="1600" dirty="0"/>
              <a:t> </a:t>
            </a:r>
            <a:r>
              <a:rPr lang="en-US" sz="1600" dirty="0" err="1"/>
              <a:t>bại</a:t>
            </a:r>
            <a:r>
              <a:rPr lang="en-US" sz="1600" dirty="0"/>
              <a:t>, </a:t>
            </a:r>
            <a:r>
              <a:rPr lang="en-US" sz="1600" dirty="0" err="1"/>
              <a:t>hạnh</a:t>
            </a:r>
            <a:r>
              <a:rPr lang="en-US" sz="1600" dirty="0"/>
              <a:t> </a:t>
            </a:r>
            <a:r>
              <a:rPr lang="en-US" sz="1600" dirty="0" err="1"/>
              <a:t>phúc</a:t>
            </a:r>
            <a:r>
              <a:rPr lang="en-US" sz="1600" dirty="0"/>
              <a:t> hay </a:t>
            </a:r>
            <a:r>
              <a:rPr lang="en-US" sz="1600" dirty="0" err="1"/>
              <a:t>khổ</a:t>
            </a:r>
            <a:r>
              <a:rPr lang="en-US" sz="1600" dirty="0"/>
              <a:t> </a:t>
            </a:r>
            <a:r>
              <a:rPr lang="en-US" sz="1600" dirty="0" err="1"/>
              <a:t>đau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 </a:t>
            </a:r>
            <a:r>
              <a:rPr lang="en-US" sz="1600" dirty="0" err="1">
                <a:sym typeface="Wingdings" panose="05000000000000000000" pitchFamily="2" charset="2"/>
              </a:rPr>
              <a:t>nhưng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tồi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tệ</a:t>
            </a:r>
            <a:r>
              <a:rPr lang="en-US" sz="1600" dirty="0">
                <a:sym typeface="Wingdings" panose="05000000000000000000" pitchFamily="2" charset="2"/>
              </a:rPr>
              <a:t> do </a:t>
            </a:r>
            <a:r>
              <a:rPr lang="en-US" sz="1600" dirty="0" err="1">
                <a:sym typeface="Wingdings" panose="05000000000000000000" pitchFamily="2" charset="2"/>
              </a:rPr>
              <a:t>thái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ra.</a:t>
            </a:r>
            <a:endParaRPr lang="en-US" sz="1600" dirty="0"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ta </a:t>
            </a:r>
            <a:r>
              <a:rPr lang="en-US" sz="1600" dirty="0" err="1">
                <a:sym typeface="Wingdings" panose="05000000000000000000" pitchFamily="2" charset="2"/>
              </a:rPr>
              <a:t>muốn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nhưng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tiếc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ta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kỷ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luật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nguyên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tắc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rèn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luyện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hay </a:t>
            </a:r>
            <a:r>
              <a:rPr lang="en-US" sz="1600" dirty="0" err="1">
                <a:sym typeface="Wingdings" panose="05000000000000000000" pitchFamily="2" charset="2"/>
              </a:rPr>
              <a:t>thất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cuộc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đời</a:t>
            </a:r>
            <a:r>
              <a:rPr lang="en-US" sz="1600" dirty="0">
                <a:sym typeface="Wingdings" panose="05000000000000000000" pitchFamily="2" charset="2"/>
              </a:rPr>
              <a:t> do </a:t>
            </a:r>
            <a:r>
              <a:rPr lang="en-US" sz="1600" dirty="0" err="1">
                <a:sym typeface="Wingdings" panose="05000000000000000000" pitchFamily="2" charset="2"/>
              </a:rPr>
              <a:t>thái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ra.</a:t>
            </a:r>
            <a:endParaRPr lang="en-US" sz="1600" dirty="0"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r>
              <a:rPr lang="en-US" sz="1600" dirty="0" err="1">
                <a:sym typeface="Wingdings" panose="05000000000000000000" pitchFamily="2" charset="2"/>
              </a:rPr>
              <a:t>Nên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dùng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cực</a:t>
            </a:r>
            <a:r>
              <a:rPr lang="en-US" sz="1600" dirty="0">
                <a:sym typeface="Wingdings" panose="05000000000000000000" pitchFamily="2" charset="2"/>
              </a:rPr>
              <a:t>:</a:t>
            </a:r>
          </a:p>
          <a:p>
            <a:pPr lvl="2" algn="just">
              <a:lnSpc>
                <a:spcPct val="150000"/>
              </a:lnSpc>
            </a:pPr>
            <a:r>
              <a:rPr lang="en-US" sz="1500" dirty="0" err="1">
                <a:sym typeface="Wingdings" panose="05000000000000000000" pitchFamily="2" charset="2"/>
              </a:rPr>
              <a:t>Kỷ</a:t>
            </a:r>
            <a:r>
              <a:rPr lang="en-US" sz="1500" dirty="0">
                <a:sym typeface="Wingdings" panose="05000000000000000000" pitchFamily="2" charset="2"/>
              </a:rPr>
              <a:t> </a:t>
            </a:r>
            <a:r>
              <a:rPr lang="en-US" sz="1500" dirty="0" err="1">
                <a:sym typeface="Wingdings" panose="05000000000000000000" pitchFamily="2" charset="2"/>
              </a:rPr>
              <a:t>luật</a:t>
            </a:r>
            <a:endParaRPr lang="en-US" sz="1500" dirty="0">
              <a:sym typeface="Wingdings" panose="05000000000000000000" pitchFamily="2" charset="2"/>
            </a:endParaRPr>
          </a:p>
          <a:p>
            <a:pPr lvl="2" algn="just">
              <a:lnSpc>
                <a:spcPct val="150000"/>
              </a:lnSpc>
            </a:pPr>
            <a:r>
              <a:rPr lang="en-US" sz="1500" dirty="0" err="1">
                <a:sym typeface="Wingdings" panose="05000000000000000000" pitchFamily="2" charset="2"/>
              </a:rPr>
              <a:t>Quyết</a:t>
            </a:r>
            <a:r>
              <a:rPr lang="en-US" sz="1500" dirty="0">
                <a:sym typeface="Wingdings" panose="05000000000000000000" pitchFamily="2" charset="2"/>
              </a:rPr>
              <a:t> </a:t>
            </a:r>
            <a:r>
              <a:rPr lang="en-US" sz="1500" dirty="0" err="1">
                <a:sym typeface="Wingdings" panose="05000000000000000000" pitchFamily="2" charset="2"/>
              </a:rPr>
              <a:t>đoán</a:t>
            </a:r>
            <a:endParaRPr lang="en-US" sz="1500" dirty="0">
              <a:sym typeface="Wingdings" panose="05000000000000000000" pitchFamily="2" charset="2"/>
            </a:endParaRPr>
          </a:p>
          <a:p>
            <a:pPr lvl="2" algn="just">
              <a:lnSpc>
                <a:spcPct val="150000"/>
              </a:lnSpc>
            </a:pPr>
            <a:r>
              <a:rPr lang="en-US" sz="1500" dirty="0" err="1">
                <a:sym typeface="Wingdings" panose="05000000000000000000" pitchFamily="2" charset="2"/>
              </a:rPr>
              <a:t>Lạc</a:t>
            </a:r>
            <a:r>
              <a:rPr lang="en-US" sz="1500" dirty="0">
                <a:sym typeface="Wingdings" panose="05000000000000000000" pitchFamily="2" charset="2"/>
              </a:rPr>
              <a:t> </a:t>
            </a:r>
            <a:r>
              <a:rPr lang="en-US" sz="1500" dirty="0" err="1">
                <a:sym typeface="Wingdings" panose="05000000000000000000" pitchFamily="2" charset="2"/>
              </a:rPr>
              <a:t>quan</a:t>
            </a:r>
            <a:endParaRPr lang="en-US" sz="1500" dirty="0">
              <a:sym typeface="Wingdings" panose="05000000000000000000" pitchFamily="2" charset="2"/>
            </a:endParaRPr>
          </a:p>
          <a:p>
            <a:pPr lvl="2" algn="just">
              <a:lnSpc>
                <a:spcPct val="150000"/>
              </a:lnSpc>
            </a:pPr>
            <a:r>
              <a:rPr lang="en-US" sz="1500" dirty="0" err="1">
                <a:sym typeface="Wingdings" panose="05000000000000000000" pitchFamily="2" charset="2"/>
              </a:rPr>
              <a:t>Biết</a:t>
            </a:r>
            <a:r>
              <a:rPr lang="en-US" sz="1500" dirty="0">
                <a:sym typeface="Wingdings" panose="05000000000000000000" pitchFamily="2" charset="2"/>
              </a:rPr>
              <a:t> </a:t>
            </a:r>
            <a:r>
              <a:rPr lang="en-US" sz="1500" dirty="0" err="1">
                <a:sym typeface="Wingdings" panose="05000000000000000000" pitchFamily="2" charset="2"/>
              </a:rPr>
              <a:t>ơn</a:t>
            </a:r>
            <a:endParaRPr lang="en-US" sz="1500" dirty="0">
              <a:sym typeface="Wingdings" panose="05000000000000000000" pitchFamily="2" charset="2"/>
            </a:endParaRPr>
          </a:p>
          <a:p>
            <a:pPr lvl="2" algn="just">
              <a:lnSpc>
                <a:spcPct val="150000"/>
              </a:lnSpc>
            </a:pPr>
            <a:r>
              <a:rPr lang="en-US" sz="1500" dirty="0" err="1">
                <a:sym typeface="Wingdings" panose="05000000000000000000" pitchFamily="2" charset="2"/>
              </a:rPr>
              <a:t>Hợp</a:t>
            </a:r>
            <a:r>
              <a:rPr lang="en-US" sz="1500" dirty="0">
                <a:sym typeface="Wingdings" panose="05000000000000000000" pitchFamily="2" charset="2"/>
              </a:rPr>
              <a:t> </a:t>
            </a:r>
            <a:r>
              <a:rPr lang="en-US" sz="1500" dirty="0" err="1">
                <a:sym typeface="Wingdings" panose="05000000000000000000" pitchFamily="2" charset="2"/>
              </a:rPr>
              <a:t>tác</a:t>
            </a:r>
            <a:endParaRPr lang="en-US" sz="1500" dirty="0">
              <a:sym typeface="Wingdings" panose="05000000000000000000" pitchFamily="2" charset="2"/>
            </a:endParaRPr>
          </a:p>
          <a:p>
            <a:pPr lvl="2" algn="just">
              <a:lnSpc>
                <a:spcPct val="150000"/>
              </a:lnSpc>
            </a:pPr>
            <a:r>
              <a:rPr lang="en-US" sz="1500" dirty="0" err="1">
                <a:sym typeface="Wingdings" panose="05000000000000000000" pitchFamily="2" charset="2"/>
              </a:rPr>
              <a:t>Trung</a:t>
            </a:r>
            <a:r>
              <a:rPr lang="en-US" sz="1500" dirty="0">
                <a:sym typeface="Wingdings" panose="05000000000000000000" pitchFamily="2" charset="2"/>
              </a:rPr>
              <a:t> </a:t>
            </a:r>
            <a:r>
              <a:rPr lang="en-US" sz="1500" dirty="0" err="1">
                <a:sym typeface="Wingdings" panose="05000000000000000000" pitchFamily="2" charset="2"/>
              </a:rPr>
              <a:t>thành</a:t>
            </a:r>
            <a:endParaRPr lang="en-US" sz="1500" dirty="0">
              <a:sym typeface="Wingdings" panose="05000000000000000000" pitchFamily="2" charset="2"/>
            </a:endParaRPr>
          </a:p>
          <a:p>
            <a:pPr lvl="2" algn="just">
              <a:lnSpc>
                <a:spcPct val="150000"/>
              </a:lnSpc>
            </a:pPr>
            <a:r>
              <a:rPr lang="en-US" sz="1500" dirty="0">
                <a:sym typeface="Wingdings" panose="05000000000000000000" pitchFamily="2" charset="2"/>
              </a:rPr>
              <a:t>Ham </a:t>
            </a:r>
            <a:r>
              <a:rPr lang="en-US" sz="1500" dirty="0" err="1">
                <a:sym typeface="Wingdings" panose="05000000000000000000" pitchFamily="2" charset="2"/>
              </a:rPr>
              <a:t>học</a:t>
            </a:r>
            <a:r>
              <a:rPr lang="en-US" sz="1500" dirty="0">
                <a:sym typeface="Wingdings" panose="05000000000000000000" pitchFamily="2" charset="2"/>
              </a:rPr>
              <a:t> </a:t>
            </a:r>
            <a:r>
              <a:rPr lang="en-US" sz="1500" dirty="0" err="1">
                <a:sym typeface="Wingdings" panose="05000000000000000000" pitchFamily="2" charset="2"/>
              </a:rPr>
              <a:t>hỏi</a:t>
            </a:r>
            <a:endParaRPr lang="en-US" sz="1500" dirty="0">
              <a:sym typeface="Wingdings" panose="05000000000000000000" pitchFamily="2" charset="2"/>
            </a:endParaRPr>
          </a:p>
          <a:p>
            <a:pPr lvl="2" algn="just">
              <a:lnSpc>
                <a:spcPct val="150000"/>
              </a:lnSpc>
            </a:pPr>
            <a:endParaRPr lang="en-US" sz="1200" dirty="0"/>
          </a:p>
          <a:p>
            <a:pPr lvl="1" algn="just">
              <a:lnSpc>
                <a:spcPct val="150000"/>
              </a:lnSpc>
            </a:pPr>
            <a:endParaRPr lang="en-US" sz="1600" dirty="0"/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4" y="848397"/>
            <a:ext cx="600591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trò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với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nhân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</p:txBody>
      </p:sp>
      <p:pic>
        <p:nvPicPr>
          <p:cNvPr id="7170" name="Picture 2" descr="Danh ngôn về thái độ sống tích cực (Tài liệu tham khảo Tiến sĩ Lại Thế  Luyện diễn giả truyền cảm hứng kỹ năng sống) - Open World">
            <a:extLst>
              <a:ext uri="{FF2B5EF4-FFF2-40B4-BE49-F238E27FC236}">
                <a16:creationId xmlns:a16="http://schemas.microsoft.com/office/drawing/2014/main" id="{D0E43E4D-EB25-FCBA-71FE-4BCAD1322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72238"/>
            <a:ext cx="4454899" cy="2904762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05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1761" y="1596782"/>
            <a:ext cx="7008845" cy="4678512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quyết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mối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/>
              <a:t>Cuộc</a:t>
            </a:r>
            <a:r>
              <a:rPr lang="en-US" sz="2400" dirty="0"/>
              <a:t> </a:t>
            </a:r>
            <a:r>
              <a:rPr lang="en-US" sz="2400" dirty="0" err="1"/>
              <a:t>sống</a:t>
            </a:r>
            <a:r>
              <a:rPr lang="en-US" sz="2400" dirty="0"/>
              <a:t> </a:t>
            </a:r>
            <a:r>
              <a:rPr lang="en-US" sz="2400" dirty="0" err="1"/>
              <a:t>này</a:t>
            </a:r>
            <a:r>
              <a:rPr lang="en-US" sz="2400" dirty="0"/>
              <a:t> </a:t>
            </a:r>
            <a:r>
              <a:rPr lang="en-US" sz="2400" dirty="0" err="1"/>
              <a:t>quyết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bởi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mối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, </a:t>
            </a:r>
            <a:r>
              <a:rPr lang="en-US" sz="2400" dirty="0" err="1"/>
              <a:t>nhưng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tế</a:t>
            </a:r>
            <a:r>
              <a:rPr lang="en-US" sz="2400" dirty="0"/>
              <a:t> </a:t>
            </a:r>
            <a:r>
              <a:rPr lang="en-US" sz="2400" dirty="0" err="1"/>
              <a:t>rất</a:t>
            </a:r>
            <a:r>
              <a:rPr lang="en-US" sz="2400" dirty="0"/>
              <a:t> </a:t>
            </a:r>
            <a:r>
              <a:rPr lang="en-US" sz="2400" dirty="0" err="1"/>
              <a:t>ít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lập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mối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tốt</a:t>
            </a:r>
            <a:r>
              <a:rPr lang="en-US" sz="2400" dirty="0"/>
              <a:t> </a:t>
            </a:r>
            <a:r>
              <a:rPr lang="en-US" sz="2400" dirty="0" err="1"/>
              <a:t>đẹp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Do </a:t>
            </a:r>
            <a:r>
              <a:rPr lang="en-US" sz="2400" dirty="0" err="1"/>
              <a:t>đo</a:t>
            </a:r>
            <a:r>
              <a:rPr lang="en-US" sz="2400" dirty="0"/>
              <a:t>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mình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đặt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lên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mình</a:t>
            </a:r>
            <a:r>
              <a:rPr lang="en-US" sz="2400" dirty="0"/>
              <a:t>, </a:t>
            </a:r>
            <a:r>
              <a:rPr lang="en-US" sz="2400" dirty="0" err="1"/>
              <a:t>đặt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trọng</a:t>
            </a:r>
            <a:r>
              <a:rPr lang="en-US" sz="2400" dirty="0"/>
              <a:t> </a:t>
            </a:r>
            <a:r>
              <a:rPr lang="en-US" sz="2400" dirty="0" err="1"/>
              <a:t>lập</a:t>
            </a:r>
            <a:r>
              <a:rPr lang="en-US" sz="2400" dirty="0"/>
              <a:t> </a:t>
            </a:r>
            <a:r>
              <a:rPr lang="en-US" sz="2400" dirty="0" err="1"/>
              <a:t>tức</a:t>
            </a:r>
            <a:r>
              <a:rPr lang="en-US" sz="2400" dirty="0"/>
              <a:t> </a:t>
            </a:r>
            <a:r>
              <a:rPr lang="en-US" sz="2400" dirty="0" err="1"/>
              <a:t>chúng</a:t>
            </a:r>
            <a:r>
              <a:rPr lang="en-US" sz="2400" dirty="0"/>
              <a:t> ta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nhìn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họ</a:t>
            </a:r>
            <a:r>
              <a:rPr lang="en-US" sz="2400" dirty="0"/>
              <a:t> </a:t>
            </a:r>
            <a:r>
              <a:rPr lang="en-US" sz="2400" dirty="0" err="1"/>
              <a:t>chứ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mình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 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“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Sự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thăng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tiến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không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hề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đem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cho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người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ta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thái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độ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xuất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xắc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,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mà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chính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nhờ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thái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độ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xuất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xắc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mới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đem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cho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người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ta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sự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thăng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sym typeface="Wingdings" panose="05000000000000000000" pitchFamily="2" charset="2"/>
              </a:rPr>
              <a:t>tiến</a:t>
            </a:r>
            <a:r>
              <a:rPr lang="en-US" sz="2400" i="1" dirty="0">
                <a:solidFill>
                  <a:srgbClr val="7030A0"/>
                </a:solidFill>
                <a:sym typeface="Wingdings" panose="05000000000000000000" pitchFamily="2" charset="2"/>
              </a:rPr>
              <a:t>”</a:t>
            </a:r>
            <a:endParaRPr lang="en-US" sz="1200" i="1" dirty="0">
              <a:solidFill>
                <a:srgbClr val="7030A0"/>
              </a:solidFill>
            </a:endParaRPr>
          </a:p>
          <a:p>
            <a:pPr lvl="1" algn="just">
              <a:lnSpc>
                <a:spcPct val="150000"/>
              </a:lnSpc>
            </a:pPr>
            <a:endParaRPr lang="en-US" sz="1600" dirty="0"/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4" y="848397"/>
            <a:ext cx="600591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trò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với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nhân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</p:txBody>
      </p:sp>
      <p:pic>
        <p:nvPicPr>
          <p:cNvPr id="6148" name="Picture 4" descr="10 Thái độ để Thành Công Là Gì? | Giải Pháp Nhân Tài">
            <a:extLst>
              <a:ext uri="{FF2B5EF4-FFF2-40B4-BE49-F238E27FC236}">
                <a16:creationId xmlns:a16="http://schemas.microsoft.com/office/drawing/2014/main" id="{101FC505-8D4F-BF01-C15F-EC0A1ABD0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9" y="2743761"/>
            <a:ext cx="2333625" cy="19621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72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114" y="1695394"/>
            <a:ext cx="7008845" cy="4678512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err="1"/>
              <a:t>Trông</a:t>
            </a:r>
            <a:r>
              <a:rPr lang="en-US" sz="2400" dirty="0"/>
              <a:t> </a:t>
            </a:r>
            <a:r>
              <a:rPr lang="en-US" sz="2400" dirty="0" err="1"/>
              <a:t>kinh</a:t>
            </a:r>
            <a:r>
              <a:rPr lang="en-US" sz="2400" dirty="0"/>
              <a:t> </a:t>
            </a:r>
            <a:r>
              <a:rPr lang="en-US" sz="2400" dirty="0" err="1"/>
              <a:t>doanh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~90%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bán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 </a:t>
            </a:r>
            <a:r>
              <a:rPr lang="en-US" sz="2400" dirty="0" err="1"/>
              <a:t>và</a:t>
            </a:r>
            <a:r>
              <a:rPr lang="en-US" sz="2400" dirty="0"/>
              <a:t> ~10%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biệt</a:t>
            </a:r>
            <a:r>
              <a:rPr lang="en-US" sz="2400" dirty="0"/>
              <a:t> </a:t>
            </a:r>
            <a:r>
              <a:rPr lang="en-US" sz="2400" dirty="0" err="1"/>
              <a:t>duy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hay </a:t>
            </a:r>
            <a:r>
              <a:rPr lang="en-US" sz="2400" dirty="0" err="1"/>
              <a:t>thất</a:t>
            </a:r>
            <a:r>
              <a:rPr lang="en-US" sz="2400" dirty="0"/>
              <a:t> </a:t>
            </a:r>
            <a:r>
              <a:rPr lang="en-US" sz="2400" dirty="0" err="1"/>
              <a:t>bại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bởi</a:t>
            </a:r>
            <a:r>
              <a:rPr lang="en-US" sz="2400" dirty="0"/>
              <a:t> </a:t>
            </a:r>
            <a:r>
              <a:rPr lang="en-US" sz="2400" dirty="0" err="1"/>
              <a:t>vì</a:t>
            </a:r>
            <a:r>
              <a:rPr lang="en-US" sz="2400" dirty="0"/>
              <a:t> </a:t>
            </a:r>
            <a:r>
              <a:rPr lang="en-US" sz="2400" dirty="0" err="1"/>
              <a:t>chữ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 THÁI ĐỘ.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>
                <a:sym typeface="Wingdings" panose="05000000000000000000" pitchFamily="2" charset="2"/>
              </a:rPr>
              <a:t>Thực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tế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chứng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minh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những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người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tạo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ra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sự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vĩ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nhân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cho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chính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họ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chỉ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nằm</a:t>
            </a:r>
            <a:r>
              <a:rPr lang="en-US" sz="2400" dirty="0">
                <a:sym typeface="Wingdings" panose="05000000000000000000" pitchFamily="2" charset="2"/>
              </a:rPr>
              <a:t> ở </a:t>
            </a:r>
            <a:r>
              <a:rPr lang="en-US" sz="2400" dirty="0" err="1">
                <a:sym typeface="Wingdings" panose="05000000000000000000" pitchFamily="2" charset="2"/>
              </a:rPr>
              <a:t>yếu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tố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thái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độ</a:t>
            </a:r>
            <a:r>
              <a:rPr lang="en-US" sz="2400" dirty="0">
                <a:sym typeface="Wingdings" panose="05000000000000000000" pitchFamily="2" charset="2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ym typeface="Wingdings" panose="05000000000000000000" pitchFamily="2" charset="2"/>
              </a:rPr>
              <a:t>Con </a:t>
            </a:r>
            <a:r>
              <a:rPr lang="en-US" sz="2400" dirty="0" err="1">
                <a:sym typeface="Wingdings" panose="05000000000000000000" pitchFamily="2" charset="2"/>
              </a:rPr>
              <a:t>người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với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nhau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rất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ít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có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sự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khác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biệt</a:t>
            </a:r>
            <a:r>
              <a:rPr lang="en-US" sz="2400" dirty="0">
                <a:sym typeface="Wingdings" panose="05000000000000000000" pitchFamily="2" charset="2"/>
              </a:rPr>
              <a:t> ở </a:t>
            </a:r>
            <a:r>
              <a:rPr lang="en-US" sz="2400" dirty="0" err="1">
                <a:sym typeface="Wingdings" panose="05000000000000000000" pitchFamily="2" charset="2"/>
              </a:rPr>
              <a:t>chỉ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số</a:t>
            </a:r>
            <a:r>
              <a:rPr lang="en-US" sz="2400" dirty="0">
                <a:sym typeface="Wingdings" panose="05000000000000000000" pitchFamily="2" charset="2"/>
              </a:rPr>
              <a:t> IQ, </a:t>
            </a:r>
            <a:r>
              <a:rPr lang="en-US" sz="2400" dirty="0" err="1">
                <a:sym typeface="Wingdings" panose="05000000000000000000" pitchFamily="2" charset="2"/>
              </a:rPr>
              <a:t>nhưng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người</a:t>
            </a:r>
            <a:r>
              <a:rPr lang="en-US" sz="2400" dirty="0">
                <a:sym typeface="Wingdings" panose="05000000000000000000" pitchFamily="2" charset="2"/>
              </a:rPr>
              <a:t> ta </a:t>
            </a:r>
            <a:r>
              <a:rPr lang="en-US" sz="2400" dirty="0" err="1">
                <a:sym typeface="Wingdings" panose="05000000000000000000" pitchFamily="2" charset="2"/>
              </a:rPr>
              <a:t>lại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khác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biệt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rất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nhiều</a:t>
            </a:r>
            <a:r>
              <a:rPr lang="en-US" sz="2400" dirty="0">
                <a:sym typeface="Wingdings" panose="05000000000000000000" pitchFamily="2" charset="2"/>
              </a:rPr>
              <a:t> ở EQ  </a:t>
            </a:r>
            <a:r>
              <a:rPr lang="en-US" sz="2400" dirty="0" err="1">
                <a:sym typeface="Wingdings" panose="05000000000000000000" pitchFamily="2" charset="2"/>
              </a:rPr>
              <a:t>Thái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độ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họ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lại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rất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khác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nhau</a:t>
            </a:r>
            <a:r>
              <a:rPr lang="en-US" sz="2400" dirty="0">
                <a:sym typeface="Wingdings" panose="05000000000000000000" pitchFamily="2" charset="2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ym typeface="Wingdings" panose="05000000000000000000" pitchFamily="2" charset="2"/>
              </a:rPr>
              <a:t>Khi </a:t>
            </a:r>
            <a:r>
              <a:rPr lang="en-US" sz="2400" dirty="0" err="1">
                <a:sym typeface="Wingdings" panose="05000000000000000000" pitchFamily="2" charset="2"/>
              </a:rPr>
              <a:t>làm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việc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thái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độ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ảnh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hưởng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tới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kết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quả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công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việc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hơn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bất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kỳ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yếu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tố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nào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khác</a:t>
            </a:r>
            <a:r>
              <a:rPr lang="en-US" sz="2400" dirty="0">
                <a:sym typeface="Wingdings" panose="05000000000000000000" pitchFamily="2" charset="2"/>
              </a:rPr>
              <a:t>, </a:t>
            </a:r>
            <a:r>
              <a:rPr lang="en-US" sz="2400" dirty="0" err="1">
                <a:sym typeface="Wingdings" panose="05000000000000000000" pitchFamily="2" charset="2"/>
              </a:rPr>
              <a:t>ngay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từ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lúc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đâu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tiên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các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dự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án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thường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thất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bại</a:t>
            </a:r>
            <a:r>
              <a:rPr lang="en-US" sz="2400" dirty="0">
                <a:sym typeface="Wingdings" panose="05000000000000000000" pitchFamily="2" charset="2"/>
              </a:rPr>
              <a:t> hay </a:t>
            </a:r>
            <a:r>
              <a:rPr lang="en-US" sz="2400" dirty="0" err="1">
                <a:sym typeface="Wingdings" panose="05000000000000000000" pitchFamily="2" charset="2"/>
              </a:rPr>
              <a:t>thành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công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đều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quyết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định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từ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thái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độ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mà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ra.</a:t>
            </a:r>
            <a:endParaRPr lang="en-US" sz="1200" dirty="0"/>
          </a:p>
          <a:p>
            <a:pPr lvl="1" algn="just">
              <a:lnSpc>
                <a:spcPct val="150000"/>
              </a:lnSpc>
            </a:pPr>
            <a:endParaRPr lang="en-US" sz="1600" dirty="0"/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4" y="848397"/>
            <a:ext cx="600591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trò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với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nhân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</p:txBody>
      </p:sp>
      <p:pic>
        <p:nvPicPr>
          <p:cNvPr id="6146" name="Picture 2" descr="Tranh động lực Thái độ của bạn quyết định sự thành công của bạn trong tương  lai VP01785">
            <a:extLst>
              <a:ext uri="{FF2B5EF4-FFF2-40B4-BE49-F238E27FC236}">
                <a16:creationId xmlns:a16="http://schemas.microsoft.com/office/drawing/2014/main" id="{DC37C25C-6424-699E-A700-83045CB6B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900" y="2061883"/>
            <a:ext cx="3584752" cy="3584752"/>
          </a:xfrm>
          <a:prstGeom prst="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perspectiveContrastingLef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54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114" y="1695394"/>
            <a:ext cx="10932733" cy="46785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biến</a:t>
            </a:r>
            <a:r>
              <a:rPr lang="en-US" sz="1600" dirty="0"/>
              <a:t> </a:t>
            </a:r>
            <a:r>
              <a:rPr lang="en-US" sz="1600" dirty="0" err="1"/>
              <a:t>rắc</a:t>
            </a:r>
            <a:r>
              <a:rPr lang="en-US" sz="1600" dirty="0"/>
              <a:t> </a:t>
            </a:r>
            <a:r>
              <a:rPr lang="en-US" sz="1600" dirty="0" err="1"/>
              <a:t>rối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vận</a:t>
            </a:r>
            <a:r>
              <a:rPr lang="en-US" sz="1600" dirty="0"/>
              <a:t> may </a:t>
            </a:r>
            <a:r>
              <a:rPr lang="en-US" sz="1600" dirty="0" err="1"/>
              <a:t>bởi</a:t>
            </a:r>
            <a:r>
              <a:rPr lang="en-US" sz="1600" dirty="0"/>
              <a:t> </a:t>
            </a:r>
            <a:r>
              <a:rPr lang="en-US" sz="1600" dirty="0" err="1"/>
              <a:t>mọi</a:t>
            </a:r>
            <a:r>
              <a:rPr lang="en-US" sz="1600" dirty="0"/>
              <a:t> </a:t>
            </a:r>
            <a:r>
              <a:rPr lang="en-US" sz="1600" dirty="0" err="1"/>
              <a:t>cơ</a:t>
            </a:r>
            <a:r>
              <a:rPr lang="en-US" sz="1600" dirty="0"/>
              <a:t> </a:t>
            </a:r>
            <a:r>
              <a:rPr lang="en-US" sz="1600" dirty="0" err="1"/>
              <a:t>hội</a:t>
            </a:r>
            <a:r>
              <a:rPr lang="en-US" sz="1600" dirty="0"/>
              <a:t> </a:t>
            </a:r>
            <a:r>
              <a:rPr lang="en-US" sz="1600" dirty="0" err="1"/>
              <a:t>đều</a:t>
            </a:r>
            <a:r>
              <a:rPr lang="en-US" sz="1600" dirty="0"/>
              <a:t> </a:t>
            </a:r>
            <a:r>
              <a:rPr lang="en-US" sz="1600" dirty="0" err="1"/>
              <a:t>ẩn</a:t>
            </a:r>
            <a:r>
              <a:rPr lang="en-US" sz="1600" dirty="0"/>
              <a:t> </a:t>
            </a:r>
            <a:r>
              <a:rPr lang="en-US" sz="1600" dirty="0" err="1"/>
              <a:t>chưa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khó</a:t>
            </a:r>
            <a:r>
              <a:rPr lang="en-US" sz="1600" dirty="0"/>
              <a:t> </a:t>
            </a:r>
            <a:r>
              <a:rPr lang="en-US" sz="1600" dirty="0" err="1"/>
              <a:t>khăn</a:t>
            </a:r>
            <a:r>
              <a:rPr lang="en-US" sz="1600" dirty="0"/>
              <a:t>, </a:t>
            </a:r>
            <a:r>
              <a:rPr lang="en-US" sz="1600" dirty="0" err="1"/>
              <a:t>nhưng</a:t>
            </a:r>
            <a:r>
              <a:rPr lang="en-US" sz="1600" dirty="0"/>
              <a:t> </a:t>
            </a:r>
            <a:r>
              <a:rPr lang="en-US" sz="1600" dirty="0" err="1"/>
              <a:t>khó</a:t>
            </a:r>
            <a:r>
              <a:rPr lang="en-US" sz="1600" dirty="0"/>
              <a:t> </a:t>
            </a:r>
            <a:r>
              <a:rPr lang="en-US" sz="1600" dirty="0" err="1"/>
              <a:t>khăn</a:t>
            </a:r>
            <a:r>
              <a:rPr lang="en-US" sz="1600" dirty="0"/>
              <a:t> </a:t>
            </a:r>
            <a:r>
              <a:rPr lang="en-US" sz="1600" dirty="0" err="1"/>
              <a:t>đều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cơ</a:t>
            </a:r>
            <a:r>
              <a:rPr lang="en-US" sz="1600" dirty="0"/>
              <a:t> </a:t>
            </a:r>
            <a:r>
              <a:rPr lang="en-US" sz="1600" dirty="0" err="1"/>
              <a:t>hội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 </a:t>
            </a:r>
            <a:r>
              <a:rPr lang="en-US" sz="1600" dirty="0" err="1">
                <a:sym typeface="Wingdings" panose="05000000000000000000" pitchFamily="2" charset="2"/>
              </a:rPr>
              <a:t>thái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nhìn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hay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thôi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i="1" dirty="0">
                <a:sym typeface="Wingdings" panose="05000000000000000000" pitchFamily="2" charset="2"/>
              </a:rPr>
              <a:t>Do </a:t>
            </a:r>
            <a:r>
              <a:rPr lang="en-US" sz="1600" i="1" dirty="0" err="1">
                <a:sym typeface="Wingdings" panose="05000000000000000000" pitchFamily="2" charset="2"/>
              </a:rPr>
              <a:t>đó</a:t>
            </a:r>
            <a:r>
              <a:rPr lang="en-US" sz="1600" i="1" dirty="0">
                <a:sym typeface="Wingdings" panose="05000000000000000000" pitchFamily="2" charset="2"/>
              </a:rPr>
              <a:t>, </a:t>
            </a:r>
            <a:r>
              <a:rPr lang="en-US" sz="1600" i="1" dirty="0" err="1">
                <a:sym typeface="Wingdings" panose="05000000000000000000" pitchFamily="2" charset="2"/>
              </a:rPr>
              <a:t>khi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gặp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khó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khăn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người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có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thái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độ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tích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cực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sẽ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tận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dụng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cơ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tối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đa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tình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huống</a:t>
            </a:r>
            <a:r>
              <a:rPr lang="en-US" sz="1600" i="1" dirty="0">
                <a:sym typeface="Wingdings" panose="05000000000000000000" pitchFamily="2" charset="2"/>
              </a:rPr>
              <a:t>, </a:t>
            </a:r>
            <a:r>
              <a:rPr lang="en-US" sz="1600" i="1" dirty="0" err="1">
                <a:sym typeface="Wingdings" panose="05000000000000000000" pitchFamily="2" charset="2"/>
              </a:rPr>
              <a:t>chứ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không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chịu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tình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cảnh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tệ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hại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của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nó</a:t>
            </a:r>
            <a:r>
              <a:rPr lang="en-US" sz="1600" i="1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200" i="1" dirty="0" err="1">
                <a:sym typeface="Wingdings" panose="05000000000000000000" pitchFamily="2" charset="2"/>
              </a:rPr>
              <a:t>Thực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tế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chứng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minh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không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xã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hội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nào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tạo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nên</a:t>
            </a:r>
            <a:r>
              <a:rPr lang="en-US" sz="1200" i="1" dirty="0">
                <a:sym typeface="Wingdings" panose="05000000000000000000" pitchFamily="2" charset="2"/>
              </a:rPr>
              <a:t> con </a:t>
            </a:r>
            <a:r>
              <a:rPr lang="en-US" sz="1200" i="1" dirty="0" err="1">
                <a:sym typeface="Wingdings" panose="05000000000000000000" pitchFamily="2" charset="2"/>
              </a:rPr>
              <a:t>người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cứng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cỏi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trong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thời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bình</a:t>
            </a:r>
            <a:r>
              <a:rPr lang="en-US" sz="1200" i="1" dirty="0">
                <a:sym typeface="Wingdings" panose="05000000000000000000" pitchFamily="2" charset="2"/>
              </a:rPr>
              <a:t>. </a:t>
            </a:r>
          </a:p>
          <a:p>
            <a:pPr lvl="1" algn="just">
              <a:lnSpc>
                <a:spcPct val="150000"/>
              </a:lnSpc>
            </a:pPr>
            <a:r>
              <a:rPr lang="en-US" sz="1200" i="1" dirty="0" err="1">
                <a:sym typeface="Wingdings" panose="05000000000000000000" pitchFamily="2" charset="2"/>
              </a:rPr>
              <a:t>Nghịch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cảnh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là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thứ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tài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sản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duy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nhất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cho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sự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phồn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thịnh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với</a:t>
            </a:r>
            <a:r>
              <a:rPr lang="en-US" sz="1200" i="1" dirty="0">
                <a:sym typeface="Wingdings" panose="05000000000000000000" pitchFamily="2" charset="2"/>
              </a:rPr>
              <a:t> ai </a:t>
            </a:r>
            <a:r>
              <a:rPr lang="en-US" sz="1200" i="1" dirty="0" err="1">
                <a:sym typeface="Wingdings" panose="05000000000000000000" pitchFamily="2" charset="2"/>
              </a:rPr>
              <a:t>có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thái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độ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tuyệt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vời</a:t>
            </a:r>
            <a:r>
              <a:rPr lang="en-US" sz="1200" i="1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200" i="1" dirty="0" err="1"/>
              <a:t>Diều</a:t>
            </a:r>
            <a:r>
              <a:rPr lang="en-US" sz="1200" i="1" dirty="0"/>
              <a:t> bay </a:t>
            </a:r>
            <a:r>
              <a:rPr lang="en-US" sz="1200" i="1" dirty="0" err="1"/>
              <a:t>lên</a:t>
            </a:r>
            <a:r>
              <a:rPr lang="en-US" sz="1200" i="1" dirty="0"/>
              <a:t> </a:t>
            </a:r>
            <a:r>
              <a:rPr lang="en-US" sz="1200" i="1" dirty="0" err="1"/>
              <a:t>nhờ</a:t>
            </a:r>
            <a:r>
              <a:rPr lang="en-US" sz="1200" i="1" dirty="0"/>
              <a:t> </a:t>
            </a:r>
            <a:r>
              <a:rPr lang="en-US" sz="1200" i="1" dirty="0" err="1"/>
              <a:t>ngược</a:t>
            </a:r>
            <a:r>
              <a:rPr lang="en-US" sz="1200" i="1" dirty="0"/>
              <a:t> </a:t>
            </a:r>
            <a:r>
              <a:rPr lang="en-US" sz="1200" i="1" dirty="0" err="1"/>
              <a:t>gió</a:t>
            </a:r>
            <a:r>
              <a:rPr lang="en-US" sz="1200" i="1" dirty="0"/>
              <a:t>, do </a:t>
            </a:r>
            <a:r>
              <a:rPr lang="en-US" sz="1200" i="1" dirty="0" err="1"/>
              <a:t>đó</a:t>
            </a:r>
            <a:r>
              <a:rPr lang="en-US" sz="1200" i="1" dirty="0"/>
              <a:t> </a:t>
            </a:r>
            <a:r>
              <a:rPr lang="en-US" sz="1200" i="1" dirty="0" err="1"/>
              <a:t>khi</a:t>
            </a:r>
            <a:r>
              <a:rPr lang="en-US" sz="1200" i="1" dirty="0"/>
              <a:t> </a:t>
            </a:r>
            <a:r>
              <a:rPr lang="en-US" sz="1200" i="1" dirty="0" err="1"/>
              <a:t>bị</a:t>
            </a:r>
            <a:r>
              <a:rPr lang="en-US" sz="1200" i="1" dirty="0"/>
              <a:t> ai </a:t>
            </a:r>
            <a:r>
              <a:rPr lang="en-US" sz="1200" i="1" dirty="0" err="1"/>
              <a:t>chửi</a:t>
            </a:r>
            <a:r>
              <a:rPr lang="en-US" sz="1200" i="1" dirty="0"/>
              <a:t> </a:t>
            </a:r>
            <a:r>
              <a:rPr lang="en-US" sz="1200" i="1" dirty="0" err="1"/>
              <a:t>rủa</a:t>
            </a:r>
            <a:r>
              <a:rPr lang="en-US" sz="1200" i="1" dirty="0"/>
              <a:t> </a:t>
            </a:r>
            <a:r>
              <a:rPr lang="en-US" sz="1200" i="1" dirty="0" err="1"/>
              <a:t>hãy</a:t>
            </a:r>
            <a:r>
              <a:rPr lang="en-US" sz="1200" i="1" dirty="0"/>
              <a:t> </a:t>
            </a:r>
            <a:r>
              <a:rPr lang="en-US" sz="1200" i="1" dirty="0" err="1"/>
              <a:t>cứ</a:t>
            </a:r>
            <a:r>
              <a:rPr lang="en-US" sz="1200" i="1" dirty="0"/>
              <a:t> </a:t>
            </a:r>
            <a:r>
              <a:rPr lang="en-US" sz="1200" i="1" dirty="0" err="1"/>
              <a:t>để</a:t>
            </a:r>
            <a:r>
              <a:rPr lang="en-US" sz="1200" i="1" dirty="0"/>
              <a:t> </a:t>
            </a:r>
            <a:r>
              <a:rPr lang="en-US" sz="1200" i="1" dirty="0" err="1"/>
              <a:t>người</a:t>
            </a:r>
            <a:r>
              <a:rPr lang="en-US" sz="1200" i="1" dirty="0"/>
              <a:t> ta </a:t>
            </a:r>
            <a:r>
              <a:rPr lang="en-US" sz="1200" i="1" dirty="0" err="1"/>
              <a:t>chửi</a:t>
            </a:r>
            <a:r>
              <a:rPr lang="en-US" sz="1200" i="1" dirty="0"/>
              <a:t> </a:t>
            </a:r>
            <a:r>
              <a:rPr lang="en-US" sz="1200" i="1" dirty="0" err="1"/>
              <a:t>rủa</a:t>
            </a:r>
            <a:r>
              <a:rPr lang="en-US" sz="1200" i="1" dirty="0"/>
              <a:t> </a:t>
            </a:r>
            <a:r>
              <a:rPr lang="en-US" sz="1200" i="1" dirty="0" err="1"/>
              <a:t>vì</a:t>
            </a:r>
            <a:r>
              <a:rPr lang="en-US" sz="1200" i="1" dirty="0"/>
              <a:t> </a:t>
            </a:r>
            <a:r>
              <a:rPr lang="en-US" sz="1200" i="1" dirty="0" err="1"/>
              <a:t>nó</a:t>
            </a:r>
            <a:r>
              <a:rPr lang="en-US" sz="1200" i="1" dirty="0"/>
              <a:t> </a:t>
            </a:r>
            <a:r>
              <a:rPr lang="en-US" sz="1200" i="1" dirty="0" err="1"/>
              <a:t>tác</a:t>
            </a:r>
            <a:r>
              <a:rPr lang="en-US" sz="1200" i="1" dirty="0"/>
              <a:t> </a:t>
            </a:r>
            <a:r>
              <a:rPr lang="en-US" sz="1200" i="1" dirty="0" err="1"/>
              <a:t>động</a:t>
            </a:r>
            <a:r>
              <a:rPr lang="en-US" sz="1200" i="1" dirty="0"/>
              <a:t> </a:t>
            </a:r>
            <a:r>
              <a:rPr lang="en-US" sz="1200" i="1" dirty="0" err="1"/>
              <a:t>lên</a:t>
            </a:r>
            <a:r>
              <a:rPr lang="en-US" sz="1200" i="1" dirty="0"/>
              <a:t> </a:t>
            </a:r>
            <a:r>
              <a:rPr lang="en-US" sz="1200" i="1" dirty="0" err="1"/>
              <a:t>mình</a:t>
            </a:r>
            <a:r>
              <a:rPr lang="en-US" sz="1200" i="1" dirty="0"/>
              <a:t> </a:t>
            </a:r>
            <a:r>
              <a:rPr lang="en-US" sz="1200" i="1" dirty="0" err="1"/>
              <a:t>giống</a:t>
            </a:r>
            <a:r>
              <a:rPr lang="en-US" sz="1200" i="1" dirty="0"/>
              <a:t> </a:t>
            </a:r>
            <a:r>
              <a:rPr lang="en-US" sz="1200" i="1" dirty="0" err="1"/>
              <a:t>như</a:t>
            </a:r>
            <a:r>
              <a:rPr lang="en-US" sz="1200" i="1" dirty="0"/>
              <a:t> </a:t>
            </a:r>
            <a:r>
              <a:rPr lang="en-US" sz="1200" i="1" dirty="0" err="1"/>
              <a:t>tác</a:t>
            </a:r>
            <a:r>
              <a:rPr lang="en-US" sz="1200" i="1" dirty="0"/>
              <a:t> </a:t>
            </a:r>
            <a:r>
              <a:rPr lang="en-US" sz="1200" i="1" dirty="0" err="1"/>
              <a:t>động</a:t>
            </a:r>
            <a:r>
              <a:rPr lang="en-US" sz="1200" i="1" dirty="0"/>
              <a:t> </a:t>
            </a:r>
            <a:r>
              <a:rPr lang="en-US" sz="1200" i="1" dirty="0" err="1"/>
              <a:t>của</a:t>
            </a:r>
            <a:r>
              <a:rPr lang="en-US" sz="1200" i="1" dirty="0"/>
              <a:t> </a:t>
            </a:r>
            <a:r>
              <a:rPr lang="en-US" sz="1200" i="1" dirty="0" err="1"/>
              <a:t>gió</a:t>
            </a:r>
            <a:r>
              <a:rPr lang="en-US" sz="1200" i="1" dirty="0"/>
              <a:t> </a:t>
            </a:r>
            <a:r>
              <a:rPr lang="en-US" sz="1200" i="1" dirty="0" err="1"/>
              <a:t>cho</a:t>
            </a:r>
            <a:r>
              <a:rPr lang="en-US" sz="1200" i="1" dirty="0"/>
              <a:t> </a:t>
            </a:r>
            <a:r>
              <a:rPr lang="en-US" sz="1200" i="1" dirty="0" err="1"/>
              <a:t>diều</a:t>
            </a:r>
            <a:r>
              <a:rPr lang="en-US" sz="1200" i="1" dirty="0"/>
              <a:t> bay </a:t>
            </a:r>
            <a:r>
              <a:rPr lang="en-US" sz="1200" i="1" dirty="0" err="1"/>
              <a:t>lên</a:t>
            </a:r>
            <a:r>
              <a:rPr lang="en-US" sz="1200" i="1" dirty="0"/>
              <a:t>. Ở </a:t>
            </a:r>
            <a:r>
              <a:rPr lang="en-US" sz="1200" i="1" dirty="0" err="1"/>
              <a:t>góc</a:t>
            </a:r>
            <a:r>
              <a:rPr lang="en-US" sz="1200" i="1" dirty="0"/>
              <a:t> </a:t>
            </a:r>
            <a:r>
              <a:rPr lang="en-US" sz="1200" i="1" dirty="0" err="1"/>
              <a:t>độ</a:t>
            </a:r>
            <a:r>
              <a:rPr lang="en-US" sz="1200" i="1" dirty="0"/>
              <a:t> </a:t>
            </a:r>
            <a:r>
              <a:rPr lang="en-US" sz="1200" i="1" dirty="0" err="1"/>
              <a:t>khác</a:t>
            </a:r>
            <a:r>
              <a:rPr lang="en-US" sz="1200" i="1" dirty="0"/>
              <a:t> </a:t>
            </a:r>
            <a:r>
              <a:rPr lang="en-US" sz="1200" i="1" dirty="0" err="1"/>
              <a:t>nó</a:t>
            </a:r>
            <a:r>
              <a:rPr lang="en-US" sz="1200" i="1" dirty="0"/>
              <a:t> </a:t>
            </a:r>
            <a:r>
              <a:rPr lang="en-US" sz="1200" i="1" dirty="0" err="1"/>
              <a:t>sẽ</a:t>
            </a:r>
            <a:r>
              <a:rPr lang="en-US" sz="1200" i="1" dirty="0"/>
              <a:t> </a:t>
            </a:r>
            <a:r>
              <a:rPr lang="en-US" sz="1200" i="1" dirty="0" err="1"/>
              <a:t>không</a:t>
            </a:r>
            <a:r>
              <a:rPr lang="en-US" sz="1200" i="1" dirty="0"/>
              <a:t> bay </a:t>
            </a:r>
            <a:r>
              <a:rPr lang="en-US" sz="1200" i="1" dirty="0" err="1"/>
              <a:t>được</a:t>
            </a:r>
            <a:r>
              <a:rPr lang="en-US" sz="1200" i="1" dirty="0"/>
              <a:t> </a:t>
            </a:r>
            <a:r>
              <a:rPr lang="en-US" sz="1200" i="1" dirty="0" err="1"/>
              <a:t>nếu</a:t>
            </a:r>
            <a:r>
              <a:rPr lang="en-US" sz="1200" i="1" dirty="0"/>
              <a:t> </a:t>
            </a:r>
            <a:r>
              <a:rPr lang="en-US" sz="1200" i="1" dirty="0" err="1"/>
              <a:t>không</a:t>
            </a:r>
            <a:r>
              <a:rPr lang="en-US" sz="1200" i="1" dirty="0"/>
              <a:t> </a:t>
            </a:r>
            <a:r>
              <a:rPr lang="en-US" sz="1200" i="1" dirty="0" err="1"/>
              <a:t>có</a:t>
            </a:r>
            <a:r>
              <a:rPr lang="en-US" sz="1200" i="1" dirty="0"/>
              <a:t> </a:t>
            </a:r>
            <a:r>
              <a:rPr lang="en-US" sz="1200" i="1" dirty="0" err="1"/>
              <a:t>dây</a:t>
            </a:r>
            <a:r>
              <a:rPr lang="en-US" sz="1200" i="1" dirty="0"/>
              <a:t> </a:t>
            </a:r>
            <a:r>
              <a:rPr lang="en-US" sz="1200" i="1" dirty="0" err="1"/>
              <a:t>diều</a:t>
            </a:r>
            <a:r>
              <a:rPr lang="en-US" sz="1200" i="1" dirty="0"/>
              <a:t> </a:t>
            </a:r>
            <a:r>
              <a:rPr lang="en-US" sz="1200" i="1" dirty="0" err="1"/>
              <a:t>kéo</a:t>
            </a:r>
            <a:r>
              <a:rPr lang="en-US" sz="1200" i="1" dirty="0"/>
              <a:t> </a:t>
            </a:r>
            <a:r>
              <a:rPr lang="en-US" sz="1200" i="1" dirty="0" err="1"/>
              <a:t>lại</a:t>
            </a:r>
            <a:r>
              <a:rPr lang="en-US" sz="1200" i="1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200" i="1" dirty="0"/>
              <a:t>Khi </a:t>
            </a:r>
            <a:r>
              <a:rPr lang="en-US" sz="1200" i="1" dirty="0" err="1"/>
              <a:t>chúa</a:t>
            </a:r>
            <a:r>
              <a:rPr lang="en-US" sz="1200" i="1" dirty="0"/>
              <a:t> </a:t>
            </a:r>
            <a:r>
              <a:rPr lang="en-US" sz="1200" i="1" dirty="0" err="1"/>
              <a:t>mún</a:t>
            </a:r>
            <a:r>
              <a:rPr lang="en-US" sz="1200" i="1" dirty="0"/>
              <a:t> </a:t>
            </a:r>
            <a:r>
              <a:rPr lang="en-US" sz="1200" i="1" dirty="0" err="1"/>
              <a:t>dạy</a:t>
            </a:r>
            <a:r>
              <a:rPr lang="en-US" sz="1200" i="1" dirty="0"/>
              <a:t> ai </a:t>
            </a:r>
            <a:r>
              <a:rPr lang="en-US" sz="1200" i="1" dirty="0" err="1"/>
              <a:t>điều</a:t>
            </a:r>
            <a:r>
              <a:rPr lang="en-US" sz="1200" i="1" dirty="0"/>
              <a:t> </a:t>
            </a:r>
            <a:r>
              <a:rPr lang="en-US" sz="1200" i="1" dirty="0" err="1"/>
              <a:t>gì</a:t>
            </a:r>
            <a:r>
              <a:rPr lang="en-US" sz="1200" i="1" dirty="0"/>
              <a:t> </a:t>
            </a:r>
            <a:r>
              <a:rPr lang="en-US" sz="1200" i="1" dirty="0" err="1"/>
              <a:t>ngài</a:t>
            </a:r>
            <a:r>
              <a:rPr lang="en-US" sz="1200" i="1" dirty="0"/>
              <a:t> </a:t>
            </a:r>
            <a:r>
              <a:rPr lang="en-US" sz="1200" i="1" dirty="0" err="1"/>
              <a:t>sẽ</a:t>
            </a:r>
            <a:r>
              <a:rPr lang="en-US" sz="1200" i="1" dirty="0"/>
              <a:t> </a:t>
            </a:r>
            <a:r>
              <a:rPr lang="en-US" sz="1200" i="1" dirty="0" err="1"/>
              <a:t>không</a:t>
            </a:r>
            <a:r>
              <a:rPr lang="en-US" sz="1200" i="1" dirty="0"/>
              <a:t> </a:t>
            </a:r>
            <a:r>
              <a:rPr lang="en-US" sz="1200" i="1" dirty="0" err="1"/>
              <a:t>gửi</a:t>
            </a:r>
            <a:r>
              <a:rPr lang="en-US" sz="1200" i="1" dirty="0"/>
              <a:t> </a:t>
            </a:r>
            <a:r>
              <a:rPr lang="en-US" sz="1200" i="1" dirty="0" err="1"/>
              <a:t>anh</a:t>
            </a:r>
            <a:r>
              <a:rPr lang="en-US" sz="1200" i="1" dirty="0"/>
              <a:t> ta </a:t>
            </a:r>
            <a:r>
              <a:rPr lang="en-US" sz="1200" i="1" dirty="0" err="1"/>
              <a:t>tới</a:t>
            </a:r>
            <a:r>
              <a:rPr lang="en-US" sz="1200" i="1" dirty="0"/>
              <a:t> </a:t>
            </a:r>
            <a:r>
              <a:rPr lang="en-US" sz="1200" i="1" dirty="0" err="1"/>
              <a:t>ngôi</a:t>
            </a:r>
            <a:r>
              <a:rPr lang="en-US" sz="1200" i="1" dirty="0"/>
              <a:t> </a:t>
            </a:r>
            <a:r>
              <a:rPr lang="en-US" sz="1200" i="1" dirty="0" err="1"/>
              <a:t>trường</a:t>
            </a:r>
            <a:r>
              <a:rPr lang="en-US" sz="1200" i="1" dirty="0"/>
              <a:t> </a:t>
            </a:r>
            <a:r>
              <a:rPr lang="en-US" sz="1200" i="1" dirty="0" err="1"/>
              <a:t>ân</a:t>
            </a:r>
            <a:r>
              <a:rPr lang="en-US" sz="1200" i="1" dirty="0"/>
              <a:t> </a:t>
            </a:r>
            <a:r>
              <a:rPr lang="en-US" sz="1200" i="1" dirty="0" err="1"/>
              <a:t>huệ</a:t>
            </a:r>
            <a:r>
              <a:rPr lang="en-US" sz="1200" i="1" dirty="0"/>
              <a:t> </a:t>
            </a:r>
            <a:r>
              <a:rPr lang="en-US" sz="1200" i="1" dirty="0" err="1"/>
              <a:t>mà</a:t>
            </a:r>
            <a:r>
              <a:rPr lang="en-US" sz="1200" i="1" dirty="0"/>
              <a:t> </a:t>
            </a:r>
            <a:r>
              <a:rPr lang="en-US" sz="1200" i="1" dirty="0" err="1"/>
              <a:t>đưa</a:t>
            </a:r>
            <a:r>
              <a:rPr lang="en-US" sz="1200" i="1" dirty="0"/>
              <a:t> </a:t>
            </a:r>
            <a:r>
              <a:rPr lang="en-US" sz="1200" i="1" dirty="0" err="1"/>
              <a:t>tới</a:t>
            </a:r>
            <a:r>
              <a:rPr lang="en-US" sz="1200" i="1" dirty="0"/>
              <a:t> </a:t>
            </a:r>
            <a:r>
              <a:rPr lang="en-US" sz="1200" i="1" dirty="0" err="1"/>
              <a:t>ngôi</a:t>
            </a:r>
            <a:r>
              <a:rPr lang="en-US" sz="1200" i="1" dirty="0"/>
              <a:t> </a:t>
            </a:r>
            <a:r>
              <a:rPr lang="en-US" sz="1200" i="1" dirty="0" err="1"/>
              <a:t>trường</a:t>
            </a:r>
            <a:r>
              <a:rPr lang="en-US" sz="1200" i="1" dirty="0"/>
              <a:t> </a:t>
            </a:r>
            <a:r>
              <a:rPr lang="en-US" sz="1200" i="1" dirty="0" err="1"/>
              <a:t>gian</a:t>
            </a:r>
            <a:r>
              <a:rPr lang="en-US" sz="1200" i="1" dirty="0"/>
              <a:t> </a:t>
            </a:r>
            <a:r>
              <a:rPr lang="en-US" sz="1200" i="1" dirty="0" err="1"/>
              <a:t>khổ</a:t>
            </a:r>
            <a:r>
              <a:rPr lang="en-US" sz="1200" i="1" dirty="0"/>
              <a:t>. </a:t>
            </a:r>
            <a:r>
              <a:rPr lang="en-US" sz="1200" i="1" dirty="0" err="1"/>
              <a:t>Vì</a:t>
            </a:r>
            <a:r>
              <a:rPr lang="en-US" sz="1200" i="1" dirty="0"/>
              <a:t> </a:t>
            </a:r>
            <a:r>
              <a:rPr lang="en-US" sz="1200" i="1" dirty="0" err="1"/>
              <a:t>với</a:t>
            </a:r>
            <a:r>
              <a:rPr lang="en-US" sz="1200" i="1" dirty="0"/>
              <a:t> </a:t>
            </a:r>
            <a:r>
              <a:rPr lang="en-US" sz="1200" i="1" dirty="0" err="1"/>
              <a:t>môi</a:t>
            </a:r>
            <a:r>
              <a:rPr lang="en-US" sz="1200" i="1" dirty="0"/>
              <a:t> </a:t>
            </a:r>
            <a:r>
              <a:rPr lang="en-US" sz="1200" i="1" dirty="0" err="1"/>
              <a:t>trường</a:t>
            </a:r>
            <a:r>
              <a:rPr lang="en-US" sz="1200" i="1" dirty="0"/>
              <a:t> </a:t>
            </a:r>
            <a:r>
              <a:rPr lang="en-US" sz="1200" i="1" dirty="0" err="1"/>
              <a:t>đó</a:t>
            </a:r>
            <a:r>
              <a:rPr lang="en-US" sz="1200" i="1" dirty="0"/>
              <a:t> </a:t>
            </a:r>
            <a:r>
              <a:rPr lang="en-US" sz="1200" i="1" dirty="0" err="1"/>
              <a:t>làm</a:t>
            </a:r>
            <a:r>
              <a:rPr lang="en-US" sz="1200" i="1" dirty="0"/>
              <a:t> </a:t>
            </a:r>
            <a:r>
              <a:rPr lang="en-US" sz="1200" i="1" dirty="0" err="1"/>
              <a:t>cho</a:t>
            </a:r>
            <a:r>
              <a:rPr lang="en-US" sz="1200" i="1" dirty="0"/>
              <a:t> con </a:t>
            </a:r>
            <a:r>
              <a:rPr lang="en-US" sz="1200" i="1" dirty="0" err="1"/>
              <a:t>người</a:t>
            </a:r>
            <a:r>
              <a:rPr lang="en-US" sz="1200" i="1" dirty="0"/>
              <a:t> ta </a:t>
            </a:r>
            <a:r>
              <a:rPr lang="en-US" sz="1200" i="1" dirty="0" err="1"/>
              <a:t>vượt</a:t>
            </a:r>
            <a:r>
              <a:rPr lang="en-US" sz="1200" i="1" dirty="0"/>
              <a:t> </a:t>
            </a:r>
            <a:r>
              <a:rPr lang="en-US" sz="1200" i="1" dirty="0" err="1"/>
              <a:t>lên</a:t>
            </a:r>
            <a:r>
              <a:rPr lang="en-US" sz="1200" i="1" dirty="0"/>
              <a:t> </a:t>
            </a:r>
            <a:r>
              <a:rPr lang="en-US" sz="1200" i="1" dirty="0" err="1"/>
              <a:t>sự</a:t>
            </a:r>
            <a:r>
              <a:rPr lang="en-US" sz="1200" i="1" dirty="0"/>
              <a:t> </a:t>
            </a:r>
            <a:r>
              <a:rPr lang="en-US" sz="1200" i="1" dirty="0" err="1"/>
              <a:t>tầm</a:t>
            </a:r>
            <a:r>
              <a:rPr lang="en-US" sz="1200" i="1" dirty="0"/>
              <a:t> </a:t>
            </a:r>
            <a:r>
              <a:rPr lang="en-US" sz="1200" i="1" dirty="0" err="1"/>
              <a:t>thường</a:t>
            </a:r>
            <a:r>
              <a:rPr lang="en-US" sz="1200" i="1" dirty="0"/>
              <a:t> </a:t>
            </a:r>
            <a:r>
              <a:rPr lang="en-US" sz="1200" i="1" dirty="0" err="1"/>
              <a:t>và</a:t>
            </a:r>
            <a:r>
              <a:rPr lang="en-US" sz="1200" i="1" dirty="0"/>
              <a:t> </a:t>
            </a:r>
            <a:r>
              <a:rPr lang="en-US" sz="1200" i="1" dirty="0" err="1"/>
              <a:t>tìm</a:t>
            </a:r>
            <a:r>
              <a:rPr lang="en-US" sz="1200" i="1" dirty="0"/>
              <a:t> </a:t>
            </a:r>
            <a:r>
              <a:rPr lang="en-US" sz="1200" i="1" dirty="0" err="1"/>
              <a:t>ra</a:t>
            </a:r>
            <a:r>
              <a:rPr lang="en-US" sz="1200" i="1" dirty="0"/>
              <a:t> </a:t>
            </a:r>
            <a:r>
              <a:rPr lang="en-US" sz="1200" i="1" dirty="0" err="1"/>
              <a:t>sức</a:t>
            </a:r>
            <a:r>
              <a:rPr lang="en-US" sz="1200" i="1" dirty="0"/>
              <a:t> </a:t>
            </a:r>
            <a:r>
              <a:rPr lang="en-US" sz="1200" i="1" dirty="0" err="1"/>
              <a:t>mạnh</a:t>
            </a:r>
            <a:r>
              <a:rPr lang="en-US" sz="1200" i="1" dirty="0"/>
              <a:t> </a:t>
            </a:r>
            <a:r>
              <a:rPr lang="en-US" sz="1200" i="1" dirty="0" err="1"/>
              <a:t>chính</a:t>
            </a:r>
            <a:r>
              <a:rPr lang="en-US" sz="1200" i="1" dirty="0"/>
              <a:t> </a:t>
            </a:r>
            <a:r>
              <a:rPr lang="en-US" sz="1200" i="1" dirty="0" err="1"/>
              <a:t>mình</a:t>
            </a:r>
            <a:r>
              <a:rPr lang="en-US" sz="1200" i="1" dirty="0"/>
              <a:t>.</a:t>
            </a:r>
          </a:p>
          <a:p>
            <a:pPr lvl="1" algn="just">
              <a:lnSpc>
                <a:spcPct val="150000"/>
              </a:lnSpc>
            </a:pPr>
            <a:endParaRPr lang="en-US" sz="1100" dirty="0"/>
          </a:p>
          <a:p>
            <a:pPr algn="just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4" y="848397"/>
            <a:ext cx="600591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trò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với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nhân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CA56C8-6DC6-BB31-EF55-DFD887481D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549" b="11804"/>
          <a:stretch/>
        </p:blipFill>
        <p:spPr>
          <a:xfrm>
            <a:off x="5314950" y="4914905"/>
            <a:ext cx="3707025" cy="1721223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92597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3855" y="1623676"/>
            <a:ext cx="7400639" cy="46785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tự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 </a:t>
            </a:r>
            <a:r>
              <a:rPr lang="en-US" sz="1600" dirty="0" err="1"/>
              <a:t>tốt</a:t>
            </a:r>
            <a:r>
              <a:rPr lang="en-US" sz="1600" dirty="0"/>
              <a:t> </a:t>
            </a:r>
            <a:r>
              <a:rPr lang="en-US" sz="1600" dirty="0" err="1"/>
              <a:t>lên</a:t>
            </a:r>
            <a:r>
              <a:rPr lang="en-US" sz="1600" dirty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200" dirty="0" err="1"/>
              <a:t>Thái</a:t>
            </a:r>
            <a:r>
              <a:rPr lang="en-US" sz="1200" dirty="0"/>
              <a:t> </a:t>
            </a:r>
            <a:r>
              <a:rPr lang="en-US" sz="1200" dirty="0" err="1"/>
              <a:t>độ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hình</a:t>
            </a:r>
            <a:r>
              <a:rPr lang="en-US" sz="1200" dirty="0"/>
              <a:t> </a:t>
            </a:r>
            <a:r>
              <a:rPr lang="en-US" sz="1200" dirty="0" err="1"/>
              <a:t>thành</a:t>
            </a:r>
            <a:r>
              <a:rPr lang="en-US" sz="1200" dirty="0"/>
              <a:t> </a:t>
            </a:r>
            <a:r>
              <a:rPr lang="en-US" sz="1200" dirty="0" err="1"/>
              <a:t>từ</a:t>
            </a:r>
            <a:r>
              <a:rPr lang="en-US" sz="1200" dirty="0"/>
              <a:t> </a:t>
            </a:r>
            <a:r>
              <a:rPr lang="en-US" sz="1200" dirty="0" err="1"/>
              <a:t>rất</a:t>
            </a:r>
            <a:r>
              <a:rPr lang="en-US" sz="1200" dirty="0"/>
              <a:t> </a:t>
            </a:r>
            <a:r>
              <a:rPr lang="en-US" sz="1200" dirty="0" err="1"/>
              <a:t>nhiều</a:t>
            </a:r>
            <a:r>
              <a:rPr lang="en-US" sz="1200" dirty="0"/>
              <a:t> </a:t>
            </a:r>
            <a:r>
              <a:rPr lang="en-US" sz="1200" dirty="0" err="1"/>
              <a:t>yếu</a:t>
            </a:r>
            <a:r>
              <a:rPr lang="en-US" sz="1200" dirty="0"/>
              <a:t> </a:t>
            </a:r>
            <a:r>
              <a:rPr lang="en-US" sz="1200" dirty="0" err="1"/>
              <a:t>tố</a:t>
            </a:r>
            <a:r>
              <a:rPr lang="en-US" sz="1200" dirty="0"/>
              <a:t> ( </a:t>
            </a:r>
            <a:r>
              <a:rPr lang="en-US" sz="1200" dirty="0" err="1"/>
              <a:t>cuộc</a:t>
            </a:r>
            <a:r>
              <a:rPr lang="en-US" sz="1200" dirty="0"/>
              <a:t> </a:t>
            </a:r>
            <a:r>
              <a:rPr lang="en-US" sz="1200" dirty="0" err="1"/>
              <a:t>sống</a:t>
            </a:r>
            <a:r>
              <a:rPr lang="en-US" sz="1200" dirty="0"/>
              <a:t>, </a:t>
            </a:r>
            <a:r>
              <a:rPr lang="en-US" sz="1200" dirty="0" err="1"/>
              <a:t>công</a:t>
            </a:r>
            <a:r>
              <a:rPr lang="en-US" sz="1200" dirty="0"/>
              <a:t> </a:t>
            </a:r>
            <a:r>
              <a:rPr lang="en-US" sz="1200" dirty="0" err="1"/>
              <a:t>việc</a:t>
            </a:r>
            <a:r>
              <a:rPr lang="en-US" sz="1200" dirty="0"/>
              <a:t>, </a:t>
            </a:r>
            <a:r>
              <a:rPr lang="en-US" sz="1200" dirty="0" err="1"/>
              <a:t>gia</a:t>
            </a:r>
            <a:r>
              <a:rPr lang="en-US" sz="1200" dirty="0"/>
              <a:t> </a:t>
            </a:r>
            <a:r>
              <a:rPr lang="en-US" sz="1200" dirty="0" err="1"/>
              <a:t>đình</a:t>
            </a:r>
            <a:r>
              <a:rPr lang="en-US" sz="1200" dirty="0"/>
              <a:t>, </a:t>
            </a:r>
            <a:r>
              <a:rPr lang="en-US" sz="1200" dirty="0" err="1"/>
              <a:t>học</a:t>
            </a:r>
            <a:r>
              <a:rPr lang="en-US" sz="1200" dirty="0"/>
              <a:t> </a:t>
            </a:r>
            <a:r>
              <a:rPr lang="en-US" sz="1200" dirty="0" err="1"/>
              <a:t>tập</a:t>
            </a:r>
            <a:r>
              <a:rPr lang="en-US" sz="1200" dirty="0"/>
              <a:t>…) </a:t>
            </a:r>
            <a:r>
              <a:rPr lang="en-US" sz="1200" dirty="0" err="1"/>
              <a:t>nhưng</a:t>
            </a:r>
            <a:r>
              <a:rPr lang="en-US" sz="1200" dirty="0"/>
              <a:t> </a:t>
            </a:r>
            <a:r>
              <a:rPr lang="en-US" sz="1200" dirty="0" err="1"/>
              <a:t>yếu</a:t>
            </a:r>
            <a:r>
              <a:rPr lang="en-US" sz="1200" dirty="0"/>
              <a:t> </a:t>
            </a:r>
            <a:r>
              <a:rPr lang="en-US" sz="1200" dirty="0" err="1"/>
              <a:t>tố</a:t>
            </a:r>
            <a:r>
              <a:rPr lang="en-US" sz="1200" dirty="0"/>
              <a:t> </a:t>
            </a:r>
            <a:r>
              <a:rPr lang="en-US" sz="1200" dirty="0" err="1"/>
              <a:t>trọng</a:t>
            </a:r>
            <a:r>
              <a:rPr lang="en-US" sz="1200" dirty="0"/>
              <a:t> </a:t>
            </a:r>
            <a:r>
              <a:rPr lang="en-US" sz="1200" dirty="0" err="1"/>
              <a:t>số</a:t>
            </a:r>
            <a:r>
              <a:rPr lang="en-US" sz="1200" dirty="0"/>
              <a:t> </a:t>
            </a:r>
            <a:r>
              <a:rPr lang="en-US" sz="1200" dirty="0" err="1"/>
              <a:t>là</a:t>
            </a:r>
            <a:r>
              <a:rPr lang="en-US" sz="1200" dirty="0"/>
              <a:t> </a:t>
            </a:r>
            <a:r>
              <a:rPr lang="en-US" sz="1200" dirty="0" err="1"/>
              <a:t>giáo</a:t>
            </a:r>
            <a:r>
              <a:rPr lang="en-US" sz="1200" dirty="0"/>
              <a:t> </a:t>
            </a:r>
            <a:r>
              <a:rPr lang="en-US" sz="1200" dirty="0" err="1"/>
              <a:t>dục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tự</a:t>
            </a:r>
            <a:r>
              <a:rPr lang="en-US" sz="1200" dirty="0"/>
              <a:t> </a:t>
            </a:r>
            <a:r>
              <a:rPr lang="en-US" sz="1200" dirty="0" err="1"/>
              <a:t>rèn</a:t>
            </a:r>
            <a:r>
              <a:rPr lang="en-US" sz="1200" dirty="0"/>
              <a:t> </a:t>
            </a:r>
            <a:r>
              <a:rPr lang="en-US" sz="1200" dirty="0" err="1"/>
              <a:t>luyện</a:t>
            </a:r>
            <a:r>
              <a:rPr lang="en-US" sz="1200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200" dirty="0"/>
              <a:t>Do </a:t>
            </a:r>
            <a:r>
              <a:rPr lang="en-US" sz="1200" dirty="0" err="1"/>
              <a:t>đó</a:t>
            </a:r>
            <a:r>
              <a:rPr lang="en-US" sz="1200" dirty="0"/>
              <a:t> </a:t>
            </a:r>
            <a:r>
              <a:rPr lang="en-US" sz="1200" dirty="0" err="1"/>
              <a:t>kẻ</a:t>
            </a:r>
            <a:r>
              <a:rPr lang="en-US" sz="1200" dirty="0"/>
              <a:t>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thái</a:t>
            </a:r>
            <a:r>
              <a:rPr lang="en-US" sz="1200" dirty="0"/>
              <a:t> </a:t>
            </a:r>
            <a:r>
              <a:rPr lang="en-US" sz="1200" dirty="0" err="1"/>
              <a:t>độ</a:t>
            </a:r>
            <a:r>
              <a:rPr lang="en-US" sz="1200" dirty="0"/>
              <a:t> </a:t>
            </a:r>
            <a:r>
              <a:rPr lang="en-US" sz="1200" dirty="0" err="1"/>
              <a:t>không</a:t>
            </a:r>
            <a:r>
              <a:rPr lang="en-US" sz="1200" dirty="0"/>
              <a:t> </a:t>
            </a:r>
            <a:r>
              <a:rPr lang="en-US" sz="1200" dirty="0" err="1"/>
              <a:t>tốt</a:t>
            </a:r>
            <a:r>
              <a:rPr lang="en-US" sz="1200" dirty="0"/>
              <a:t> </a:t>
            </a:r>
            <a:r>
              <a:rPr lang="en-US" sz="1200" dirty="0" err="1"/>
              <a:t>rất</a:t>
            </a:r>
            <a:r>
              <a:rPr lang="en-US" sz="1200" dirty="0"/>
              <a:t> </a:t>
            </a:r>
            <a:r>
              <a:rPr lang="en-US" sz="1200" dirty="0" err="1"/>
              <a:t>nhiều</a:t>
            </a:r>
            <a:r>
              <a:rPr lang="en-US" sz="1200" dirty="0"/>
              <a:t> </a:t>
            </a:r>
            <a:r>
              <a:rPr lang="en-US" sz="1200" dirty="0" err="1"/>
              <a:t>vì</a:t>
            </a:r>
            <a:r>
              <a:rPr lang="en-US" sz="1200" dirty="0"/>
              <a:t> </a:t>
            </a:r>
            <a:r>
              <a:rPr lang="en-US" sz="1200" dirty="0" err="1"/>
              <a:t>không</a:t>
            </a:r>
            <a:r>
              <a:rPr lang="en-US" sz="1200" dirty="0"/>
              <a:t> </a:t>
            </a:r>
            <a:r>
              <a:rPr lang="en-US" sz="1200" dirty="0" err="1"/>
              <a:t>tự</a:t>
            </a:r>
            <a:r>
              <a:rPr lang="en-US" sz="1200" dirty="0"/>
              <a:t> </a:t>
            </a:r>
            <a:r>
              <a:rPr lang="en-US" sz="1200" dirty="0" err="1"/>
              <a:t>rèn</a:t>
            </a:r>
            <a:r>
              <a:rPr lang="en-US" sz="1200" dirty="0"/>
              <a:t> </a:t>
            </a:r>
            <a:r>
              <a:rPr lang="en-US" sz="1200" dirty="0" err="1"/>
              <a:t>luyện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 </a:t>
            </a:r>
            <a:r>
              <a:rPr lang="en-US" sz="1200" dirty="0" err="1">
                <a:sym typeface="Wingdings" panose="05000000000000000000" pitchFamily="2" charset="2"/>
              </a:rPr>
              <a:t>Lười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nhác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kiêu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ngạo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tham</a:t>
            </a:r>
            <a:r>
              <a:rPr lang="en-US" sz="1200" dirty="0">
                <a:sym typeface="Wingdings" panose="05000000000000000000" pitchFamily="2" charset="2"/>
              </a:rPr>
              <a:t> lam, </a:t>
            </a:r>
            <a:r>
              <a:rPr lang="en-US" sz="1200" dirty="0" err="1">
                <a:sym typeface="Wingdings" panose="05000000000000000000" pitchFamily="2" charset="2"/>
              </a:rPr>
              <a:t>ganh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tị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giận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dữ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thèm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khát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lợi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ích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địa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vị</a:t>
            </a:r>
            <a:r>
              <a:rPr lang="en-US" sz="1200" dirty="0">
                <a:sym typeface="Wingdings" panose="05000000000000000000" pitchFamily="2" charset="2"/>
              </a:rPr>
              <a:t>….</a:t>
            </a:r>
            <a:endParaRPr lang="en-US" sz="800" dirty="0"/>
          </a:p>
          <a:p>
            <a:pPr algn="just">
              <a:lnSpc>
                <a:spcPct val="150000"/>
              </a:lnSpc>
            </a:pP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ta </a:t>
            </a:r>
            <a:r>
              <a:rPr lang="en-US" sz="1600" dirty="0" err="1"/>
              <a:t>nhìn</a:t>
            </a:r>
            <a:r>
              <a:rPr lang="en-US" sz="1600" dirty="0"/>
              <a:t> </a:t>
            </a:r>
            <a:r>
              <a:rPr lang="en-US" sz="1600" dirty="0" err="1"/>
              <a:t>sự</a:t>
            </a:r>
            <a:r>
              <a:rPr lang="en-US" sz="1600" dirty="0"/>
              <a:t> </a:t>
            </a:r>
            <a:r>
              <a:rPr lang="en-US" sz="1600" dirty="0" err="1"/>
              <a:t>vật</a:t>
            </a:r>
            <a:r>
              <a:rPr lang="en-US" sz="1600" dirty="0"/>
              <a:t> </a:t>
            </a:r>
            <a:r>
              <a:rPr lang="en-US" sz="1600" dirty="0" err="1"/>
              <a:t>và</a:t>
            </a:r>
            <a:r>
              <a:rPr lang="en-US" sz="1600" dirty="0"/>
              <a:t> con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cách</a:t>
            </a:r>
            <a:r>
              <a:rPr lang="en-US" sz="1600" dirty="0"/>
              <a:t> </a:t>
            </a:r>
            <a:r>
              <a:rPr lang="en-US" sz="1600" dirty="0" err="1"/>
              <a:t>tích</a:t>
            </a:r>
            <a:r>
              <a:rPr lang="en-US" sz="1600" dirty="0"/>
              <a:t> </a:t>
            </a:r>
            <a:r>
              <a:rPr lang="en-US" sz="1600" dirty="0" err="1"/>
              <a:t>cực</a:t>
            </a:r>
            <a:r>
              <a:rPr lang="en-US" sz="1600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i="1" dirty="0" err="1"/>
              <a:t>Những</a:t>
            </a:r>
            <a:r>
              <a:rPr lang="en-US" sz="1400" i="1" dirty="0"/>
              <a:t> </a:t>
            </a:r>
            <a:r>
              <a:rPr lang="en-US" sz="1400" i="1" dirty="0" err="1"/>
              <a:t>cá</a:t>
            </a:r>
            <a:r>
              <a:rPr lang="en-US" sz="1400" i="1" dirty="0"/>
              <a:t> </a:t>
            </a:r>
            <a:r>
              <a:rPr lang="en-US" sz="1400" i="1" dirty="0" err="1"/>
              <a:t>nhân</a:t>
            </a:r>
            <a:r>
              <a:rPr lang="en-US" sz="1400" i="1" dirty="0"/>
              <a:t> </a:t>
            </a:r>
            <a:r>
              <a:rPr lang="en-US" sz="1400" i="1" dirty="0" err="1"/>
              <a:t>có</a:t>
            </a:r>
            <a:r>
              <a:rPr lang="en-US" sz="1400" i="1" dirty="0"/>
              <a:t> </a:t>
            </a:r>
            <a:r>
              <a:rPr lang="en-US" sz="1400" i="1" dirty="0" err="1"/>
              <a:t>thái</a:t>
            </a:r>
            <a:r>
              <a:rPr lang="en-US" sz="1400" i="1" dirty="0"/>
              <a:t> </a:t>
            </a:r>
            <a:r>
              <a:rPr lang="en-US" sz="1400" i="1" dirty="0" err="1"/>
              <a:t>độ</a:t>
            </a:r>
            <a:r>
              <a:rPr lang="en-US" sz="1400" i="1" dirty="0"/>
              <a:t> </a:t>
            </a:r>
            <a:r>
              <a:rPr lang="en-US" sz="1400" i="1" dirty="0" err="1"/>
              <a:t>tốt</a:t>
            </a:r>
            <a:r>
              <a:rPr lang="en-US" sz="1400" i="1" dirty="0"/>
              <a:t> </a:t>
            </a:r>
            <a:r>
              <a:rPr lang="en-US" sz="1400" i="1" dirty="0" err="1"/>
              <a:t>sẽ</a:t>
            </a:r>
            <a:r>
              <a:rPr lang="en-US" sz="1400" i="1" dirty="0"/>
              <a:t> </a:t>
            </a:r>
            <a:r>
              <a:rPr lang="en-US" sz="1400" i="1" dirty="0" err="1"/>
              <a:t>dẫn</a:t>
            </a:r>
            <a:r>
              <a:rPr lang="en-US" sz="1400" i="1" dirty="0"/>
              <a:t> </a:t>
            </a:r>
            <a:r>
              <a:rPr lang="en-US" sz="1400" i="1" dirty="0" err="1"/>
              <a:t>tới</a:t>
            </a:r>
            <a:r>
              <a:rPr lang="en-US" sz="1400" i="1" dirty="0"/>
              <a:t> </a:t>
            </a:r>
            <a:r>
              <a:rPr lang="en-US" sz="1400" i="1" dirty="0" err="1"/>
              <a:t>mẫu</a:t>
            </a:r>
            <a:r>
              <a:rPr lang="en-US" sz="1400" i="1" dirty="0"/>
              <a:t> </a:t>
            </a:r>
            <a:r>
              <a:rPr lang="en-US" sz="1400" i="1" dirty="0" err="1"/>
              <a:t>người</a:t>
            </a:r>
            <a:r>
              <a:rPr lang="en-US" sz="1400" i="1" dirty="0"/>
              <a:t> </a:t>
            </a:r>
            <a:r>
              <a:rPr lang="en-US" sz="1400" i="1" dirty="0" err="1"/>
              <a:t>tích</a:t>
            </a:r>
            <a:r>
              <a:rPr lang="en-US" sz="1400" i="1" dirty="0"/>
              <a:t> </a:t>
            </a:r>
            <a:r>
              <a:rPr lang="en-US" sz="1400" i="1" dirty="0" err="1"/>
              <a:t>cực</a:t>
            </a:r>
            <a:r>
              <a:rPr lang="en-US" sz="1400" i="1" dirty="0"/>
              <a:t>, </a:t>
            </a:r>
            <a:r>
              <a:rPr lang="en-US" sz="1400" i="1" dirty="0" err="1"/>
              <a:t>là</a:t>
            </a:r>
            <a:r>
              <a:rPr lang="en-US" sz="1400" i="1" dirty="0"/>
              <a:t> </a:t>
            </a:r>
            <a:r>
              <a:rPr lang="en-US" sz="1400" i="1" dirty="0" err="1"/>
              <a:t>người</a:t>
            </a:r>
            <a:r>
              <a:rPr lang="en-US" sz="1400" i="1" dirty="0"/>
              <a:t> </a:t>
            </a:r>
            <a:r>
              <a:rPr lang="en-US" sz="1400" i="1" dirty="0" err="1"/>
              <a:t>có</a:t>
            </a:r>
            <a:r>
              <a:rPr lang="en-US" sz="1400" i="1" dirty="0"/>
              <a:t> </a:t>
            </a:r>
            <a:r>
              <a:rPr lang="en-US" sz="1400" i="1" dirty="0" err="1"/>
              <a:t>tính</a:t>
            </a:r>
            <a:r>
              <a:rPr lang="en-US" sz="1400" i="1" dirty="0"/>
              <a:t> </a:t>
            </a:r>
            <a:r>
              <a:rPr lang="en-US" sz="1400" i="1" dirty="0" err="1"/>
              <a:t>khống</a:t>
            </a:r>
            <a:r>
              <a:rPr lang="en-US" sz="1400" i="1" dirty="0"/>
              <a:t> </a:t>
            </a:r>
            <a:r>
              <a:rPr lang="en-US" sz="1400" i="1" dirty="0" err="1"/>
              <a:t>giới</a:t>
            </a:r>
            <a:r>
              <a:rPr lang="en-US" sz="1400" i="1" dirty="0"/>
              <a:t> </a:t>
            </a:r>
            <a:r>
              <a:rPr lang="en-US" sz="1400" i="1" dirty="0" err="1"/>
              <a:t>hạn</a:t>
            </a:r>
            <a:r>
              <a:rPr lang="en-US" sz="1400" i="1" dirty="0"/>
              <a:t> </a:t>
            </a:r>
            <a:r>
              <a:rPr lang="en-US" sz="1400" i="1" dirty="0" err="1"/>
              <a:t>vị</a:t>
            </a:r>
            <a:r>
              <a:rPr lang="en-US" sz="1400" i="1" dirty="0"/>
              <a:t> </a:t>
            </a:r>
            <a:r>
              <a:rPr lang="en-US" sz="1400" i="1" dirty="0" err="1"/>
              <a:t>họ</a:t>
            </a:r>
            <a:r>
              <a:rPr lang="en-US" sz="1400" i="1" dirty="0"/>
              <a:t> </a:t>
            </a:r>
            <a:r>
              <a:rPr lang="en-US" sz="1400" i="1" dirty="0" err="1"/>
              <a:t>không</a:t>
            </a:r>
            <a:r>
              <a:rPr lang="en-US" sz="1400" i="1" dirty="0"/>
              <a:t> </a:t>
            </a:r>
            <a:r>
              <a:rPr lang="en-US" sz="1400" i="1" dirty="0" err="1"/>
              <a:t>chấp</a:t>
            </a:r>
            <a:r>
              <a:rPr lang="en-US" sz="1400" i="1" dirty="0"/>
              <a:t> </a:t>
            </a:r>
            <a:r>
              <a:rPr lang="en-US" sz="1400" i="1" dirty="0" err="1"/>
              <a:t>nhận</a:t>
            </a:r>
            <a:r>
              <a:rPr lang="en-US" sz="1400" i="1" dirty="0"/>
              <a:t> </a:t>
            </a:r>
            <a:r>
              <a:rPr lang="en-US" sz="1400" i="1" dirty="0" err="1"/>
              <a:t>giới</a:t>
            </a:r>
            <a:r>
              <a:rPr lang="en-US" sz="1400" i="1" dirty="0"/>
              <a:t> </a:t>
            </a:r>
            <a:r>
              <a:rPr lang="en-US" sz="1400" i="1" dirty="0" err="1"/>
              <a:t>hạn</a:t>
            </a:r>
            <a:r>
              <a:rPr lang="en-US" sz="1400" i="1" dirty="0"/>
              <a:t> </a:t>
            </a:r>
            <a:r>
              <a:rPr lang="en-US" sz="1400" i="1" dirty="0" err="1"/>
              <a:t>bình</a:t>
            </a:r>
            <a:r>
              <a:rPr lang="en-US" sz="1400" i="1" dirty="0"/>
              <a:t> </a:t>
            </a:r>
            <a:r>
              <a:rPr lang="en-US" sz="1400" i="1" dirty="0" err="1"/>
              <a:t>thường</a:t>
            </a:r>
            <a:r>
              <a:rPr lang="en-US" sz="1400" i="1" dirty="0"/>
              <a:t> </a:t>
            </a:r>
            <a:r>
              <a:rPr lang="en-US" sz="1400" i="1" dirty="0" err="1"/>
              <a:t>của</a:t>
            </a:r>
            <a:r>
              <a:rPr lang="en-US" sz="1400" i="1" dirty="0"/>
              <a:t> </a:t>
            </a:r>
            <a:r>
              <a:rPr lang="en-US" sz="1400" i="1" dirty="0" err="1"/>
              <a:t>cuộc</a:t>
            </a:r>
            <a:r>
              <a:rPr lang="en-US" sz="1400" i="1" dirty="0"/>
              <a:t> </a:t>
            </a:r>
            <a:r>
              <a:rPr lang="en-US" sz="1400" i="1" dirty="0" err="1"/>
              <a:t>sống</a:t>
            </a:r>
            <a:r>
              <a:rPr lang="en-US" sz="1400" i="1" dirty="0"/>
              <a:t>, </a:t>
            </a:r>
            <a:r>
              <a:rPr lang="en-US" sz="1400" i="1" dirty="0" err="1"/>
              <a:t>vì</a:t>
            </a:r>
            <a:r>
              <a:rPr lang="en-US" sz="1400" i="1" dirty="0"/>
              <a:t> </a:t>
            </a:r>
            <a:r>
              <a:rPr lang="en-US" sz="1400" i="1" dirty="0" err="1"/>
              <a:t>mọi</a:t>
            </a:r>
            <a:r>
              <a:rPr lang="en-US" sz="1400" i="1" dirty="0"/>
              <a:t> </a:t>
            </a:r>
            <a:r>
              <a:rPr lang="en-US" sz="1400" i="1" dirty="0" err="1"/>
              <a:t>người</a:t>
            </a:r>
            <a:r>
              <a:rPr lang="en-US" sz="1400" i="1" dirty="0"/>
              <a:t> </a:t>
            </a:r>
            <a:r>
              <a:rPr lang="en-US" sz="1400" i="1" dirty="0" err="1"/>
              <a:t>đã</a:t>
            </a:r>
            <a:r>
              <a:rPr lang="en-US" sz="1400" i="1" dirty="0"/>
              <a:t> </a:t>
            </a:r>
            <a:r>
              <a:rPr lang="en-US" sz="1400" i="1" dirty="0" err="1"/>
              <a:t>chấp</a:t>
            </a:r>
            <a:r>
              <a:rPr lang="en-US" sz="1400" i="1" dirty="0"/>
              <a:t> </a:t>
            </a:r>
            <a:r>
              <a:rPr lang="en-US" sz="1400" i="1" dirty="0" err="1"/>
              <a:t>nhận</a:t>
            </a:r>
            <a:r>
              <a:rPr lang="en-US" sz="1400" i="1" dirty="0"/>
              <a:t> </a:t>
            </a:r>
            <a:r>
              <a:rPr lang="en-US" sz="1400" i="1" dirty="0" err="1"/>
              <a:t>nó</a:t>
            </a:r>
            <a:r>
              <a:rPr lang="en-US" sz="1400" i="1" dirty="0"/>
              <a:t> </a:t>
            </a:r>
            <a:r>
              <a:rPr lang="en-US" sz="1400" i="1" dirty="0" err="1"/>
              <a:t>rồi</a:t>
            </a:r>
            <a:r>
              <a:rPr lang="en-US" sz="1400" i="1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i="1" dirty="0" err="1"/>
              <a:t>Họ</a:t>
            </a:r>
            <a:r>
              <a:rPr lang="en-US" sz="1400" i="1" dirty="0"/>
              <a:t> </a:t>
            </a:r>
            <a:r>
              <a:rPr lang="en-US" sz="1400" i="1" dirty="0" err="1"/>
              <a:t>có</a:t>
            </a:r>
            <a:r>
              <a:rPr lang="en-US" sz="1400" i="1" dirty="0"/>
              <a:t> </a:t>
            </a:r>
            <a:r>
              <a:rPr lang="en-US" sz="1400" i="1" dirty="0" err="1"/>
              <a:t>thể</a:t>
            </a:r>
            <a:r>
              <a:rPr lang="en-US" sz="1400" i="1" dirty="0"/>
              <a:t> </a:t>
            </a:r>
            <a:r>
              <a:rPr lang="en-US" sz="1400" i="1" dirty="0" err="1"/>
              <a:t>liên</a:t>
            </a:r>
            <a:r>
              <a:rPr lang="en-US" sz="1400" i="1" dirty="0"/>
              <a:t> </a:t>
            </a:r>
            <a:r>
              <a:rPr lang="en-US" sz="1400" i="1" dirty="0" err="1"/>
              <a:t>tục</a:t>
            </a:r>
            <a:r>
              <a:rPr lang="en-US" sz="1400" i="1" dirty="0"/>
              <a:t> </a:t>
            </a:r>
            <a:r>
              <a:rPr lang="en-US" sz="1400" i="1" dirty="0" err="1"/>
              <a:t>gặp</a:t>
            </a:r>
            <a:r>
              <a:rPr lang="en-US" sz="1400" i="1" dirty="0"/>
              <a:t> </a:t>
            </a:r>
            <a:r>
              <a:rPr lang="en-US" sz="1400" i="1" dirty="0" err="1"/>
              <a:t>thất</a:t>
            </a:r>
            <a:r>
              <a:rPr lang="en-US" sz="1400" i="1" dirty="0"/>
              <a:t> </a:t>
            </a:r>
            <a:r>
              <a:rPr lang="en-US" sz="1400" i="1" dirty="0" err="1"/>
              <a:t>bại</a:t>
            </a:r>
            <a:r>
              <a:rPr lang="en-US" sz="1400" i="1" dirty="0"/>
              <a:t> </a:t>
            </a:r>
            <a:r>
              <a:rPr lang="en-US" sz="1400" i="1" dirty="0" err="1"/>
              <a:t>nhưng</a:t>
            </a:r>
            <a:r>
              <a:rPr lang="en-US" sz="1400" i="1" dirty="0"/>
              <a:t> </a:t>
            </a:r>
            <a:r>
              <a:rPr lang="en-US" sz="1400" i="1" dirty="0" err="1"/>
              <a:t>họ</a:t>
            </a:r>
            <a:r>
              <a:rPr lang="en-US" sz="1400" i="1" dirty="0"/>
              <a:t> </a:t>
            </a:r>
            <a:r>
              <a:rPr lang="en-US" sz="1400" i="1" dirty="0" err="1"/>
              <a:t>là</a:t>
            </a:r>
            <a:r>
              <a:rPr lang="en-US" sz="1400" i="1" dirty="0"/>
              <a:t> </a:t>
            </a:r>
            <a:r>
              <a:rPr lang="en-US" sz="1400" i="1" dirty="0" err="1"/>
              <a:t>mẫu</a:t>
            </a:r>
            <a:r>
              <a:rPr lang="en-US" sz="1400" i="1" dirty="0"/>
              <a:t> </a:t>
            </a:r>
            <a:r>
              <a:rPr lang="en-US" sz="1400" i="1" dirty="0" err="1"/>
              <a:t>người</a:t>
            </a:r>
            <a:r>
              <a:rPr lang="en-US" sz="1400" i="1" dirty="0"/>
              <a:t> </a:t>
            </a:r>
            <a:r>
              <a:rPr lang="en-US" sz="1400" i="1" dirty="0" err="1"/>
              <a:t>đi</a:t>
            </a:r>
            <a:r>
              <a:rPr lang="en-US" sz="1400" i="1" dirty="0"/>
              <a:t> </a:t>
            </a:r>
            <a:r>
              <a:rPr lang="en-US" sz="1400" i="1" dirty="0" err="1"/>
              <a:t>đến</a:t>
            </a:r>
            <a:r>
              <a:rPr lang="en-US" sz="1400" i="1" dirty="0"/>
              <a:t> </a:t>
            </a:r>
            <a:r>
              <a:rPr lang="en-US" sz="1400" i="1" dirty="0" err="1"/>
              <a:t>tận</a:t>
            </a:r>
            <a:r>
              <a:rPr lang="en-US" sz="1400" i="1" dirty="0"/>
              <a:t> </a:t>
            </a:r>
            <a:r>
              <a:rPr lang="en-US" sz="1400" i="1" dirty="0" err="1"/>
              <a:t>cùng</a:t>
            </a:r>
            <a:r>
              <a:rPr lang="en-US" sz="1400" i="1" dirty="0"/>
              <a:t> </a:t>
            </a:r>
            <a:r>
              <a:rPr lang="en-US" sz="1400" i="1" dirty="0" err="1"/>
              <a:t>tiềm</a:t>
            </a:r>
            <a:r>
              <a:rPr lang="en-US" sz="1400" i="1" dirty="0"/>
              <a:t> </a:t>
            </a:r>
            <a:r>
              <a:rPr lang="en-US" sz="1400" i="1" dirty="0" err="1"/>
              <a:t>năng</a:t>
            </a:r>
            <a:r>
              <a:rPr lang="en-US" sz="1400" i="1" dirty="0"/>
              <a:t> </a:t>
            </a:r>
            <a:r>
              <a:rPr lang="en-US" sz="1400" i="1" dirty="0" err="1"/>
              <a:t>của</a:t>
            </a:r>
            <a:r>
              <a:rPr lang="en-US" sz="1400" i="1" dirty="0"/>
              <a:t> </a:t>
            </a:r>
            <a:r>
              <a:rPr lang="en-US" sz="1400" i="1" dirty="0" err="1"/>
              <a:t>bản</a:t>
            </a:r>
            <a:r>
              <a:rPr lang="en-US" sz="1400" i="1" dirty="0"/>
              <a:t> </a:t>
            </a:r>
            <a:r>
              <a:rPr lang="en-US" sz="1400" i="1" dirty="0" err="1"/>
              <a:t>thân</a:t>
            </a:r>
            <a:r>
              <a:rPr lang="en-US" sz="1400" i="1" dirty="0"/>
              <a:t>  </a:t>
            </a:r>
            <a:r>
              <a:rPr lang="en-US" sz="1400" i="1" dirty="0">
                <a:sym typeface="Wingdings" panose="05000000000000000000" pitchFamily="2" charset="2"/>
              </a:rPr>
              <a:t> </a:t>
            </a:r>
            <a:r>
              <a:rPr lang="en-US" sz="1400" i="1" dirty="0" err="1">
                <a:sym typeface="Wingdings" panose="05000000000000000000" pitchFamily="2" charset="2"/>
              </a:rPr>
              <a:t>Họ</a:t>
            </a:r>
            <a:r>
              <a:rPr lang="en-US" sz="1400" i="1" dirty="0"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ym typeface="Wingdings" panose="05000000000000000000" pitchFamily="2" charset="2"/>
              </a:rPr>
              <a:t>sẽ</a:t>
            </a:r>
            <a:r>
              <a:rPr lang="en-US" sz="1400" i="1" dirty="0"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ym typeface="Wingdings" panose="05000000000000000000" pitchFamily="2" charset="2"/>
              </a:rPr>
              <a:t>thành</a:t>
            </a:r>
            <a:r>
              <a:rPr lang="en-US" sz="1400" i="1" dirty="0"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ym typeface="Wingdings" panose="05000000000000000000" pitchFamily="2" charset="2"/>
              </a:rPr>
              <a:t>công</a:t>
            </a:r>
            <a:r>
              <a:rPr lang="en-US" sz="1400" i="1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endParaRPr lang="en-US" sz="1400" i="1" dirty="0"/>
          </a:p>
          <a:p>
            <a:pPr lvl="1" algn="just">
              <a:lnSpc>
                <a:spcPct val="150000"/>
              </a:lnSpc>
            </a:pPr>
            <a:endParaRPr lang="en-US" sz="1100" dirty="0"/>
          </a:p>
          <a:p>
            <a:pPr algn="just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4" y="848397"/>
            <a:ext cx="600591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Vai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trò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với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nhân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</p:txBody>
      </p:sp>
      <p:pic>
        <p:nvPicPr>
          <p:cNvPr id="10242" name="Picture 2" descr="THÁI ĐỘ QUYẾT ĐỊNH CUỘC ĐỜI: Thay THÁI ĐỘ Đổi CUỘC ĐỜI | Mỗi Ngày Tiến Bộ  1% - YouTube">
            <a:extLst>
              <a:ext uri="{FF2B5EF4-FFF2-40B4-BE49-F238E27FC236}">
                <a16:creationId xmlns:a16="http://schemas.microsoft.com/office/drawing/2014/main" id="{592768CE-0240-B171-A950-3C59F4AEB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99481"/>
            <a:ext cx="4135373" cy="2326901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85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519" y="1623676"/>
            <a:ext cx="10399058" cy="303797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sẽ</a:t>
            </a:r>
            <a:r>
              <a:rPr lang="en-US" sz="1600" dirty="0"/>
              <a:t> </a:t>
            </a:r>
            <a:r>
              <a:rPr lang="en-US" sz="1600" dirty="0" err="1"/>
              <a:t>nâng</a:t>
            </a:r>
            <a:r>
              <a:rPr lang="en-US" sz="1600" dirty="0"/>
              <a:t> </a:t>
            </a:r>
            <a:r>
              <a:rPr lang="en-US" sz="1600" dirty="0" err="1"/>
              <a:t>đỡ</a:t>
            </a:r>
            <a:r>
              <a:rPr lang="en-US" sz="1600" dirty="0"/>
              <a:t> </a:t>
            </a:r>
            <a:r>
              <a:rPr lang="en-US" sz="1600" dirty="0" err="1"/>
              <a:t>hoặc</a:t>
            </a:r>
            <a:r>
              <a:rPr lang="en-US" sz="1600" dirty="0"/>
              <a:t> </a:t>
            </a:r>
            <a:r>
              <a:rPr lang="en-US" sz="1600" dirty="0" err="1"/>
              <a:t>sẽ</a:t>
            </a:r>
            <a:r>
              <a:rPr lang="en-US" sz="1600" dirty="0"/>
              <a:t> </a:t>
            </a:r>
            <a:r>
              <a:rPr lang="en-US" sz="1600" dirty="0" err="1"/>
              <a:t>đánh</a:t>
            </a:r>
            <a:r>
              <a:rPr lang="en-US" sz="1600" dirty="0"/>
              <a:t> </a:t>
            </a:r>
            <a:r>
              <a:rPr lang="en-US" sz="1600" dirty="0" err="1"/>
              <a:t>sập</a:t>
            </a:r>
            <a:r>
              <a:rPr lang="en-US" sz="1600" dirty="0"/>
              <a:t> </a:t>
            </a:r>
            <a:r>
              <a:rPr lang="en-US" sz="1600" dirty="0" err="1"/>
              <a:t>cả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tập</a:t>
            </a:r>
            <a:r>
              <a:rPr lang="en-US" sz="1600" dirty="0"/>
              <a:t> </a:t>
            </a:r>
            <a:r>
              <a:rPr lang="en-US" sz="1600" dirty="0" err="1"/>
              <a:t>thể</a:t>
            </a:r>
            <a:r>
              <a:rPr lang="en-US" sz="1600" dirty="0"/>
              <a:t>,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đội</a:t>
            </a:r>
            <a:r>
              <a:rPr lang="en-US" sz="1600" dirty="0"/>
              <a:t> </a:t>
            </a:r>
            <a:r>
              <a:rPr lang="en-US" sz="1600" dirty="0" err="1"/>
              <a:t>nhóm</a:t>
            </a:r>
            <a:r>
              <a:rPr lang="en-US" sz="1600" dirty="0"/>
              <a:t> </a:t>
            </a:r>
            <a:r>
              <a:rPr lang="en-US" sz="1600" dirty="0" err="1"/>
              <a:t>muốn</a:t>
            </a:r>
            <a:r>
              <a:rPr lang="en-US" sz="1600" dirty="0"/>
              <a:t> </a:t>
            </a:r>
            <a:r>
              <a:rPr lang="en-US" sz="1600" dirty="0" err="1"/>
              <a:t>thắng</a:t>
            </a:r>
            <a:r>
              <a:rPr lang="en-US" sz="1600" dirty="0"/>
              <a:t> </a:t>
            </a:r>
            <a:r>
              <a:rPr lang="en-US" sz="1600" dirty="0" err="1"/>
              <a:t>nó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chỉ</a:t>
            </a:r>
            <a:r>
              <a:rPr lang="en-US" sz="1600" dirty="0"/>
              <a:t>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tài</a:t>
            </a:r>
            <a:r>
              <a:rPr lang="en-US" sz="1600" dirty="0"/>
              <a:t> </a:t>
            </a:r>
            <a:r>
              <a:rPr lang="en-US" sz="1600" dirty="0" err="1"/>
              <a:t>năng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sai</a:t>
            </a:r>
            <a:r>
              <a:rPr lang="en-US" sz="1600" dirty="0"/>
              <a:t> </a:t>
            </a:r>
            <a:r>
              <a:rPr lang="en-US" sz="1600" dirty="0" err="1"/>
              <a:t>mà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ta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tốt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tất</a:t>
            </a:r>
            <a:r>
              <a:rPr lang="en-US" sz="1600" dirty="0"/>
              <a:t> </a:t>
            </a:r>
            <a:r>
              <a:rPr lang="en-US" sz="1600" dirty="0" err="1"/>
              <a:t>cả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viên</a:t>
            </a:r>
            <a:r>
              <a:rPr lang="en-US" sz="1600" dirty="0"/>
              <a:t>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đội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>
                <a:sym typeface="Wingdings" panose="05000000000000000000" pitchFamily="2" charset="2"/>
              </a:rPr>
              <a:t>Cụ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xuất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xắc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dirty="0" err="1">
                <a:sym typeface="Wingdings" panose="05000000000000000000" pitchFamily="2" charset="2"/>
              </a:rPr>
              <a:t>thái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bặng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kém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cỏi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phá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vỡ</a:t>
            </a:r>
            <a:endParaRPr lang="en-US" sz="1400" dirty="0"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xuất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xắc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dirty="0" err="1">
                <a:sym typeface="Wingdings" panose="05000000000000000000" pitchFamily="2" charset="2"/>
              </a:rPr>
              <a:t>thái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tồi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đội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trung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tính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thất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bại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xuất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xắc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dirty="0" err="1">
                <a:sym typeface="Wingdings" panose="05000000000000000000" pitchFamily="2" charset="2"/>
              </a:rPr>
              <a:t>thái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thường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đội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tốt</a:t>
            </a:r>
            <a:endParaRPr lang="en-US" sz="1400" dirty="0"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xuất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xắc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dirty="0" err="1">
                <a:sym typeface="Wingdings" panose="05000000000000000000" pitchFamily="2" charset="2"/>
              </a:rPr>
              <a:t>thái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tốt</a:t>
            </a:r>
            <a:r>
              <a:rPr lang="en-US" sz="1400" dirty="0">
                <a:sym typeface="Wingdings" panose="05000000000000000000" pitchFamily="2" charset="2"/>
              </a:rPr>
              <a:t>   </a:t>
            </a: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tuyệt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vời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endParaRPr lang="en-US" sz="1400" i="1" dirty="0"/>
          </a:p>
          <a:p>
            <a:pPr lvl="1" algn="just">
              <a:lnSpc>
                <a:spcPct val="150000"/>
              </a:lnSpc>
            </a:pPr>
            <a:endParaRPr lang="en-US" sz="1100" dirty="0"/>
          </a:p>
          <a:p>
            <a:pPr algn="just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4" y="848397"/>
            <a:ext cx="600591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với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nhóm</a:t>
            </a:r>
            <a:endParaRPr kumimoji="0" lang="en-US" sz="3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314" name="Picture 2" descr="Ngẫm Nghĩ Về Cuộc Đời Qua 99 Câu Nói &amp; STT Hay Về Thái Độ Sống">
            <a:extLst>
              <a:ext uri="{FF2B5EF4-FFF2-40B4-BE49-F238E27FC236}">
                <a16:creationId xmlns:a16="http://schemas.microsoft.com/office/drawing/2014/main" id="{FE983BDA-E2AD-E877-E1AC-8644060CA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0" b="36000"/>
          <a:stretch/>
        </p:blipFill>
        <p:spPr bwMode="auto">
          <a:xfrm>
            <a:off x="3980197" y="4589929"/>
            <a:ext cx="6139654" cy="19811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3855" y="1623676"/>
            <a:ext cx="7633721" cy="4678512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tác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 </a:t>
            </a:r>
            <a:r>
              <a:rPr lang="en-US" sz="1600" dirty="0" err="1"/>
              <a:t>lan</a:t>
            </a:r>
            <a:r>
              <a:rPr lang="en-US" sz="1600" dirty="0"/>
              <a:t> </a:t>
            </a:r>
            <a:r>
              <a:rPr lang="en-US" sz="1600" dirty="0" err="1"/>
              <a:t>toả</a:t>
            </a:r>
            <a:r>
              <a:rPr lang="en-US" sz="1600" dirty="0"/>
              <a:t> </a:t>
            </a:r>
            <a:r>
              <a:rPr lang="en-US" sz="1600" dirty="0" err="1"/>
              <a:t>sự</a:t>
            </a:r>
            <a:r>
              <a:rPr lang="en-US" sz="1600" dirty="0"/>
              <a:t> </a:t>
            </a:r>
            <a:r>
              <a:rPr lang="en-US" sz="1600" dirty="0" err="1"/>
              <a:t>tích</a:t>
            </a:r>
            <a:r>
              <a:rPr lang="en-US" sz="1600" dirty="0"/>
              <a:t> </a:t>
            </a:r>
            <a:r>
              <a:rPr lang="en-US" sz="1600" dirty="0" err="1"/>
              <a:t>cực</a:t>
            </a:r>
            <a:r>
              <a:rPr lang="en-US" sz="1600" dirty="0"/>
              <a:t> sang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khác</a:t>
            </a:r>
            <a:r>
              <a:rPr lang="en-US" sz="1600" dirty="0"/>
              <a:t> (</a:t>
            </a:r>
            <a:r>
              <a:rPr lang="en-US" sz="1600" dirty="0" err="1"/>
              <a:t>lờ</a:t>
            </a:r>
            <a:r>
              <a:rPr lang="en-US" sz="1600" dirty="0"/>
              <a:t> </a:t>
            </a:r>
            <a:r>
              <a:rPr lang="en-US" sz="1600" dirty="0" err="1"/>
              <a:t>đi</a:t>
            </a:r>
            <a:r>
              <a:rPr lang="en-US" sz="1600" dirty="0"/>
              <a:t> </a:t>
            </a:r>
            <a:r>
              <a:rPr lang="en-US" sz="1600" dirty="0" err="1"/>
              <a:t>thằng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r>
              <a:rPr lang="en-US" sz="1600" dirty="0"/>
              <a:t> </a:t>
            </a:r>
            <a:r>
              <a:rPr lang="en-US" sz="1600" dirty="0" err="1"/>
              <a:t>cực</a:t>
            </a:r>
            <a:r>
              <a:rPr lang="en-US" sz="1600" dirty="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thứ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toả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(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kinh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nghiệm</a:t>
            </a:r>
            <a:r>
              <a:rPr lang="en-US" sz="1600" dirty="0">
                <a:sym typeface="Wingdings" panose="05000000000000000000" pitchFamily="2" charset="2"/>
              </a:rPr>
              <a:t>) do </a:t>
            </a:r>
            <a:r>
              <a:rPr lang="en-US" sz="1600" dirty="0" err="1">
                <a:sym typeface="Wingdings" panose="05000000000000000000" pitchFamily="2" charset="2"/>
              </a:rPr>
              <a:t>đó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trong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chịu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hỏi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khiêm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tốn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lạc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lập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tức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mọi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theo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. </a:t>
            </a:r>
            <a:r>
              <a:rPr lang="en-US" sz="1600" dirty="0" err="1">
                <a:sym typeface="Wingdings" panose="05000000000000000000" pitchFamily="2" charset="2"/>
              </a:rPr>
              <a:t>Từ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hãy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>
                <a:sym typeface="Wingdings" panose="05000000000000000000" pitchFamily="2" charset="2"/>
              </a:rPr>
              <a:t>Thái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xấu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toả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nhanh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tốt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 ở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lý</a:t>
            </a:r>
            <a:r>
              <a:rPr lang="en-US" sz="1600" dirty="0">
                <a:sym typeface="Wingdings" panose="05000000000000000000" pitchFamily="2" charset="2"/>
              </a:rPr>
              <a:t> do </a:t>
            </a:r>
            <a:r>
              <a:rPr lang="en-US" sz="1600" dirty="0" err="1">
                <a:sym typeface="Wingdings" panose="05000000000000000000" pitchFamily="2" charset="2"/>
              </a:rPr>
              <a:t>nào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đó</a:t>
            </a:r>
            <a:r>
              <a:rPr lang="en-US" sz="1600" dirty="0">
                <a:sym typeface="Wingdings" panose="05000000000000000000" pitchFamily="2" charset="2"/>
              </a:rPr>
              <a:t> con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thương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rằng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rất</a:t>
            </a:r>
            <a:r>
              <a:rPr lang="en-US" sz="1600" dirty="0">
                <a:sym typeface="Wingdings" panose="05000000000000000000" pitchFamily="2" charset="2"/>
              </a:rPr>
              <a:t> hay </a:t>
            </a:r>
            <a:r>
              <a:rPr lang="en-US" sz="1600" dirty="0" err="1">
                <a:sym typeface="Wingdings" panose="05000000000000000000" pitchFamily="2" charset="2"/>
              </a:rPr>
              <a:t>hoặc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rặng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trọng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>
                <a:sym typeface="Wingdings" panose="05000000000000000000" pitchFamily="2" charset="2"/>
              </a:rPr>
              <a:t>Thái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mang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chủ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do </a:t>
            </a:r>
            <a:r>
              <a:rPr lang="en-US" sz="1600" dirty="0" err="1">
                <a:sym typeface="Wingdings" panose="05000000000000000000" pitchFamily="2" charset="2"/>
              </a:rPr>
              <a:t>đó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xác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định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sai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khó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Năm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bắt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khó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nhưng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thâm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thấy</a:t>
            </a:r>
            <a:r>
              <a:rPr lang="en-US" sz="1600" dirty="0">
                <a:sym typeface="Wingdings" panose="05000000000000000000" pitchFamily="2" charset="2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200" i="1" dirty="0" err="1">
                <a:sym typeface="Wingdings" panose="05000000000000000000" pitchFamily="2" charset="2"/>
              </a:rPr>
              <a:t>Người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không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có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khả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năng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thừa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nhận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sai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lầm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nhưng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không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học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được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bài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học</a:t>
            </a:r>
            <a:r>
              <a:rPr lang="en-US" sz="1200" i="1" dirty="0">
                <a:sym typeface="Wingdings" panose="05000000000000000000" pitchFamily="2" charset="2"/>
              </a:rPr>
              <a:t>  </a:t>
            </a:r>
            <a:r>
              <a:rPr lang="en-US" sz="1200" i="1" dirty="0" err="1">
                <a:sym typeface="Wingdings" panose="05000000000000000000" pitchFamily="2" charset="2"/>
              </a:rPr>
              <a:t>các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cá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nhân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sẽ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xung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đột</a:t>
            </a:r>
            <a:r>
              <a:rPr lang="en-US" sz="1200" i="1" dirty="0">
                <a:sym typeface="Wingdings" panose="05000000000000000000" pitchFamily="2" charset="2"/>
              </a:rPr>
              <a:t>  </a:t>
            </a:r>
            <a:r>
              <a:rPr lang="en-US" sz="1200" i="1" dirty="0" err="1">
                <a:sym typeface="Wingdings" panose="05000000000000000000" pitchFamily="2" charset="2"/>
              </a:rPr>
              <a:t>bạn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cần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xử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lý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ngay</a:t>
            </a:r>
            <a:r>
              <a:rPr lang="en-US" sz="1200" i="1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200" i="1" dirty="0" err="1">
                <a:sym typeface="Wingdings" panose="05000000000000000000" pitchFamily="2" charset="2"/>
              </a:rPr>
              <a:t>Người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không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có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khả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năng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tha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thứ</a:t>
            </a:r>
            <a:r>
              <a:rPr lang="en-US" sz="1200" i="1" dirty="0">
                <a:sym typeface="Wingdings" panose="05000000000000000000" pitchFamily="2" charset="2"/>
              </a:rPr>
              <a:t>  </a:t>
            </a:r>
            <a:r>
              <a:rPr lang="en-US" sz="1200" i="1" dirty="0" err="1">
                <a:sym typeface="Wingdings" panose="05000000000000000000" pitchFamily="2" charset="2"/>
              </a:rPr>
              <a:t>cả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đội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sẽ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lao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đao</a:t>
            </a:r>
            <a:r>
              <a:rPr lang="en-US" sz="1200" i="1" dirty="0">
                <a:sym typeface="Wingdings" panose="05000000000000000000" pitchFamily="2" charset="2"/>
              </a:rPr>
              <a:t>  </a:t>
            </a:r>
            <a:r>
              <a:rPr lang="en-US" sz="1200" i="1" dirty="0" err="1">
                <a:sym typeface="Wingdings" panose="05000000000000000000" pitchFamily="2" charset="2"/>
              </a:rPr>
              <a:t>xử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lý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ngay</a:t>
            </a:r>
            <a:r>
              <a:rPr lang="en-US" sz="1200" i="1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200" i="1" dirty="0" err="1">
                <a:sym typeface="Wingdings" panose="05000000000000000000" pitchFamily="2" charset="2"/>
              </a:rPr>
              <a:t>Người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ghen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ăn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tức</a:t>
            </a:r>
            <a:r>
              <a:rPr lang="en-US" sz="1200" i="1" dirty="0">
                <a:sym typeface="Wingdings" panose="05000000000000000000" pitchFamily="2" charset="2"/>
              </a:rPr>
              <a:t> ở  </a:t>
            </a:r>
            <a:r>
              <a:rPr lang="en-US" sz="1200" i="1" dirty="0" err="1">
                <a:sym typeface="Wingdings" panose="05000000000000000000" pitchFamily="2" charset="2"/>
              </a:rPr>
              <a:t>cả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đội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sẽ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không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gắn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kết</a:t>
            </a:r>
            <a:r>
              <a:rPr lang="en-US" sz="1200" i="1" dirty="0">
                <a:sym typeface="Wingdings" panose="05000000000000000000" pitchFamily="2" charset="2"/>
              </a:rPr>
              <a:t>  </a:t>
            </a:r>
            <a:r>
              <a:rPr lang="en-US" sz="1200" i="1" dirty="0" err="1">
                <a:sym typeface="Wingdings" panose="05000000000000000000" pitchFamily="2" charset="2"/>
              </a:rPr>
              <a:t>xử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lý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ngay</a:t>
            </a:r>
            <a:r>
              <a:rPr lang="en-US" sz="1200" i="1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200" i="1" dirty="0" err="1">
                <a:sym typeface="Wingdings" panose="05000000000000000000" pitchFamily="2" charset="2"/>
              </a:rPr>
              <a:t>Người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có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căn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bệnh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cái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tôi</a:t>
            </a:r>
            <a:r>
              <a:rPr lang="en-US" sz="1200" i="1" dirty="0">
                <a:sym typeface="Wingdings" panose="05000000000000000000" pitchFamily="2" charset="2"/>
              </a:rPr>
              <a:t>  </a:t>
            </a:r>
            <a:r>
              <a:rPr lang="en-US" sz="1200" i="1" dirty="0" err="1">
                <a:sym typeface="Wingdings" panose="05000000000000000000" pitchFamily="2" charset="2"/>
              </a:rPr>
              <a:t>cả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đội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sẽ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xung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khắc</a:t>
            </a:r>
            <a:r>
              <a:rPr lang="en-US" sz="1200" i="1" dirty="0">
                <a:sym typeface="Wingdings" panose="05000000000000000000" pitchFamily="2" charset="2"/>
              </a:rPr>
              <a:t>  </a:t>
            </a:r>
            <a:r>
              <a:rPr lang="en-US" sz="1200" i="1" dirty="0" err="1">
                <a:sym typeface="Wingdings" panose="05000000000000000000" pitchFamily="2" charset="2"/>
              </a:rPr>
              <a:t>xử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lý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ngay</a:t>
            </a:r>
            <a:r>
              <a:rPr lang="en-US" sz="1200" i="1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200" i="1" dirty="0" err="1">
                <a:sym typeface="Wingdings" panose="05000000000000000000" pitchFamily="2" charset="2"/>
              </a:rPr>
              <a:t>Người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mang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tinh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thần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chỉ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trích</a:t>
            </a:r>
            <a:r>
              <a:rPr lang="en-US" sz="1200" i="1" dirty="0">
                <a:sym typeface="Wingdings" panose="05000000000000000000" pitchFamily="2" charset="2"/>
              </a:rPr>
              <a:t>  </a:t>
            </a:r>
            <a:r>
              <a:rPr lang="en-US" sz="1200" i="1" dirty="0" err="1">
                <a:sym typeface="Wingdings" panose="05000000000000000000" pitchFamily="2" charset="2"/>
              </a:rPr>
              <a:t>cả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đội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không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có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hưng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phấn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làm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việc</a:t>
            </a:r>
            <a:r>
              <a:rPr lang="en-US" sz="1200" i="1" dirty="0">
                <a:sym typeface="Wingdings" panose="05000000000000000000" pitchFamily="2" charset="2"/>
              </a:rPr>
              <a:t> </a:t>
            </a:r>
            <a:r>
              <a:rPr lang="en-US" sz="1200" i="1" dirty="0" err="1">
                <a:sym typeface="Wingdings" panose="05000000000000000000" pitchFamily="2" charset="2"/>
              </a:rPr>
              <a:t>xử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lý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ngay</a:t>
            </a:r>
            <a:endParaRPr lang="en-US" sz="1200" i="1" dirty="0"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r>
              <a:rPr lang="en-US" sz="1200" i="1" dirty="0" err="1">
                <a:sym typeface="Wingdings" panose="05000000000000000000" pitchFamily="2" charset="2"/>
              </a:rPr>
              <a:t>Người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ích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kỷ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bản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thân</a:t>
            </a:r>
            <a:r>
              <a:rPr lang="en-US" sz="1200" i="1" dirty="0">
                <a:sym typeface="Wingdings" panose="05000000000000000000" pitchFamily="2" charset="2"/>
              </a:rPr>
              <a:t>  </a:t>
            </a:r>
            <a:r>
              <a:rPr lang="en-US" sz="1200" i="1" dirty="0" err="1">
                <a:sym typeface="Wingdings" panose="05000000000000000000" pitchFamily="2" charset="2"/>
              </a:rPr>
              <a:t>cả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đội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mất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nhuệ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khí</a:t>
            </a:r>
            <a:r>
              <a:rPr lang="en-US" sz="1200" i="1" dirty="0">
                <a:sym typeface="Wingdings" panose="05000000000000000000" pitchFamily="2" charset="2"/>
              </a:rPr>
              <a:t>  </a:t>
            </a:r>
            <a:r>
              <a:rPr lang="en-US" sz="1200" i="1" dirty="0" err="1">
                <a:sym typeface="Wingdings" panose="05000000000000000000" pitchFamily="2" charset="2"/>
              </a:rPr>
              <a:t>xử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lý</a:t>
            </a:r>
            <a:r>
              <a:rPr lang="en-US" sz="1200" i="1" dirty="0"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ym typeface="Wingdings" panose="05000000000000000000" pitchFamily="2" charset="2"/>
              </a:rPr>
              <a:t>ngay</a:t>
            </a:r>
            <a:endParaRPr lang="en-US" sz="1200" i="1" dirty="0"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endParaRPr lang="en-US" sz="1200" i="1" dirty="0"/>
          </a:p>
          <a:p>
            <a:pPr lvl="1" algn="just">
              <a:lnSpc>
                <a:spcPct val="150000"/>
              </a:lnSpc>
            </a:pPr>
            <a:endParaRPr lang="en-US" sz="1100" dirty="0"/>
          </a:p>
          <a:p>
            <a:pPr algn="just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4" y="848397"/>
            <a:ext cx="600591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với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nhóm</a:t>
            </a:r>
            <a:endParaRPr kumimoji="0" lang="en-US" sz="3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290" name="Picture 2" descr="Ngẫm Nghĩ Về Cuộc Đời Qua 99 Câu Nói &amp; STT Hay Về Thái Độ Sống">
            <a:extLst>
              <a:ext uri="{FF2B5EF4-FFF2-40B4-BE49-F238E27FC236}">
                <a16:creationId xmlns:a16="http://schemas.microsoft.com/office/drawing/2014/main" id="{C1F90BBB-3C52-7299-AE11-2FC4A3B35F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2" t="11214" r="4958" b="12933"/>
          <a:stretch/>
        </p:blipFill>
        <p:spPr bwMode="auto">
          <a:xfrm>
            <a:off x="230521" y="2680446"/>
            <a:ext cx="3620168" cy="2025229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98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3855" y="2277034"/>
            <a:ext cx="7633721" cy="402515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Nếu</a:t>
            </a:r>
            <a:r>
              <a:rPr lang="en-US" sz="1600" dirty="0"/>
              <a:t> </a:t>
            </a:r>
            <a:r>
              <a:rPr lang="en-US" sz="1600" dirty="0" err="1"/>
              <a:t>tron</a:t>
            </a:r>
            <a:r>
              <a:rPr lang="en-US" sz="1600" dirty="0"/>
              <a:t> </a:t>
            </a:r>
            <a:r>
              <a:rPr lang="en-US" sz="1600" dirty="0" err="1"/>
              <a:t>đôi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thái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ruổng</a:t>
            </a:r>
            <a:r>
              <a:rPr lang="en-US" sz="1600" dirty="0"/>
              <a:t> </a:t>
            </a:r>
            <a:r>
              <a:rPr lang="en-US" sz="1600" dirty="0" err="1"/>
              <a:t>thì</a:t>
            </a:r>
            <a:r>
              <a:rPr lang="en-US" sz="1600" dirty="0"/>
              <a:t> </a:t>
            </a:r>
            <a:r>
              <a:rPr lang="en-US" sz="1600" dirty="0" err="1"/>
              <a:t>lập</a:t>
            </a:r>
            <a:r>
              <a:rPr lang="en-US" sz="1600" dirty="0"/>
              <a:t> </a:t>
            </a:r>
            <a:r>
              <a:rPr lang="en-US" sz="1600" dirty="0" err="1"/>
              <a:t>tức</a:t>
            </a:r>
            <a:r>
              <a:rPr lang="en-US" sz="1600" dirty="0"/>
              <a:t> </a:t>
            </a:r>
            <a:r>
              <a:rPr lang="en-US" sz="1600" dirty="0" err="1"/>
              <a:t>mọi</a:t>
            </a:r>
            <a:r>
              <a:rPr lang="en-US" sz="1600" dirty="0"/>
              <a:t> </a:t>
            </a:r>
            <a:r>
              <a:rPr lang="en-US" sz="1600" dirty="0" err="1"/>
              <a:t>thứ</a:t>
            </a:r>
            <a:r>
              <a:rPr lang="en-US" sz="1600" dirty="0"/>
              <a:t> </a:t>
            </a:r>
            <a:r>
              <a:rPr lang="en-US" sz="1600" dirty="0" err="1"/>
              <a:t>sẽ</a:t>
            </a:r>
            <a:r>
              <a:rPr lang="en-US" sz="1600" dirty="0"/>
              <a:t> </a:t>
            </a:r>
            <a:r>
              <a:rPr lang="en-US" sz="1600" dirty="0" err="1"/>
              <a:t>bị</a:t>
            </a:r>
            <a:r>
              <a:rPr lang="en-US" sz="1600" dirty="0"/>
              <a:t> </a:t>
            </a:r>
            <a:r>
              <a:rPr lang="en-US" sz="1600" dirty="0" err="1"/>
              <a:t>phá</a:t>
            </a:r>
            <a:r>
              <a:rPr lang="en-US" sz="1600" dirty="0"/>
              <a:t> </a:t>
            </a:r>
            <a:r>
              <a:rPr lang="en-US" sz="1600" dirty="0" err="1"/>
              <a:t>huỷ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i="1" dirty="0" err="1">
                <a:sym typeface="Wingdings" panose="05000000000000000000" pitchFamily="2" charset="2"/>
              </a:rPr>
              <a:t>Nếu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xuất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hiện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thái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độ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xấu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mà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không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được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xử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lý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nó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sẽ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gây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ra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sự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bất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ổng</a:t>
            </a:r>
            <a:r>
              <a:rPr lang="en-US" sz="1600" i="1" dirty="0">
                <a:sym typeface="Wingdings" panose="05000000000000000000" pitchFamily="2" charset="2"/>
              </a:rPr>
              <a:t>, </a:t>
            </a:r>
            <a:r>
              <a:rPr lang="en-US" sz="1600" i="1" dirty="0" err="1">
                <a:sym typeface="Wingdings" panose="05000000000000000000" pitchFamily="2" charset="2"/>
              </a:rPr>
              <a:t>oán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dận</a:t>
            </a:r>
            <a:r>
              <a:rPr lang="en-US" sz="1600" i="1" dirty="0">
                <a:sym typeface="Wingdings" panose="05000000000000000000" pitchFamily="2" charset="2"/>
              </a:rPr>
              <a:t>, </a:t>
            </a:r>
            <a:r>
              <a:rPr lang="en-US" sz="1600" i="1" dirty="0" err="1">
                <a:sym typeface="Wingdings" panose="05000000000000000000" pitchFamily="2" charset="2"/>
              </a:rPr>
              <a:t>gây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gỗ</a:t>
            </a:r>
            <a:r>
              <a:rPr lang="en-US" sz="1600" i="1" dirty="0">
                <a:sym typeface="Wingdings" panose="05000000000000000000" pitchFamily="2" charset="2"/>
              </a:rPr>
              <a:t>, chia </a:t>
            </a:r>
            <a:r>
              <a:rPr lang="en-US" sz="1600" i="1" dirty="0" err="1">
                <a:sym typeface="Wingdings" panose="05000000000000000000" pitchFamily="2" charset="2"/>
              </a:rPr>
              <a:t>rẻ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cho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cả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đội</a:t>
            </a:r>
            <a:r>
              <a:rPr lang="en-US" sz="1600" i="1" dirty="0"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ym typeface="Wingdings" panose="05000000000000000000" pitchFamily="2" charset="2"/>
              </a:rPr>
              <a:t>nhóm</a:t>
            </a:r>
            <a:r>
              <a:rPr lang="en-US" sz="1600" i="1" dirty="0">
                <a:sym typeface="Wingdings" panose="05000000000000000000" pitchFamily="2" charset="2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Chú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ý: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Giải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quyết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nó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là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rất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khó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,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nhưng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bắt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buộc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phải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xử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lý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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vì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một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quả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táo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thối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sẽ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làm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cả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thùng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táo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thối</a:t>
            </a:r>
            <a:r>
              <a:rPr lang="en-US" sz="1600" i="1" dirty="0">
                <a:solidFill>
                  <a:srgbClr val="C00000"/>
                </a:solidFill>
                <a:sym typeface="Wingdings" panose="05000000000000000000" pitchFamily="2" charset="2"/>
              </a:rPr>
              <a:t>.</a:t>
            </a:r>
            <a:endParaRPr lang="en-US" sz="1200" i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endParaRPr lang="en-US" sz="1200" i="1" dirty="0"/>
          </a:p>
          <a:p>
            <a:pPr lvl="1" algn="just">
              <a:lnSpc>
                <a:spcPct val="150000"/>
              </a:lnSpc>
            </a:pPr>
            <a:endParaRPr lang="en-US" sz="1100" dirty="0"/>
          </a:p>
          <a:p>
            <a:pPr algn="just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4" y="848397"/>
            <a:ext cx="600591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với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nhóm</a:t>
            </a:r>
            <a:endParaRPr kumimoji="0" lang="en-US" sz="3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89ED81-85FE-BB83-6A62-D1B14C497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42047" y="1233488"/>
            <a:ext cx="4637288" cy="463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1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1337" y="1613646"/>
            <a:ext cx="6253157" cy="502023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err="1"/>
              <a:t>Khí</a:t>
            </a:r>
            <a:r>
              <a:rPr lang="en-US" sz="1800" dirty="0"/>
              <a:t> </a:t>
            </a:r>
            <a:r>
              <a:rPr lang="en-US" sz="1800" dirty="0" err="1"/>
              <a:t>chất</a:t>
            </a:r>
            <a:r>
              <a:rPr lang="en-US" sz="1800" dirty="0"/>
              <a:t>: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phản</a:t>
            </a:r>
            <a:r>
              <a:rPr lang="en-US" sz="1800" dirty="0"/>
              <a:t> </a:t>
            </a:r>
            <a:r>
              <a:rPr lang="en-US" sz="1800" dirty="0" err="1"/>
              <a:t>xạ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con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trước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hiện</a:t>
            </a:r>
            <a:r>
              <a:rPr lang="en-US" sz="1800" dirty="0"/>
              <a:t> </a:t>
            </a:r>
            <a:r>
              <a:rPr lang="en-US" sz="1800" dirty="0" err="1"/>
              <a:t>tượng</a:t>
            </a:r>
            <a:r>
              <a:rPr lang="en-US" sz="1800" dirty="0"/>
              <a:t> do </a:t>
            </a:r>
            <a:r>
              <a:rPr lang="en-US" sz="1800" dirty="0" err="1"/>
              <a:t>hệ</a:t>
            </a:r>
            <a:r>
              <a:rPr lang="en-US" sz="1800" dirty="0"/>
              <a:t> </a:t>
            </a:r>
            <a:r>
              <a:rPr lang="en-US" sz="1800" dirty="0" err="1"/>
              <a:t>thần</a:t>
            </a:r>
            <a:r>
              <a:rPr lang="en-US" sz="1800" dirty="0"/>
              <a:t> </a:t>
            </a:r>
            <a:r>
              <a:rPr lang="en-US" sz="1800" dirty="0" err="1"/>
              <a:t>kinh</a:t>
            </a:r>
            <a:endParaRPr lang="en-US" sz="1800" dirty="0"/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Nóng</a:t>
            </a:r>
            <a:r>
              <a:rPr lang="en-US" sz="1400" dirty="0"/>
              <a:t> </a:t>
            </a:r>
            <a:r>
              <a:rPr lang="en-US" sz="1400" dirty="0" err="1"/>
              <a:t>tính</a:t>
            </a:r>
            <a:r>
              <a:rPr lang="en-US" sz="1400" dirty="0"/>
              <a:t> </a:t>
            </a: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gan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xong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xáo</a:t>
            </a:r>
            <a:endParaRPr lang="en-US" sz="1400" dirty="0"/>
          </a:p>
          <a:p>
            <a:pPr lvl="1" algn="just">
              <a:lnSpc>
                <a:spcPct val="150000"/>
              </a:lnSpc>
            </a:pPr>
            <a:r>
              <a:rPr lang="en-US" sz="1400" dirty="0"/>
              <a:t>Linh </a:t>
            </a:r>
            <a:r>
              <a:rPr lang="en-US" sz="1400" dirty="0" err="1"/>
              <a:t>hoạt</a:t>
            </a:r>
            <a:r>
              <a:rPr lang="en-US" sz="1400" dirty="0"/>
              <a:t> </a:t>
            </a: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Lạc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quan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yêu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đời</a:t>
            </a:r>
            <a:endParaRPr lang="en-US" sz="1400" dirty="0"/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Trầm</a:t>
            </a:r>
            <a:r>
              <a:rPr lang="en-US" sz="1400" dirty="0"/>
              <a:t> </a:t>
            </a:r>
            <a:r>
              <a:rPr lang="en-US" sz="1400" dirty="0" err="1"/>
              <a:t>tính</a:t>
            </a:r>
            <a:r>
              <a:rPr lang="en-US" sz="1400" dirty="0"/>
              <a:t> </a:t>
            </a: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Lạnh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lùng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triết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endParaRPr lang="en-US" sz="1400" dirty="0"/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Ưu</a:t>
            </a:r>
            <a:r>
              <a:rPr lang="en-US" sz="1400" dirty="0"/>
              <a:t> </a:t>
            </a:r>
            <a:r>
              <a:rPr lang="en-US" sz="1400" dirty="0" err="1"/>
              <a:t>tư</a:t>
            </a:r>
            <a:r>
              <a:rPr lang="en-US" sz="1400" dirty="0"/>
              <a:t> </a:t>
            </a: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Sống</a:t>
            </a:r>
            <a:r>
              <a:rPr lang="en-US" sz="1400" dirty="0">
                <a:sym typeface="Wingdings" panose="05000000000000000000" pitchFamily="2" charset="2"/>
              </a:rPr>
              <a:t> logic </a:t>
            </a:r>
            <a:r>
              <a:rPr lang="en-US" sz="1400" dirty="0" err="1">
                <a:sym typeface="Wingdings" panose="05000000000000000000" pitchFamily="2" charset="2"/>
              </a:rPr>
              <a:t>nhưng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cực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800" dirty="0" err="1"/>
              <a:t>Môi</a:t>
            </a:r>
            <a:r>
              <a:rPr lang="en-US" sz="1800" dirty="0"/>
              <a:t> </a:t>
            </a:r>
            <a:r>
              <a:rPr lang="en-US" sz="1800" dirty="0" err="1"/>
              <a:t>trường</a:t>
            </a:r>
            <a:r>
              <a:rPr lang="en-US" sz="1800" dirty="0"/>
              <a:t> </a:t>
            </a:r>
            <a:r>
              <a:rPr lang="en-US" sz="1800" dirty="0" err="1"/>
              <a:t>sống</a:t>
            </a:r>
            <a:r>
              <a:rPr lang="en-US" sz="1800" dirty="0"/>
              <a:t> </a:t>
            </a:r>
            <a:r>
              <a:rPr lang="en-US" sz="1800" dirty="0" err="1"/>
              <a:t>quyết</a:t>
            </a:r>
            <a:r>
              <a:rPr lang="en-US" sz="1800" dirty="0"/>
              <a:t> </a:t>
            </a:r>
            <a:r>
              <a:rPr lang="en-US" sz="1800" dirty="0" err="1"/>
              <a:t>định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Là</a:t>
            </a:r>
            <a:r>
              <a:rPr lang="en-US" sz="1400" dirty="0"/>
              <a:t> </a:t>
            </a:r>
            <a:r>
              <a:rPr lang="en-US" sz="1400" dirty="0" err="1"/>
              <a:t>nhân</a:t>
            </a:r>
            <a:r>
              <a:rPr lang="en-US" sz="1400" dirty="0"/>
              <a:t> </a:t>
            </a:r>
            <a:r>
              <a:rPr lang="en-US" sz="1400" dirty="0" err="1"/>
              <a:t>tố</a:t>
            </a:r>
            <a:r>
              <a:rPr lang="en-US" sz="1400" dirty="0"/>
              <a:t> </a:t>
            </a:r>
            <a:r>
              <a:rPr lang="en-US" sz="1400" dirty="0" err="1"/>
              <a:t>ảnh</a:t>
            </a:r>
            <a:r>
              <a:rPr lang="en-US" sz="1400" dirty="0"/>
              <a:t> </a:t>
            </a:r>
            <a:r>
              <a:rPr lang="en-US" sz="1400" dirty="0" err="1"/>
              <a:t>hưởng</a:t>
            </a:r>
            <a:r>
              <a:rPr lang="en-US" sz="1400" dirty="0"/>
              <a:t> </a:t>
            </a:r>
            <a:r>
              <a:rPr lang="en-US" sz="1400" dirty="0" err="1"/>
              <a:t>đầu</a:t>
            </a:r>
            <a:r>
              <a:rPr lang="en-US" sz="1400" dirty="0"/>
              <a:t> </a:t>
            </a:r>
            <a:r>
              <a:rPr lang="en-US" sz="1400" dirty="0" err="1"/>
              <a:t>tiên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quan</a:t>
            </a:r>
            <a:r>
              <a:rPr lang="en-US" sz="1400" dirty="0"/>
              <a:t> </a:t>
            </a:r>
            <a:r>
              <a:rPr lang="en-US" sz="1400" dirty="0" err="1"/>
              <a:t>trọng</a:t>
            </a:r>
            <a:r>
              <a:rPr lang="en-US" sz="1400" dirty="0"/>
              <a:t> </a:t>
            </a:r>
            <a:r>
              <a:rPr lang="en-US" sz="1400" dirty="0" err="1"/>
              <a:t>nhất</a:t>
            </a:r>
            <a:r>
              <a:rPr lang="en-US" sz="1400" dirty="0"/>
              <a:t> </a:t>
            </a:r>
            <a:r>
              <a:rPr lang="en-US" sz="1400" dirty="0" err="1"/>
              <a:t>anh</a:t>
            </a:r>
            <a:r>
              <a:rPr lang="en-US" sz="1400" dirty="0"/>
              <a:t> </a:t>
            </a:r>
            <a:r>
              <a:rPr lang="en-US" sz="1400" dirty="0" err="1"/>
              <a:t>hưởng</a:t>
            </a:r>
            <a:r>
              <a:rPr lang="en-US" sz="1400" dirty="0"/>
              <a:t> </a:t>
            </a:r>
            <a:r>
              <a:rPr lang="en-US" sz="1400" dirty="0" err="1"/>
              <a:t>tới</a:t>
            </a:r>
            <a:r>
              <a:rPr lang="en-US" sz="1400" dirty="0"/>
              <a:t> </a:t>
            </a:r>
            <a:r>
              <a:rPr lang="en-US" sz="1400" dirty="0" err="1"/>
              <a:t>niềm</a:t>
            </a:r>
            <a:r>
              <a:rPr lang="en-US" sz="1400" dirty="0"/>
              <a:t> tin </a:t>
            </a:r>
            <a:r>
              <a:rPr lang="en-US" sz="1400" dirty="0" err="1"/>
              <a:t>của</a:t>
            </a:r>
            <a:r>
              <a:rPr lang="en-US" sz="1400" dirty="0"/>
              <a:t> con </a:t>
            </a:r>
            <a:r>
              <a:rPr lang="en-US" sz="1400" dirty="0" err="1"/>
              <a:t>người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khó</a:t>
            </a:r>
            <a:r>
              <a:rPr lang="en-US" sz="1400" dirty="0"/>
              <a:t> </a:t>
            </a:r>
            <a:r>
              <a:rPr lang="en-US" sz="1400" dirty="0" err="1"/>
              <a:t>thay</a:t>
            </a:r>
            <a:r>
              <a:rPr lang="en-US" sz="1400" dirty="0"/>
              <a:t> </a:t>
            </a:r>
            <a:r>
              <a:rPr lang="en-US" sz="1400" dirty="0" err="1"/>
              <a:t>đổi</a:t>
            </a:r>
            <a:r>
              <a:rPr lang="en-US" sz="1400" dirty="0"/>
              <a:t> </a:t>
            </a:r>
            <a:r>
              <a:rPr lang="en-US" sz="1400" dirty="0" err="1"/>
              <a:t>nhất</a:t>
            </a:r>
            <a:endParaRPr lang="en-US" sz="1400" dirty="0"/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Cụ</a:t>
            </a:r>
            <a:r>
              <a:rPr lang="en-US" sz="1400" dirty="0"/>
              <a:t> </a:t>
            </a:r>
            <a:r>
              <a:rPr lang="en-US" sz="1400" dirty="0" err="1"/>
              <a:t>thể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ưu</a:t>
            </a:r>
            <a:r>
              <a:rPr lang="en-US" sz="1400" dirty="0"/>
              <a:t> </a:t>
            </a:r>
            <a:r>
              <a:rPr lang="en-US" sz="1400" dirty="0" err="1"/>
              <a:t>tiên</a:t>
            </a:r>
            <a:r>
              <a:rPr lang="en-US" sz="1400" dirty="0"/>
              <a:t>:</a:t>
            </a:r>
          </a:p>
          <a:p>
            <a:pPr lvl="2" algn="just">
              <a:lnSpc>
                <a:spcPct val="150000"/>
              </a:lnSpc>
            </a:pPr>
            <a:r>
              <a:rPr lang="en-US" sz="1000" dirty="0" err="1"/>
              <a:t>Triết</a:t>
            </a:r>
            <a:r>
              <a:rPr lang="en-US" sz="1000" dirty="0"/>
              <a:t> </a:t>
            </a:r>
            <a:r>
              <a:rPr lang="en-US" sz="1000" dirty="0" err="1"/>
              <a:t>lý</a:t>
            </a:r>
            <a:r>
              <a:rPr lang="en-US" sz="1000" dirty="0"/>
              <a:t> </a:t>
            </a:r>
            <a:r>
              <a:rPr lang="en-US" sz="1000" dirty="0" err="1"/>
              <a:t>sống</a:t>
            </a:r>
            <a:endParaRPr lang="en-US" sz="1000" dirty="0"/>
          </a:p>
          <a:p>
            <a:pPr lvl="2" algn="just">
              <a:lnSpc>
                <a:spcPct val="150000"/>
              </a:lnSpc>
            </a:pPr>
            <a:r>
              <a:rPr lang="en-US" sz="1000" dirty="0" err="1"/>
              <a:t>Các</a:t>
            </a:r>
            <a:r>
              <a:rPr lang="en-US" sz="1000" dirty="0"/>
              <a:t> </a:t>
            </a:r>
            <a:r>
              <a:rPr lang="en-US" sz="1000" dirty="0" err="1"/>
              <a:t>mối</a:t>
            </a:r>
            <a:r>
              <a:rPr lang="en-US" sz="1000" dirty="0"/>
              <a:t> </a:t>
            </a:r>
            <a:r>
              <a:rPr lang="en-US" sz="1000" dirty="0" err="1"/>
              <a:t>quan</a:t>
            </a:r>
            <a:r>
              <a:rPr lang="en-US" sz="1000" dirty="0"/>
              <a:t> </a:t>
            </a:r>
            <a:r>
              <a:rPr lang="en-US" sz="1000" dirty="0" err="1"/>
              <a:t>tâm</a:t>
            </a:r>
            <a:endParaRPr lang="en-US" sz="1000" dirty="0"/>
          </a:p>
          <a:p>
            <a:pPr lvl="2" algn="just">
              <a:lnSpc>
                <a:spcPct val="150000"/>
              </a:lnSpc>
            </a:pPr>
            <a:r>
              <a:rPr lang="en-US" sz="1000" dirty="0" err="1"/>
              <a:t>Mức</a:t>
            </a:r>
            <a:r>
              <a:rPr lang="en-US" sz="1000" dirty="0"/>
              <a:t> </a:t>
            </a:r>
            <a:r>
              <a:rPr lang="en-US" sz="1000" dirty="0" err="1"/>
              <a:t>độ</a:t>
            </a:r>
            <a:r>
              <a:rPr lang="en-US" sz="1000" dirty="0"/>
              <a:t> </a:t>
            </a:r>
            <a:r>
              <a:rPr lang="en-US" sz="1000" dirty="0" err="1"/>
              <a:t>và</a:t>
            </a:r>
            <a:r>
              <a:rPr lang="en-US" sz="1000" dirty="0"/>
              <a:t> </a:t>
            </a:r>
            <a:r>
              <a:rPr lang="en-US" sz="1000" dirty="0" err="1"/>
              <a:t>sự</a:t>
            </a:r>
            <a:r>
              <a:rPr lang="en-US" sz="1000" dirty="0"/>
              <a:t> </a:t>
            </a:r>
            <a:r>
              <a:rPr lang="en-US" sz="1000" dirty="0" err="1"/>
              <a:t>ưu</a:t>
            </a:r>
            <a:r>
              <a:rPr lang="en-US" sz="1000" dirty="0"/>
              <a:t> </a:t>
            </a:r>
            <a:r>
              <a:rPr lang="en-US" sz="1000" dirty="0" err="1"/>
              <a:t>tien</a:t>
            </a:r>
            <a:r>
              <a:rPr lang="en-US" sz="1000" dirty="0"/>
              <a:t> </a:t>
            </a:r>
            <a:r>
              <a:rPr lang="en-US" sz="1000" dirty="0" err="1"/>
              <a:t>cụ</a:t>
            </a:r>
            <a:r>
              <a:rPr lang="en-US" sz="1000" dirty="0"/>
              <a:t> </a:t>
            </a:r>
            <a:r>
              <a:rPr lang="en-US" sz="1000" dirty="0" err="1"/>
              <a:t>thể</a:t>
            </a:r>
            <a:endParaRPr lang="en-US" sz="1000" dirty="0"/>
          </a:p>
          <a:p>
            <a:pPr algn="just"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3" y="848397"/>
            <a:ext cx="656692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5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Điều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gì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tạo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nên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con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endParaRPr kumimoji="0" lang="en-US" sz="3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506" name="Picture 2" descr="199+Hình ảnh châm ngôn cuộc sống sâu sắc mang thông điệp ý nghĩa">
            <a:extLst>
              <a:ext uri="{FF2B5EF4-FFF2-40B4-BE49-F238E27FC236}">
                <a16:creationId xmlns:a16="http://schemas.microsoft.com/office/drawing/2014/main" id="{7FE8EA5B-CF88-3039-9C33-C4582DB2E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458" y="1907480"/>
            <a:ext cx="4139214" cy="4139214"/>
          </a:xfrm>
          <a:prstGeom prst="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56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797" y="1640540"/>
            <a:ext cx="7051016" cy="502023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err="1"/>
              <a:t>Thái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sống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bản</a:t>
            </a:r>
            <a:r>
              <a:rPr lang="en-US" sz="1800" dirty="0"/>
              <a:t> </a:t>
            </a:r>
            <a:r>
              <a:rPr lang="en-US" sz="1800" dirty="0" err="1"/>
              <a:t>thân</a:t>
            </a:r>
            <a:r>
              <a:rPr lang="en-US" sz="1800" dirty="0"/>
              <a:t> (</a:t>
            </a:r>
            <a:r>
              <a:rPr lang="en-US" sz="1800" dirty="0" err="1"/>
              <a:t>ngộ</a:t>
            </a:r>
            <a:r>
              <a:rPr lang="en-US" sz="1800" dirty="0"/>
              <a:t> </a:t>
            </a:r>
            <a:r>
              <a:rPr lang="en-US" sz="1800" dirty="0" err="1"/>
              <a:t>nhận</a:t>
            </a:r>
            <a:r>
              <a:rPr lang="en-US" sz="1800" dirty="0"/>
              <a:t>):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/>
              <a:t>Con </a:t>
            </a:r>
            <a:r>
              <a:rPr lang="en-US" sz="1400" dirty="0" err="1"/>
              <a:t>người</a:t>
            </a:r>
            <a:r>
              <a:rPr lang="en-US" sz="1400" dirty="0"/>
              <a:t> </a:t>
            </a:r>
            <a:r>
              <a:rPr lang="en-US" sz="1400" dirty="0" err="1"/>
              <a:t>bản</a:t>
            </a:r>
            <a:r>
              <a:rPr lang="en-US" sz="1400" dirty="0"/>
              <a:t> </a:t>
            </a:r>
            <a:r>
              <a:rPr lang="en-US" sz="1400" dirty="0" err="1"/>
              <a:t>năng</a:t>
            </a:r>
            <a:r>
              <a:rPr lang="en-US" sz="1400" dirty="0"/>
              <a:t> </a:t>
            </a:r>
            <a:r>
              <a:rPr lang="en-US" sz="1400" dirty="0" err="1"/>
              <a:t>hướng</a:t>
            </a:r>
            <a:r>
              <a:rPr lang="en-US" sz="1400" dirty="0"/>
              <a:t> </a:t>
            </a:r>
            <a:r>
              <a:rPr lang="en-US" sz="1400" dirty="0" err="1"/>
              <a:t>về</a:t>
            </a:r>
            <a:r>
              <a:rPr lang="en-US" sz="1400" dirty="0"/>
              <a:t> </a:t>
            </a:r>
            <a:r>
              <a:rPr lang="en-US" sz="1400" dirty="0" err="1"/>
              <a:t>cái</a:t>
            </a:r>
            <a:r>
              <a:rPr lang="en-US" sz="1400" dirty="0"/>
              <a:t> </a:t>
            </a:r>
            <a:r>
              <a:rPr lang="en-US" sz="1400" dirty="0" err="1"/>
              <a:t>tôi</a:t>
            </a:r>
            <a:r>
              <a:rPr lang="en-US" sz="1400" dirty="0"/>
              <a:t> </a:t>
            </a:r>
            <a:r>
              <a:rPr lang="en-US" sz="1400" dirty="0" err="1"/>
              <a:t>của</a:t>
            </a:r>
            <a:r>
              <a:rPr lang="en-US" sz="1400" dirty="0"/>
              <a:t> </a:t>
            </a:r>
            <a:r>
              <a:rPr lang="en-US" sz="1400" dirty="0" err="1"/>
              <a:t>mình</a:t>
            </a:r>
            <a:r>
              <a:rPr lang="en-US" sz="1400" dirty="0"/>
              <a:t> </a:t>
            </a: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đánh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lừa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thân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>
                <a:sym typeface="Wingdings" panose="05000000000000000000" pitchFamily="2" charset="2"/>
              </a:rPr>
              <a:t>Yếu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này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nằm</a:t>
            </a:r>
            <a:r>
              <a:rPr lang="en-US" sz="1400" dirty="0">
                <a:sym typeface="Wingdings" panose="05000000000000000000" pitchFamily="2" charset="2"/>
              </a:rPr>
              <a:t> ở </a:t>
            </a:r>
            <a:r>
              <a:rPr lang="en-US" sz="1400" dirty="0" err="1">
                <a:sym typeface="Wingdings" panose="05000000000000000000" pitchFamily="2" charset="2"/>
              </a:rPr>
              <a:t>chổ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ngộ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nhận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về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thân</a:t>
            </a:r>
            <a:r>
              <a:rPr lang="en-US" sz="1400" dirty="0">
                <a:sym typeface="Wingdings" panose="05000000000000000000" pitchFamily="2" charset="2"/>
              </a:rPr>
              <a:t>, do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chỉnh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tích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tốt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tôn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trọng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tôn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trọng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lên</a:t>
            </a:r>
            <a:r>
              <a:rPr lang="en-US" sz="1400" dirty="0">
                <a:sym typeface="Wingdings" panose="05000000000000000000" pitchFamily="2" charset="2"/>
              </a:rPr>
              <a:t>. </a:t>
            </a:r>
            <a:r>
              <a:rPr lang="en-US" sz="1400" dirty="0" err="1">
                <a:sym typeface="Wingdings" panose="05000000000000000000" pitchFamily="2" charset="2"/>
              </a:rPr>
              <a:t>Tôn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trọng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lấy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trộng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đầu</a:t>
            </a:r>
            <a:r>
              <a:rPr lang="en-US" sz="1400" dirty="0">
                <a:sym typeface="Wingdings" panose="05000000000000000000" pitchFamily="2" charset="2"/>
              </a:rPr>
              <a:t> (</a:t>
            </a:r>
            <a:r>
              <a:rPr lang="en-US" sz="1400" dirty="0" err="1">
                <a:sym typeface="Wingdings" panose="05000000000000000000" pitchFamily="2" charset="2"/>
              </a:rPr>
              <a:t>còn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còn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ngu</a:t>
            </a:r>
            <a:r>
              <a:rPr lang="en-US" sz="1400" dirty="0">
                <a:sym typeface="Wingdings" panose="05000000000000000000" pitchFamily="2" charset="2"/>
              </a:rPr>
              <a:t>).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nhân</a:t>
            </a:r>
            <a:r>
              <a:rPr lang="en-US" sz="1800" dirty="0"/>
              <a:t> </a:t>
            </a:r>
            <a:r>
              <a:rPr lang="en-US" sz="1800" dirty="0" err="1"/>
              <a:t>tố</a:t>
            </a:r>
            <a:r>
              <a:rPr lang="en-US" sz="1800" dirty="0"/>
              <a:t> </a:t>
            </a:r>
            <a:r>
              <a:rPr lang="en-US" sz="1800" dirty="0" err="1"/>
              <a:t>khác</a:t>
            </a:r>
            <a:r>
              <a:rPr lang="en-US" sz="1800" dirty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Xuất</a:t>
            </a:r>
            <a:r>
              <a:rPr lang="en-US" sz="1400" dirty="0"/>
              <a:t> </a:t>
            </a:r>
            <a:r>
              <a:rPr lang="en-US" sz="1400" dirty="0" err="1"/>
              <a:t>phát</a:t>
            </a:r>
            <a:r>
              <a:rPr lang="en-US" sz="1400" dirty="0"/>
              <a:t> </a:t>
            </a:r>
            <a:r>
              <a:rPr lang="en-US" sz="1400" dirty="0" err="1"/>
              <a:t>từ</a:t>
            </a:r>
            <a:r>
              <a:rPr lang="en-US" sz="1400" dirty="0"/>
              <a:t> </a:t>
            </a:r>
            <a:r>
              <a:rPr lang="en-US" sz="1400" dirty="0" err="1"/>
              <a:t>ấn</a:t>
            </a:r>
            <a:r>
              <a:rPr lang="en-US" sz="1400" dirty="0"/>
              <a:t> </a:t>
            </a:r>
            <a:r>
              <a:rPr lang="en-US" sz="1400" dirty="0" err="1"/>
              <a:t>tượng</a:t>
            </a:r>
            <a:r>
              <a:rPr lang="en-US" sz="1400" dirty="0"/>
              <a:t> </a:t>
            </a:r>
            <a:r>
              <a:rPr lang="en-US" sz="1400" dirty="0" err="1"/>
              <a:t>bản</a:t>
            </a:r>
            <a:r>
              <a:rPr lang="en-US" sz="1400" dirty="0"/>
              <a:t> </a:t>
            </a:r>
            <a:r>
              <a:rPr lang="en-US" sz="1400" dirty="0" err="1"/>
              <a:t>thân</a:t>
            </a:r>
            <a:r>
              <a:rPr lang="en-US" sz="1400" dirty="0"/>
              <a:t> (</a:t>
            </a:r>
            <a:r>
              <a:rPr lang="en-US" sz="1400" dirty="0" err="1"/>
              <a:t>bên</a:t>
            </a:r>
            <a:r>
              <a:rPr lang="en-US" sz="1400" dirty="0"/>
              <a:t> </a:t>
            </a:r>
            <a:r>
              <a:rPr lang="en-US" sz="1400" dirty="0" err="1"/>
              <a:t>trong</a:t>
            </a:r>
            <a:r>
              <a:rPr lang="en-US" sz="1400" dirty="0"/>
              <a:t> – </a:t>
            </a:r>
            <a:r>
              <a:rPr lang="en-US" sz="1400" dirty="0" err="1"/>
              <a:t>bên</a:t>
            </a:r>
            <a:r>
              <a:rPr lang="en-US" sz="1400" dirty="0"/>
              <a:t> </a:t>
            </a:r>
            <a:r>
              <a:rPr lang="en-US" sz="1400" dirty="0" err="1"/>
              <a:t>ngoài</a:t>
            </a:r>
            <a:r>
              <a:rPr lang="en-US" sz="1400" dirty="0"/>
              <a:t>).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Sự</a:t>
            </a:r>
            <a:r>
              <a:rPr lang="en-US" sz="1400" dirty="0"/>
              <a:t> </a:t>
            </a:r>
            <a:r>
              <a:rPr lang="en-US" sz="1400" dirty="0" err="1"/>
              <a:t>chấp</a:t>
            </a:r>
            <a:r>
              <a:rPr lang="en-US" sz="1400" dirty="0"/>
              <a:t> </a:t>
            </a:r>
            <a:r>
              <a:rPr lang="en-US" sz="1400" dirty="0" err="1"/>
              <a:t>nhận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ghi</a:t>
            </a:r>
            <a:r>
              <a:rPr lang="en-US" sz="1400" dirty="0"/>
              <a:t> </a:t>
            </a:r>
            <a:r>
              <a:rPr lang="en-US" sz="1400" dirty="0" err="1"/>
              <a:t>nhận</a:t>
            </a:r>
            <a:r>
              <a:rPr lang="en-US" sz="1400" dirty="0"/>
              <a:t> </a:t>
            </a:r>
            <a:r>
              <a:rPr lang="en-US" sz="1400" dirty="0" err="1"/>
              <a:t>của</a:t>
            </a:r>
            <a:r>
              <a:rPr lang="en-US" sz="1400" dirty="0"/>
              <a:t> </a:t>
            </a:r>
            <a:r>
              <a:rPr lang="en-US" sz="1400" dirty="0" err="1"/>
              <a:t>người</a:t>
            </a:r>
            <a:r>
              <a:rPr lang="en-US" sz="1400" dirty="0"/>
              <a:t> </a:t>
            </a:r>
            <a:r>
              <a:rPr lang="en-US" sz="1400" dirty="0" err="1"/>
              <a:t>khác</a:t>
            </a:r>
            <a:r>
              <a:rPr lang="en-US" sz="1400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trải</a:t>
            </a:r>
            <a:r>
              <a:rPr lang="en-US" sz="1400" dirty="0"/>
              <a:t> </a:t>
            </a:r>
            <a:r>
              <a:rPr lang="en-US" sz="1400" dirty="0" err="1"/>
              <a:t>nghiệm</a:t>
            </a:r>
            <a:r>
              <a:rPr lang="en-US" sz="1400" dirty="0"/>
              <a:t> </a:t>
            </a:r>
            <a:r>
              <a:rPr lang="en-US" sz="1400" dirty="0" err="1"/>
              <a:t>mới</a:t>
            </a:r>
            <a:r>
              <a:rPr lang="en-US" sz="1400" dirty="0"/>
              <a:t> </a:t>
            </a:r>
            <a:r>
              <a:rPr lang="en-US" sz="1400" dirty="0" err="1"/>
              <a:t>làm</a:t>
            </a:r>
            <a:r>
              <a:rPr lang="en-US" sz="1400" dirty="0"/>
              <a:t> </a:t>
            </a:r>
            <a:r>
              <a:rPr lang="en-US" sz="1400" dirty="0" err="1"/>
              <a:t>người</a:t>
            </a:r>
            <a:r>
              <a:rPr lang="en-US" sz="1400" dirty="0"/>
              <a:t> ta </a:t>
            </a:r>
            <a:r>
              <a:rPr lang="en-US" sz="1400" dirty="0" err="1"/>
              <a:t>thay</a:t>
            </a:r>
            <a:r>
              <a:rPr lang="en-US" sz="1400" dirty="0"/>
              <a:t> </a:t>
            </a:r>
            <a:r>
              <a:rPr lang="en-US" sz="1400" dirty="0" err="1"/>
              <a:t>đổi</a:t>
            </a:r>
            <a:r>
              <a:rPr lang="en-US" sz="1400" dirty="0"/>
              <a:t> </a:t>
            </a:r>
            <a:r>
              <a:rPr lang="en-US" sz="1400" dirty="0" err="1"/>
              <a:t>thái</a:t>
            </a:r>
            <a:r>
              <a:rPr lang="en-US" sz="1400" dirty="0"/>
              <a:t> </a:t>
            </a:r>
            <a:r>
              <a:rPr lang="en-US" sz="1400" dirty="0" err="1"/>
              <a:t>độ</a:t>
            </a:r>
            <a:r>
              <a:rPr lang="en-US" sz="1400" dirty="0"/>
              <a:t>.</a:t>
            </a:r>
          </a:p>
          <a:p>
            <a:pPr lvl="1" algn="just">
              <a:lnSpc>
                <a:spcPct val="150000"/>
              </a:lnSpc>
            </a:pPr>
            <a:endParaRPr lang="en-US" sz="1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3" y="848397"/>
            <a:ext cx="656692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Điều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gì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tạo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nên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con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endParaRPr kumimoji="0" lang="en-US" sz="3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A180AB-26C5-3EA8-F23D-3C2C92394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48" y="2283997"/>
            <a:ext cx="4084937" cy="2833925"/>
          </a:xfrm>
          <a:prstGeom prst="rect">
            <a:avLst/>
          </a:prstGeom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17684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690" y="1497105"/>
            <a:ext cx="10493463" cy="344244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sẽ</a:t>
            </a:r>
            <a:r>
              <a:rPr lang="en-US" sz="1800" dirty="0"/>
              <a:t> </a:t>
            </a:r>
            <a:r>
              <a:rPr lang="en-US" sz="1800" dirty="0" err="1"/>
              <a:t>mất</a:t>
            </a:r>
            <a:r>
              <a:rPr lang="en-US" sz="1800" dirty="0"/>
              <a:t> </a:t>
            </a:r>
            <a:r>
              <a:rPr lang="en-US" sz="1800" dirty="0" err="1"/>
              <a:t>khoảng</a:t>
            </a:r>
            <a:r>
              <a:rPr lang="en-US" sz="1800" dirty="0"/>
              <a:t> </a:t>
            </a:r>
            <a:r>
              <a:rPr lang="en-US" sz="1800" dirty="0" err="1"/>
              <a:t>thời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 </a:t>
            </a:r>
            <a:r>
              <a:rPr lang="en-US" sz="1800" dirty="0" err="1"/>
              <a:t>rất</a:t>
            </a:r>
            <a:r>
              <a:rPr lang="en-US" sz="1800" dirty="0"/>
              <a:t> </a:t>
            </a:r>
            <a:r>
              <a:rPr lang="en-US" sz="1800" dirty="0" err="1"/>
              <a:t>dài</a:t>
            </a:r>
            <a:r>
              <a:rPr lang="en-US" sz="1800" dirty="0"/>
              <a:t>,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mục</a:t>
            </a:r>
            <a:r>
              <a:rPr lang="en-US" sz="1800" dirty="0"/>
              <a:t> </a:t>
            </a:r>
            <a:r>
              <a:rPr lang="en-US" sz="1800" dirty="0" err="1"/>
              <a:t>tiêu</a:t>
            </a:r>
            <a:r>
              <a:rPr lang="en-US" sz="1800" dirty="0"/>
              <a:t> </a:t>
            </a:r>
            <a:r>
              <a:rPr lang="en-US" sz="1800" dirty="0" err="1"/>
              <a:t>nhận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 </a:t>
            </a:r>
            <a:r>
              <a:rPr lang="en-US" sz="1800" dirty="0" err="1"/>
              <a:t>bản</a:t>
            </a:r>
            <a:r>
              <a:rPr lang="en-US" sz="1800" dirty="0"/>
              <a:t> </a:t>
            </a:r>
            <a:r>
              <a:rPr lang="en-US" sz="1800" dirty="0" err="1"/>
              <a:t>thân</a:t>
            </a:r>
            <a:r>
              <a:rPr lang="en-US" sz="1800" dirty="0"/>
              <a:t> </a:t>
            </a:r>
            <a:r>
              <a:rPr lang="en-US" sz="1800" dirty="0" err="1"/>
              <a:t>mình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ai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 </a:t>
            </a:r>
            <a:r>
              <a:rPr lang="en-US" sz="1800" dirty="0" err="1"/>
              <a:t>đội</a:t>
            </a:r>
            <a:r>
              <a:rPr lang="en-US" sz="1800" dirty="0"/>
              <a:t> </a:t>
            </a:r>
            <a:r>
              <a:rPr lang="en-US" sz="1800" dirty="0" err="1"/>
              <a:t>tồi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mình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gì</a:t>
            </a:r>
            <a:r>
              <a:rPr lang="en-US" sz="1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nhận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tồi</a:t>
            </a:r>
            <a:r>
              <a:rPr lang="en-US" sz="1800" dirty="0"/>
              <a:t> </a:t>
            </a:r>
            <a:r>
              <a:rPr lang="en-US" sz="1800" dirty="0" err="1"/>
              <a:t>thì</a:t>
            </a:r>
            <a:r>
              <a:rPr lang="en-US" sz="1800" dirty="0"/>
              <a:t> </a:t>
            </a:r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tìm</a:t>
            </a:r>
            <a:r>
              <a:rPr lang="en-US" sz="1800" dirty="0"/>
              <a:t> </a:t>
            </a:r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góc</a:t>
            </a:r>
            <a:r>
              <a:rPr lang="en-US" sz="1800" dirty="0"/>
              <a:t> </a:t>
            </a:r>
            <a:r>
              <a:rPr lang="en-US" sz="1800" dirty="0" err="1"/>
              <a:t>cạnh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tồi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bản</a:t>
            </a:r>
            <a:r>
              <a:rPr lang="en-US" sz="1800" dirty="0"/>
              <a:t> </a:t>
            </a:r>
            <a:r>
              <a:rPr lang="en-US" sz="1800" dirty="0" err="1"/>
              <a:t>thân</a:t>
            </a:r>
            <a:r>
              <a:rPr lang="en-US" sz="1800" dirty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 err="1"/>
              <a:t>Những</a:t>
            </a:r>
            <a:r>
              <a:rPr lang="en-US" sz="1600" dirty="0"/>
              <a:t> </a:t>
            </a:r>
            <a:r>
              <a:rPr lang="en-US" sz="1600" dirty="0" err="1"/>
              <a:t>cảm</a:t>
            </a:r>
            <a:r>
              <a:rPr lang="en-US" sz="1600" dirty="0"/>
              <a:t> </a:t>
            </a:r>
            <a:r>
              <a:rPr lang="en-US" sz="1600" dirty="0" err="1"/>
              <a:t>nhận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mình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vấn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 </a:t>
            </a:r>
            <a:r>
              <a:rPr lang="en-US" sz="1600" dirty="0" err="1">
                <a:sym typeface="Wingdings" panose="05000000000000000000" pitchFamily="2" charset="2"/>
              </a:rPr>
              <a:t>điển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thấy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về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gì</a:t>
            </a:r>
            <a:r>
              <a:rPr lang="en-US" sz="1600" dirty="0">
                <a:sym typeface="Wingdings" panose="05000000000000000000" pitchFamily="2" charset="2"/>
              </a:rPr>
              <a:t>?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 err="1">
                <a:sym typeface="Wingdings" panose="05000000000000000000" pitchFamily="2" charset="2"/>
              </a:rPr>
              <a:t>Xác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hành</a:t>
            </a:r>
            <a:r>
              <a:rPr lang="en-US" sz="1600" dirty="0">
                <a:sym typeface="Wingdings" panose="05000000000000000000" pitchFamily="2" charset="2"/>
              </a:rPr>
              <a:t> vi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đề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những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nào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gậy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rắc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rồi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tiếp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?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 err="1">
                <a:sym typeface="Wingdings" panose="05000000000000000000" pitchFamily="2" charset="2"/>
              </a:rPr>
              <a:t>Xác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suy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nghĩ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đề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những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suy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nghĩ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kiểm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soát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toàn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tâm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trí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thân</a:t>
            </a:r>
            <a:r>
              <a:rPr lang="en-US" sz="1600" dirty="0">
                <a:sym typeface="Wingdings" panose="05000000000000000000" pitchFamily="2" charset="2"/>
              </a:rPr>
              <a:t>?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>
                <a:sym typeface="Wingdings" panose="05000000000000000000" pitchFamily="2" charset="2"/>
              </a:rPr>
              <a:t>Sau </a:t>
            </a:r>
            <a:r>
              <a:rPr lang="en-US" sz="1600" dirty="0" err="1">
                <a:sym typeface="Wingdings" panose="05000000000000000000" pitchFamily="2" charset="2"/>
              </a:rPr>
              <a:t>khi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thấy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yếu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tố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đề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hãy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kế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hoạch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r>
              <a:rPr lang="en-US" sz="1600" dirty="0">
                <a:sym typeface="Wingdings" panose="05000000000000000000" pitchFamily="2" charset="2"/>
              </a:rPr>
              <a:t>   </a:t>
            </a:r>
            <a:r>
              <a:rPr lang="en-US" sz="1600" dirty="0" err="1">
                <a:sym typeface="Wingdings" panose="05000000000000000000" pitchFamily="2" charset="2"/>
              </a:rPr>
              <a:t>tiến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kiên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r>
              <a:rPr lang="en-US" sz="1600" dirty="0">
                <a:sym typeface="Wingdings" panose="05000000000000000000" pitchFamily="2" charset="2"/>
              </a:rPr>
              <a:t>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nguyên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tắc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duy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lặp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lặp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lại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  <a:endParaRPr lang="en-US" sz="1600" dirty="0"/>
          </a:p>
          <a:p>
            <a:pPr lvl="1" algn="just">
              <a:lnSpc>
                <a:spcPct val="150000"/>
              </a:lnSpc>
            </a:pPr>
            <a:endParaRPr lang="en-US" sz="1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3" y="848397"/>
            <a:ext cx="656692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6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lang="en-US" sz="3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Chuẩn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bị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t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hay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đổi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endParaRPr kumimoji="0" lang="en-US" sz="3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60" name="Picture 4" descr="Thái độ quyết định cao độ, Sống ở đời bạn có thể thua người khác nhưng  không thể thua chính mình - YouTube">
            <a:extLst>
              <a:ext uri="{FF2B5EF4-FFF2-40B4-BE49-F238E27FC236}">
                <a16:creationId xmlns:a16="http://schemas.microsoft.com/office/drawing/2014/main" id="{9135174B-7644-C80F-C4C8-54CBA5ADF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960" y="4684632"/>
            <a:ext cx="3186393" cy="1792927"/>
          </a:xfrm>
          <a:prstGeom prst="rect">
            <a:avLst/>
          </a:prstGeom>
          <a:noFill/>
          <a:effectLst>
            <a:glow rad="101600">
              <a:schemeClr val="accent4">
                <a:satMod val="175000"/>
                <a:alpha val="40000"/>
              </a:schemeClr>
            </a:glow>
          </a:effectLst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89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1337" y="1613646"/>
            <a:ext cx="8055063" cy="99508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err="1"/>
              <a:t>Lưu</a:t>
            </a:r>
            <a:r>
              <a:rPr lang="en-US" sz="1800" dirty="0"/>
              <a:t> ý: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quá</a:t>
            </a:r>
            <a:r>
              <a:rPr lang="en-US" sz="1800" dirty="0"/>
              <a:t> </a:t>
            </a:r>
            <a:r>
              <a:rPr lang="en-US" sz="1800" dirty="0" err="1"/>
              <a:t>trình</a:t>
            </a:r>
            <a:r>
              <a:rPr lang="en-US" sz="1800" dirty="0"/>
              <a:t> </a:t>
            </a: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cần</a:t>
            </a:r>
            <a:r>
              <a:rPr lang="en-US" sz="1800" dirty="0"/>
              <a:t> </a:t>
            </a:r>
            <a:r>
              <a:rPr lang="en-US" sz="1800" dirty="0" err="1"/>
              <a:t>xây</a:t>
            </a:r>
            <a:r>
              <a:rPr lang="en-US" sz="1800" dirty="0"/>
              <a:t> </a:t>
            </a:r>
            <a:r>
              <a:rPr lang="en-US" sz="1800" dirty="0" err="1"/>
              <a:t>dựng</a:t>
            </a:r>
            <a:r>
              <a:rPr lang="en-US" sz="1800" dirty="0"/>
              <a:t> </a:t>
            </a:r>
            <a:r>
              <a:rPr lang="en-US" sz="1800" dirty="0" err="1"/>
              <a:t>niềm</a:t>
            </a:r>
            <a:r>
              <a:rPr lang="en-US" sz="1800" dirty="0"/>
              <a:t> tin </a:t>
            </a:r>
            <a:r>
              <a:rPr lang="en-US" sz="1800" dirty="0" err="1"/>
              <a:t>lớn</a:t>
            </a:r>
            <a:r>
              <a:rPr lang="en-US" sz="1800" dirty="0"/>
              <a:t> </a:t>
            </a:r>
            <a:r>
              <a:rPr lang="en-US" sz="1800" dirty="0" err="1"/>
              <a:t>hơn</a:t>
            </a:r>
            <a:r>
              <a:rPr lang="en-US" sz="1800" dirty="0"/>
              <a:t> </a:t>
            </a:r>
            <a:r>
              <a:rPr lang="en-US" sz="1800" dirty="0" err="1"/>
              <a:t>nỗi</a:t>
            </a:r>
            <a:r>
              <a:rPr lang="en-US" sz="1800" dirty="0"/>
              <a:t> </a:t>
            </a:r>
            <a:r>
              <a:rPr lang="en-US" sz="1800" dirty="0" err="1"/>
              <a:t>sợ</a:t>
            </a:r>
            <a:r>
              <a:rPr lang="en-US" sz="1800" dirty="0"/>
              <a:t> </a:t>
            </a:r>
            <a:r>
              <a:rPr lang="en-US" sz="1800" dirty="0">
                <a:sym typeface="Wingdings" panose="05000000000000000000" pitchFamily="2" charset="2"/>
              </a:rPr>
              <a:t> </a:t>
            </a:r>
            <a:r>
              <a:rPr lang="en-US" sz="1800" dirty="0" err="1">
                <a:sym typeface="Wingdings" panose="05000000000000000000" pitchFamily="2" charset="2"/>
              </a:rPr>
              <a:t>luôn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sự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tập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trung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cao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độ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n-US" sz="1600" dirty="0"/>
          </a:p>
          <a:p>
            <a:pPr lvl="1" algn="just">
              <a:lnSpc>
                <a:spcPct val="150000"/>
              </a:lnSpc>
            </a:pPr>
            <a:endParaRPr lang="en-US" sz="1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3" y="848397"/>
            <a:ext cx="656692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6. </a:t>
            </a:r>
            <a:r>
              <a:rPr lang="en-US" sz="3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Chuẩn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bị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t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hay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đổi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endParaRPr kumimoji="0" lang="en-US" sz="3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0EF66688-A3D9-D06D-3624-8010AB371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409288"/>
              </p:ext>
            </p:extLst>
          </p:nvPr>
        </p:nvGraphicFramePr>
        <p:xfrm>
          <a:off x="1664448" y="2608729"/>
          <a:ext cx="6251387" cy="3708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83434">
                  <a:extLst>
                    <a:ext uri="{9D8B030D-6E8A-4147-A177-3AD203B41FA5}">
                      <a16:colId xmlns:a16="http://schemas.microsoft.com/office/drawing/2014/main" val="1008213021"/>
                    </a:ext>
                  </a:extLst>
                </a:gridCol>
                <a:gridCol w="3567953">
                  <a:extLst>
                    <a:ext uri="{9D8B030D-6E8A-4147-A177-3AD203B41FA5}">
                      <a16:colId xmlns:a16="http://schemas.microsoft.com/office/drawing/2014/main" val="1844643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NHỮNG TỪ NÊN BỎ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NHỮNG TỪ THAY THẾ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198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có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thể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970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Nếu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này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nếu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thế</a:t>
                      </a:r>
                      <a:r>
                        <a:rPr lang="en-US" dirty="0"/>
                        <a:t> kia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sẽ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2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ngờ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bản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thân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mọi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điều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sẽ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tốt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524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nghĩ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Tối</a:t>
                      </a:r>
                      <a:r>
                        <a:rPr lang="en-US" dirty="0"/>
                        <a:t> tin </a:t>
                      </a:r>
                      <a:r>
                        <a:rPr lang="en-US" dirty="0" err="1"/>
                        <a:t>là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50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có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thời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sẽ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dành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thời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gian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802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Có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lẽ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Một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tích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cực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nghĩ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71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rằng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Tôi</a:t>
                      </a:r>
                      <a:r>
                        <a:rPr lang="en-US" dirty="0"/>
                        <a:t> tin </a:t>
                      </a:r>
                      <a:r>
                        <a:rPr lang="en-US" dirty="0" err="1"/>
                        <a:t>rằng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81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Không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nào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Mọi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việc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đều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có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thể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1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029493"/>
                  </a:ext>
                </a:extLst>
              </a:tr>
            </a:tbl>
          </a:graphicData>
        </a:graphic>
      </p:graphicFrame>
      <p:pic>
        <p:nvPicPr>
          <p:cNvPr id="18434" name="Picture 2" descr="Suy nghĩ về ý nghĩa của thái độ sống tích cực. - Theki.vn">
            <a:extLst>
              <a:ext uri="{FF2B5EF4-FFF2-40B4-BE49-F238E27FC236}">
                <a16:creationId xmlns:a16="http://schemas.microsoft.com/office/drawing/2014/main" id="{24595A21-4280-9491-DC96-57E094DEB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773" y="3338840"/>
            <a:ext cx="4032224" cy="226611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45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2706" y="1595717"/>
            <a:ext cx="7126941" cy="4536142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yếu</a:t>
            </a:r>
            <a:r>
              <a:rPr lang="en-US" sz="1800" dirty="0"/>
              <a:t> </a:t>
            </a:r>
            <a:r>
              <a:rPr lang="en-US" sz="1800" dirty="0" err="1"/>
              <a:t>tố</a:t>
            </a:r>
            <a:r>
              <a:rPr lang="en-US" sz="1800" dirty="0"/>
              <a:t> </a:t>
            </a:r>
            <a:r>
              <a:rPr lang="en-US" sz="1800" dirty="0" err="1"/>
              <a:t>còn</a:t>
            </a:r>
            <a:r>
              <a:rPr lang="en-US" sz="1800" dirty="0"/>
              <a:t> </a:t>
            </a:r>
            <a:r>
              <a:rPr lang="en-US" sz="1800" dirty="0" err="1"/>
              <a:t>lại</a:t>
            </a:r>
            <a:r>
              <a:rPr lang="en-US" sz="1800" dirty="0"/>
              <a:t> </a:t>
            </a:r>
            <a:r>
              <a:rPr lang="en-US" sz="1800" dirty="0" err="1"/>
              <a:t>ngoài</a:t>
            </a:r>
            <a:r>
              <a:rPr lang="en-US" sz="1800" dirty="0"/>
              <a:t> </a:t>
            </a:r>
            <a:r>
              <a:rPr lang="en-US" sz="1800" dirty="0" err="1"/>
              <a:t>lòng</a:t>
            </a:r>
            <a:r>
              <a:rPr lang="en-US" sz="1800" dirty="0"/>
              <a:t> tin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nỗi</a:t>
            </a:r>
            <a:r>
              <a:rPr lang="en-US" sz="1800" dirty="0"/>
              <a:t> </a:t>
            </a:r>
            <a:r>
              <a:rPr lang="en-US" sz="1800" dirty="0" err="1"/>
              <a:t>sợ</a:t>
            </a:r>
            <a:r>
              <a:rPr lang="en-US" sz="1800" dirty="0"/>
              <a:t> </a:t>
            </a:r>
            <a:r>
              <a:rPr lang="en-US" sz="1800" dirty="0" err="1"/>
              <a:t>thì</a:t>
            </a:r>
            <a:r>
              <a:rPr lang="en-US" sz="1800" dirty="0"/>
              <a:t> </a:t>
            </a:r>
            <a:r>
              <a:rPr lang="en-US" sz="1800" dirty="0" err="1"/>
              <a:t>cần</a:t>
            </a:r>
            <a:r>
              <a:rPr lang="en-US" sz="1800" dirty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>
                <a:sym typeface="Wingdings" panose="05000000000000000000" pitchFamily="2" charset="2"/>
              </a:rPr>
              <a:t>Khát</a:t>
            </a:r>
            <a:r>
              <a:rPr lang="en-US" sz="1400" dirty="0">
                <a:sym typeface="Wingdings" panose="05000000000000000000" pitchFamily="2" charset="2"/>
              </a:rPr>
              <a:t> khao </a:t>
            </a:r>
            <a:r>
              <a:rPr lang="en-US" sz="1400" dirty="0" err="1">
                <a:sym typeface="Wingdings" panose="05000000000000000000" pitchFamily="2" charset="2"/>
              </a:rPr>
              <a:t>thay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đổi</a:t>
            </a:r>
            <a:endParaRPr lang="en-US" sz="1400" dirty="0"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thay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đổi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từng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ngày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triển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khen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thật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nhiều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thói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quen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tốt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Về</a:t>
            </a:r>
            <a:r>
              <a:rPr lang="en-US" sz="1600" dirty="0"/>
              <a:t> </a:t>
            </a:r>
            <a:r>
              <a:rPr lang="en-US" sz="1600" dirty="0" err="1"/>
              <a:t>mặt</a:t>
            </a:r>
            <a:r>
              <a:rPr lang="en-US" sz="1600" dirty="0"/>
              <a:t> </a:t>
            </a:r>
            <a:r>
              <a:rPr lang="en-US" sz="1600" dirty="0" err="1"/>
              <a:t>hành</a:t>
            </a:r>
            <a:r>
              <a:rPr lang="en-US" sz="1600" dirty="0"/>
              <a:t> vi </a:t>
            </a:r>
            <a:r>
              <a:rPr lang="en-US" sz="1600" dirty="0" err="1"/>
              <a:t>nên</a:t>
            </a:r>
            <a:r>
              <a:rPr lang="en-US" sz="1600" dirty="0"/>
              <a:t> </a:t>
            </a:r>
            <a:r>
              <a:rPr lang="en-US" sz="1600" dirty="0" err="1"/>
              <a:t>tạo</a:t>
            </a:r>
            <a:r>
              <a:rPr lang="en-US" sz="1600" dirty="0"/>
              <a:t> </a:t>
            </a:r>
            <a:r>
              <a:rPr lang="en-US" sz="1600" dirty="0" err="1"/>
              <a:t>ra</a:t>
            </a:r>
            <a:r>
              <a:rPr lang="en-US" sz="1600" dirty="0"/>
              <a:t> </a:t>
            </a:r>
            <a:r>
              <a:rPr lang="en-US" sz="1600" dirty="0" err="1"/>
              <a:t>nghịch</a:t>
            </a:r>
            <a:r>
              <a:rPr lang="en-US" sz="1600" dirty="0"/>
              <a:t> </a:t>
            </a:r>
            <a:r>
              <a:rPr lang="en-US" sz="1600" dirty="0" err="1"/>
              <a:t>cảnh</a:t>
            </a:r>
            <a:r>
              <a:rPr lang="en-US" sz="1600" dirty="0"/>
              <a:t> </a:t>
            </a:r>
            <a:r>
              <a:rPr lang="en-US" sz="1600" dirty="0" err="1"/>
              <a:t>từ</a:t>
            </a:r>
            <a:r>
              <a:rPr lang="en-US" sz="1600" dirty="0"/>
              <a:t> </a:t>
            </a:r>
            <a:r>
              <a:rPr lang="en-US" sz="1600" dirty="0" err="1"/>
              <a:t>nhỏ</a:t>
            </a:r>
            <a:r>
              <a:rPr lang="en-US" sz="1600" dirty="0"/>
              <a:t> </a:t>
            </a:r>
            <a:r>
              <a:rPr lang="en-US" sz="1600" dirty="0" err="1"/>
              <a:t>đến</a:t>
            </a:r>
            <a:r>
              <a:rPr lang="en-US" sz="1600" dirty="0"/>
              <a:t> </a:t>
            </a:r>
            <a:r>
              <a:rPr lang="en-US" sz="1600" dirty="0" err="1"/>
              <a:t>lớn</a:t>
            </a:r>
            <a:endParaRPr lang="en-US" sz="1600" dirty="0"/>
          </a:p>
          <a:p>
            <a:pPr lvl="1" algn="just">
              <a:lnSpc>
                <a:spcPct val="150000"/>
              </a:lnSpc>
            </a:pPr>
            <a:r>
              <a:rPr lang="en-US" sz="1200" dirty="0" err="1"/>
              <a:t>Cách</a:t>
            </a:r>
            <a:r>
              <a:rPr lang="en-US" sz="1200" dirty="0"/>
              <a:t> </a:t>
            </a:r>
            <a:r>
              <a:rPr lang="en-US" sz="1200" dirty="0" err="1"/>
              <a:t>duy</a:t>
            </a:r>
            <a:r>
              <a:rPr lang="en-US" sz="1200" dirty="0"/>
              <a:t> </a:t>
            </a:r>
            <a:r>
              <a:rPr lang="en-US" sz="1200" dirty="0" err="1"/>
              <a:t>nhất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thể</a:t>
            </a:r>
            <a:r>
              <a:rPr lang="en-US" sz="1200" dirty="0"/>
              <a:t> </a:t>
            </a:r>
            <a:r>
              <a:rPr lang="en-US" sz="1200" dirty="0" err="1"/>
              <a:t>tiến</a:t>
            </a:r>
            <a:r>
              <a:rPr lang="en-US" sz="1200" dirty="0"/>
              <a:t> </a:t>
            </a:r>
            <a:r>
              <a:rPr lang="en-US" sz="1200" dirty="0" err="1"/>
              <a:t>bộ</a:t>
            </a:r>
            <a:r>
              <a:rPr lang="en-US" sz="1200" dirty="0"/>
              <a:t> </a:t>
            </a:r>
            <a:r>
              <a:rPr lang="en-US" sz="1200" dirty="0" err="1"/>
              <a:t>nhanh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gặp</a:t>
            </a:r>
            <a:r>
              <a:rPr lang="en-US" sz="1200" dirty="0"/>
              <a:t> </a:t>
            </a:r>
            <a:r>
              <a:rPr lang="en-US" sz="1200" dirty="0" err="1"/>
              <a:t>nghịch</a:t>
            </a:r>
            <a:r>
              <a:rPr lang="en-US" sz="1200" dirty="0"/>
              <a:t> </a:t>
            </a:r>
            <a:r>
              <a:rPr lang="en-US" sz="1200" dirty="0" err="1"/>
              <a:t>cảnh</a:t>
            </a:r>
            <a:r>
              <a:rPr lang="en-US" sz="1200" dirty="0"/>
              <a:t> </a:t>
            </a:r>
            <a:r>
              <a:rPr lang="en-US" sz="1200" dirty="0" err="1"/>
              <a:t>từ</a:t>
            </a:r>
            <a:r>
              <a:rPr lang="en-US" sz="1200" dirty="0"/>
              <a:t> </a:t>
            </a:r>
            <a:r>
              <a:rPr lang="en-US" sz="1200" dirty="0" err="1"/>
              <a:t>sớm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sảy</a:t>
            </a:r>
            <a:r>
              <a:rPr lang="en-US" sz="1200" dirty="0"/>
              <a:t> </a:t>
            </a:r>
            <a:r>
              <a:rPr lang="en-US" sz="1200" dirty="0" err="1"/>
              <a:t>ra</a:t>
            </a:r>
            <a:r>
              <a:rPr lang="en-US" sz="1200" dirty="0"/>
              <a:t> </a:t>
            </a:r>
            <a:r>
              <a:rPr lang="en-US" sz="1200" dirty="0" err="1"/>
              <a:t>thường</a:t>
            </a:r>
            <a:r>
              <a:rPr lang="en-US" sz="1200" dirty="0"/>
              <a:t> </a:t>
            </a:r>
            <a:r>
              <a:rPr lang="en-US" sz="1200" dirty="0" err="1"/>
              <a:t>xuyên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 </a:t>
            </a:r>
            <a:r>
              <a:rPr lang="en-US" sz="1200" dirty="0" err="1">
                <a:sym typeface="Wingdings" panose="05000000000000000000" pitchFamily="2" charset="2"/>
              </a:rPr>
              <a:t>tạo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sự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kiên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cường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vì</a:t>
            </a:r>
            <a:r>
              <a:rPr lang="en-US" sz="1200" dirty="0">
                <a:sym typeface="Wingdings" panose="05000000000000000000" pitchFamily="2" charset="2"/>
              </a:rPr>
              <a:t> con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xét</a:t>
            </a:r>
            <a:r>
              <a:rPr lang="en-US" sz="1200" dirty="0">
                <a:sym typeface="Wingdings" panose="05000000000000000000" pitchFamily="2" charset="2"/>
              </a:rPr>
              <a:t> ở </a:t>
            </a:r>
            <a:r>
              <a:rPr lang="en-US" sz="1200" dirty="0" err="1">
                <a:sym typeface="Wingdings" panose="05000000000000000000" pitchFamily="2" charset="2"/>
              </a:rPr>
              <a:t>bản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năng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có</a:t>
            </a:r>
            <a:r>
              <a:rPr lang="en-US" sz="1200" dirty="0">
                <a:sym typeface="Wingdings" panose="05000000000000000000" pitchFamily="2" charset="2"/>
              </a:rPr>
              <a:t> xu </a:t>
            </a:r>
            <a:r>
              <a:rPr lang="en-US" sz="1200" dirty="0" err="1">
                <a:sym typeface="Wingdings" panose="05000000000000000000" pitchFamily="2" charset="2"/>
              </a:rPr>
              <a:t>hướng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thụ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động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nên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thói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quen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tự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cải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thiện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200" dirty="0"/>
              <a:t>Do </a:t>
            </a:r>
            <a:r>
              <a:rPr lang="en-US" sz="1200" dirty="0" err="1"/>
              <a:t>đó</a:t>
            </a:r>
            <a:r>
              <a:rPr lang="en-US" sz="1200" dirty="0"/>
              <a:t> </a:t>
            </a:r>
            <a:r>
              <a:rPr lang="en-US" sz="1200" dirty="0" err="1"/>
              <a:t>khi</a:t>
            </a:r>
            <a:r>
              <a:rPr lang="en-US" sz="1200" dirty="0"/>
              <a:t> </a:t>
            </a:r>
            <a:r>
              <a:rPr lang="en-US" sz="1200" dirty="0" err="1"/>
              <a:t>đi</a:t>
            </a:r>
            <a:r>
              <a:rPr lang="en-US" sz="1200" dirty="0"/>
              <a:t> </a:t>
            </a:r>
            <a:r>
              <a:rPr lang="en-US" sz="1200" dirty="0" err="1"/>
              <a:t>học</a:t>
            </a:r>
            <a:r>
              <a:rPr lang="en-US" sz="1200" dirty="0"/>
              <a:t> </a:t>
            </a:r>
            <a:r>
              <a:rPr lang="en-US" sz="1200" dirty="0" err="1"/>
              <a:t>người</a:t>
            </a:r>
            <a:r>
              <a:rPr lang="en-US" sz="1200" dirty="0"/>
              <a:t> ta </a:t>
            </a:r>
            <a:r>
              <a:rPr lang="en-US" sz="1200" dirty="0" err="1"/>
              <a:t>đánh</a:t>
            </a:r>
            <a:r>
              <a:rPr lang="en-US" sz="1200" dirty="0"/>
              <a:t> </a:t>
            </a:r>
            <a:r>
              <a:rPr lang="en-US" sz="1200" dirty="0" err="1"/>
              <a:t>giá</a:t>
            </a:r>
            <a:r>
              <a:rPr lang="en-US" sz="1200" dirty="0"/>
              <a:t> </a:t>
            </a:r>
            <a:r>
              <a:rPr lang="en-US" sz="1200" dirty="0" err="1"/>
              <a:t>rất</a:t>
            </a:r>
            <a:r>
              <a:rPr lang="en-US" sz="1200" dirty="0"/>
              <a:t> </a:t>
            </a:r>
            <a:r>
              <a:rPr lang="en-US" sz="1200" dirty="0" err="1"/>
              <a:t>thấp</a:t>
            </a:r>
            <a:r>
              <a:rPr lang="en-US" sz="1200" dirty="0"/>
              <a:t> </a:t>
            </a:r>
            <a:r>
              <a:rPr lang="en-US" sz="1200" dirty="0" err="1"/>
              <a:t>sự</a:t>
            </a:r>
            <a:r>
              <a:rPr lang="en-US" sz="1200" dirty="0"/>
              <a:t> </a:t>
            </a:r>
            <a:r>
              <a:rPr lang="en-US" sz="1200" dirty="0" err="1"/>
              <a:t>kiên</a:t>
            </a:r>
            <a:r>
              <a:rPr lang="en-US" sz="1200" dirty="0"/>
              <a:t> </a:t>
            </a:r>
            <a:r>
              <a:rPr lang="en-US" sz="1200" dirty="0" err="1"/>
              <a:t>trì</a:t>
            </a:r>
            <a:r>
              <a:rPr lang="en-US" sz="1200" dirty="0"/>
              <a:t> </a:t>
            </a:r>
            <a:r>
              <a:rPr lang="en-US" sz="1200" dirty="0" err="1"/>
              <a:t>đi</a:t>
            </a:r>
            <a:r>
              <a:rPr lang="en-US" sz="1200" dirty="0"/>
              <a:t> </a:t>
            </a:r>
            <a:r>
              <a:rPr lang="en-US" sz="1200" dirty="0" err="1"/>
              <a:t>học</a:t>
            </a:r>
            <a:r>
              <a:rPr lang="en-US" sz="1200" dirty="0"/>
              <a:t>, </a:t>
            </a:r>
            <a:r>
              <a:rPr lang="en-US" sz="1200" dirty="0" err="1"/>
              <a:t>người</a:t>
            </a:r>
            <a:r>
              <a:rPr lang="en-US" sz="1200" dirty="0"/>
              <a:t> ta </a:t>
            </a:r>
            <a:r>
              <a:rPr lang="en-US" sz="1200" dirty="0" err="1"/>
              <a:t>đặt</a:t>
            </a:r>
            <a:r>
              <a:rPr lang="en-US" sz="1200" dirty="0"/>
              <a:t> </a:t>
            </a:r>
            <a:r>
              <a:rPr lang="en-US" sz="1200" dirty="0" err="1"/>
              <a:t>nặng</a:t>
            </a:r>
            <a:r>
              <a:rPr lang="en-US" sz="1200" dirty="0"/>
              <a:t> </a:t>
            </a:r>
            <a:r>
              <a:rPr lang="en-US" sz="1200" dirty="0" err="1"/>
              <a:t>yếu</a:t>
            </a:r>
            <a:r>
              <a:rPr lang="en-US" sz="1200" dirty="0"/>
              <a:t> </a:t>
            </a:r>
            <a:r>
              <a:rPr lang="en-US" sz="1200" dirty="0" err="1"/>
              <a:t>tố</a:t>
            </a:r>
            <a:r>
              <a:rPr lang="en-US" sz="1200" dirty="0"/>
              <a:t> </a:t>
            </a:r>
            <a:r>
              <a:rPr lang="en-US" sz="1200" dirty="0" err="1"/>
              <a:t>quá</a:t>
            </a:r>
            <a:r>
              <a:rPr lang="en-US" sz="1200" dirty="0"/>
              <a:t> </a:t>
            </a:r>
            <a:r>
              <a:rPr lang="en-US" sz="1200" dirty="0" err="1"/>
              <a:t>trình</a:t>
            </a:r>
            <a:r>
              <a:rPr lang="en-US" sz="1200" dirty="0"/>
              <a:t> </a:t>
            </a:r>
            <a:r>
              <a:rPr lang="en-US" sz="1200" dirty="0" err="1"/>
              <a:t>đi</a:t>
            </a:r>
            <a:r>
              <a:rPr lang="en-US" sz="1200" dirty="0"/>
              <a:t> </a:t>
            </a:r>
            <a:r>
              <a:rPr lang="en-US" sz="1200" dirty="0" err="1"/>
              <a:t>học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phát</a:t>
            </a:r>
            <a:r>
              <a:rPr lang="en-US" sz="1200" dirty="0"/>
              <a:t> </a:t>
            </a:r>
            <a:r>
              <a:rPr lang="en-US" sz="1200" dirty="0" err="1"/>
              <a:t>triển</a:t>
            </a:r>
            <a:r>
              <a:rPr lang="en-US" sz="1200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200" dirty="0" err="1"/>
              <a:t>Hãy</a:t>
            </a:r>
            <a:r>
              <a:rPr lang="en-US" sz="1200" dirty="0"/>
              <a:t> </a:t>
            </a:r>
            <a:r>
              <a:rPr lang="en-US" sz="1200" dirty="0" err="1"/>
              <a:t>cảm</a:t>
            </a:r>
            <a:r>
              <a:rPr lang="en-US" sz="1200" dirty="0"/>
              <a:t> </a:t>
            </a:r>
            <a:r>
              <a:rPr lang="en-US" sz="1200" dirty="0" err="1"/>
              <a:t>ơn</a:t>
            </a:r>
            <a:r>
              <a:rPr lang="en-US" sz="1200" dirty="0"/>
              <a:t> </a:t>
            </a:r>
            <a:r>
              <a:rPr lang="en-US" sz="1200" dirty="0" err="1"/>
              <a:t>nghịch</a:t>
            </a:r>
            <a:r>
              <a:rPr lang="en-US" sz="1200" dirty="0"/>
              <a:t> </a:t>
            </a:r>
            <a:r>
              <a:rPr lang="en-US" sz="1200" dirty="0" err="1"/>
              <a:t>cảnh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đứng</a:t>
            </a:r>
            <a:r>
              <a:rPr lang="en-US" sz="1200" dirty="0"/>
              <a:t> </a:t>
            </a:r>
            <a:r>
              <a:rPr lang="en-US" sz="1200" dirty="0" err="1"/>
              <a:t>lên</a:t>
            </a:r>
            <a:r>
              <a:rPr lang="en-US" sz="1200" dirty="0"/>
              <a:t> </a:t>
            </a:r>
            <a:r>
              <a:rPr lang="en-US" sz="1200" dirty="0" err="1"/>
              <a:t>từ</a:t>
            </a:r>
            <a:r>
              <a:rPr lang="en-US" sz="1200" dirty="0"/>
              <a:t> </a:t>
            </a:r>
            <a:r>
              <a:rPr lang="en-US" sz="1200" dirty="0" err="1"/>
              <a:t>nghịch</a:t>
            </a:r>
            <a:r>
              <a:rPr lang="en-US" sz="1200" dirty="0"/>
              <a:t> </a:t>
            </a:r>
            <a:r>
              <a:rPr lang="en-US" sz="1200" dirty="0" err="1"/>
              <a:t>cảnh</a:t>
            </a:r>
            <a:r>
              <a:rPr lang="en-US" sz="1200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200" dirty="0" err="1"/>
              <a:t>Cụ</a:t>
            </a:r>
            <a:r>
              <a:rPr lang="en-US" sz="1200" dirty="0"/>
              <a:t> </a:t>
            </a:r>
            <a:r>
              <a:rPr lang="en-US" sz="1200" dirty="0" err="1"/>
              <a:t>thể</a:t>
            </a:r>
            <a:r>
              <a:rPr lang="en-US" sz="1200" dirty="0"/>
              <a:t> </a:t>
            </a:r>
            <a:r>
              <a:rPr lang="en-US" sz="1200" dirty="0" err="1"/>
              <a:t>hơn</a:t>
            </a:r>
            <a:r>
              <a:rPr lang="en-US" sz="1200" dirty="0"/>
              <a:t> </a:t>
            </a:r>
            <a:r>
              <a:rPr lang="en-US" sz="1200" dirty="0" err="1"/>
              <a:t>nghịch</a:t>
            </a:r>
            <a:r>
              <a:rPr lang="en-US" sz="1200" dirty="0"/>
              <a:t> </a:t>
            </a:r>
            <a:r>
              <a:rPr lang="en-US" sz="1200" dirty="0" err="1"/>
              <a:t>cảnh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</a:t>
            </a:r>
            <a:r>
              <a:rPr lang="en-US" sz="1200" dirty="0" err="1"/>
              <a:t>nên</a:t>
            </a:r>
            <a:r>
              <a:rPr lang="en-US" sz="1200" dirty="0"/>
              <a:t> </a:t>
            </a:r>
            <a:r>
              <a:rPr lang="en-US" sz="1200" dirty="0" err="1"/>
              <a:t>sự</a:t>
            </a:r>
            <a:r>
              <a:rPr lang="en-US" sz="1200" dirty="0"/>
              <a:t> </a:t>
            </a:r>
            <a:r>
              <a:rPr lang="en-US" sz="1200" dirty="0" err="1"/>
              <a:t>kiên</a:t>
            </a:r>
            <a:r>
              <a:rPr lang="en-US" sz="1200" dirty="0"/>
              <a:t> </a:t>
            </a:r>
            <a:r>
              <a:rPr lang="en-US" sz="1200" dirty="0" err="1"/>
              <a:t>cường</a:t>
            </a:r>
            <a:r>
              <a:rPr lang="en-US" sz="1200" dirty="0"/>
              <a:t>, </a:t>
            </a:r>
            <a:r>
              <a:rPr lang="en-US" sz="1200" dirty="0" err="1"/>
              <a:t>tạo</a:t>
            </a:r>
            <a:r>
              <a:rPr lang="en-US" sz="1200" dirty="0"/>
              <a:t> </a:t>
            </a:r>
            <a:r>
              <a:rPr lang="en-US" sz="1200" dirty="0" err="1"/>
              <a:t>ra</a:t>
            </a:r>
            <a:r>
              <a:rPr lang="en-US" sz="1200" dirty="0"/>
              <a:t> </a:t>
            </a:r>
            <a:r>
              <a:rPr lang="en-US" sz="1200" dirty="0" err="1"/>
              <a:t>sự</a:t>
            </a:r>
            <a:r>
              <a:rPr lang="en-US" sz="1200" dirty="0"/>
              <a:t> </a:t>
            </a:r>
            <a:r>
              <a:rPr lang="en-US" sz="1200" dirty="0" err="1"/>
              <a:t>trưởng</a:t>
            </a:r>
            <a:r>
              <a:rPr lang="en-US" sz="1200" dirty="0"/>
              <a:t> </a:t>
            </a:r>
            <a:r>
              <a:rPr lang="en-US" sz="1200" dirty="0" err="1"/>
              <a:t>thành</a:t>
            </a:r>
            <a:r>
              <a:rPr lang="en-US" sz="1200" dirty="0"/>
              <a:t>, </a:t>
            </a:r>
            <a:r>
              <a:rPr lang="en-US" sz="1200" dirty="0" err="1"/>
              <a:t>nghịch</a:t>
            </a:r>
            <a:r>
              <a:rPr lang="en-US" sz="1200" dirty="0"/>
              <a:t> </a:t>
            </a:r>
            <a:r>
              <a:rPr lang="en-US" sz="1200" dirty="0" err="1"/>
              <a:t>cảnh</a:t>
            </a:r>
            <a:r>
              <a:rPr lang="en-US" sz="1200" dirty="0"/>
              <a:t> </a:t>
            </a:r>
            <a:r>
              <a:rPr lang="en-US" sz="1200" dirty="0" err="1"/>
              <a:t>giúp</a:t>
            </a:r>
            <a:r>
              <a:rPr lang="en-US" sz="1200" dirty="0"/>
              <a:t> con </a:t>
            </a:r>
            <a:r>
              <a:rPr lang="en-US" sz="1200" dirty="0" err="1"/>
              <a:t>người</a:t>
            </a:r>
            <a:r>
              <a:rPr lang="en-US" sz="1200" dirty="0"/>
              <a:t> </a:t>
            </a:r>
            <a:r>
              <a:rPr lang="en-US" sz="1200" dirty="0" err="1"/>
              <a:t>vượt</a:t>
            </a:r>
            <a:r>
              <a:rPr lang="en-US" sz="1200" dirty="0"/>
              <a:t> </a:t>
            </a:r>
            <a:r>
              <a:rPr lang="en-US" sz="1200" dirty="0" err="1"/>
              <a:t>giới</a:t>
            </a:r>
            <a:r>
              <a:rPr lang="en-US" sz="1200" dirty="0"/>
              <a:t> </a:t>
            </a:r>
            <a:r>
              <a:rPr lang="en-US" sz="1200" dirty="0" err="1"/>
              <a:t>hạ</a:t>
            </a:r>
            <a:r>
              <a:rPr lang="en-US" sz="1200" dirty="0"/>
              <a:t>. </a:t>
            </a:r>
            <a:r>
              <a:rPr lang="en-US" sz="1200" dirty="0" err="1"/>
              <a:t>Làm</a:t>
            </a:r>
            <a:r>
              <a:rPr lang="en-US" sz="1200" dirty="0"/>
              <a:t> con </a:t>
            </a:r>
            <a:r>
              <a:rPr lang="en-US" sz="1200" dirty="0" err="1"/>
              <a:t>người</a:t>
            </a:r>
            <a:r>
              <a:rPr lang="en-US" sz="1200" dirty="0"/>
              <a:t> </a:t>
            </a:r>
            <a:r>
              <a:rPr lang="en-US" sz="1200" dirty="0" err="1"/>
              <a:t>phát</a:t>
            </a:r>
            <a:r>
              <a:rPr lang="en-US" sz="1200" dirty="0"/>
              <a:t> </a:t>
            </a:r>
            <a:r>
              <a:rPr lang="en-US" sz="1200" dirty="0" err="1"/>
              <a:t>huy</a:t>
            </a:r>
            <a:r>
              <a:rPr lang="en-US" sz="1200" dirty="0"/>
              <a:t> </a:t>
            </a:r>
            <a:r>
              <a:rPr lang="en-US" sz="1200" dirty="0" err="1"/>
              <a:t>hết</a:t>
            </a:r>
            <a:r>
              <a:rPr lang="en-US" sz="1200" dirty="0"/>
              <a:t> </a:t>
            </a:r>
            <a:r>
              <a:rPr lang="en-US" sz="1200" dirty="0" err="1"/>
              <a:t>tiieefm</a:t>
            </a:r>
            <a:r>
              <a:rPr lang="en-US" sz="1200" dirty="0"/>
              <a:t> </a:t>
            </a:r>
            <a:r>
              <a:rPr lang="en-US" sz="1200" dirty="0" err="1"/>
              <a:t>năng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đem</a:t>
            </a:r>
            <a:r>
              <a:rPr lang="en-US" sz="1200" dirty="0"/>
              <a:t> </a:t>
            </a:r>
            <a:r>
              <a:rPr lang="en-US" sz="1200" dirty="0" err="1"/>
              <a:t>lại</a:t>
            </a:r>
            <a:r>
              <a:rPr lang="en-US" sz="1200" dirty="0"/>
              <a:t> </a:t>
            </a:r>
            <a:r>
              <a:rPr lang="en-US" sz="1200" dirty="0" err="1"/>
              <a:t>cơ</a:t>
            </a:r>
            <a:r>
              <a:rPr lang="en-US" sz="1200" dirty="0"/>
              <a:t> </a:t>
            </a:r>
            <a:r>
              <a:rPr lang="en-US" sz="1200" dirty="0" err="1"/>
              <a:t>hội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</a:t>
            </a:r>
            <a:r>
              <a:rPr lang="en-US" sz="1200" dirty="0" err="1"/>
              <a:t>ra</a:t>
            </a:r>
            <a:r>
              <a:rPr lang="en-US" sz="1200" dirty="0"/>
              <a:t> </a:t>
            </a:r>
            <a:r>
              <a:rPr lang="en-US" sz="1200" dirty="0" err="1"/>
              <a:t>sự</a:t>
            </a:r>
            <a:r>
              <a:rPr lang="en-US" sz="1200" dirty="0"/>
              <a:t> </a:t>
            </a:r>
            <a:r>
              <a:rPr lang="en-US" sz="1200" dirty="0" err="1"/>
              <a:t>sáng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, </a:t>
            </a:r>
            <a:r>
              <a:rPr lang="en-US" sz="1200" dirty="0" err="1"/>
              <a:t>sự</a:t>
            </a:r>
            <a:r>
              <a:rPr lang="en-US" sz="1200" dirty="0"/>
              <a:t> </a:t>
            </a:r>
            <a:r>
              <a:rPr lang="en-US" sz="1200" dirty="0" err="1"/>
              <a:t>phát</a:t>
            </a:r>
            <a:r>
              <a:rPr lang="en-US" sz="1200" dirty="0"/>
              <a:t> </a:t>
            </a:r>
            <a:r>
              <a:rPr lang="en-US" sz="1200" dirty="0" err="1"/>
              <a:t>triển</a:t>
            </a:r>
            <a:r>
              <a:rPr lang="en-US" sz="1200" dirty="0"/>
              <a:t> </a:t>
            </a:r>
            <a:r>
              <a:rPr lang="en-US" sz="1200" dirty="0" err="1"/>
              <a:t>từ</a:t>
            </a:r>
            <a:r>
              <a:rPr lang="en-US" sz="1200" dirty="0"/>
              <a:t> </a:t>
            </a:r>
            <a:r>
              <a:rPr lang="en-US" sz="1200" dirty="0" err="1"/>
              <a:t>bên</a:t>
            </a:r>
            <a:r>
              <a:rPr lang="en-US" sz="1200" dirty="0"/>
              <a:t> </a:t>
            </a:r>
            <a:r>
              <a:rPr lang="en-US" sz="1200" dirty="0" err="1"/>
              <a:t>trong</a:t>
            </a:r>
            <a:r>
              <a:rPr lang="en-US" sz="1200" dirty="0"/>
              <a:t>.</a:t>
            </a:r>
          </a:p>
          <a:p>
            <a:pPr lvl="1" algn="just">
              <a:lnSpc>
                <a:spcPct val="150000"/>
              </a:lnSpc>
            </a:pPr>
            <a:endParaRPr lang="en-US" sz="1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375246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I.TỔNG QUAN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3" y="848397"/>
            <a:ext cx="656692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6.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Chuẩn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b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ị t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hay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đổi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thái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độ</a:t>
            </a:r>
            <a:endParaRPr kumimoji="0" lang="en-US" sz="3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8E203E-259D-695F-BCB3-88253709CB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260" r="7929"/>
          <a:stretch/>
        </p:blipFill>
        <p:spPr>
          <a:xfrm>
            <a:off x="105154" y="2456889"/>
            <a:ext cx="4123808" cy="2133041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71152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1337" y="1613645"/>
            <a:ext cx="7544075" cy="5100919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err="1"/>
              <a:t>Mỗi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thành</a:t>
            </a:r>
            <a:r>
              <a:rPr lang="en-US" sz="1800" dirty="0"/>
              <a:t> </a:t>
            </a:r>
            <a:r>
              <a:rPr lang="en-US" sz="1800" dirty="0" err="1"/>
              <a:t>công</a:t>
            </a:r>
            <a:r>
              <a:rPr lang="en-US" sz="1800" dirty="0"/>
              <a:t> </a:t>
            </a:r>
            <a:r>
              <a:rPr lang="en-US" sz="1800" dirty="0" err="1"/>
              <a:t>đều</a:t>
            </a:r>
            <a:r>
              <a:rPr lang="en-US" sz="1800" dirty="0"/>
              <a:t> </a:t>
            </a:r>
            <a:r>
              <a:rPr lang="en-US" sz="1800" dirty="0" err="1"/>
              <a:t>đã</a:t>
            </a:r>
            <a:r>
              <a:rPr lang="en-US" sz="1800" dirty="0"/>
              <a:t> </a:t>
            </a:r>
            <a:r>
              <a:rPr lang="en-US" sz="1800" dirty="0" err="1"/>
              <a:t>từng</a:t>
            </a:r>
            <a:r>
              <a:rPr lang="en-US" sz="1800" dirty="0"/>
              <a:t> </a:t>
            </a:r>
            <a:r>
              <a:rPr lang="en-US" sz="1800" dirty="0" err="1"/>
              <a:t>gặp</a:t>
            </a:r>
            <a:r>
              <a:rPr lang="en-US" sz="1800" dirty="0"/>
              <a:t> </a:t>
            </a:r>
            <a:r>
              <a:rPr lang="en-US" sz="1800" dirty="0" err="1"/>
              <a:t>thất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, </a:t>
            </a:r>
            <a:r>
              <a:rPr lang="en-US" sz="1800" dirty="0" err="1"/>
              <a:t>nhưng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biểu</a:t>
            </a:r>
            <a:r>
              <a:rPr lang="en-US" sz="1800" dirty="0"/>
              <a:t> </a:t>
            </a:r>
            <a:r>
              <a:rPr lang="en-US" sz="1800" dirty="0" err="1"/>
              <a:t>hiện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 </a:t>
            </a:r>
            <a:r>
              <a:rPr lang="en-US" sz="1800" dirty="0" err="1"/>
              <a:t>thực</a:t>
            </a:r>
            <a:r>
              <a:rPr lang="en-US" sz="1800" dirty="0"/>
              <a:t> </a:t>
            </a:r>
            <a:r>
              <a:rPr lang="en-US" sz="1800" dirty="0" err="1"/>
              <a:t>tế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thành</a:t>
            </a:r>
            <a:r>
              <a:rPr lang="en-US" sz="1800" dirty="0"/>
              <a:t> </a:t>
            </a:r>
            <a:r>
              <a:rPr lang="en-US" sz="1800" dirty="0" err="1"/>
              <a:t>công</a:t>
            </a:r>
            <a:r>
              <a:rPr lang="en-US" sz="1800" dirty="0"/>
              <a:t> </a:t>
            </a:r>
            <a:r>
              <a:rPr lang="en-US" sz="1800" dirty="0" err="1"/>
              <a:t>ấy</a:t>
            </a:r>
            <a:r>
              <a:rPr lang="en-US" sz="1800" dirty="0"/>
              <a:t> </a:t>
            </a:r>
            <a:r>
              <a:rPr lang="en-US" sz="1800" dirty="0" err="1"/>
              <a:t>lại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mình</a:t>
            </a:r>
            <a:r>
              <a:rPr lang="en-US" sz="1800" dirty="0"/>
              <a:t> </a:t>
            </a:r>
            <a:r>
              <a:rPr lang="en-US" sz="1800" dirty="0" err="1"/>
              <a:t>thất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thất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 </a:t>
            </a:r>
            <a:r>
              <a:rPr lang="en-US" sz="1800" dirty="0" err="1"/>
              <a:t>mới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thành</a:t>
            </a:r>
            <a:r>
              <a:rPr lang="en-US" sz="1800" dirty="0"/>
              <a:t> </a:t>
            </a:r>
            <a:r>
              <a:rPr lang="en-US" sz="1800" dirty="0" err="1"/>
              <a:t>công</a:t>
            </a:r>
            <a:r>
              <a:rPr lang="en-US" sz="1800" dirty="0"/>
              <a:t> </a:t>
            </a:r>
            <a:r>
              <a:rPr lang="en-US" sz="1800" dirty="0" err="1"/>
              <a:t>nếu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ta </a:t>
            </a:r>
            <a:r>
              <a:rPr lang="en-US" sz="1800" dirty="0" err="1"/>
              <a:t>biết</a:t>
            </a:r>
            <a:r>
              <a:rPr lang="en-US" sz="1800" dirty="0"/>
              <a:t> </a:t>
            </a:r>
            <a:r>
              <a:rPr lang="en-US" sz="1800" dirty="0" err="1"/>
              <a:t>đứng</a:t>
            </a:r>
            <a:r>
              <a:rPr lang="en-US" sz="1800" dirty="0"/>
              <a:t> </a:t>
            </a:r>
            <a:r>
              <a:rPr lang="en-US" sz="1800" dirty="0" err="1"/>
              <a:t>lên</a:t>
            </a:r>
            <a:r>
              <a:rPr lang="en-US" sz="1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điểm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biết</a:t>
            </a:r>
            <a:r>
              <a:rPr lang="en-US" sz="1800" dirty="0"/>
              <a:t> </a:t>
            </a:r>
            <a:r>
              <a:rPr lang="en-US" sz="1800" dirty="0" err="1"/>
              <a:t>ơn</a:t>
            </a:r>
            <a:r>
              <a:rPr lang="en-US" sz="1800" dirty="0"/>
              <a:t> </a:t>
            </a:r>
            <a:r>
              <a:rPr lang="en-US" sz="1800" dirty="0" err="1"/>
              <a:t>sự</a:t>
            </a:r>
            <a:r>
              <a:rPr lang="en-US" sz="1800" dirty="0"/>
              <a:t> </a:t>
            </a:r>
            <a:r>
              <a:rPr lang="en-US" sz="1800" dirty="0" err="1"/>
              <a:t>thất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 </a:t>
            </a:r>
            <a:r>
              <a:rPr lang="en-US" sz="1800" dirty="0" err="1"/>
              <a:t>vì</a:t>
            </a:r>
            <a:r>
              <a:rPr lang="en-US" sz="1800" dirty="0"/>
              <a:t> </a:t>
            </a:r>
            <a:r>
              <a:rPr lang="en-US" sz="1800" dirty="0" err="1"/>
              <a:t>thất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quá</a:t>
            </a:r>
            <a:r>
              <a:rPr lang="en-US" sz="1800" dirty="0"/>
              <a:t> </a:t>
            </a:r>
            <a:r>
              <a:rPr lang="en-US" sz="1800" dirty="0" err="1"/>
              <a:t>trình</a:t>
            </a:r>
            <a:r>
              <a:rPr lang="en-US" sz="1800" dirty="0"/>
              <a:t> </a:t>
            </a:r>
            <a:r>
              <a:rPr lang="en-US" sz="1800" dirty="0" err="1"/>
              <a:t>mình</a:t>
            </a:r>
            <a:r>
              <a:rPr lang="en-US" sz="1800" dirty="0"/>
              <a:t> </a:t>
            </a:r>
            <a:r>
              <a:rPr lang="en-US" sz="1800" dirty="0" err="1"/>
              <a:t>đi</a:t>
            </a:r>
            <a:r>
              <a:rPr lang="en-US" sz="1800" dirty="0"/>
              <a:t> </a:t>
            </a:r>
            <a:r>
              <a:rPr lang="en-US" sz="1800" dirty="0" err="1"/>
              <a:t>lên</a:t>
            </a:r>
            <a:r>
              <a:rPr lang="en-US" sz="1800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1800" dirty="0" err="1"/>
              <a:t>Nếu</a:t>
            </a:r>
            <a:r>
              <a:rPr lang="en-US" sz="1800" dirty="0"/>
              <a:t> </a:t>
            </a:r>
            <a:r>
              <a:rPr lang="en-US" sz="1800" dirty="0" err="1"/>
              <a:t>tiếp</a:t>
            </a:r>
            <a:r>
              <a:rPr lang="en-US" sz="1800" dirty="0"/>
              <a:t> </a:t>
            </a:r>
            <a:r>
              <a:rPr lang="en-US" sz="1800" dirty="0" err="1"/>
              <a:t>tục</a:t>
            </a:r>
            <a:r>
              <a:rPr lang="en-US" sz="1800" dirty="0"/>
              <a:t> </a:t>
            </a:r>
            <a:r>
              <a:rPr lang="en-US" sz="1800" dirty="0" err="1"/>
              <a:t>thất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 </a:t>
            </a:r>
            <a:r>
              <a:rPr lang="en-US" sz="1800" dirty="0" err="1"/>
              <a:t>thì</a:t>
            </a:r>
            <a:r>
              <a:rPr lang="en-US" sz="1800" dirty="0"/>
              <a:t> </a:t>
            </a:r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nhận</a:t>
            </a:r>
            <a:r>
              <a:rPr lang="en-US" sz="1800" dirty="0"/>
              <a:t> </a:t>
            </a:r>
            <a:r>
              <a:rPr lang="en-US" sz="1800" dirty="0" err="1"/>
              <a:t>trách</a:t>
            </a:r>
            <a:r>
              <a:rPr lang="en-US" sz="1800" dirty="0"/>
              <a:t> </a:t>
            </a:r>
            <a:r>
              <a:rPr lang="en-US" sz="1800" dirty="0" err="1"/>
              <a:t>nhiệm</a:t>
            </a:r>
            <a:r>
              <a:rPr lang="en-US" sz="1800" dirty="0"/>
              <a:t> </a:t>
            </a:r>
            <a:r>
              <a:rPr lang="en-US" sz="1800" dirty="0" err="1"/>
              <a:t>về</a:t>
            </a:r>
            <a:r>
              <a:rPr lang="en-US" sz="1800" dirty="0"/>
              <a:t> </a:t>
            </a:r>
            <a:r>
              <a:rPr lang="en-US" sz="1800" dirty="0" err="1"/>
              <a:t>bản</a:t>
            </a:r>
            <a:r>
              <a:rPr lang="en-US" sz="1800" dirty="0"/>
              <a:t> </a:t>
            </a:r>
            <a:r>
              <a:rPr lang="en-US" sz="1800" dirty="0" err="1"/>
              <a:t>thân</a:t>
            </a:r>
            <a:r>
              <a:rPr lang="en-US" sz="1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dirty="0" err="1"/>
              <a:t>Tuyệt</a:t>
            </a:r>
            <a:r>
              <a:rPr lang="en-US" sz="1800" dirty="0"/>
              <a:t> </a:t>
            </a:r>
            <a:r>
              <a:rPr lang="en-US" sz="1800" dirty="0" err="1"/>
              <a:t>đối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cá</a:t>
            </a:r>
            <a:r>
              <a:rPr lang="en-US" sz="1800" dirty="0"/>
              <a:t> </a:t>
            </a:r>
            <a:r>
              <a:rPr lang="en-US" sz="1800" dirty="0" err="1"/>
              <a:t>nhân</a:t>
            </a:r>
            <a:r>
              <a:rPr lang="en-US" sz="1800" dirty="0"/>
              <a:t> </a:t>
            </a:r>
            <a:r>
              <a:rPr lang="en-US" sz="1800" dirty="0" err="1"/>
              <a:t>hoá</a:t>
            </a:r>
            <a:r>
              <a:rPr lang="en-US" sz="1800" dirty="0"/>
              <a:t> </a:t>
            </a:r>
            <a:r>
              <a:rPr lang="en-US" sz="1800" dirty="0" err="1"/>
              <a:t>thật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 (</a:t>
            </a:r>
            <a:r>
              <a:rPr lang="en-US" sz="1800" dirty="0" err="1"/>
              <a:t>vì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mình</a:t>
            </a:r>
            <a:r>
              <a:rPr lang="en-US" sz="1800" dirty="0"/>
              <a:t> </a:t>
            </a:r>
            <a:r>
              <a:rPr lang="en-US" sz="1800" dirty="0" err="1"/>
              <a:t>mình</a:t>
            </a:r>
            <a:r>
              <a:rPr lang="en-US" sz="1800" dirty="0"/>
              <a:t> </a:t>
            </a:r>
            <a:r>
              <a:rPr lang="en-US" sz="1800" dirty="0" err="1"/>
              <a:t>thất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800" dirty="0" err="1"/>
              <a:t>Nếu</a:t>
            </a:r>
            <a:r>
              <a:rPr lang="en-US" sz="1800" dirty="0"/>
              <a:t> </a:t>
            </a:r>
            <a:r>
              <a:rPr lang="en-US" sz="1800" dirty="0" err="1"/>
              <a:t>tiếp</a:t>
            </a:r>
            <a:r>
              <a:rPr lang="en-US" sz="1800" dirty="0"/>
              <a:t> </a:t>
            </a:r>
            <a:r>
              <a:rPr lang="en-US" sz="1800" dirty="0" err="1"/>
              <a:t>tục</a:t>
            </a:r>
            <a:r>
              <a:rPr lang="en-US" sz="1800" dirty="0"/>
              <a:t> </a:t>
            </a:r>
            <a:r>
              <a:rPr lang="en-US" sz="1800" dirty="0" err="1"/>
              <a:t>thất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 </a:t>
            </a:r>
            <a:r>
              <a:rPr lang="en-US" sz="1800" dirty="0" err="1"/>
              <a:t>thì</a:t>
            </a:r>
            <a:r>
              <a:rPr lang="en-US" sz="1800" dirty="0"/>
              <a:t> </a:t>
            </a:r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bằng</a:t>
            </a:r>
            <a:r>
              <a:rPr lang="en-US" sz="1800" dirty="0"/>
              <a:t> </a:t>
            </a:r>
            <a:r>
              <a:rPr lang="en-US" sz="1800" dirty="0" err="1"/>
              <a:t>mọi</a:t>
            </a:r>
            <a:r>
              <a:rPr lang="en-US" sz="1800" dirty="0"/>
              <a:t> </a:t>
            </a:r>
            <a:r>
              <a:rPr lang="en-US" sz="1800" dirty="0" err="1"/>
              <a:t>giá</a:t>
            </a:r>
            <a:r>
              <a:rPr lang="en-US" sz="1800" dirty="0"/>
              <a:t> </a:t>
            </a:r>
            <a:r>
              <a:rPr lang="en-US" sz="1800" dirty="0" err="1"/>
              <a:t>coi</a:t>
            </a:r>
            <a:r>
              <a:rPr lang="en-US" sz="1800" dirty="0"/>
              <a:t> </a:t>
            </a:r>
            <a:r>
              <a:rPr lang="en-US" sz="1800" dirty="0" err="1"/>
              <a:t>thất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tạm</a:t>
            </a:r>
            <a:r>
              <a:rPr lang="en-US" sz="1800" dirty="0"/>
              <a:t> </a:t>
            </a:r>
            <a:r>
              <a:rPr lang="en-US" sz="1800" dirty="0" err="1"/>
              <a:t>thời</a:t>
            </a:r>
            <a:r>
              <a:rPr lang="en-US" sz="1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dirty="0" err="1"/>
              <a:t>Nếu</a:t>
            </a:r>
            <a:r>
              <a:rPr lang="en-US" sz="1800" dirty="0"/>
              <a:t> </a:t>
            </a:r>
            <a:r>
              <a:rPr lang="en-US" sz="1800" dirty="0" err="1"/>
              <a:t>tiếp</a:t>
            </a:r>
            <a:r>
              <a:rPr lang="en-US" sz="1800" dirty="0"/>
              <a:t> </a:t>
            </a:r>
            <a:r>
              <a:rPr lang="en-US" sz="1800" dirty="0" err="1"/>
              <a:t>tục</a:t>
            </a:r>
            <a:r>
              <a:rPr lang="en-US" sz="1800" dirty="0"/>
              <a:t> </a:t>
            </a:r>
            <a:r>
              <a:rPr lang="en-US" sz="1800" dirty="0" err="1"/>
              <a:t>thất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 </a:t>
            </a:r>
            <a:r>
              <a:rPr lang="en-US" sz="1800" dirty="0" err="1"/>
              <a:t>thì</a:t>
            </a:r>
            <a:r>
              <a:rPr lang="en-US" sz="1800" dirty="0"/>
              <a:t> </a:t>
            </a:r>
            <a:r>
              <a:rPr lang="en-US" sz="1800" dirty="0" err="1"/>
              <a:t>nhìn</a:t>
            </a:r>
            <a:r>
              <a:rPr lang="en-US" sz="1800" dirty="0"/>
              <a:t> </a:t>
            </a:r>
            <a:r>
              <a:rPr lang="en-US" sz="1800" dirty="0" err="1"/>
              <a:t>sự</a:t>
            </a:r>
            <a:r>
              <a:rPr lang="en-US" sz="1800" dirty="0"/>
              <a:t> </a:t>
            </a:r>
            <a:r>
              <a:rPr lang="en-US" sz="1800" dirty="0" err="1"/>
              <a:t>cố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đơn</a:t>
            </a:r>
            <a:r>
              <a:rPr lang="en-US" sz="1800" dirty="0"/>
              <a:t> </a:t>
            </a:r>
            <a:r>
              <a:rPr lang="en-US" sz="1800" dirty="0" err="1"/>
              <a:t>lẻ</a:t>
            </a:r>
            <a:r>
              <a:rPr lang="en-US" sz="1800" dirty="0"/>
              <a:t>, </a:t>
            </a:r>
            <a:r>
              <a:rPr lang="en-US" sz="1800" dirty="0" err="1"/>
              <a:t>chứ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bệnh</a:t>
            </a:r>
            <a:r>
              <a:rPr lang="en-US" sz="1800" dirty="0"/>
              <a:t> </a:t>
            </a:r>
            <a:r>
              <a:rPr lang="en-US" sz="1800" dirty="0" err="1"/>
              <a:t>dịch</a:t>
            </a:r>
            <a:r>
              <a:rPr lang="en-US" sz="1800" dirty="0"/>
              <a:t> </a:t>
            </a:r>
            <a:r>
              <a:rPr lang="en-US" sz="1800" dirty="0" err="1"/>
              <a:t>cả</a:t>
            </a:r>
            <a:r>
              <a:rPr lang="en-US" sz="1800" dirty="0"/>
              <a:t> </a:t>
            </a:r>
            <a:r>
              <a:rPr lang="en-US" sz="1800" dirty="0" err="1"/>
              <a:t>đời</a:t>
            </a:r>
            <a:r>
              <a:rPr lang="en-US" sz="1800" dirty="0"/>
              <a:t> </a:t>
            </a:r>
            <a:r>
              <a:rPr lang="en-US" sz="1800" dirty="0">
                <a:sym typeface="Wingdings" panose="05000000000000000000" pitchFamily="2" charset="2"/>
              </a:rPr>
              <a:t>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được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đả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kích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bản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thân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dirty="0" err="1">
                <a:sym typeface="Wingdings" panose="05000000000000000000" pitchFamily="2" charset="2"/>
              </a:rPr>
              <a:t>Để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tránh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trầm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trọng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thì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phải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đặt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vọng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thực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tế</a:t>
            </a:r>
            <a:r>
              <a:rPr lang="en-US" sz="1800" dirty="0">
                <a:sym typeface="Wingdings" panose="05000000000000000000" pitchFamily="2" charset="2"/>
              </a:rPr>
              <a:t>  </a:t>
            </a:r>
            <a:r>
              <a:rPr lang="en-US" sz="1800" dirty="0" err="1">
                <a:sym typeface="Wingdings" panose="05000000000000000000" pitchFamily="2" charset="2"/>
              </a:rPr>
              <a:t>tổn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thương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thể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chấp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nhận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được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dirty="0" err="1">
                <a:sym typeface="Wingdings" panose="05000000000000000000" pitchFamily="2" charset="2"/>
              </a:rPr>
              <a:t>Hãy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tập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trung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vào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điểm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mạnh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của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mình</a:t>
            </a:r>
            <a:r>
              <a:rPr lang="en-US" sz="1800" dirty="0">
                <a:sym typeface="Wingdings" panose="05000000000000000000" pitchFamily="2" charset="2"/>
              </a:rPr>
              <a:t>, </a:t>
            </a:r>
            <a:r>
              <a:rPr lang="en-US" sz="1800" dirty="0" err="1">
                <a:sym typeface="Wingdings" panose="05000000000000000000" pitchFamily="2" charset="2"/>
              </a:rPr>
              <a:t>những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gì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mình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được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thì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tập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trung</a:t>
            </a:r>
            <a:r>
              <a:rPr lang="en-US" sz="1800" dirty="0">
                <a:sym typeface="Wingdings" panose="05000000000000000000" pitchFamily="2" charset="2"/>
              </a:rPr>
              <a:t>, </a:t>
            </a:r>
            <a:r>
              <a:rPr lang="en-US" sz="1800" dirty="0" err="1">
                <a:sym typeface="Wingdings" panose="05000000000000000000" pitchFamily="2" charset="2"/>
              </a:rPr>
              <a:t>tuyệt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đối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tập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trung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vào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mình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được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dirty="0" err="1">
                <a:sym typeface="Wingdings" panose="05000000000000000000" pitchFamily="2" charset="2"/>
              </a:rPr>
              <a:t>Hãy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đa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dạng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hoá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tiếp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cận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nhìn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nhận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bại</a:t>
            </a:r>
            <a:r>
              <a:rPr lang="en-US" sz="1800" dirty="0">
                <a:sym typeface="Wingdings" panose="05000000000000000000" pitchFamily="2" charset="2"/>
              </a:rPr>
              <a:t>  </a:t>
            </a:r>
            <a:r>
              <a:rPr lang="en-US" sz="1800" dirty="0" err="1">
                <a:sym typeface="Wingdings" panose="05000000000000000000" pitchFamily="2" charset="2"/>
              </a:rPr>
              <a:t>luôn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trong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tâm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thế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tích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cực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  <a:endParaRPr lang="en-US" sz="1200" dirty="0"/>
          </a:p>
          <a:p>
            <a:pPr lvl="1" algn="just">
              <a:lnSpc>
                <a:spcPct val="150000"/>
              </a:lnSpc>
            </a:pPr>
            <a:endParaRPr lang="en-US" sz="1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580794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II.THAY ĐỔI THÁI ĐỘ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3" y="848397"/>
            <a:ext cx="656692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1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lang="en-US" sz="3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Nếu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thất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bại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.</a:t>
            </a:r>
            <a:endParaRPr kumimoji="0" lang="en-US" sz="3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CF8D58-5D83-7D3A-AD63-90A0553F6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364" y="1712259"/>
            <a:ext cx="3502636" cy="2451845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2400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7573" y="1495925"/>
            <a:ext cx="7064187" cy="5065058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Vấn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mọi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muốn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họ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thể</a:t>
            </a:r>
            <a:r>
              <a:rPr lang="en-US" sz="1600" dirty="0"/>
              <a:t> </a:t>
            </a:r>
            <a:r>
              <a:rPr lang="en-US" sz="1600" dirty="0" err="1"/>
              <a:t>đạt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</a:t>
            </a:r>
            <a:r>
              <a:rPr lang="en-US" sz="1600" dirty="0" err="1"/>
              <a:t>vì</a:t>
            </a:r>
            <a:r>
              <a:rPr lang="en-US" sz="1600" dirty="0"/>
              <a:t> </a:t>
            </a:r>
            <a:r>
              <a:rPr lang="en-US" sz="1600" dirty="0" err="1"/>
              <a:t>họ</a:t>
            </a:r>
            <a:r>
              <a:rPr lang="en-US" sz="1600" dirty="0"/>
              <a:t> </a:t>
            </a:r>
            <a:r>
              <a:rPr lang="en-US" sz="1600" dirty="0" err="1"/>
              <a:t>hiểu</a:t>
            </a:r>
            <a:r>
              <a:rPr lang="en-US" sz="1600" dirty="0"/>
              <a:t> </a:t>
            </a:r>
            <a:r>
              <a:rPr lang="en-US" sz="1600" dirty="0" err="1"/>
              <a:t>sai</a:t>
            </a:r>
            <a:r>
              <a:rPr lang="en-US" sz="1600" dirty="0"/>
              <a:t> </a:t>
            </a:r>
            <a:r>
              <a:rPr lang="en-US" sz="1600" dirty="0" err="1"/>
              <a:t>khái</a:t>
            </a:r>
            <a:r>
              <a:rPr lang="en-US" sz="1600" dirty="0"/>
              <a:t> </a:t>
            </a:r>
            <a:r>
              <a:rPr lang="en-US" sz="1600" dirty="0" err="1"/>
              <a:t>niệm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làm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phổ</a:t>
            </a:r>
            <a:r>
              <a:rPr lang="en-US" sz="1600" dirty="0"/>
              <a:t> </a:t>
            </a:r>
            <a:r>
              <a:rPr lang="en-US" sz="1600" dirty="0" err="1"/>
              <a:t>biến</a:t>
            </a:r>
            <a:r>
              <a:rPr lang="en-US" sz="1600" dirty="0"/>
              <a:t> </a:t>
            </a:r>
            <a:r>
              <a:rPr lang="en-US" sz="1600" dirty="0" err="1"/>
              <a:t>và</a:t>
            </a:r>
            <a:r>
              <a:rPr lang="en-US" sz="1600" dirty="0"/>
              <a:t> tai </a:t>
            </a:r>
            <a:r>
              <a:rPr lang="en-US" sz="1600" dirty="0" err="1"/>
              <a:t>hại</a:t>
            </a:r>
            <a:r>
              <a:rPr lang="en-US" sz="1600" dirty="0"/>
              <a:t> </a:t>
            </a:r>
            <a:r>
              <a:rPr lang="en-US" sz="1600" dirty="0" err="1"/>
              <a:t>nhất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ta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rằng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chút</a:t>
            </a:r>
            <a:r>
              <a:rPr lang="en-US" sz="1600" dirty="0"/>
              <a:t> </a:t>
            </a:r>
            <a:r>
              <a:rPr lang="en-US" sz="1600" dirty="0" err="1"/>
              <a:t>thiên</a:t>
            </a:r>
            <a:r>
              <a:rPr lang="en-US" sz="1600" dirty="0"/>
              <a:t> </a:t>
            </a:r>
            <a:r>
              <a:rPr lang="en-US" sz="1600" dirty="0" err="1"/>
              <a:t>tài</a:t>
            </a:r>
            <a:r>
              <a:rPr lang="en-US" sz="1600" dirty="0"/>
              <a:t>,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chút</a:t>
            </a:r>
            <a:r>
              <a:rPr lang="en-US" sz="1600" dirty="0"/>
              <a:t> </a:t>
            </a:r>
            <a:r>
              <a:rPr lang="en-US" sz="1600" dirty="0" err="1"/>
              <a:t>phép</a:t>
            </a:r>
            <a:r>
              <a:rPr lang="en-US" sz="1600" dirty="0"/>
              <a:t> </a:t>
            </a:r>
            <a:r>
              <a:rPr lang="en-US" sz="1600" dirty="0" err="1"/>
              <a:t>thuật</a:t>
            </a:r>
            <a:r>
              <a:rPr lang="en-US" sz="1600" dirty="0"/>
              <a:t>, </a:t>
            </a:r>
            <a:r>
              <a:rPr lang="en-US" sz="1600" dirty="0" err="1"/>
              <a:t>đạt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điều</a:t>
            </a:r>
            <a:r>
              <a:rPr lang="en-US" sz="1600" dirty="0"/>
              <a:t> </a:t>
            </a:r>
            <a:r>
              <a:rPr lang="en-US" sz="1600" dirty="0" err="1"/>
              <a:t>này</a:t>
            </a:r>
            <a:r>
              <a:rPr lang="en-US" sz="1600" dirty="0"/>
              <a:t> hay </a:t>
            </a:r>
            <a:r>
              <a:rPr lang="en-US" sz="1600" dirty="0" err="1"/>
              <a:t>điều</a:t>
            </a:r>
            <a:r>
              <a:rPr lang="en-US" sz="1600" dirty="0"/>
              <a:t> kia </a:t>
            </a:r>
            <a:r>
              <a:rPr lang="en-US" sz="1600" dirty="0" err="1"/>
              <a:t>mà</a:t>
            </a:r>
            <a:r>
              <a:rPr lang="en-US" sz="1600" dirty="0"/>
              <a:t> </a:t>
            </a:r>
            <a:r>
              <a:rPr lang="en-US" sz="1600" dirty="0" err="1"/>
              <a:t>mình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Vậy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gì</a:t>
            </a:r>
            <a:r>
              <a:rPr lang="en-US" sz="1600" dirty="0"/>
              <a:t>?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Thành</a:t>
            </a:r>
            <a:r>
              <a:rPr lang="en-US" sz="1400" dirty="0"/>
              <a:t> </a:t>
            </a:r>
            <a:r>
              <a:rPr lang="en-US" sz="1400" dirty="0" err="1"/>
              <a:t>công</a:t>
            </a:r>
            <a:r>
              <a:rPr lang="en-US" sz="1400" dirty="0"/>
              <a:t> </a:t>
            </a:r>
            <a:r>
              <a:rPr lang="en-US" sz="1400" dirty="0" err="1"/>
              <a:t>là</a:t>
            </a:r>
            <a:r>
              <a:rPr lang="en-US" sz="1400" dirty="0"/>
              <a:t> </a:t>
            </a:r>
            <a:r>
              <a:rPr lang="en-US" sz="1400" dirty="0" err="1"/>
              <a:t>có</a:t>
            </a:r>
            <a:r>
              <a:rPr lang="en-US" sz="1400" dirty="0"/>
              <a:t> </a:t>
            </a:r>
            <a:r>
              <a:rPr lang="en-US" sz="1400" dirty="0" err="1"/>
              <a:t>của</a:t>
            </a:r>
            <a:r>
              <a:rPr lang="en-US" sz="1400" dirty="0"/>
              <a:t> </a:t>
            </a:r>
            <a:r>
              <a:rPr lang="en-US" sz="1400" dirty="0" err="1"/>
              <a:t>cải</a:t>
            </a:r>
            <a:r>
              <a:rPr lang="en-US" sz="1400" dirty="0"/>
              <a:t>  </a:t>
            </a: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đúng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mang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nguyện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cảm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đặc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biệt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cảm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thấy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hoặc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cảm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thấy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hạnh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phúc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hoàn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toàn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sai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cảm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xúc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lâu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những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vật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sở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hữu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đang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sai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chỉ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liều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thuốc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xoa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dịu</a:t>
            </a:r>
            <a:r>
              <a:rPr lang="en-US" sz="1400" dirty="0">
                <a:sym typeface="Wingdings" panose="05000000000000000000" pitchFamily="2" charset="2"/>
              </a:rPr>
              <a:t> ham </a:t>
            </a:r>
            <a:r>
              <a:rPr lang="en-US" sz="1400" dirty="0" err="1">
                <a:sym typeface="Wingdings" panose="05000000000000000000" pitchFamily="2" charset="2"/>
              </a:rPr>
              <a:t>muốn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lực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sai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chỉ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liều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thuốc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chống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trầm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cảm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chỉ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tạm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thời</a:t>
            </a: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quyền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xu </a:t>
            </a:r>
            <a:r>
              <a:rPr lang="en-US" sz="1400" dirty="0" err="1">
                <a:sym typeface="Wingdings" panose="05000000000000000000" pitchFamily="2" charset="2"/>
              </a:rPr>
              <a:t>hướng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đưa</a:t>
            </a:r>
            <a:r>
              <a:rPr lang="en-US" sz="1400" dirty="0">
                <a:sym typeface="Wingdings" panose="05000000000000000000" pitchFamily="2" charset="2"/>
              </a:rPr>
              <a:t> con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ta </a:t>
            </a:r>
            <a:r>
              <a:rPr lang="en-US" sz="1400" dirty="0" err="1">
                <a:sym typeface="Wingdings" panose="05000000000000000000" pitchFamily="2" charset="2"/>
              </a:rPr>
              <a:t>tới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đoạ</a:t>
            </a:r>
            <a:r>
              <a:rPr lang="en-US" sz="1400" dirty="0">
                <a:sym typeface="Wingdings" panose="05000000000000000000" pitchFamily="2" charset="2"/>
              </a:rPr>
              <a:t>. </a:t>
            </a:r>
            <a:r>
              <a:rPr lang="en-US" sz="1400" dirty="0" err="1">
                <a:sym typeface="Wingdings" panose="05000000000000000000" pitchFamily="2" charset="2"/>
              </a:rPr>
              <a:t>Hây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gặp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nghịch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cảnh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nếu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thử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hãy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trao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lực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Thành</a:t>
            </a:r>
            <a:r>
              <a:rPr lang="en-US" sz="1400" dirty="0"/>
              <a:t> </a:t>
            </a:r>
            <a:r>
              <a:rPr lang="en-US" sz="1400" dirty="0" err="1"/>
              <a:t>công</a:t>
            </a:r>
            <a:r>
              <a:rPr lang="en-US" sz="1400" dirty="0"/>
              <a:t> </a:t>
            </a:r>
            <a:r>
              <a:rPr lang="en-US" sz="1400" dirty="0" err="1"/>
              <a:t>là</a:t>
            </a:r>
            <a:r>
              <a:rPr lang="en-US" sz="1400" dirty="0"/>
              <a:t> </a:t>
            </a:r>
            <a:r>
              <a:rPr lang="en-US" sz="1400" dirty="0" err="1"/>
              <a:t>thành</a:t>
            </a:r>
            <a:r>
              <a:rPr lang="en-US" sz="1400" dirty="0"/>
              <a:t> </a:t>
            </a:r>
            <a:r>
              <a:rPr lang="en-US" sz="1400" dirty="0" err="1"/>
              <a:t>tựu</a:t>
            </a:r>
            <a:r>
              <a:rPr lang="en-US" sz="1400" dirty="0"/>
              <a:t>  </a:t>
            </a: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sai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thanh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tựu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mang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đích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đến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chỉ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điểm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  <a:endParaRPr lang="en-US" sz="1400" dirty="0"/>
          </a:p>
          <a:p>
            <a:pPr lvl="1" algn="just"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580794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II.THAY ĐỔI THÁI ĐỘ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3" y="848397"/>
            <a:ext cx="656692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2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Khi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thành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công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15362" name="Picture 2" descr="Bộ đề Đọc hiểu Dám thất bại">
            <a:extLst>
              <a:ext uri="{FF2B5EF4-FFF2-40B4-BE49-F238E27FC236}">
                <a16:creationId xmlns:a16="http://schemas.microsoft.com/office/drawing/2014/main" id="{A5DE3F5C-4324-FFCC-2438-2B139D0A1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17" y="2373644"/>
            <a:ext cx="4220456" cy="26513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08F-CA26-2674-390C-3822C04F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1337" y="1613645"/>
            <a:ext cx="7544075" cy="459889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rgbClr val="00B050"/>
                </a:solidFill>
              </a:rPr>
              <a:t>Thành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 err="1">
                <a:solidFill>
                  <a:srgbClr val="00B050"/>
                </a:solidFill>
              </a:rPr>
              <a:t>công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 err="1">
                <a:solidFill>
                  <a:srgbClr val="00B050"/>
                </a:solidFill>
              </a:rPr>
              <a:t>được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 err="1">
                <a:solidFill>
                  <a:srgbClr val="00B050"/>
                </a:solidFill>
              </a:rPr>
              <a:t>hiều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 err="1">
                <a:solidFill>
                  <a:srgbClr val="00B050"/>
                </a:solidFill>
              </a:rPr>
              <a:t>là</a:t>
            </a:r>
            <a:r>
              <a:rPr lang="en-US" sz="1800" dirty="0">
                <a:solidFill>
                  <a:srgbClr val="00B050"/>
                </a:solidFill>
              </a:rPr>
              <a:t>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00B050"/>
                </a:solidFill>
              </a:rPr>
              <a:t>Biết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mình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là</a:t>
            </a:r>
            <a:r>
              <a:rPr lang="en-US" sz="1400" dirty="0">
                <a:solidFill>
                  <a:srgbClr val="00B050"/>
                </a:solidFill>
              </a:rPr>
              <a:t> ai, ý </a:t>
            </a:r>
            <a:r>
              <a:rPr lang="en-US" sz="1400" dirty="0" err="1">
                <a:solidFill>
                  <a:srgbClr val="00B050"/>
                </a:solidFill>
              </a:rPr>
              <a:t>nghĩa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và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mục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đích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sống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của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mình</a:t>
            </a:r>
            <a:r>
              <a:rPr lang="en-US" sz="1400" dirty="0">
                <a:solidFill>
                  <a:srgbClr val="00B050"/>
                </a:solidFill>
              </a:rPr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00B050"/>
                </a:solidFill>
              </a:rPr>
              <a:t>Nhận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thấy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năng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lực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tiềm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ẩn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của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mình</a:t>
            </a:r>
            <a:r>
              <a:rPr lang="en-US" sz="1400" dirty="0">
                <a:solidFill>
                  <a:srgbClr val="00B050"/>
                </a:solidFill>
              </a:rPr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00B050"/>
                </a:solidFill>
              </a:rPr>
              <a:t>Gieo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hạt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mầm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và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tạo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lợi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ích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cho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người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khác</a:t>
            </a:r>
            <a:r>
              <a:rPr lang="en-US" sz="1400" dirty="0">
                <a:solidFill>
                  <a:srgbClr val="00B050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 err="1"/>
              <a:t>Như</a:t>
            </a:r>
            <a:r>
              <a:rPr lang="en-US" sz="1800" dirty="0"/>
              <a:t> </a:t>
            </a:r>
            <a:r>
              <a:rPr lang="en-US" sz="1800" dirty="0" err="1"/>
              <a:t>vậy</a:t>
            </a:r>
            <a:r>
              <a:rPr lang="en-US" sz="1800" dirty="0"/>
              <a:t> </a:t>
            </a:r>
            <a:r>
              <a:rPr lang="en-US" sz="1800" dirty="0" err="1"/>
              <a:t>nếu</a:t>
            </a:r>
            <a:r>
              <a:rPr lang="en-US" sz="1800" dirty="0"/>
              <a:t> </a:t>
            </a:r>
            <a:r>
              <a:rPr lang="en-US" sz="1800" dirty="0" err="1"/>
              <a:t>bạn</a:t>
            </a:r>
            <a:r>
              <a:rPr lang="en-US" sz="1800" dirty="0"/>
              <a:t> ở </a:t>
            </a:r>
            <a:r>
              <a:rPr lang="en-US" sz="1800" dirty="0" err="1"/>
              <a:t>trạng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 </a:t>
            </a:r>
            <a:r>
              <a:rPr lang="en-US" sz="1800" dirty="0" err="1"/>
              <a:t>thanh</a:t>
            </a:r>
            <a:r>
              <a:rPr lang="en-US" sz="1800" dirty="0"/>
              <a:t> </a:t>
            </a:r>
            <a:r>
              <a:rPr lang="en-US" sz="1800" dirty="0" err="1"/>
              <a:t>công</a:t>
            </a:r>
            <a:r>
              <a:rPr lang="en-US" sz="1800" dirty="0"/>
              <a:t> </a:t>
            </a:r>
            <a:r>
              <a:rPr lang="en-US" sz="1800" dirty="0" err="1"/>
              <a:t>theo</a:t>
            </a:r>
            <a:r>
              <a:rPr lang="en-US" sz="1800" dirty="0"/>
              <a:t> </a:t>
            </a:r>
            <a:r>
              <a:rPr lang="en-US" sz="1800" dirty="0" err="1"/>
              <a:t>ba</a:t>
            </a:r>
            <a:r>
              <a:rPr lang="en-US" sz="1800" dirty="0"/>
              <a:t> </a:t>
            </a:r>
            <a:r>
              <a:rPr lang="en-US" sz="1800" dirty="0" err="1"/>
              <a:t>yếu</a:t>
            </a:r>
            <a:r>
              <a:rPr lang="en-US" sz="1800" dirty="0"/>
              <a:t> </a:t>
            </a:r>
            <a:r>
              <a:rPr lang="en-US" sz="1800" dirty="0" err="1"/>
              <a:t>tố</a:t>
            </a:r>
            <a:r>
              <a:rPr lang="en-US" sz="1800" dirty="0"/>
              <a:t> </a:t>
            </a:r>
            <a:r>
              <a:rPr lang="en-US" sz="1800" dirty="0" err="1"/>
              <a:t>trì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nghĩa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bạn</a:t>
            </a:r>
            <a:r>
              <a:rPr lang="en-US" sz="1800" dirty="0"/>
              <a:t> </a:t>
            </a:r>
            <a:r>
              <a:rPr lang="en-US" sz="1800" dirty="0" err="1"/>
              <a:t>đã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 </a:t>
            </a:r>
            <a:r>
              <a:rPr lang="en-US" sz="1800" dirty="0" err="1"/>
              <a:t>thành</a:t>
            </a:r>
            <a:r>
              <a:rPr lang="en-US" sz="1800" dirty="0"/>
              <a:t> </a:t>
            </a:r>
            <a:r>
              <a:rPr lang="en-US" sz="1800" dirty="0" err="1"/>
              <a:t>tích</a:t>
            </a:r>
            <a:r>
              <a:rPr lang="en-US" sz="1800" dirty="0"/>
              <a:t> </a:t>
            </a:r>
            <a:r>
              <a:rPr lang="en-US" sz="1800" dirty="0" err="1"/>
              <a:t>cực</a:t>
            </a:r>
            <a:r>
              <a:rPr lang="en-US" sz="1800" dirty="0"/>
              <a:t> </a:t>
            </a:r>
            <a:r>
              <a:rPr lang="en-US" sz="1800" dirty="0">
                <a:sym typeface="Wingdings" panose="05000000000000000000" pitchFamily="2" charset="2"/>
              </a:rPr>
              <a:t> </a:t>
            </a:r>
            <a:r>
              <a:rPr lang="en-US" sz="1800" dirty="0" err="1">
                <a:sym typeface="Wingdings" panose="05000000000000000000" pitchFamily="2" charset="2"/>
              </a:rPr>
              <a:t>Giữ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bốn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nguyên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tắc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sau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đây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Tâp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trung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vào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mục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đích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chính</a:t>
            </a:r>
            <a:endParaRPr lang="en-US" sz="1400" dirty="0">
              <a:solidFill>
                <a:srgbClr val="7030A0"/>
              </a:solidFill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Cải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thiện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không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ngừng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bản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thân</a:t>
            </a:r>
            <a:endParaRPr lang="en-US" sz="1400" dirty="0">
              <a:solidFill>
                <a:srgbClr val="7030A0"/>
              </a:solidFill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Hãy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quên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đi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quá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khứ</a:t>
            </a:r>
            <a:endParaRPr lang="en-US" sz="1400" dirty="0">
              <a:solidFill>
                <a:srgbClr val="7030A0"/>
              </a:solidFill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Hãy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nghĩ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và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phát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triển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đến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tương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lai</a:t>
            </a:r>
            <a:endParaRPr lang="en-US" sz="1400" dirty="0">
              <a:solidFill>
                <a:srgbClr val="7030A0"/>
              </a:solidFill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Gieo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mầm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và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tạo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lợi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ích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cho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người</a:t>
            </a:r>
            <a:r>
              <a:rPr 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srgbClr val="7030A0"/>
                </a:solidFill>
                <a:sym typeface="Wingdings" panose="05000000000000000000" pitchFamily="2" charset="2"/>
              </a:rPr>
              <a:t>khác</a:t>
            </a:r>
            <a:endParaRPr lang="en-US" sz="1400" dirty="0">
              <a:solidFill>
                <a:srgbClr val="7030A0"/>
              </a:solidFill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4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91D23-E6F6-5054-90A6-D63B9CA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-92075"/>
            <a:ext cx="5807941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II.THAY ĐỔI THÁI ĐỘ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2AB8F-B06F-BF28-A96C-07B3F8F98EE8}"/>
              </a:ext>
            </a:extLst>
          </p:cNvPr>
          <p:cNvSpPr/>
          <p:nvPr/>
        </p:nvSpPr>
        <p:spPr>
          <a:xfrm>
            <a:off x="1044113" y="848397"/>
            <a:ext cx="656692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Khi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thành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công</a:t>
            </a: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0FB046-A8FE-EB66-AD7C-B2957E000EFD}"/>
              </a:ext>
            </a:extLst>
          </p:cNvPr>
          <p:cNvSpPr/>
          <p:nvPr/>
        </p:nvSpPr>
        <p:spPr>
          <a:xfrm>
            <a:off x="5728446" y="4828856"/>
            <a:ext cx="539612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“Ta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kiếm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sống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bằng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cái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ta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nhận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được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nhưng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thành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công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bằng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cái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ta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cho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đi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</a:p>
        </p:txBody>
      </p:sp>
      <p:pic>
        <p:nvPicPr>
          <p:cNvPr id="14338" name="Picture 2" descr="Những câu nói truyền cảm hứng, động lực trong cuộc sống">
            <a:extLst>
              <a:ext uri="{FF2B5EF4-FFF2-40B4-BE49-F238E27FC236}">
                <a16:creationId xmlns:a16="http://schemas.microsoft.com/office/drawing/2014/main" id="{DBD8B403-3BE5-BB38-63E9-24B6BA22A1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8" t="11903" r="9177" b="10727"/>
          <a:stretch/>
        </p:blipFill>
        <p:spPr bwMode="auto">
          <a:xfrm>
            <a:off x="7046259" y="645460"/>
            <a:ext cx="3686077" cy="2429435"/>
          </a:xfrm>
          <a:prstGeom prst="rect">
            <a:avLst/>
          </a:prstGeom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056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BD55-7C7A-C29B-E04E-281CF47CB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THANKS!</a:t>
            </a:r>
          </a:p>
        </p:txBody>
      </p:sp>
      <p:pic>
        <p:nvPicPr>
          <p:cNvPr id="22530" name="Picture 2" descr="Những câu nói hay ngắn gọn nghe là có động lực để bước tiếp">
            <a:extLst>
              <a:ext uri="{FF2B5EF4-FFF2-40B4-BE49-F238E27FC236}">
                <a16:creationId xmlns:a16="http://schemas.microsoft.com/office/drawing/2014/main" id="{29CD2026-0798-E8C2-EB8C-9115E3391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33768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639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3032</Words>
  <Application>Microsoft Office PowerPoint</Application>
  <PresentationFormat>Widescreen</PresentationFormat>
  <Paragraphs>211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Office Theme</vt:lpstr>
      <vt:lpstr>THÁI ĐỘ hay TRÌNH ĐỘ QUYẾT ĐỊNH THÀNH CÔNG</vt:lpstr>
      <vt:lpstr>Thái độ hay trình độ quyết định thành công?</vt:lpstr>
      <vt:lpstr>I.TỔNG QUAN</vt:lpstr>
      <vt:lpstr>I.TỔNG QUAN</vt:lpstr>
      <vt:lpstr>I.TỔNG QUAN</vt:lpstr>
      <vt:lpstr>I.TỔNG QUAN</vt:lpstr>
      <vt:lpstr>I.TỔNG QUAN</vt:lpstr>
      <vt:lpstr>I.TỔNG QUAN</vt:lpstr>
      <vt:lpstr>I.TỔNG QUAN</vt:lpstr>
      <vt:lpstr>I.TỔNG QUAN</vt:lpstr>
      <vt:lpstr>I.TỔNG QUAN</vt:lpstr>
      <vt:lpstr>I.TỔNG QUAN</vt:lpstr>
      <vt:lpstr>I.TỔNG QUAN</vt:lpstr>
      <vt:lpstr>I.TỔNG QUAN</vt:lpstr>
      <vt:lpstr>I.TỔNG QUAN</vt:lpstr>
      <vt:lpstr>I.TỔNG QUAN</vt:lpstr>
      <vt:lpstr>I.TỔNG QUAN</vt:lpstr>
      <vt:lpstr>I.TỔNG QUAN</vt:lpstr>
      <vt:lpstr>I.TỔNG QUAN</vt:lpstr>
      <vt:lpstr>II.THAY ĐỔI THÁI ĐỘ</vt:lpstr>
      <vt:lpstr>II.THAY ĐỔI THÁI ĐỘ</vt:lpstr>
      <vt:lpstr>II.THAY ĐỔI THÁI ĐỘ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THÁI ĐỘ hay TRÌNH ĐỘ QUYẾT ĐỊNH THÀNH CÔNG</dc:title>
  <dc:creator>Administrator</dc:creator>
  <cp:lastModifiedBy>Administrator</cp:lastModifiedBy>
  <cp:revision>2</cp:revision>
  <dcterms:created xsi:type="dcterms:W3CDTF">2024-12-26T03:30:14Z</dcterms:created>
  <dcterms:modified xsi:type="dcterms:W3CDTF">2024-12-26T08:20:59Z</dcterms:modified>
</cp:coreProperties>
</file>