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302" r:id="rId2"/>
    <p:sldId id="303" r:id="rId3"/>
    <p:sldId id="290" r:id="rId4"/>
    <p:sldId id="289" r:id="rId5"/>
    <p:sldId id="304" r:id="rId6"/>
    <p:sldId id="291" r:id="rId7"/>
    <p:sldId id="305" r:id="rId8"/>
    <p:sldId id="306" r:id="rId9"/>
    <p:sldId id="299" r:id="rId10"/>
    <p:sldId id="307" r:id="rId11"/>
    <p:sldId id="297" r:id="rId12"/>
    <p:sldId id="309" r:id="rId13"/>
    <p:sldId id="308" r:id="rId14"/>
    <p:sldId id="260" r:id="rId15"/>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678"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BB9346-DDED-40A0-95D1-ECB624911A3D}" type="doc">
      <dgm:prSet loTypeId="urn:microsoft.com/office/officeart/2005/8/layout/cycle6" loCatId="cycle" qsTypeId="urn:microsoft.com/office/officeart/2005/8/quickstyle/3d2" qsCatId="3D" csTypeId="urn:microsoft.com/office/officeart/2005/8/colors/colorful2" csCatId="colorful" phldr="1"/>
      <dgm:spPr/>
      <dgm:t>
        <a:bodyPr/>
        <a:lstStyle/>
        <a:p>
          <a:endParaRPr lang="en-US"/>
        </a:p>
      </dgm:t>
    </dgm:pt>
    <dgm:pt modelId="{58EC205A-5707-4FE9-A8B3-E954F415EF8F}">
      <dgm:prSet phldrT="[Text]" custT="1"/>
      <dgm:spPr/>
      <dgm:t>
        <a:bodyPr/>
        <a:lstStyle/>
        <a:p>
          <a:r>
            <a:rPr lang="en-US" sz="1600" b="1" dirty="0" err="1">
              <a:latin typeface="Bahnschrift SemiCondensed" panose="020B0502040204020203" pitchFamily="34" charset="0"/>
            </a:rPr>
            <a:t>Uy</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tín</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và</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chất</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lượng</a:t>
          </a:r>
          <a:endParaRPr lang="en-US" sz="1600" b="1" dirty="0">
            <a:latin typeface="Bahnschrift SemiCondensed" panose="020B0502040204020203" pitchFamily="34" charset="0"/>
          </a:endParaRPr>
        </a:p>
      </dgm:t>
    </dgm:pt>
    <dgm:pt modelId="{648D904A-A99F-4F9E-ACF2-088E5EB0DAFC}" type="parTrans" cxnId="{0E0520F4-2EEC-46CC-857B-52BAFA22AEA1}">
      <dgm:prSet/>
      <dgm:spPr/>
      <dgm:t>
        <a:bodyPr/>
        <a:lstStyle/>
        <a:p>
          <a:endParaRPr lang="en-US" sz="1600" b="1">
            <a:latin typeface="Bahnschrift SemiCondensed" panose="020B0502040204020203" pitchFamily="34" charset="0"/>
          </a:endParaRPr>
        </a:p>
      </dgm:t>
    </dgm:pt>
    <dgm:pt modelId="{881B28D6-1456-40E6-A2A3-8DBFBC1C36C1}" type="sibTrans" cxnId="{0E0520F4-2EEC-46CC-857B-52BAFA22AEA1}">
      <dgm:prSet/>
      <dgm:spPr/>
      <dgm:t>
        <a:bodyPr/>
        <a:lstStyle/>
        <a:p>
          <a:endParaRPr lang="en-US" sz="1600" b="1">
            <a:latin typeface="Bahnschrift SemiCondensed" panose="020B0502040204020203" pitchFamily="34" charset="0"/>
          </a:endParaRPr>
        </a:p>
      </dgm:t>
    </dgm:pt>
    <dgm:pt modelId="{01A98202-2C27-4269-A1B3-BFE62D02A5C8}">
      <dgm:prSet phldrT="[Text]" custT="1"/>
      <dgm:spPr/>
      <dgm:t>
        <a:bodyPr/>
        <a:lstStyle/>
        <a:p>
          <a:r>
            <a:rPr lang="en-US" sz="1600" b="1" dirty="0" err="1">
              <a:latin typeface="Bahnschrift SemiCondensed" panose="020B0502040204020203" pitchFamily="34" charset="0"/>
            </a:rPr>
            <a:t>Khách</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hàng</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là</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trọng</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tâm</a:t>
          </a:r>
          <a:endParaRPr lang="en-US" sz="1600" b="1" dirty="0">
            <a:latin typeface="Bahnschrift SemiCondensed" panose="020B0502040204020203" pitchFamily="34" charset="0"/>
          </a:endParaRPr>
        </a:p>
      </dgm:t>
    </dgm:pt>
    <dgm:pt modelId="{F8BFB0A8-07D3-4A31-B0C8-1C7EFB807C3F}" type="parTrans" cxnId="{A90A021A-E811-4E09-BDB7-4D46882A716E}">
      <dgm:prSet/>
      <dgm:spPr/>
      <dgm:t>
        <a:bodyPr/>
        <a:lstStyle/>
        <a:p>
          <a:endParaRPr lang="en-US" sz="1600" b="1">
            <a:latin typeface="Bahnschrift SemiCondensed" panose="020B0502040204020203" pitchFamily="34" charset="0"/>
          </a:endParaRPr>
        </a:p>
      </dgm:t>
    </dgm:pt>
    <dgm:pt modelId="{7C2759CE-4360-4C9D-BB29-CB682EE87D12}" type="sibTrans" cxnId="{A90A021A-E811-4E09-BDB7-4D46882A716E}">
      <dgm:prSet/>
      <dgm:spPr/>
      <dgm:t>
        <a:bodyPr/>
        <a:lstStyle/>
        <a:p>
          <a:endParaRPr lang="en-US" sz="1600" b="1">
            <a:latin typeface="Bahnschrift SemiCondensed" panose="020B0502040204020203" pitchFamily="34" charset="0"/>
          </a:endParaRPr>
        </a:p>
      </dgm:t>
    </dgm:pt>
    <dgm:pt modelId="{0A69380C-D0C3-4E95-A5A3-459322C0ACBD}">
      <dgm:prSet phldrT="[Text]" custT="1"/>
      <dgm:spPr/>
      <dgm:t>
        <a:bodyPr/>
        <a:lstStyle/>
        <a:p>
          <a:r>
            <a:rPr lang="en-US" sz="1600" b="1" dirty="0" err="1">
              <a:latin typeface="Bahnschrift SemiCondensed" panose="020B0502040204020203" pitchFamily="34" charset="0"/>
            </a:rPr>
            <a:t>Sự</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đổi</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mới</a:t>
          </a:r>
          <a:endParaRPr lang="en-US" sz="1600" b="1" dirty="0">
            <a:latin typeface="Bahnschrift SemiCondensed" panose="020B0502040204020203" pitchFamily="34" charset="0"/>
          </a:endParaRPr>
        </a:p>
      </dgm:t>
    </dgm:pt>
    <dgm:pt modelId="{777CB2B0-C678-4A55-AFAB-9226DC07E7DE}" type="parTrans" cxnId="{BDE9B7F9-7666-4B9A-A904-6F1897A8CD24}">
      <dgm:prSet/>
      <dgm:spPr/>
      <dgm:t>
        <a:bodyPr/>
        <a:lstStyle/>
        <a:p>
          <a:endParaRPr lang="en-US" sz="1600" b="1">
            <a:latin typeface="Bahnschrift SemiCondensed" panose="020B0502040204020203" pitchFamily="34" charset="0"/>
          </a:endParaRPr>
        </a:p>
      </dgm:t>
    </dgm:pt>
    <dgm:pt modelId="{4E2F0DBC-A533-44E8-AB3C-0967E520862D}" type="sibTrans" cxnId="{BDE9B7F9-7666-4B9A-A904-6F1897A8CD24}">
      <dgm:prSet/>
      <dgm:spPr/>
      <dgm:t>
        <a:bodyPr/>
        <a:lstStyle/>
        <a:p>
          <a:endParaRPr lang="en-US" sz="1600" b="1">
            <a:latin typeface="Bahnschrift SemiCondensed" panose="020B0502040204020203" pitchFamily="34" charset="0"/>
          </a:endParaRPr>
        </a:p>
      </dgm:t>
    </dgm:pt>
    <dgm:pt modelId="{E871809F-E21A-434D-8180-1F3E377BC927}">
      <dgm:prSet phldrT="[Text]" custT="1"/>
      <dgm:spPr/>
      <dgm:t>
        <a:bodyPr/>
        <a:lstStyle/>
        <a:p>
          <a:r>
            <a:rPr lang="en-US" sz="1600" b="1" dirty="0" err="1">
              <a:latin typeface="Bahnschrift SemiCondensed" panose="020B0502040204020203" pitchFamily="34" charset="0"/>
            </a:rPr>
            <a:t>Mối</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quan</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hệ</a:t>
          </a:r>
          <a:endParaRPr lang="en-US" sz="1600" b="1" dirty="0">
            <a:latin typeface="Bahnschrift SemiCondensed" panose="020B0502040204020203" pitchFamily="34" charset="0"/>
          </a:endParaRPr>
        </a:p>
      </dgm:t>
    </dgm:pt>
    <dgm:pt modelId="{31A7EB65-5E99-4CB8-8094-C380333AA5CE}" type="parTrans" cxnId="{AD975C4B-72B0-4786-871C-515A9A941D1C}">
      <dgm:prSet/>
      <dgm:spPr/>
      <dgm:t>
        <a:bodyPr/>
        <a:lstStyle/>
        <a:p>
          <a:endParaRPr lang="en-US" sz="1600" b="1">
            <a:latin typeface="Bahnschrift SemiCondensed" panose="020B0502040204020203" pitchFamily="34" charset="0"/>
          </a:endParaRPr>
        </a:p>
      </dgm:t>
    </dgm:pt>
    <dgm:pt modelId="{2E3DEA69-52A3-4CFA-AC2F-6B20CCF28F2E}" type="sibTrans" cxnId="{AD975C4B-72B0-4786-871C-515A9A941D1C}">
      <dgm:prSet/>
      <dgm:spPr/>
      <dgm:t>
        <a:bodyPr/>
        <a:lstStyle/>
        <a:p>
          <a:endParaRPr lang="en-US" sz="1600" b="1">
            <a:latin typeface="Bahnschrift SemiCondensed" panose="020B0502040204020203" pitchFamily="34" charset="0"/>
          </a:endParaRPr>
        </a:p>
      </dgm:t>
    </dgm:pt>
    <dgm:pt modelId="{9DFD7D7A-3CCB-4E8D-9D71-1158604A1A40}">
      <dgm:prSet phldrT="[Text]" custT="1"/>
      <dgm:spPr/>
      <dgm:t>
        <a:bodyPr/>
        <a:lstStyle/>
        <a:p>
          <a:r>
            <a:rPr lang="en-US" sz="1600" b="1" dirty="0" err="1">
              <a:latin typeface="Bahnschrift SemiCondensed" panose="020B0502040204020203" pitchFamily="34" charset="0"/>
            </a:rPr>
            <a:t>Đạo</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đức</a:t>
          </a:r>
          <a:endParaRPr lang="en-US" sz="1600" b="1" dirty="0">
            <a:latin typeface="Bahnschrift SemiCondensed" panose="020B0502040204020203" pitchFamily="34" charset="0"/>
          </a:endParaRPr>
        </a:p>
      </dgm:t>
    </dgm:pt>
    <dgm:pt modelId="{D321B23A-AEDF-4F1D-8937-2035DF0573D7}" type="parTrans" cxnId="{61C74B9B-AEE7-4CE9-AEF6-5E55652FB3AE}">
      <dgm:prSet/>
      <dgm:spPr/>
      <dgm:t>
        <a:bodyPr/>
        <a:lstStyle/>
        <a:p>
          <a:endParaRPr lang="en-US" sz="1600" b="1">
            <a:latin typeface="Bahnschrift SemiCondensed" panose="020B0502040204020203" pitchFamily="34" charset="0"/>
          </a:endParaRPr>
        </a:p>
      </dgm:t>
    </dgm:pt>
    <dgm:pt modelId="{F6BD7E4D-FDA0-4207-8D59-8E84A3314D1F}" type="sibTrans" cxnId="{61C74B9B-AEE7-4CE9-AEF6-5E55652FB3AE}">
      <dgm:prSet/>
      <dgm:spPr/>
      <dgm:t>
        <a:bodyPr/>
        <a:lstStyle/>
        <a:p>
          <a:endParaRPr lang="en-US" sz="1600" b="1">
            <a:latin typeface="Bahnschrift SemiCondensed" panose="020B0502040204020203" pitchFamily="34" charset="0"/>
          </a:endParaRPr>
        </a:p>
      </dgm:t>
    </dgm:pt>
    <dgm:pt modelId="{4FE06215-A107-4FA1-B4FD-A8135AC76439}">
      <dgm:prSet phldrT="[Text]" custT="1"/>
      <dgm:spPr/>
      <dgm:t>
        <a:bodyPr/>
        <a:lstStyle/>
        <a:p>
          <a:r>
            <a:rPr lang="en-US" sz="1600" b="1" dirty="0" err="1">
              <a:latin typeface="Bahnschrift SemiCondensed" panose="020B0502040204020203" pitchFamily="34" charset="0"/>
            </a:rPr>
            <a:t>Tài</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chính</a:t>
          </a:r>
          <a:endParaRPr lang="en-US" sz="1600" b="1" dirty="0">
            <a:latin typeface="Bahnschrift SemiCondensed" panose="020B0502040204020203" pitchFamily="34" charset="0"/>
          </a:endParaRPr>
        </a:p>
      </dgm:t>
    </dgm:pt>
    <dgm:pt modelId="{A777FC03-657C-4CCF-B4DE-DAEC452E5A34}" type="parTrans" cxnId="{7563B69D-54CC-48EA-A693-0C728C52ECC7}">
      <dgm:prSet/>
      <dgm:spPr/>
      <dgm:t>
        <a:bodyPr/>
        <a:lstStyle/>
        <a:p>
          <a:endParaRPr lang="en-US" sz="1600" b="1">
            <a:latin typeface="Bahnschrift SemiCondensed" panose="020B0502040204020203" pitchFamily="34" charset="0"/>
          </a:endParaRPr>
        </a:p>
      </dgm:t>
    </dgm:pt>
    <dgm:pt modelId="{50165BD9-F17F-4236-B79A-3040CED87524}" type="sibTrans" cxnId="{7563B69D-54CC-48EA-A693-0C728C52ECC7}">
      <dgm:prSet/>
      <dgm:spPr/>
      <dgm:t>
        <a:bodyPr/>
        <a:lstStyle/>
        <a:p>
          <a:endParaRPr lang="en-US" sz="1600" b="1">
            <a:latin typeface="Bahnschrift SemiCondensed" panose="020B0502040204020203" pitchFamily="34" charset="0"/>
          </a:endParaRPr>
        </a:p>
      </dgm:t>
    </dgm:pt>
    <dgm:pt modelId="{0D32A271-730D-475B-8953-9221743B7B64}">
      <dgm:prSet phldrT="[Text]" custT="1"/>
      <dgm:spPr/>
      <dgm:t>
        <a:bodyPr/>
        <a:lstStyle/>
        <a:p>
          <a:r>
            <a:rPr lang="en-US" sz="1600" b="1" dirty="0" err="1">
              <a:latin typeface="Bahnschrift SemiCondensed" panose="020B0502040204020203" pitchFamily="34" charset="0"/>
            </a:rPr>
            <a:t>Phát</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triển</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nhân</a:t>
          </a:r>
          <a:r>
            <a:rPr lang="en-US" sz="1600" b="1" dirty="0">
              <a:latin typeface="Bahnschrift SemiCondensed" panose="020B0502040204020203" pitchFamily="34" charset="0"/>
            </a:rPr>
            <a:t> </a:t>
          </a:r>
          <a:r>
            <a:rPr lang="en-US" sz="1600" b="1" dirty="0" err="1">
              <a:latin typeface="Bahnschrift SemiCondensed" panose="020B0502040204020203" pitchFamily="34" charset="0"/>
            </a:rPr>
            <a:t>lực</a:t>
          </a:r>
          <a:endParaRPr lang="en-US" sz="1600" b="1" dirty="0">
            <a:latin typeface="Bahnschrift SemiCondensed" panose="020B0502040204020203" pitchFamily="34" charset="0"/>
          </a:endParaRPr>
        </a:p>
      </dgm:t>
    </dgm:pt>
    <dgm:pt modelId="{741F9B03-F951-4E2E-990F-A3E07AB3FC19}" type="parTrans" cxnId="{05A4E2C1-20FE-4D62-8585-9D7A4397398C}">
      <dgm:prSet/>
      <dgm:spPr/>
      <dgm:t>
        <a:bodyPr/>
        <a:lstStyle/>
        <a:p>
          <a:endParaRPr lang="en-US" sz="1600" b="1">
            <a:latin typeface="Bahnschrift SemiCondensed" panose="020B0502040204020203" pitchFamily="34" charset="0"/>
          </a:endParaRPr>
        </a:p>
      </dgm:t>
    </dgm:pt>
    <dgm:pt modelId="{C918553C-9BC5-4915-A1B8-437553F123CC}" type="sibTrans" cxnId="{05A4E2C1-20FE-4D62-8585-9D7A4397398C}">
      <dgm:prSet/>
      <dgm:spPr/>
      <dgm:t>
        <a:bodyPr/>
        <a:lstStyle/>
        <a:p>
          <a:endParaRPr lang="en-US" sz="1600" b="1">
            <a:latin typeface="Bahnschrift SemiCondensed" panose="020B0502040204020203" pitchFamily="34" charset="0"/>
          </a:endParaRPr>
        </a:p>
      </dgm:t>
    </dgm:pt>
    <dgm:pt modelId="{4C695A93-38FA-4402-A524-25172154147F}" type="pres">
      <dgm:prSet presAssocID="{66BB9346-DDED-40A0-95D1-ECB624911A3D}" presName="cycle" presStyleCnt="0">
        <dgm:presLayoutVars>
          <dgm:dir/>
          <dgm:resizeHandles val="exact"/>
        </dgm:presLayoutVars>
      </dgm:prSet>
      <dgm:spPr/>
    </dgm:pt>
    <dgm:pt modelId="{B4BDE86C-EECE-4222-8ABC-045AE55B1BF5}" type="pres">
      <dgm:prSet presAssocID="{58EC205A-5707-4FE9-A8B3-E954F415EF8F}" presName="node" presStyleLbl="node1" presStyleIdx="0" presStyleCnt="7">
        <dgm:presLayoutVars>
          <dgm:bulletEnabled val="1"/>
        </dgm:presLayoutVars>
      </dgm:prSet>
      <dgm:spPr/>
    </dgm:pt>
    <dgm:pt modelId="{241E9395-5F7A-4D7A-8D98-3A456B219B56}" type="pres">
      <dgm:prSet presAssocID="{58EC205A-5707-4FE9-A8B3-E954F415EF8F}" presName="spNode" presStyleCnt="0"/>
      <dgm:spPr/>
    </dgm:pt>
    <dgm:pt modelId="{A854ECB8-8D13-4326-9C19-73F86C65E725}" type="pres">
      <dgm:prSet presAssocID="{881B28D6-1456-40E6-A2A3-8DBFBC1C36C1}" presName="sibTrans" presStyleLbl="sibTrans1D1" presStyleIdx="0" presStyleCnt="7"/>
      <dgm:spPr/>
    </dgm:pt>
    <dgm:pt modelId="{2B69148A-8320-42A3-B198-C5A3F61B9319}" type="pres">
      <dgm:prSet presAssocID="{01A98202-2C27-4269-A1B3-BFE62D02A5C8}" presName="node" presStyleLbl="node1" presStyleIdx="1" presStyleCnt="7">
        <dgm:presLayoutVars>
          <dgm:bulletEnabled val="1"/>
        </dgm:presLayoutVars>
      </dgm:prSet>
      <dgm:spPr/>
    </dgm:pt>
    <dgm:pt modelId="{5E670797-E625-4627-B134-905DC88AF569}" type="pres">
      <dgm:prSet presAssocID="{01A98202-2C27-4269-A1B3-BFE62D02A5C8}" presName="spNode" presStyleCnt="0"/>
      <dgm:spPr/>
    </dgm:pt>
    <dgm:pt modelId="{426664BD-8C80-4AB6-BDD1-D31B941B9413}" type="pres">
      <dgm:prSet presAssocID="{7C2759CE-4360-4C9D-BB29-CB682EE87D12}" presName="sibTrans" presStyleLbl="sibTrans1D1" presStyleIdx="1" presStyleCnt="7"/>
      <dgm:spPr/>
    </dgm:pt>
    <dgm:pt modelId="{8785532C-ECEA-4345-B8B9-7B39FC97B83D}" type="pres">
      <dgm:prSet presAssocID="{0A69380C-D0C3-4E95-A5A3-459322C0ACBD}" presName="node" presStyleLbl="node1" presStyleIdx="2" presStyleCnt="7">
        <dgm:presLayoutVars>
          <dgm:bulletEnabled val="1"/>
        </dgm:presLayoutVars>
      </dgm:prSet>
      <dgm:spPr/>
    </dgm:pt>
    <dgm:pt modelId="{841F38CC-CC8C-4B5A-9DEA-0DBD57041BF3}" type="pres">
      <dgm:prSet presAssocID="{0A69380C-D0C3-4E95-A5A3-459322C0ACBD}" presName="spNode" presStyleCnt="0"/>
      <dgm:spPr/>
    </dgm:pt>
    <dgm:pt modelId="{2E19F759-7D1A-47E7-B1F9-CD9B2BA7F38A}" type="pres">
      <dgm:prSet presAssocID="{4E2F0DBC-A533-44E8-AB3C-0967E520862D}" presName="sibTrans" presStyleLbl="sibTrans1D1" presStyleIdx="2" presStyleCnt="7"/>
      <dgm:spPr/>
    </dgm:pt>
    <dgm:pt modelId="{CE7CCEE2-297A-4C96-B914-A9A0E9088864}" type="pres">
      <dgm:prSet presAssocID="{E871809F-E21A-434D-8180-1F3E377BC927}" presName="node" presStyleLbl="node1" presStyleIdx="3" presStyleCnt="7">
        <dgm:presLayoutVars>
          <dgm:bulletEnabled val="1"/>
        </dgm:presLayoutVars>
      </dgm:prSet>
      <dgm:spPr/>
    </dgm:pt>
    <dgm:pt modelId="{61335261-459F-4EA1-9446-F6A122DFCA6A}" type="pres">
      <dgm:prSet presAssocID="{E871809F-E21A-434D-8180-1F3E377BC927}" presName="spNode" presStyleCnt="0"/>
      <dgm:spPr/>
    </dgm:pt>
    <dgm:pt modelId="{488FF9F0-07BA-41E6-ADF4-F8D1464F1A40}" type="pres">
      <dgm:prSet presAssocID="{2E3DEA69-52A3-4CFA-AC2F-6B20CCF28F2E}" presName="sibTrans" presStyleLbl="sibTrans1D1" presStyleIdx="3" presStyleCnt="7"/>
      <dgm:spPr/>
    </dgm:pt>
    <dgm:pt modelId="{7851D525-1F3A-4E97-A731-63C9C491A0FB}" type="pres">
      <dgm:prSet presAssocID="{9DFD7D7A-3CCB-4E8D-9D71-1158604A1A40}" presName="node" presStyleLbl="node1" presStyleIdx="4" presStyleCnt="7">
        <dgm:presLayoutVars>
          <dgm:bulletEnabled val="1"/>
        </dgm:presLayoutVars>
      </dgm:prSet>
      <dgm:spPr/>
    </dgm:pt>
    <dgm:pt modelId="{57717E63-9184-41E2-96B6-7A886880DF6D}" type="pres">
      <dgm:prSet presAssocID="{9DFD7D7A-3CCB-4E8D-9D71-1158604A1A40}" presName="spNode" presStyleCnt="0"/>
      <dgm:spPr/>
    </dgm:pt>
    <dgm:pt modelId="{46919AD4-ACFD-46D8-8BD1-DC802FCD1361}" type="pres">
      <dgm:prSet presAssocID="{F6BD7E4D-FDA0-4207-8D59-8E84A3314D1F}" presName="sibTrans" presStyleLbl="sibTrans1D1" presStyleIdx="4" presStyleCnt="7"/>
      <dgm:spPr/>
    </dgm:pt>
    <dgm:pt modelId="{AC93676F-7BF6-4A27-B302-FF2B1581984D}" type="pres">
      <dgm:prSet presAssocID="{4FE06215-A107-4FA1-B4FD-A8135AC76439}" presName="node" presStyleLbl="node1" presStyleIdx="5" presStyleCnt="7">
        <dgm:presLayoutVars>
          <dgm:bulletEnabled val="1"/>
        </dgm:presLayoutVars>
      </dgm:prSet>
      <dgm:spPr/>
    </dgm:pt>
    <dgm:pt modelId="{52B43080-F4EA-4272-9172-BA9848D62A79}" type="pres">
      <dgm:prSet presAssocID="{4FE06215-A107-4FA1-B4FD-A8135AC76439}" presName="spNode" presStyleCnt="0"/>
      <dgm:spPr/>
    </dgm:pt>
    <dgm:pt modelId="{36A384DF-DFD6-4E19-969A-EEF8CD930393}" type="pres">
      <dgm:prSet presAssocID="{50165BD9-F17F-4236-B79A-3040CED87524}" presName="sibTrans" presStyleLbl="sibTrans1D1" presStyleIdx="5" presStyleCnt="7"/>
      <dgm:spPr/>
    </dgm:pt>
    <dgm:pt modelId="{82610FBE-E9ED-47E3-A768-4A8AAD67A236}" type="pres">
      <dgm:prSet presAssocID="{0D32A271-730D-475B-8953-9221743B7B64}" presName="node" presStyleLbl="node1" presStyleIdx="6" presStyleCnt="7">
        <dgm:presLayoutVars>
          <dgm:bulletEnabled val="1"/>
        </dgm:presLayoutVars>
      </dgm:prSet>
      <dgm:spPr/>
    </dgm:pt>
    <dgm:pt modelId="{F8F8DACE-BF3A-44AF-83FE-26F0785CAD76}" type="pres">
      <dgm:prSet presAssocID="{0D32A271-730D-475B-8953-9221743B7B64}" presName="spNode" presStyleCnt="0"/>
      <dgm:spPr/>
    </dgm:pt>
    <dgm:pt modelId="{742B5CB8-C951-4C7C-9643-778E710A44E8}" type="pres">
      <dgm:prSet presAssocID="{C918553C-9BC5-4915-A1B8-437553F123CC}" presName="sibTrans" presStyleLbl="sibTrans1D1" presStyleIdx="6" presStyleCnt="7"/>
      <dgm:spPr/>
    </dgm:pt>
  </dgm:ptLst>
  <dgm:cxnLst>
    <dgm:cxn modelId="{9F294C00-71EA-4D16-96C0-597C4EDE5991}" type="presOf" srcId="{4FE06215-A107-4FA1-B4FD-A8135AC76439}" destId="{AC93676F-7BF6-4A27-B302-FF2B1581984D}" srcOrd="0" destOrd="0" presId="urn:microsoft.com/office/officeart/2005/8/layout/cycle6"/>
    <dgm:cxn modelId="{9C14F800-695E-4AE0-A33E-81317D271216}" type="presOf" srcId="{66BB9346-DDED-40A0-95D1-ECB624911A3D}" destId="{4C695A93-38FA-4402-A524-25172154147F}" srcOrd="0" destOrd="0" presId="urn:microsoft.com/office/officeart/2005/8/layout/cycle6"/>
    <dgm:cxn modelId="{A90A021A-E811-4E09-BDB7-4D46882A716E}" srcId="{66BB9346-DDED-40A0-95D1-ECB624911A3D}" destId="{01A98202-2C27-4269-A1B3-BFE62D02A5C8}" srcOrd="1" destOrd="0" parTransId="{F8BFB0A8-07D3-4A31-B0C8-1C7EFB807C3F}" sibTransId="{7C2759CE-4360-4C9D-BB29-CB682EE87D12}"/>
    <dgm:cxn modelId="{93214D1F-28B7-41E0-87DB-93ADE39FF27D}" type="presOf" srcId="{01A98202-2C27-4269-A1B3-BFE62D02A5C8}" destId="{2B69148A-8320-42A3-B198-C5A3F61B9319}" srcOrd="0" destOrd="0" presId="urn:microsoft.com/office/officeart/2005/8/layout/cycle6"/>
    <dgm:cxn modelId="{D1BC0925-DF2B-44E7-9764-4B6951052837}" type="presOf" srcId="{E871809F-E21A-434D-8180-1F3E377BC927}" destId="{CE7CCEE2-297A-4C96-B914-A9A0E9088864}" srcOrd="0" destOrd="0" presId="urn:microsoft.com/office/officeart/2005/8/layout/cycle6"/>
    <dgm:cxn modelId="{2275355B-03AF-407C-8E45-42401B7AA194}" type="presOf" srcId="{50165BD9-F17F-4236-B79A-3040CED87524}" destId="{36A384DF-DFD6-4E19-969A-EEF8CD930393}" srcOrd="0" destOrd="0" presId="urn:microsoft.com/office/officeart/2005/8/layout/cycle6"/>
    <dgm:cxn modelId="{AD975C4B-72B0-4786-871C-515A9A941D1C}" srcId="{66BB9346-DDED-40A0-95D1-ECB624911A3D}" destId="{E871809F-E21A-434D-8180-1F3E377BC927}" srcOrd="3" destOrd="0" parTransId="{31A7EB65-5E99-4CB8-8094-C380333AA5CE}" sibTransId="{2E3DEA69-52A3-4CFA-AC2F-6B20CCF28F2E}"/>
    <dgm:cxn modelId="{19BE764C-340F-4C76-AA4E-2C6F9E473F8F}" type="presOf" srcId="{9DFD7D7A-3CCB-4E8D-9D71-1158604A1A40}" destId="{7851D525-1F3A-4E97-A731-63C9C491A0FB}" srcOrd="0" destOrd="0" presId="urn:microsoft.com/office/officeart/2005/8/layout/cycle6"/>
    <dgm:cxn modelId="{D7E58072-16B5-4097-A541-F7E2060DB329}" type="presOf" srcId="{7C2759CE-4360-4C9D-BB29-CB682EE87D12}" destId="{426664BD-8C80-4AB6-BDD1-D31B941B9413}" srcOrd="0" destOrd="0" presId="urn:microsoft.com/office/officeart/2005/8/layout/cycle6"/>
    <dgm:cxn modelId="{61C74B9B-AEE7-4CE9-AEF6-5E55652FB3AE}" srcId="{66BB9346-DDED-40A0-95D1-ECB624911A3D}" destId="{9DFD7D7A-3CCB-4E8D-9D71-1158604A1A40}" srcOrd="4" destOrd="0" parTransId="{D321B23A-AEDF-4F1D-8937-2035DF0573D7}" sibTransId="{F6BD7E4D-FDA0-4207-8D59-8E84A3314D1F}"/>
    <dgm:cxn modelId="{7563B69D-54CC-48EA-A693-0C728C52ECC7}" srcId="{66BB9346-DDED-40A0-95D1-ECB624911A3D}" destId="{4FE06215-A107-4FA1-B4FD-A8135AC76439}" srcOrd="5" destOrd="0" parTransId="{A777FC03-657C-4CCF-B4DE-DAEC452E5A34}" sibTransId="{50165BD9-F17F-4236-B79A-3040CED87524}"/>
    <dgm:cxn modelId="{6CBC5EA7-75C2-4691-8932-B4306C9AF795}" type="presOf" srcId="{F6BD7E4D-FDA0-4207-8D59-8E84A3314D1F}" destId="{46919AD4-ACFD-46D8-8BD1-DC802FCD1361}" srcOrd="0" destOrd="0" presId="urn:microsoft.com/office/officeart/2005/8/layout/cycle6"/>
    <dgm:cxn modelId="{5C1649AC-9B83-4FBC-BFE5-B9D397DC224B}" type="presOf" srcId="{C918553C-9BC5-4915-A1B8-437553F123CC}" destId="{742B5CB8-C951-4C7C-9643-778E710A44E8}" srcOrd="0" destOrd="0" presId="urn:microsoft.com/office/officeart/2005/8/layout/cycle6"/>
    <dgm:cxn modelId="{02540AB3-F05B-4508-BD1C-7D13B5DF9F77}" type="presOf" srcId="{58EC205A-5707-4FE9-A8B3-E954F415EF8F}" destId="{B4BDE86C-EECE-4222-8ABC-045AE55B1BF5}" srcOrd="0" destOrd="0" presId="urn:microsoft.com/office/officeart/2005/8/layout/cycle6"/>
    <dgm:cxn modelId="{DE1F9BB7-A431-4A6C-B458-78B044E2F120}" type="presOf" srcId="{2E3DEA69-52A3-4CFA-AC2F-6B20CCF28F2E}" destId="{488FF9F0-07BA-41E6-ADF4-F8D1464F1A40}" srcOrd="0" destOrd="0" presId="urn:microsoft.com/office/officeart/2005/8/layout/cycle6"/>
    <dgm:cxn modelId="{05A4E2C1-20FE-4D62-8585-9D7A4397398C}" srcId="{66BB9346-DDED-40A0-95D1-ECB624911A3D}" destId="{0D32A271-730D-475B-8953-9221743B7B64}" srcOrd="6" destOrd="0" parTransId="{741F9B03-F951-4E2E-990F-A3E07AB3FC19}" sibTransId="{C918553C-9BC5-4915-A1B8-437553F123CC}"/>
    <dgm:cxn modelId="{DE7497CD-992F-444D-8353-9B23A794AB6F}" type="presOf" srcId="{0A69380C-D0C3-4E95-A5A3-459322C0ACBD}" destId="{8785532C-ECEA-4345-B8B9-7B39FC97B83D}" srcOrd="0" destOrd="0" presId="urn:microsoft.com/office/officeart/2005/8/layout/cycle6"/>
    <dgm:cxn modelId="{FA974CD6-035F-4836-AF30-837667558494}" type="presOf" srcId="{881B28D6-1456-40E6-A2A3-8DBFBC1C36C1}" destId="{A854ECB8-8D13-4326-9C19-73F86C65E725}" srcOrd="0" destOrd="0" presId="urn:microsoft.com/office/officeart/2005/8/layout/cycle6"/>
    <dgm:cxn modelId="{4ACF97E3-94C6-45E9-BE6A-DED2F6276614}" type="presOf" srcId="{0D32A271-730D-475B-8953-9221743B7B64}" destId="{82610FBE-E9ED-47E3-A768-4A8AAD67A236}" srcOrd="0" destOrd="0" presId="urn:microsoft.com/office/officeart/2005/8/layout/cycle6"/>
    <dgm:cxn modelId="{4075A3E8-7121-4FC5-B5CA-928ADDCA8F30}" type="presOf" srcId="{4E2F0DBC-A533-44E8-AB3C-0967E520862D}" destId="{2E19F759-7D1A-47E7-B1F9-CD9B2BA7F38A}" srcOrd="0" destOrd="0" presId="urn:microsoft.com/office/officeart/2005/8/layout/cycle6"/>
    <dgm:cxn modelId="{0E0520F4-2EEC-46CC-857B-52BAFA22AEA1}" srcId="{66BB9346-DDED-40A0-95D1-ECB624911A3D}" destId="{58EC205A-5707-4FE9-A8B3-E954F415EF8F}" srcOrd="0" destOrd="0" parTransId="{648D904A-A99F-4F9E-ACF2-088E5EB0DAFC}" sibTransId="{881B28D6-1456-40E6-A2A3-8DBFBC1C36C1}"/>
    <dgm:cxn modelId="{BDE9B7F9-7666-4B9A-A904-6F1897A8CD24}" srcId="{66BB9346-DDED-40A0-95D1-ECB624911A3D}" destId="{0A69380C-D0C3-4E95-A5A3-459322C0ACBD}" srcOrd="2" destOrd="0" parTransId="{777CB2B0-C678-4A55-AFAB-9226DC07E7DE}" sibTransId="{4E2F0DBC-A533-44E8-AB3C-0967E520862D}"/>
    <dgm:cxn modelId="{B0709556-3C0B-4C13-A9AA-71DBF023CB38}" type="presParOf" srcId="{4C695A93-38FA-4402-A524-25172154147F}" destId="{B4BDE86C-EECE-4222-8ABC-045AE55B1BF5}" srcOrd="0" destOrd="0" presId="urn:microsoft.com/office/officeart/2005/8/layout/cycle6"/>
    <dgm:cxn modelId="{0003490E-54A2-49E1-A4AA-88A7E2CFC264}" type="presParOf" srcId="{4C695A93-38FA-4402-A524-25172154147F}" destId="{241E9395-5F7A-4D7A-8D98-3A456B219B56}" srcOrd="1" destOrd="0" presId="urn:microsoft.com/office/officeart/2005/8/layout/cycle6"/>
    <dgm:cxn modelId="{919031F4-34DA-4074-9672-961413B91CC6}" type="presParOf" srcId="{4C695A93-38FA-4402-A524-25172154147F}" destId="{A854ECB8-8D13-4326-9C19-73F86C65E725}" srcOrd="2" destOrd="0" presId="urn:microsoft.com/office/officeart/2005/8/layout/cycle6"/>
    <dgm:cxn modelId="{00D19E03-E815-4955-B435-9BAE44BBDDC9}" type="presParOf" srcId="{4C695A93-38FA-4402-A524-25172154147F}" destId="{2B69148A-8320-42A3-B198-C5A3F61B9319}" srcOrd="3" destOrd="0" presId="urn:microsoft.com/office/officeart/2005/8/layout/cycle6"/>
    <dgm:cxn modelId="{B73E07D8-27BE-4227-AF17-56DDAB2831F5}" type="presParOf" srcId="{4C695A93-38FA-4402-A524-25172154147F}" destId="{5E670797-E625-4627-B134-905DC88AF569}" srcOrd="4" destOrd="0" presId="urn:microsoft.com/office/officeart/2005/8/layout/cycle6"/>
    <dgm:cxn modelId="{2B49650E-3EC2-4A86-A4ED-2BA772D423EB}" type="presParOf" srcId="{4C695A93-38FA-4402-A524-25172154147F}" destId="{426664BD-8C80-4AB6-BDD1-D31B941B9413}" srcOrd="5" destOrd="0" presId="urn:microsoft.com/office/officeart/2005/8/layout/cycle6"/>
    <dgm:cxn modelId="{7902771D-E447-402B-B583-8EBF7C605F18}" type="presParOf" srcId="{4C695A93-38FA-4402-A524-25172154147F}" destId="{8785532C-ECEA-4345-B8B9-7B39FC97B83D}" srcOrd="6" destOrd="0" presId="urn:microsoft.com/office/officeart/2005/8/layout/cycle6"/>
    <dgm:cxn modelId="{041BAFAD-0A70-4FAB-87E6-E54239D401B6}" type="presParOf" srcId="{4C695A93-38FA-4402-A524-25172154147F}" destId="{841F38CC-CC8C-4B5A-9DEA-0DBD57041BF3}" srcOrd="7" destOrd="0" presId="urn:microsoft.com/office/officeart/2005/8/layout/cycle6"/>
    <dgm:cxn modelId="{DB36F23F-D5FF-4A92-AC18-1E085414E4CA}" type="presParOf" srcId="{4C695A93-38FA-4402-A524-25172154147F}" destId="{2E19F759-7D1A-47E7-B1F9-CD9B2BA7F38A}" srcOrd="8" destOrd="0" presId="urn:microsoft.com/office/officeart/2005/8/layout/cycle6"/>
    <dgm:cxn modelId="{57581658-05F3-4DA8-90B3-B4F902864F86}" type="presParOf" srcId="{4C695A93-38FA-4402-A524-25172154147F}" destId="{CE7CCEE2-297A-4C96-B914-A9A0E9088864}" srcOrd="9" destOrd="0" presId="urn:microsoft.com/office/officeart/2005/8/layout/cycle6"/>
    <dgm:cxn modelId="{7FE92860-5532-4980-B674-D402561C4704}" type="presParOf" srcId="{4C695A93-38FA-4402-A524-25172154147F}" destId="{61335261-459F-4EA1-9446-F6A122DFCA6A}" srcOrd="10" destOrd="0" presId="urn:microsoft.com/office/officeart/2005/8/layout/cycle6"/>
    <dgm:cxn modelId="{F9B81CB8-7786-499F-B807-498FB668B263}" type="presParOf" srcId="{4C695A93-38FA-4402-A524-25172154147F}" destId="{488FF9F0-07BA-41E6-ADF4-F8D1464F1A40}" srcOrd="11" destOrd="0" presId="urn:microsoft.com/office/officeart/2005/8/layout/cycle6"/>
    <dgm:cxn modelId="{462A1802-5AA4-46F4-BBD0-F9494336900E}" type="presParOf" srcId="{4C695A93-38FA-4402-A524-25172154147F}" destId="{7851D525-1F3A-4E97-A731-63C9C491A0FB}" srcOrd="12" destOrd="0" presId="urn:microsoft.com/office/officeart/2005/8/layout/cycle6"/>
    <dgm:cxn modelId="{1F2D5E0C-5F15-4555-B21B-DCA3A76D65C3}" type="presParOf" srcId="{4C695A93-38FA-4402-A524-25172154147F}" destId="{57717E63-9184-41E2-96B6-7A886880DF6D}" srcOrd="13" destOrd="0" presId="urn:microsoft.com/office/officeart/2005/8/layout/cycle6"/>
    <dgm:cxn modelId="{68EF3506-4D74-4C12-AAF7-F44FDD3BDCF5}" type="presParOf" srcId="{4C695A93-38FA-4402-A524-25172154147F}" destId="{46919AD4-ACFD-46D8-8BD1-DC802FCD1361}" srcOrd="14" destOrd="0" presId="urn:microsoft.com/office/officeart/2005/8/layout/cycle6"/>
    <dgm:cxn modelId="{446F8397-FBFB-4214-BEAD-4E8211BB19AA}" type="presParOf" srcId="{4C695A93-38FA-4402-A524-25172154147F}" destId="{AC93676F-7BF6-4A27-B302-FF2B1581984D}" srcOrd="15" destOrd="0" presId="urn:microsoft.com/office/officeart/2005/8/layout/cycle6"/>
    <dgm:cxn modelId="{A60BFE82-57B7-4532-AB2B-4883096E44BB}" type="presParOf" srcId="{4C695A93-38FA-4402-A524-25172154147F}" destId="{52B43080-F4EA-4272-9172-BA9848D62A79}" srcOrd="16" destOrd="0" presId="urn:microsoft.com/office/officeart/2005/8/layout/cycle6"/>
    <dgm:cxn modelId="{C588392B-1DA5-4B42-A407-BE352C6066BB}" type="presParOf" srcId="{4C695A93-38FA-4402-A524-25172154147F}" destId="{36A384DF-DFD6-4E19-969A-EEF8CD930393}" srcOrd="17" destOrd="0" presId="urn:microsoft.com/office/officeart/2005/8/layout/cycle6"/>
    <dgm:cxn modelId="{7EDBCF0E-525B-4459-851F-4F23ED780704}" type="presParOf" srcId="{4C695A93-38FA-4402-A524-25172154147F}" destId="{82610FBE-E9ED-47E3-A768-4A8AAD67A236}" srcOrd="18" destOrd="0" presId="urn:microsoft.com/office/officeart/2005/8/layout/cycle6"/>
    <dgm:cxn modelId="{DEF52F64-FEE8-486C-965D-C6117F6FB78E}" type="presParOf" srcId="{4C695A93-38FA-4402-A524-25172154147F}" destId="{F8F8DACE-BF3A-44AF-83FE-26F0785CAD76}" srcOrd="19" destOrd="0" presId="urn:microsoft.com/office/officeart/2005/8/layout/cycle6"/>
    <dgm:cxn modelId="{584EC13B-8862-4128-A8B6-8B9393899A37}" type="presParOf" srcId="{4C695A93-38FA-4402-A524-25172154147F}" destId="{742B5CB8-C951-4C7C-9643-778E710A44E8}" srcOrd="20"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BDE86C-EECE-4222-8ABC-045AE55B1BF5}">
      <dsp:nvSpPr>
        <dsp:cNvPr id="0" name=""/>
        <dsp:cNvSpPr/>
      </dsp:nvSpPr>
      <dsp:spPr>
        <a:xfrm>
          <a:off x="2742158" y="2424"/>
          <a:ext cx="1221283" cy="793834"/>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Uy</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tín</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và</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chất</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lượng</a:t>
          </a:r>
          <a:endParaRPr lang="en-US" sz="1600" b="1" kern="1200" dirty="0">
            <a:latin typeface="Bahnschrift SemiCondensed" panose="020B0502040204020203" pitchFamily="34" charset="0"/>
          </a:endParaRPr>
        </a:p>
      </dsp:txBody>
      <dsp:txXfrm>
        <a:off x="2780910" y="41176"/>
        <a:ext cx="1143779" cy="716330"/>
      </dsp:txXfrm>
    </dsp:sp>
    <dsp:sp modelId="{A854ECB8-8D13-4326-9C19-73F86C65E725}">
      <dsp:nvSpPr>
        <dsp:cNvPr id="0" name=""/>
        <dsp:cNvSpPr/>
      </dsp:nvSpPr>
      <dsp:spPr>
        <a:xfrm>
          <a:off x="1087261" y="399341"/>
          <a:ext cx="4531076" cy="4531076"/>
        </a:xfrm>
        <a:custGeom>
          <a:avLst/>
          <a:gdLst/>
          <a:ahLst/>
          <a:cxnLst/>
          <a:rect l="0" t="0" r="0" b="0"/>
          <a:pathLst>
            <a:path>
              <a:moveTo>
                <a:pt x="2884261" y="86124"/>
              </a:moveTo>
              <a:arcTo wR="2265538" hR="2265538" stAng="17150937" swAng="1256025"/>
            </a:path>
          </a:pathLst>
        </a:custGeom>
        <a:noFill/>
        <a:ln w="9525" cap="flat" cmpd="sng" algn="ctr">
          <a:solidFill>
            <a:schemeClr val="accent2">
              <a:hueOff val="0"/>
              <a:satOff val="0"/>
              <a:lumOff val="0"/>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2B69148A-8320-42A3-B198-C5A3F61B9319}">
      <dsp:nvSpPr>
        <dsp:cNvPr id="0" name=""/>
        <dsp:cNvSpPr/>
      </dsp:nvSpPr>
      <dsp:spPr>
        <a:xfrm>
          <a:off x="4513427" y="855422"/>
          <a:ext cx="1221283" cy="793834"/>
        </a:xfrm>
        <a:prstGeom prst="roundRect">
          <a:avLst/>
        </a:prstGeom>
        <a:gradFill rotWithShape="0">
          <a:gsLst>
            <a:gs pos="0">
              <a:schemeClr val="accent2">
                <a:hueOff val="780253"/>
                <a:satOff val="-973"/>
                <a:lumOff val="229"/>
                <a:alphaOff val="0"/>
                <a:shade val="51000"/>
                <a:satMod val="130000"/>
              </a:schemeClr>
            </a:gs>
            <a:gs pos="80000">
              <a:schemeClr val="accent2">
                <a:hueOff val="780253"/>
                <a:satOff val="-973"/>
                <a:lumOff val="229"/>
                <a:alphaOff val="0"/>
                <a:shade val="93000"/>
                <a:satMod val="130000"/>
              </a:schemeClr>
            </a:gs>
            <a:gs pos="100000">
              <a:schemeClr val="accent2">
                <a:hueOff val="780253"/>
                <a:satOff val="-973"/>
                <a:lumOff val="22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Khách</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hàng</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là</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trọng</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tâm</a:t>
          </a:r>
          <a:endParaRPr lang="en-US" sz="1600" b="1" kern="1200" dirty="0">
            <a:latin typeface="Bahnschrift SemiCondensed" panose="020B0502040204020203" pitchFamily="34" charset="0"/>
          </a:endParaRPr>
        </a:p>
      </dsp:txBody>
      <dsp:txXfrm>
        <a:off x="4552179" y="894174"/>
        <a:ext cx="1143779" cy="716330"/>
      </dsp:txXfrm>
    </dsp:sp>
    <dsp:sp modelId="{426664BD-8C80-4AB6-BDD1-D31B941B9413}">
      <dsp:nvSpPr>
        <dsp:cNvPr id="0" name=""/>
        <dsp:cNvSpPr/>
      </dsp:nvSpPr>
      <dsp:spPr>
        <a:xfrm>
          <a:off x="1087261" y="399341"/>
          <a:ext cx="4531076" cy="4531076"/>
        </a:xfrm>
        <a:custGeom>
          <a:avLst/>
          <a:gdLst/>
          <a:ahLst/>
          <a:cxnLst/>
          <a:rect l="0" t="0" r="0" b="0"/>
          <a:pathLst>
            <a:path>
              <a:moveTo>
                <a:pt x="4295792" y="1260187"/>
              </a:moveTo>
              <a:arcTo wR="2265538" hR="2265538" stAng="20019367" swAng="1725963"/>
            </a:path>
          </a:pathLst>
        </a:custGeom>
        <a:noFill/>
        <a:ln w="9525" cap="flat" cmpd="sng" algn="ctr">
          <a:solidFill>
            <a:schemeClr val="accent2">
              <a:hueOff val="780253"/>
              <a:satOff val="-973"/>
              <a:lumOff val="229"/>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8785532C-ECEA-4345-B8B9-7B39FC97B83D}">
      <dsp:nvSpPr>
        <dsp:cNvPr id="0" name=""/>
        <dsp:cNvSpPr/>
      </dsp:nvSpPr>
      <dsp:spPr>
        <a:xfrm>
          <a:off x="4950894" y="2772091"/>
          <a:ext cx="1221283" cy="793834"/>
        </a:xfrm>
        <a:prstGeom prst="roundRect">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Sự</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đổi</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mới</a:t>
          </a:r>
          <a:endParaRPr lang="en-US" sz="1600" b="1" kern="1200" dirty="0">
            <a:latin typeface="Bahnschrift SemiCondensed" panose="020B0502040204020203" pitchFamily="34" charset="0"/>
          </a:endParaRPr>
        </a:p>
      </dsp:txBody>
      <dsp:txXfrm>
        <a:off x="4989646" y="2810843"/>
        <a:ext cx="1143779" cy="716330"/>
      </dsp:txXfrm>
    </dsp:sp>
    <dsp:sp modelId="{2E19F759-7D1A-47E7-B1F9-CD9B2BA7F38A}">
      <dsp:nvSpPr>
        <dsp:cNvPr id="0" name=""/>
        <dsp:cNvSpPr/>
      </dsp:nvSpPr>
      <dsp:spPr>
        <a:xfrm>
          <a:off x="1087261" y="399341"/>
          <a:ext cx="4531076" cy="4531076"/>
        </a:xfrm>
        <a:custGeom>
          <a:avLst/>
          <a:gdLst/>
          <a:ahLst/>
          <a:cxnLst/>
          <a:rect l="0" t="0" r="0" b="0"/>
          <a:pathLst>
            <a:path>
              <a:moveTo>
                <a:pt x="4340561" y="3174900"/>
              </a:moveTo>
              <a:arcTo wR="2265538" hR="2265538" stAng="1419903" swAng="1358314"/>
            </a:path>
          </a:pathLst>
        </a:custGeom>
        <a:noFill/>
        <a:ln w="9525" cap="flat" cmpd="sng" algn="ctr">
          <a:solidFill>
            <a:schemeClr val="accent2">
              <a:hueOff val="1560506"/>
              <a:satOff val="-1946"/>
              <a:lumOff val="458"/>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CE7CCEE2-297A-4C96-B914-A9A0E9088864}">
      <dsp:nvSpPr>
        <dsp:cNvPr id="0" name=""/>
        <dsp:cNvSpPr/>
      </dsp:nvSpPr>
      <dsp:spPr>
        <a:xfrm>
          <a:off x="3725138" y="4309141"/>
          <a:ext cx="1221283" cy="793834"/>
        </a:xfrm>
        <a:prstGeom prst="roundRec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Mối</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quan</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hệ</a:t>
          </a:r>
          <a:endParaRPr lang="en-US" sz="1600" b="1" kern="1200" dirty="0">
            <a:latin typeface="Bahnschrift SemiCondensed" panose="020B0502040204020203" pitchFamily="34" charset="0"/>
          </a:endParaRPr>
        </a:p>
      </dsp:txBody>
      <dsp:txXfrm>
        <a:off x="3763890" y="4347893"/>
        <a:ext cx="1143779" cy="716330"/>
      </dsp:txXfrm>
    </dsp:sp>
    <dsp:sp modelId="{488FF9F0-07BA-41E6-ADF4-F8D1464F1A40}">
      <dsp:nvSpPr>
        <dsp:cNvPr id="0" name=""/>
        <dsp:cNvSpPr/>
      </dsp:nvSpPr>
      <dsp:spPr>
        <a:xfrm>
          <a:off x="1087261" y="399341"/>
          <a:ext cx="4531076" cy="4531076"/>
        </a:xfrm>
        <a:custGeom>
          <a:avLst/>
          <a:gdLst/>
          <a:ahLst/>
          <a:cxnLst/>
          <a:rect l="0" t="0" r="0" b="0"/>
          <a:pathLst>
            <a:path>
              <a:moveTo>
                <a:pt x="2630528" y="4501481"/>
              </a:moveTo>
              <a:arcTo wR="2265538" hR="2265538" stAng="4843736" swAng="1112529"/>
            </a:path>
          </a:pathLst>
        </a:custGeom>
        <a:noFill/>
        <a:ln w="9525" cap="flat" cmpd="sng" algn="ctr">
          <a:solidFill>
            <a:schemeClr val="accent2">
              <a:hueOff val="2340759"/>
              <a:satOff val="-2919"/>
              <a:lumOff val="686"/>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7851D525-1F3A-4E97-A731-63C9C491A0FB}">
      <dsp:nvSpPr>
        <dsp:cNvPr id="0" name=""/>
        <dsp:cNvSpPr/>
      </dsp:nvSpPr>
      <dsp:spPr>
        <a:xfrm>
          <a:off x="1759178" y="4309141"/>
          <a:ext cx="1221283" cy="793834"/>
        </a:xfrm>
        <a:prstGeom prst="roundRect">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Đạo</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đức</a:t>
          </a:r>
          <a:endParaRPr lang="en-US" sz="1600" b="1" kern="1200" dirty="0">
            <a:latin typeface="Bahnschrift SemiCondensed" panose="020B0502040204020203" pitchFamily="34" charset="0"/>
          </a:endParaRPr>
        </a:p>
      </dsp:txBody>
      <dsp:txXfrm>
        <a:off x="1797930" y="4347893"/>
        <a:ext cx="1143779" cy="716330"/>
      </dsp:txXfrm>
    </dsp:sp>
    <dsp:sp modelId="{46919AD4-ACFD-46D8-8BD1-DC802FCD1361}">
      <dsp:nvSpPr>
        <dsp:cNvPr id="0" name=""/>
        <dsp:cNvSpPr/>
      </dsp:nvSpPr>
      <dsp:spPr>
        <a:xfrm>
          <a:off x="1087261" y="399341"/>
          <a:ext cx="4531076" cy="4531076"/>
        </a:xfrm>
        <a:custGeom>
          <a:avLst/>
          <a:gdLst/>
          <a:ahLst/>
          <a:cxnLst/>
          <a:rect l="0" t="0" r="0" b="0"/>
          <a:pathLst>
            <a:path>
              <a:moveTo>
                <a:pt x="700421" y="3903546"/>
              </a:moveTo>
              <a:arcTo wR="2265538" hR="2265538" stAng="8021783" swAng="1358314"/>
            </a:path>
          </a:pathLst>
        </a:custGeom>
        <a:noFill/>
        <a:ln w="9525" cap="flat" cmpd="sng" algn="ctr">
          <a:solidFill>
            <a:schemeClr val="accent2">
              <a:hueOff val="3121013"/>
              <a:satOff val="-3893"/>
              <a:lumOff val="915"/>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AC93676F-7BF6-4A27-B302-FF2B1581984D}">
      <dsp:nvSpPr>
        <dsp:cNvPr id="0" name=""/>
        <dsp:cNvSpPr/>
      </dsp:nvSpPr>
      <dsp:spPr>
        <a:xfrm>
          <a:off x="533421" y="2772091"/>
          <a:ext cx="1221283" cy="793834"/>
        </a:xfrm>
        <a:prstGeom prst="roundRect">
          <a:avLst/>
        </a:prstGeom>
        <a:gradFill rotWithShape="0">
          <a:gsLst>
            <a:gs pos="0">
              <a:schemeClr val="accent2">
                <a:hueOff val="3901266"/>
                <a:satOff val="-4866"/>
                <a:lumOff val="1144"/>
                <a:alphaOff val="0"/>
                <a:shade val="51000"/>
                <a:satMod val="130000"/>
              </a:schemeClr>
            </a:gs>
            <a:gs pos="80000">
              <a:schemeClr val="accent2">
                <a:hueOff val="3901266"/>
                <a:satOff val="-4866"/>
                <a:lumOff val="1144"/>
                <a:alphaOff val="0"/>
                <a:shade val="93000"/>
                <a:satMod val="130000"/>
              </a:schemeClr>
            </a:gs>
            <a:gs pos="100000">
              <a:schemeClr val="accent2">
                <a:hueOff val="3901266"/>
                <a:satOff val="-4866"/>
                <a:lumOff val="1144"/>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Tài</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chính</a:t>
          </a:r>
          <a:endParaRPr lang="en-US" sz="1600" b="1" kern="1200" dirty="0">
            <a:latin typeface="Bahnschrift SemiCondensed" panose="020B0502040204020203" pitchFamily="34" charset="0"/>
          </a:endParaRPr>
        </a:p>
      </dsp:txBody>
      <dsp:txXfrm>
        <a:off x="572173" y="2810843"/>
        <a:ext cx="1143779" cy="716330"/>
      </dsp:txXfrm>
    </dsp:sp>
    <dsp:sp modelId="{36A384DF-DFD6-4E19-969A-EEF8CD930393}">
      <dsp:nvSpPr>
        <dsp:cNvPr id="0" name=""/>
        <dsp:cNvSpPr/>
      </dsp:nvSpPr>
      <dsp:spPr>
        <a:xfrm>
          <a:off x="1087261" y="399341"/>
          <a:ext cx="4531076" cy="4531076"/>
        </a:xfrm>
        <a:custGeom>
          <a:avLst/>
          <a:gdLst/>
          <a:ahLst/>
          <a:cxnLst/>
          <a:rect l="0" t="0" r="0" b="0"/>
          <a:pathLst>
            <a:path>
              <a:moveTo>
                <a:pt x="2024" y="2361284"/>
              </a:moveTo>
              <a:arcTo wR="2265538" hR="2265538" stAng="10654670" swAng="1725963"/>
            </a:path>
          </a:pathLst>
        </a:custGeom>
        <a:noFill/>
        <a:ln w="9525" cap="flat" cmpd="sng" algn="ctr">
          <a:solidFill>
            <a:schemeClr val="accent2">
              <a:hueOff val="3901266"/>
              <a:satOff val="-4866"/>
              <a:lumOff val="1144"/>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 modelId="{82610FBE-E9ED-47E3-A768-4A8AAD67A236}">
      <dsp:nvSpPr>
        <dsp:cNvPr id="0" name=""/>
        <dsp:cNvSpPr/>
      </dsp:nvSpPr>
      <dsp:spPr>
        <a:xfrm>
          <a:off x="970889" y="855422"/>
          <a:ext cx="1221283" cy="793834"/>
        </a:xfrm>
        <a:prstGeom prst="roundRec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err="1">
              <a:latin typeface="Bahnschrift SemiCondensed" panose="020B0502040204020203" pitchFamily="34" charset="0"/>
            </a:rPr>
            <a:t>Phát</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triển</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nhân</a:t>
          </a:r>
          <a:r>
            <a:rPr lang="en-US" sz="1600" b="1" kern="1200" dirty="0">
              <a:latin typeface="Bahnschrift SemiCondensed" panose="020B0502040204020203" pitchFamily="34" charset="0"/>
            </a:rPr>
            <a:t> </a:t>
          </a:r>
          <a:r>
            <a:rPr lang="en-US" sz="1600" b="1" kern="1200" dirty="0" err="1">
              <a:latin typeface="Bahnschrift SemiCondensed" panose="020B0502040204020203" pitchFamily="34" charset="0"/>
            </a:rPr>
            <a:t>lực</a:t>
          </a:r>
          <a:endParaRPr lang="en-US" sz="1600" b="1" kern="1200" dirty="0">
            <a:latin typeface="Bahnschrift SemiCondensed" panose="020B0502040204020203" pitchFamily="34" charset="0"/>
          </a:endParaRPr>
        </a:p>
      </dsp:txBody>
      <dsp:txXfrm>
        <a:off x="1009641" y="894174"/>
        <a:ext cx="1143779" cy="716330"/>
      </dsp:txXfrm>
    </dsp:sp>
    <dsp:sp modelId="{742B5CB8-C951-4C7C-9643-778E710A44E8}">
      <dsp:nvSpPr>
        <dsp:cNvPr id="0" name=""/>
        <dsp:cNvSpPr/>
      </dsp:nvSpPr>
      <dsp:spPr>
        <a:xfrm>
          <a:off x="1087261" y="399341"/>
          <a:ext cx="4531076" cy="4531076"/>
        </a:xfrm>
        <a:custGeom>
          <a:avLst/>
          <a:gdLst/>
          <a:ahLst/>
          <a:cxnLst/>
          <a:rect l="0" t="0" r="0" b="0"/>
          <a:pathLst>
            <a:path>
              <a:moveTo>
                <a:pt x="908975" y="451040"/>
              </a:moveTo>
              <a:arcTo wR="2265538" hR="2265538" stAng="13993038" swAng="1256025"/>
            </a:path>
          </a:pathLst>
        </a:custGeom>
        <a:noFill/>
        <a:ln w="9525" cap="flat" cmpd="sng" algn="ctr">
          <a:solidFill>
            <a:schemeClr val="accent2">
              <a:hueOff val="4681519"/>
              <a:satOff val="-5839"/>
              <a:lumOff val="1373"/>
              <a:alphaOff val="0"/>
            </a:schemeClr>
          </a:solidFill>
          <a:prstDash val="solid"/>
        </a:ln>
        <a:effectLst/>
        <a:scene3d>
          <a:camera prst="orthographicFront"/>
          <a:lightRig rig="threePt" dir="t">
            <a:rot lat="0" lon="0" rev="7500000"/>
          </a:lightRig>
        </a:scene3d>
        <a:sp3d z="-40000" prstMaterial="matte"/>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FEDD211-6734-476A-4458-FA2AA9A8783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FF953594-B49C-1B86-EDE4-85A6291E958C}"/>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868807C5-CA85-4216-ABBE-9C2D0B3C9CE3}" type="datetimeFigureOut">
              <a:rPr lang="en-US"/>
              <a:pPr>
                <a:defRPr/>
              </a:pPr>
              <a:t>1/16/2025</a:t>
            </a:fld>
            <a:endParaRPr lang="en-US"/>
          </a:p>
        </p:txBody>
      </p:sp>
      <p:sp>
        <p:nvSpPr>
          <p:cNvPr id="4" name="Slide Image Placeholder 3">
            <a:extLst>
              <a:ext uri="{FF2B5EF4-FFF2-40B4-BE49-F238E27FC236}">
                <a16:creationId xmlns:a16="http://schemas.microsoft.com/office/drawing/2014/main" id="{7A258E5F-10DD-1185-B18F-73F93B5E378A}"/>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00B7E3C-0344-86E1-F160-BC0FDAE6F2B6}"/>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F01D960D-83C1-1644-0F6C-B08CEA226AD9}"/>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F1531A32-23BE-35FF-A281-41AB30FADB4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0D264EB-74FA-461A-B2BE-6C0EF598B09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8937B51D-2E08-35A6-963A-D58DF79080DC}"/>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C65A901-0A31-6A81-5D09-71EC2AF363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1508" name="Slide Number Placeholder 3">
            <a:extLst>
              <a:ext uri="{FF2B5EF4-FFF2-40B4-BE49-F238E27FC236}">
                <a16:creationId xmlns:a16="http://schemas.microsoft.com/office/drawing/2014/main" id="{9DA2C580-4017-2B01-91A1-1D07F06A7611}"/>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5CE7D6FF-DDF7-4863-B1DD-475D279462DA}" type="slidenum">
              <a:rPr lang="en-US" altLang="en-US"/>
              <a:pPr eaLnBrk="1" hangingPunct="1"/>
              <a:t>14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235614"/>
            <a:ext cx="10363200" cy="574386"/>
          </a:xfrm>
        </p:spPr>
        <p:txBody>
          <a:bodyPr>
            <a:normAutofit/>
          </a:bodyPr>
          <a:lstStyle>
            <a:lvl1pPr algn="ctr">
              <a:defRPr sz="2800">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Date Placeholder 3">
            <a:extLst>
              <a:ext uri="{FF2B5EF4-FFF2-40B4-BE49-F238E27FC236}">
                <a16:creationId xmlns:a16="http://schemas.microsoft.com/office/drawing/2014/main" id="{630EB45F-585C-FE17-07A8-C4B95C2DD899}"/>
              </a:ext>
            </a:extLst>
          </p:cNvPr>
          <p:cNvSpPr>
            <a:spLocks noGrp="1"/>
          </p:cNvSpPr>
          <p:nvPr>
            <p:ph type="dt" sz="half" idx="10"/>
          </p:nvPr>
        </p:nvSpPr>
        <p:spPr/>
        <p:txBody>
          <a:bodyPr/>
          <a:lstStyle>
            <a:lvl1pPr>
              <a:defRPr/>
            </a:lvl1pPr>
          </a:lstStyle>
          <a:p>
            <a:pPr>
              <a:defRPr/>
            </a:pPr>
            <a:fld id="{FA36BD15-794D-49B2-AB57-088667765B56}" type="datetimeFigureOut">
              <a:rPr lang="en-US"/>
              <a:pPr>
                <a:defRPr/>
              </a:pPr>
              <a:t>1/16/2025</a:t>
            </a:fld>
            <a:endParaRPr lang="en-US"/>
          </a:p>
        </p:txBody>
      </p:sp>
      <p:sp>
        <p:nvSpPr>
          <p:cNvPr id="4" name="Footer Placeholder 4">
            <a:extLst>
              <a:ext uri="{FF2B5EF4-FFF2-40B4-BE49-F238E27FC236}">
                <a16:creationId xmlns:a16="http://schemas.microsoft.com/office/drawing/2014/main" id="{61A5CC11-AD4F-A486-2B3A-11D28A4B49C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E3578ED7-4819-25E8-F2F1-A9171CC05A5D}"/>
              </a:ext>
            </a:extLst>
          </p:cNvPr>
          <p:cNvSpPr>
            <a:spLocks noGrp="1"/>
          </p:cNvSpPr>
          <p:nvPr>
            <p:ph type="sldNum" sz="quarter" idx="12"/>
          </p:nvPr>
        </p:nvSpPr>
        <p:spPr/>
        <p:txBody>
          <a:bodyPr/>
          <a:lstStyle>
            <a:lvl1pPr>
              <a:defRPr/>
            </a:lvl1pPr>
          </a:lstStyle>
          <a:p>
            <a:fld id="{3415E6DC-6396-44FD-9946-8858BEF5B4A4}" type="slidenum">
              <a:rPr lang="en-US" altLang="en-US"/>
              <a:pPr/>
              <a:t>‹#›</a:t>
            </a:fld>
            <a:endParaRPr lang="en-US" altLang="en-US"/>
          </a:p>
        </p:txBody>
      </p:sp>
    </p:spTree>
    <p:extLst>
      <p:ext uri="{BB962C8B-B14F-4D97-AF65-F5344CB8AC3E}">
        <p14:creationId xmlns:p14="http://schemas.microsoft.com/office/powerpoint/2010/main" val="3535905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19EE5-BA20-8537-78C0-E5EECEB19DEC}"/>
              </a:ext>
            </a:extLst>
          </p:cNvPr>
          <p:cNvSpPr>
            <a:spLocks noGrp="1"/>
          </p:cNvSpPr>
          <p:nvPr>
            <p:ph type="dt" sz="half" idx="10"/>
          </p:nvPr>
        </p:nvSpPr>
        <p:spPr/>
        <p:txBody>
          <a:bodyPr/>
          <a:lstStyle>
            <a:lvl1pPr>
              <a:defRPr/>
            </a:lvl1pPr>
          </a:lstStyle>
          <a:p>
            <a:pPr>
              <a:defRPr/>
            </a:pPr>
            <a:fld id="{026674C2-FAA6-4356-8626-CD5CEBA00401}" type="datetimeFigureOut">
              <a:rPr lang="en-US"/>
              <a:pPr>
                <a:defRPr/>
              </a:pPr>
              <a:t>1/16/2025</a:t>
            </a:fld>
            <a:endParaRPr lang="en-US"/>
          </a:p>
        </p:txBody>
      </p:sp>
      <p:sp>
        <p:nvSpPr>
          <p:cNvPr id="5" name="Footer Placeholder 4">
            <a:extLst>
              <a:ext uri="{FF2B5EF4-FFF2-40B4-BE49-F238E27FC236}">
                <a16:creationId xmlns:a16="http://schemas.microsoft.com/office/drawing/2014/main" id="{F02A012B-DC23-C7C0-0F62-E9768F16C5C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B62D807-5858-4BEC-8ED9-317BA2148FCF}"/>
              </a:ext>
            </a:extLst>
          </p:cNvPr>
          <p:cNvSpPr>
            <a:spLocks noGrp="1"/>
          </p:cNvSpPr>
          <p:nvPr>
            <p:ph type="sldNum" sz="quarter" idx="12"/>
          </p:nvPr>
        </p:nvSpPr>
        <p:spPr/>
        <p:txBody>
          <a:bodyPr/>
          <a:lstStyle>
            <a:lvl1pPr>
              <a:defRPr/>
            </a:lvl1pPr>
          </a:lstStyle>
          <a:p>
            <a:fld id="{B83485AF-FD46-40B7-A198-8CB11DC8371D}" type="slidenum">
              <a:rPr lang="en-US" altLang="en-US"/>
              <a:pPr/>
              <a:t>‹#›</a:t>
            </a:fld>
            <a:endParaRPr lang="en-US" altLang="en-US"/>
          </a:p>
        </p:txBody>
      </p:sp>
    </p:spTree>
    <p:extLst>
      <p:ext uri="{BB962C8B-B14F-4D97-AF65-F5344CB8AC3E}">
        <p14:creationId xmlns:p14="http://schemas.microsoft.com/office/powerpoint/2010/main" val="2373462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3C31DE-2B41-E1D6-A611-6D87684BC437}"/>
              </a:ext>
            </a:extLst>
          </p:cNvPr>
          <p:cNvSpPr>
            <a:spLocks noGrp="1"/>
          </p:cNvSpPr>
          <p:nvPr>
            <p:ph type="dt" sz="half" idx="10"/>
          </p:nvPr>
        </p:nvSpPr>
        <p:spPr/>
        <p:txBody>
          <a:bodyPr/>
          <a:lstStyle>
            <a:lvl1pPr>
              <a:defRPr/>
            </a:lvl1pPr>
          </a:lstStyle>
          <a:p>
            <a:pPr>
              <a:defRPr/>
            </a:pPr>
            <a:fld id="{BC0B0194-ACC9-4938-AF92-B7B6A68D680D}" type="datetimeFigureOut">
              <a:rPr lang="en-US"/>
              <a:pPr>
                <a:defRPr/>
              </a:pPr>
              <a:t>1/16/2025</a:t>
            </a:fld>
            <a:endParaRPr lang="en-US"/>
          </a:p>
        </p:txBody>
      </p:sp>
      <p:sp>
        <p:nvSpPr>
          <p:cNvPr id="5" name="Footer Placeholder 4">
            <a:extLst>
              <a:ext uri="{FF2B5EF4-FFF2-40B4-BE49-F238E27FC236}">
                <a16:creationId xmlns:a16="http://schemas.microsoft.com/office/drawing/2014/main" id="{1A343217-E766-5D72-5FBC-95E7095EC0B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FBA2EF9-9596-23C1-F9B8-04CD24C2BD0E}"/>
              </a:ext>
            </a:extLst>
          </p:cNvPr>
          <p:cNvSpPr>
            <a:spLocks noGrp="1"/>
          </p:cNvSpPr>
          <p:nvPr>
            <p:ph type="sldNum" sz="quarter" idx="12"/>
          </p:nvPr>
        </p:nvSpPr>
        <p:spPr/>
        <p:txBody>
          <a:bodyPr/>
          <a:lstStyle>
            <a:lvl1pPr>
              <a:defRPr/>
            </a:lvl1pPr>
          </a:lstStyle>
          <a:p>
            <a:fld id="{7F344C33-D862-44DD-8EE6-228588E95F50}" type="slidenum">
              <a:rPr lang="en-US" altLang="en-US"/>
              <a:pPr/>
              <a:t>‹#›</a:t>
            </a:fld>
            <a:endParaRPr lang="en-US" altLang="en-US"/>
          </a:p>
        </p:txBody>
      </p:sp>
    </p:spTree>
    <p:extLst>
      <p:ext uri="{BB962C8B-B14F-4D97-AF65-F5344CB8AC3E}">
        <p14:creationId xmlns:p14="http://schemas.microsoft.com/office/powerpoint/2010/main" val="1305695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C26C9EC-6624-D99D-D843-35568772923F}"/>
              </a:ext>
            </a:extLst>
          </p:cNvPr>
          <p:cNvSpPr>
            <a:spLocks noGrp="1"/>
          </p:cNvSpPr>
          <p:nvPr>
            <p:ph type="dt" sz="half" idx="10"/>
          </p:nvPr>
        </p:nvSpPr>
        <p:spPr/>
        <p:txBody>
          <a:bodyPr/>
          <a:lstStyle>
            <a:lvl1pPr>
              <a:defRPr/>
            </a:lvl1pPr>
          </a:lstStyle>
          <a:p>
            <a:pPr>
              <a:defRPr/>
            </a:pPr>
            <a:fld id="{BB8C3D04-6E2A-47D0-8DB7-6BAE629DBC8F}" type="datetimeFigureOut">
              <a:rPr lang="en-US"/>
              <a:pPr>
                <a:defRPr/>
              </a:pPr>
              <a:t>1/16/2025</a:t>
            </a:fld>
            <a:endParaRPr lang="en-US"/>
          </a:p>
        </p:txBody>
      </p:sp>
      <p:sp>
        <p:nvSpPr>
          <p:cNvPr id="6" name="Footer Placeholder 4">
            <a:extLst>
              <a:ext uri="{FF2B5EF4-FFF2-40B4-BE49-F238E27FC236}">
                <a16:creationId xmlns:a16="http://schemas.microsoft.com/office/drawing/2014/main" id="{958FE117-9375-82B4-FCF4-71A79D16B78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95C2F4A-642D-9810-5D02-FFAC3C36D7A5}"/>
              </a:ext>
            </a:extLst>
          </p:cNvPr>
          <p:cNvSpPr>
            <a:spLocks noGrp="1"/>
          </p:cNvSpPr>
          <p:nvPr>
            <p:ph type="sldNum" sz="quarter" idx="12"/>
          </p:nvPr>
        </p:nvSpPr>
        <p:spPr/>
        <p:txBody>
          <a:bodyPr/>
          <a:lstStyle>
            <a:lvl1pPr>
              <a:defRPr/>
            </a:lvl1pPr>
          </a:lstStyle>
          <a:p>
            <a:fld id="{47579D42-8359-40EC-80B9-A6CA7A138ED5}" type="slidenum">
              <a:rPr lang="en-US" altLang="en-US"/>
              <a:pPr/>
              <a:t>‹#›</a:t>
            </a:fld>
            <a:endParaRPr lang="en-US" altLang="en-US"/>
          </a:p>
        </p:txBody>
      </p:sp>
    </p:spTree>
    <p:extLst>
      <p:ext uri="{BB962C8B-B14F-4D97-AF65-F5344CB8AC3E}">
        <p14:creationId xmlns:p14="http://schemas.microsoft.com/office/powerpoint/2010/main" val="2045585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A9F4E3E-222C-18C5-2829-A3799D383AE6}"/>
              </a:ext>
            </a:extLst>
          </p:cNvPr>
          <p:cNvSpPr>
            <a:spLocks noGrp="1"/>
          </p:cNvSpPr>
          <p:nvPr>
            <p:ph type="dt" sz="half" idx="10"/>
          </p:nvPr>
        </p:nvSpPr>
        <p:spPr/>
        <p:txBody>
          <a:bodyPr/>
          <a:lstStyle>
            <a:lvl1pPr>
              <a:defRPr/>
            </a:lvl1pPr>
          </a:lstStyle>
          <a:p>
            <a:pPr>
              <a:defRPr/>
            </a:pPr>
            <a:fld id="{BAA3B95E-3F4E-4189-A2EF-095E59C7D62C}" type="datetimeFigureOut">
              <a:rPr lang="en-US"/>
              <a:pPr>
                <a:defRPr/>
              </a:pPr>
              <a:t>1/16/2025</a:t>
            </a:fld>
            <a:endParaRPr lang="en-US"/>
          </a:p>
        </p:txBody>
      </p:sp>
      <p:sp>
        <p:nvSpPr>
          <p:cNvPr id="8" name="Footer Placeholder 4">
            <a:extLst>
              <a:ext uri="{FF2B5EF4-FFF2-40B4-BE49-F238E27FC236}">
                <a16:creationId xmlns:a16="http://schemas.microsoft.com/office/drawing/2014/main" id="{482BD152-C60F-20DA-B0BD-9CDB54003B3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DC2ED46-824E-F138-D982-D5F75B94AE1B}"/>
              </a:ext>
            </a:extLst>
          </p:cNvPr>
          <p:cNvSpPr>
            <a:spLocks noGrp="1"/>
          </p:cNvSpPr>
          <p:nvPr>
            <p:ph type="sldNum" sz="quarter" idx="12"/>
          </p:nvPr>
        </p:nvSpPr>
        <p:spPr/>
        <p:txBody>
          <a:bodyPr/>
          <a:lstStyle>
            <a:lvl1pPr>
              <a:defRPr/>
            </a:lvl1pPr>
          </a:lstStyle>
          <a:p>
            <a:fld id="{58F3A6C4-5019-4664-B8FA-A9D90EF762B5}" type="slidenum">
              <a:rPr lang="en-US" altLang="en-US"/>
              <a:pPr/>
              <a:t>‹#›</a:t>
            </a:fld>
            <a:endParaRPr lang="en-US" altLang="en-US"/>
          </a:p>
        </p:txBody>
      </p:sp>
    </p:spTree>
    <p:extLst>
      <p:ext uri="{BB962C8B-B14F-4D97-AF65-F5344CB8AC3E}">
        <p14:creationId xmlns:p14="http://schemas.microsoft.com/office/powerpoint/2010/main" val="2796010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5D12FF8-C48C-F0BE-AF88-CA9E4E8837E5}"/>
              </a:ext>
            </a:extLst>
          </p:cNvPr>
          <p:cNvSpPr>
            <a:spLocks noGrp="1"/>
          </p:cNvSpPr>
          <p:nvPr>
            <p:ph type="dt" sz="half" idx="10"/>
          </p:nvPr>
        </p:nvSpPr>
        <p:spPr/>
        <p:txBody>
          <a:bodyPr/>
          <a:lstStyle>
            <a:lvl1pPr>
              <a:defRPr/>
            </a:lvl1pPr>
          </a:lstStyle>
          <a:p>
            <a:pPr>
              <a:defRPr/>
            </a:pPr>
            <a:fld id="{58755B75-3E26-41B3-8856-6B078490A344}" type="datetimeFigureOut">
              <a:rPr lang="en-US"/>
              <a:pPr>
                <a:defRPr/>
              </a:pPr>
              <a:t>1/16/2025</a:t>
            </a:fld>
            <a:endParaRPr lang="en-US"/>
          </a:p>
        </p:txBody>
      </p:sp>
      <p:sp>
        <p:nvSpPr>
          <p:cNvPr id="4" name="Footer Placeholder 4">
            <a:extLst>
              <a:ext uri="{FF2B5EF4-FFF2-40B4-BE49-F238E27FC236}">
                <a16:creationId xmlns:a16="http://schemas.microsoft.com/office/drawing/2014/main" id="{C93036E6-220B-B865-A42A-13F6DA260DC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5309A3B-8D6A-3BFD-1A7D-D13E7FFFEE19}"/>
              </a:ext>
            </a:extLst>
          </p:cNvPr>
          <p:cNvSpPr>
            <a:spLocks noGrp="1"/>
          </p:cNvSpPr>
          <p:nvPr>
            <p:ph type="sldNum" sz="quarter" idx="12"/>
          </p:nvPr>
        </p:nvSpPr>
        <p:spPr/>
        <p:txBody>
          <a:bodyPr/>
          <a:lstStyle>
            <a:lvl1pPr>
              <a:defRPr/>
            </a:lvl1pPr>
          </a:lstStyle>
          <a:p>
            <a:fld id="{E5B11F8F-65A6-4CB0-981E-657FE118EF40}" type="slidenum">
              <a:rPr lang="en-US" altLang="en-US"/>
              <a:pPr/>
              <a:t>‹#›</a:t>
            </a:fld>
            <a:endParaRPr lang="en-US" altLang="en-US"/>
          </a:p>
        </p:txBody>
      </p:sp>
    </p:spTree>
    <p:extLst>
      <p:ext uri="{BB962C8B-B14F-4D97-AF65-F5344CB8AC3E}">
        <p14:creationId xmlns:p14="http://schemas.microsoft.com/office/powerpoint/2010/main" val="1330888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CD8E253-A3FB-292B-02FD-C6411D308BC8}"/>
              </a:ext>
            </a:extLst>
          </p:cNvPr>
          <p:cNvSpPr>
            <a:spLocks noGrp="1"/>
          </p:cNvSpPr>
          <p:nvPr>
            <p:ph type="dt" sz="half" idx="10"/>
          </p:nvPr>
        </p:nvSpPr>
        <p:spPr/>
        <p:txBody>
          <a:bodyPr/>
          <a:lstStyle>
            <a:lvl1pPr>
              <a:defRPr/>
            </a:lvl1pPr>
          </a:lstStyle>
          <a:p>
            <a:pPr>
              <a:defRPr/>
            </a:pPr>
            <a:fld id="{31522CEB-AE3F-4FB5-86E2-3EA2581522DC}" type="datetimeFigureOut">
              <a:rPr lang="en-US"/>
              <a:pPr>
                <a:defRPr/>
              </a:pPr>
              <a:t>1/16/2025</a:t>
            </a:fld>
            <a:endParaRPr lang="en-US"/>
          </a:p>
        </p:txBody>
      </p:sp>
      <p:sp>
        <p:nvSpPr>
          <p:cNvPr id="3" name="Footer Placeholder 4">
            <a:extLst>
              <a:ext uri="{FF2B5EF4-FFF2-40B4-BE49-F238E27FC236}">
                <a16:creationId xmlns:a16="http://schemas.microsoft.com/office/drawing/2014/main" id="{204F1884-0C80-905F-CBFC-54086AA5E65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1D3CFD56-0BC1-C1CD-9A3C-12F37BCCC7B0}"/>
              </a:ext>
            </a:extLst>
          </p:cNvPr>
          <p:cNvSpPr>
            <a:spLocks noGrp="1"/>
          </p:cNvSpPr>
          <p:nvPr>
            <p:ph type="sldNum" sz="quarter" idx="12"/>
          </p:nvPr>
        </p:nvSpPr>
        <p:spPr/>
        <p:txBody>
          <a:bodyPr/>
          <a:lstStyle>
            <a:lvl1pPr>
              <a:defRPr/>
            </a:lvl1pPr>
          </a:lstStyle>
          <a:p>
            <a:fld id="{D24FDFBE-ED77-4762-9B03-EC3D704F0CB2}" type="slidenum">
              <a:rPr lang="en-US" altLang="en-US"/>
              <a:pPr/>
              <a:t>‹#›</a:t>
            </a:fld>
            <a:endParaRPr lang="en-US" altLang="en-US"/>
          </a:p>
        </p:txBody>
      </p:sp>
    </p:spTree>
    <p:extLst>
      <p:ext uri="{BB962C8B-B14F-4D97-AF65-F5344CB8AC3E}">
        <p14:creationId xmlns:p14="http://schemas.microsoft.com/office/powerpoint/2010/main" val="39047675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CFDE174-8122-0FDE-1F1D-6C854795CF6F}"/>
              </a:ext>
            </a:extLst>
          </p:cNvPr>
          <p:cNvSpPr>
            <a:spLocks noGrp="1"/>
          </p:cNvSpPr>
          <p:nvPr>
            <p:ph type="dt" sz="half" idx="10"/>
          </p:nvPr>
        </p:nvSpPr>
        <p:spPr/>
        <p:txBody>
          <a:bodyPr/>
          <a:lstStyle>
            <a:lvl1pPr>
              <a:defRPr/>
            </a:lvl1pPr>
          </a:lstStyle>
          <a:p>
            <a:pPr>
              <a:defRPr/>
            </a:pPr>
            <a:fld id="{DEBCD7ED-CF93-46EB-ABFC-05AC3D207247}" type="datetimeFigureOut">
              <a:rPr lang="en-US"/>
              <a:pPr>
                <a:defRPr/>
              </a:pPr>
              <a:t>1/16/2025</a:t>
            </a:fld>
            <a:endParaRPr lang="en-US"/>
          </a:p>
        </p:txBody>
      </p:sp>
      <p:sp>
        <p:nvSpPr>
          <p:cNvPr id="6" name="Footer Placeholder 4">
            <a:extLst>
              <a:ext uri="{FF2B5EF4-FFF2-40B4-BE49-F238E27FC236}">
                <a16:creationId xmlns:a16="http://schemas.microsoft.com/office/drawing/2014/main" id="{9900CD24-53FD-E00E-2840-96F1DF6AD15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05BDE95-E565-C61E-FC23-7E0214FF91E3}"/>
              </a:ext>
            </a:extLst>
          </p:cNvPr>
          <p:cNvSpPr>
            <a:spLocks noGrp="1"/>
          </p:cNvSpPr>
          <p:nvPr>
            <p:ph type="sldNum" sz="quarter" idx="12"/>
          </p:nvPr>
        </p:nvSpPr>
        <p:spPr/>
        <p:txBody>
          <a:bodyPr/>
          <a:lstStyle>
            <a:lvl1pPr>
              <a:defRPr/>
            </a:lvl1pPr>
          </a:lstStyle>
          <a:p>
            <a:fld id="{59C9EC26-B0E4-4DDA-B04B-E7A241DE54BA}" type="slidenum">
              <a:rPr lang="en-US" altLang="en-US"/>
              <a:pPr/>
              <a:t>‹#›</a:t>
            </a:fld>
            <a:endParaRPr lang="en-US" altLang="en-US"/>
          </a:p>
        </p:txBody>
      </p:sp>
    </p:spTree>
    <p:extLst>
      <p:ext uri="{BB962C8B-B14F-4D97-AF65-F5344CB8AC3E}">
        <p14:creationId xmlns:p14="http://schemas.microsoft.com/office/powerpoint/2010/main" val="394769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15B25D67-8800-A072-A0E4-9C13536A8116}"/>
              </a:ext>
            </a:extLst>
          </p:cNvPr>
          <p:cNvSpPr>
            <a:spLocks noGrp="1"/>
          </p:cNvSpPr>
          <p:nvPr>
            <p:ph type="dt" sz="half" idx="10"/>
          </p:nvPr>
        </p:nvSpPr>
        <p:spPr/>
        <p:txBody>
          <a:bodyPr/>
          <a:lstStyle>
            <a:lvl1pPr>
              <a:defRPr/>
            </a:lvl1pPr>
          </a:lstStyle>
          <a:p>
            <a:pPr>
              <a:defRPr/>
            </a:pPr>
            <a:fld id="{53265746-21FE-4165-A3E8-6430A3D95840}" type="datetimeFigureOut">
              <a:rPr lang="en-US"/>
              <a:pPr>
                <a:defRPr/>
              </a:pPr>
              <a:t>1/16/2025</a:t>
            </a:fld>
            <a:endParaRPr lang="en-US"/>
          </a:p>
        </p:txBody>
      </p:sp>
      <p:sp>
        <p:nvSpPr>
          <p:cNvPr id="6" name="Footer Placeholder 4">
            <a:extLst>
              <a:ext uri="{FF2B5EF4-FFF2-40B4-BE49-F238E27FC236}">
                <a16:creationId xmlns:a16="http://schemas.microsoft.com/office/drawing/2014/main" id="{92729455-BEF3-2426-B38D-3BCEC0B426A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10EB0A5-7A31-BA2B-AA2D-5C51AF19C7A5}"/>
              </a:ext>
            </a:extLst>
          </p:cNvPr>
          <p:cNvSpPr>
            <a:spLocks noGrp="1"/>
          </p:cNvSpPr>
          <p:nvPr>
            <p:ph type="sldNum" sz="quarter" idx="12"/>
          </p:nvPr>
        </p:nvSpPr>
        <p:spPr/>
        <p:txBody>
          <a:bodyPr/>
          <a:lstStyle>
            <a:lvl1pPr>
              <a:defRPr/>
            </a:lvl1pPr>
          </a:lstStyle>
          <a:p>
            <a:fld id="{77C49CED-0511-4BB6-AEB9-3FCBF7B8B440}" type="slidenum">
              <a:rPr lang="en-US" altLang="en-US"/>
              <a:pPr/>
              <a:t>‹#›</a:t>
            </a:fld>
            <a:endParaRPr lang="en-US" altLang="en-US"/>
          </a:p>
        </p:txBody>
      </p:sp>
    </p:spTree>
    <p:extLst>
      <p:ext uri="{BB962C8B-B14F-4D97-AF65-F5344CB8AC3E}">
        <p14:creationId xmlns:p14="http://schemas.microsoft.com/office/powerpoint/2010/main" val="2063426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8D09D8-B8DA-0BCA-E1C5-C41387A8F023}"/>
              </a:ext>
            </a:extLst>
          </p:cNvPr>
          <p:cNvSpPr>
            <a:spLocks noGrp="1"/>
          </p:cNvSpPr>
          <p:nvPr>
            <p:ph type="dt" sz="half" idx="10"/>
          </p:nvPr>
        </p:nvSpPr>
        <p:spPr/>
        <p:txBody>
          <a:bodyPr/>
          <a:lstStyle>
            <a:lvl1pPr>
              <a:defRPr/>
            </a:lvl1pPr>
          </a:lstStyle>
          <a:p>
            <a:pPr>
              <a:defRPr/>
            </a:pPr>
            <a:fld id="{74E61901-64B5-4EAC-874D-E049A32E9E53}" type="datetimeFigureOut">
              <a:rPr lang="en-US"/>
              <a:pPr>
                <a:defRPr/>
              </a:pPr>
              <a:t>1/16/2025</a:t>
            </a:fld>
            <a:endParaRPr lang="en-US"/>
          </a:p>
        </p:txBody>
      </p:sp>
      <p:sp>
        <p:nvSpPr>
          <p:cNvPr id="5" name="Footer Placeholder 4">
            <a:extLst>
              <a:ext uri="{FF2B5EF4-FFF2-40B4-BE49-F238E27FC236}">
                <a16:creationId xmlns:a16="http://schemas.microsoft.com/office/drawing/2014/main" id="{55DF3E15-7F49-32AE-494E-9B858B8C27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673A70A-A908-38DD-AB8A-A65A55821862}"/>
              </a:ext>
            </a:extLst>
          </p:cNvPr>
          <p:cNvSpPr>
            <a:spLocks noGrp="1"/>
          </p:cNvSpPr>
          <p:nvPr>
            <p:ph type="sldNum" sz="quarter" idx="12"/>
          </p:nvPr>
        </p:nvSpPr>
        <p:spPr/>
        <p:txBody>
          <a:bodyPr/>
          <a:lstStyle>
            <a:lvl1pPr>
              <a:defRPr/>
            </a:lvl1pPr>
          </a:lstStyle>
          <a:p>
            <a:fld id="{C4EA2987-540C-46BA-B14B-5AADE9CCAF32}" type="slidenum">
              <a:rPr lang="en-US" altLang="en-US"/>
              <a:pPr/>
              <a:t>‹#›</a:t>
            </a:fld>
            <a:endParaRPr lang="en-US" altLang="en-US"/>
          </a:p>
        </p:txBody>
      </p:sp>
    </p:spTree>
    <p:extLst>
      <p:ext uri="{BB962C8B-B14F-4D97-AF65-F5344CB8AC3E}">
        <p14:creationId xmlns:p14="http://schemas.microsoft.com/office/powerpoint/2010/main" val="2187457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02C92E-310B-4B95-480F-0F563B67C504}"/>
              </a:ext>
            </a:extLst>
          </p:cNvPr>
          <p:cNvSpPr>
            <a:spLocks noGrp="1"/>
          </p:cNvSpPr>
          <p:nvPr>
            <p:ph type="dt" sz="half" idx="10"/>
          </p:nvPr>
        </p:nvSpPr>
        <p:spPr/>
        <p:txBody>
          <a:bodyPr/>
          <a:lstStyle>
            <a:lvl1pPr>
              <a:defRPr/>
            </a:lvl1pPr>
          </a:lstStyle>
          <a:p>
            <a:pPr>
              <a:defRPr/>
            </a:pPr>
            <a:fld id="{79BFCBD6-B6EE-4A9F-AEE9-3DD56C028DDB}" type="datetimeFigureOut">
              <a:rPr lang="en-US"/>
              <a:pPr>
                <a:defRPr/>
              </a:pPr>
              <a:t>1/16/2025</a:t>
            </a:fld>
            <a:endParaRPr lang="en-US"/>
          </a:p>
        </p:txBody>
      </p:sp>
      <p:sp>
        <p:nvSpPr>
          <p:cNvPr id="5" name="Footer Placeholder 4">
            <a:extLst>
              <a:ext uri="{FF2B5EF4-FFF2-40B4-BE49-F238E27FC236}">
                <a16:creationId xmlns:a16="http://schemas.microsoft.com/office/drawing/2014/main" id="{60986531-51A4-FDED-AAA6-4769DEA7268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87B48EA-5263-7396-511B-A0646BEC050A}"/>
              </a:ext>
            </a:extLst>
          </p:cNvPr>
          <p:cNvSpPr>
            <a:spLocks noGrp="1"/>
          </p:cNvSpPr>
          <p:nvPr>
            <p:ph type="sldNum" sz="quarter" idx="12"/>
          </p:nvPr>
        </p:nvSpPr>
        <p:spPr/>
        <p:txBody>
          <a:bodyPr/>
          <a:lstStyle>
            <a:lvl1pPr>
              <a:defRPr/>
            </a:lvl1pPr>
          </a:lstStyle>
          <a:p>
            <a:fld id="{12A85249-0894-4DA4-8937-B6D88198BD85}" type="slidenum">
              <a:rPr lang="en-US" altLang="en-US"/>
              <a:pPr/>
              <a:t>‹#›</a:t>
            </a:fld>
            <a:endParaRPr lang="en-US" altLang="en-US"/>
          </a:p>
        </p:txBody>
      </p:sp>
    </p:spTree>
    <p:extLst>
      <p:ext uri="{BB962C8B-B14F-4D97-AF65-F5344CB8AC3E}">
        <p14:creationId xmlns:p14="http://schemas.microsoft.com/office/powerpoint/2010/main" val="1649809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FC67D5B-0C6A-4FEB-C04C-486383BA8464}"/>
              </a:ext>
            </a:extLst>
          </p:cNvPr>
          <p:cNvSpPr>
            <a:spLocks noGrp="1"/>
          </p:cNvSpPr>
          <p:nvPr>
            <p:ph type="title"/>
          </p:nvPr>
        </p:nvSpPr>
        <p:spPr bwMode="auto">
          <a:xfrm>
            <a:off x="203200" y="274638"/>
            <a:ext cx="9347200"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F34A7F5F-A511-F5ED-5021-E8E0DC1D6A22}"/>
              </a:ext>
            </a:extLst>
          </p:cNvPr>
          <p:cNvSpPr>
            <a:spLocks noGrp="1"/>
          </p:cNvSpPr>
          <p:nvPr>
            <p:ph type="body" idx="1"/>
          </p:nvPr>
        </p:nvSpPr>
        <p:spPr bwMode="auto">
          <a:xfrm>
            <a:off x="203200" y="1066800"/>
            <a:ext cx="11785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1FF8623-59CC-0FDC-A50D-327F0DEBAEB5}"/>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DA8BD33A-AF32-4E24-8E89-25E4E513F9A2}" type="datetimeFigureOut">
              <a:rPr lang="en-US"/>
              <a:pPr>
                <a:defRPr/>
              </a:pPr>
              <a:t>1/16/2025</a:t>
            </a:fld>
            <a:endParaRPr lang="en-US"/>
          </a:p>
        </p:txBody>
      </p:sp>
      <p:sp>
        <p:nvSpPr>
          <p:cNvPr id="5" name="Footer Placeholder 4">
            <a:extLst>
              <a:ext uri="{FF2B5EF4-FFF2-40B4-BE49-F238E27FC236}">
                <a16:creationId xmlns:a16="http://schemas.microsoft.com/office/drawing/2014/main" id="{82AC362D-F509-4686-0D63-D0F1B9B387B9}"/>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565B4EB5-E92E-9105-FB86-78982FB93E83}"/>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A8335252-547C-4384-8492-95530C9A886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67"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rtl="0" eaLnBrk="0" fontAlgn="base" hangingPunct="0">
        <a:spcBef>
          <a:spcPct val="0"/>
        </a:spcBef>
        <a:spcAft>
          <a:spcPct val="0"/>
        </a:spcAft>
        <a:defRPr sz="3600" b="1" kern="1200">
          <a:solidFill>
            <a:srgbClr val="FF0000"/>
          </a:solidFill>
          <a:latin typeface="+mj-lt"/>
          <a:ea typeface="+mj-ea"/>
          <a:cs typeface="+mj-cs"/>
        </a:defRPr>
      </a:lvl1pPr>
      <a:lvl2pPr algn="l" rtl="0" eaLnBrk="0" fontAlgn="base" hangingPunct="0">
        <a:spcBef>
          <a:spcPct val="0"/>
        </a:spcBef>
        <a:spcAft>
          <a:spcPct val="0"/>
        </a:spcAft>
        <a:defRPr sz="3600" b="1">
          <a:solidFill>
            <a:srgbClr val="FF0000"/>
          </a:solidFill>
          <a:latin typeface="Calibri" pitchFamily="34" charset="0"/>
        </a:defRPr>
      </a:lvl2pPr>
      <a:lvl3pPr algn="l" rtl="0" eaLnBrk="0" fontAlgn="base" hangingPunct="0">
        <a:spcBef>
          <a:spcPct val="0"/>
        </a:spcBef>
        <a:spcAft>
          <a:spcPct val="0"/>
        </a:spcAft>
        <a:defRPr sz="3600" b="1">
          <a:solidFill>
            <a:srgbClr val="FF0000"/>
          </a:solidFill>
          <a:latin typeface="Calibri" pitchFamily="34" charset="0"/>
        </a:defRPr>
      </a:lvl3pPr>
      <a:lvl4pPr algn="l" rtl="0" eaLnBrk="0" fontAlgn="base" hangingPunct="0">
        <a:spcBef>
          <a:spcPct val="0"/>
        </a:spcBef>
        <a:spcAft>
          <a:spcPct val="0"/>
        </a:spcAft>
        <a:defRPr sz="3600" b="1">
          <a:solidFill>
            <a:srgbClr val="FF0000"/>
          </a:solidFill>
          <a:latin typeface="Calibri" pitchFamily="34" charset="0"/>
        </a:defRPr>
      </a:lvl4pPr>
      <a:lvl5pPr algn="l" rtl="0" eaLnBrk="0" fontAlgn="base" hangingPunct="0">
        <a:spcBef>
          <a:spcPct val="0"/>
        </a:spcBef>
        <a:spcAft>
          <a:spcPct val="0"/>
        </a:spcAft>
        <a:defRPr sz="3600" b="1">
          <a:solidFill>
            <a:srgbClr val="FF0000"/>
          </a:solidFill>
          <a:latin typeface="Calibri" pitchFamily="34" charset="0"/>
        </a:defRPr>
      </a:lvl5pPr>
      <a:lvl6pPr marL="457200" algn="l" rtl="0" fontAlgn="base">
        <a:spcBef>
          <a:spcPct val="0"/>
        </a:spcBef>
        <a:spcAft>
          <a:spcPct val="0"/>
        </a:spcAft>
        <a:defRPr sz="3600" b="1">
          <a:solidFill>
            <a:srgbClr val="FF0000"/>
          </a:solidFill>
          <a:latin typeface="Calibri" pitchFamily="34" charset="0"/>
        </a:defRPr>
      </a:lvl6pPr>
      <a:lvl7pPr marL="914400" algn="l" rtl="0" fontAlgn="base">
        <a:spcBef>
          <a:spcPct val="0"/>
        </a:spcBef>
        <a:spcAft>
          <a:spcPct val="0"/>
        </a:spcAft>
        <a:defRPr sz="3600" b="1">
          <a:solidFill>
            <a:srgbClr val="FF0000"/>
          </a:solidFill>
          <a:latin typeface="Calibri" pitchFamily="34" charset="0"/>
        </a:defRPr>
      </a:lvl7pPr>
      <a:lvl8pPr marL="1371600" algn="l" rtl="0" fontAlgn="base">
        <a:spcBef>
          <a:spcPct val="0"/>
        </a:spcBef>
        <a:spcAft>
          <a:spcPct val="0"/>
        </a:spcAft>
        <a:defRPr sz="3600" b="1">
          <a:solidFill>
            <a:srgbClr val="FF0000"/>
          </a:solidFill>
          <a:latin typeface="Calibri" pitchFamily="34" charset="0"/>
        </a:defRPr>
      </a:lvl8pPr>
      <a:lvl9pPr marL="1828800" algn="l" rtl="0" fontAlgn="base">
        <a:spcBef>
          <a:spcPct val="0"/>
        </a:spcBef>
        <a:spcAft>
          <a:spcPct val="0"/>
        </a:spcAft>
        <a:defRPr sz="3600" b="1">
          <a:solidFill>
            <a:srgbClr val="FF0000"/>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F243-3844-091A-0D8A-B8118CA1EEC7}"/>
              </a:ext>
            </a:extLst>
          </p:cNvPr>
          <p:cNvSpPr>
            <a:spLocks noGrp="1"/>
          </p:cNvSpPr>
          <p:nvPr>
            <p:ph type="ctrTitle"/>
          </p:nvPr>
        </p:nvSpPr>
        <p:spPr>
          <a:xfrm>
            <a:off x="990600" y="5181600"/>
            <a:ext cx="10363200" cy="574386"/>
          </a:xfrm>
        </p:spPr>
        <p:txBody>
          <a:bodyPr>
            <a:noAutofit/>
          </a:bodyPr>
          <a:lstStyle/>
          <a:p>
            <a:r>
              <a:rPr lang="en-US" sz="3600" dirty="0">
                <a:solidFill>
                  <a:schemeClr val="accent2">
                    <a:lumMod val="75000"/>
                  </a:schemeClr>
                </a:solidFill>
                <a:latin typeface="Bahnschrift SemiCondensed" panose="020B0502040204020203" pitchFamily="34" charset="0"/>
              </a:rPr>
              <a:t>NGUYÊN TẮC BẤT BIẾN TRONG KINH DOANH </a:t>
            </a:r>
          </a:p>
        </p:txBody>
      </p:sp>
      <p:pic>
        <p:nvPicPr>
          <p:cNvPr id="4" name="Picture 3">
            <a:extLst>
              <a:ext uri="{FF2B5EF4-FFF2-40B4-BE49-F238E27FC236}">
                <a16:creationId xmlns:a16="http://schemas.microsoft.com/office/drawing/2014/main" id="{C30EE93D-3EA0-7BF1-7FCE-5CFF3529F02D}"/>
              </a:ext>
            </a:extLst>
          </p:cNvPr>
          <p:cNvPicPr>
            <a:picLocks noChangeAspect="1"/>
          </p:cNvPicPr>
          <p:nvPr/>
        </p:nvPicPr>
        <p:blipFill>
          <a:blip r:embed="rId2"/>
          <a:stretch>
            <a:fillRect/>
          </a:stretch>
        </p:blipFill>
        <p:spPr>
          <a:xfrm>
            <a:off x="1272217" y="685800"/>
            <a:ext cx="9647563" cy="4139835"/>
          </a:xfrm>
          <a:prstGeom prst="rect">
            <a:avLst/>
          </a:prstGeom>
          <a:ln>
            <a:noFill/>
          </a:ln>
          <a:effectLst>
            <a:softEdge rad="112500"/>
          </a:effectLst>
        </p:spPr>
      </p:pic>
    </p:spTree>
    <p:extLst>
      <p:ext uri="{BB962C8B-B14F-4D97-AF65-F5344CB8AC3E}">
        <p14:creationId xmlns:p14="http://schemas.microsoft.com/office/powerpoint/2010/main" val="2388911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D505-0B4D-D775-ED50-98F190371117}"/>
              </a:ext>
            </a:extLst>
          </p:cNvPr>
          <p:cNvSpPr>
            <a:spLocks noGrp="1"/>
          </p:cNvSpPr>
          <p:nvPr>
            <p:ph type="title"/>
          </p:nvPr>
        </p:nvSpPr>
        <p:spPr>
          <a:xfrm>
            <a:off x="838200" y="350838"/>
            <a:ext cx="9347200" cy="715962"/>
          </a:xfrm>
        </p:spPr>
        <p:txBody>
          <a:bodyPr/>
          <a:lstStyle/>
          <a:p>
            <a:pPr marL="571500" indent="-571500">
              <a:buFont typeface="Wingdings" panose="05000000000000000000" pitchFamily="2" charset="2"/>
              <a:buChar char="v"/>
            </a:pPr>
            <a:r>
              <a:rPr lang="en-US" dirty="0">
                <a:solidFill>
                  <a:schemeClr val="accent2">
                    <a:lumMod val="75000"/>
                  </a:schemeClr>
                </a:solidFill>
                <a:latin typeface="Bahnschrift SemiCondensed" panose="020B0502040204020203" pitchFamily="34" charset="0"/>
              </a:rPr>
              <a:t>ĐẶT VẤN ĐỀ</a:t>
            </a:r>
          </a:p>
        </p:txBody>
      </p:sp>
      <p:sp>
        <p:nvSpPr>
          <p:cNvPr id="3" name="Content Placeholder 2">
            <a:extLst>
              <a:ext uri="{FF2B5EF4-FFF2-40B4-BE49-F238E27FC236}">
                <a16:creationId xmlns:a16="http://schemas.microsoft.com/office/drawing/2014/main" id="{1ED99A88-0EA0-35B0-7E72-1D67C0FF5F55}"/>
              </a:ext>
            </a:extLst>
          </p:cNvPr>
          <p:cNvSpPr>
            <a:spLocks noGrp="1"/>
          </p:cNvSpPr>
          <p:nvPr>
            <p:ph idx="1"/>
          </p:nvPr>
        </p:nvSpPr>
        <p:spPr>
          <a:xfrm>
            <a:off x="914400" y="1371600"/>
            <a:ext cx="6400800" cy="4495800"/>
          </a:xfrm>
        </p:spPr>
        <p:txBody>
          <a:bodyPr/>
          <a:lstStyle/>
          <a:p>
            <a:pPr algn="just">
              <a:lnSpc>
                <a:spcPct val="150000"/>
              </a:lnSpc>
            </a:pPr>
            <a:r>
              <a:rPr lang="vi-VN" sz="1800" b="0" i="0" dirty="0">
                <a:solidFill>
                  <a:srgbClr val="00172E"/>
                </a:solidFill>
                <a:effectLst/>
                <a:latin typeface="Arial" panose="020B0604020202020204" pitchFamily="34" charset="0"/>
                <a:cs typeface="Arial" panose="020B0604020202020204" pitchFamily="34" charset="0"/>
              </a:rPr>
              <a:t>Kinh doanh là hoạt động mua bán, trao đổi nhằm tạo ra lợi nhuận, các doanh nghiệp, tập đoàn thực hiện hoạt động sản xuất ra của cải vật chất phục vụ nhu cầu người tiêu dùng sau đó đem bán trên thị trường và mang về lợi nhuận được tính bằng thước đo của tiền tệ.</a:t>
            </a:r>
            <a:endParaRPr lang="en-US" sz="1800" b="0" i="0" dirty="0">
              <a:solidFill>
                <a:srgbClr val="00172E"/>
              </a:solidFill>
              <a:effectLst/>
              <a:latin typeface="Arial" panose="020B0604020202020204" pitchFamily="34" charset="0"/>
              <a:cs typeface="Arial" panose="020B0604020202020204" pitchFamily="34" charset="0"/>
            </a:endParaRPr>
          </a:p>
          <a:p>
            <a:pPr algn="just">
              <a:lnSpc>
                <a:spcPct val="150000"/>
              </a:lnSpc>
            </a:pPr>
            <a:r>
              <a:rPr lang="en-US" sz="1800" dirty="0" err="1">
                <a:solidFill>
                  <a:srgbClr val="00172E"/>
                </a:solidFill>
                <a:latin typeface="Arial" panose="020B0604020202020204" pitchFamily="34" charset="0"/>
                <a:cs typeface="Arial" panose="020B0604020202020204" pitchFamily="34" charset="0"/>
              </a:rPr>
              <a:t>Dù</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thời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đại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công</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nghệ</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có</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phát</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triển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mạnh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mẽ</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đến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đâu</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thì</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bản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chất</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của</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kinh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doanh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vẫn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không</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hề</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thay</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đổi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nó</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chỉ</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chuyển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từ</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hình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thái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này</a:t>
            </a:r>
            <a:r>
              <a:rPr lang="en-US" sz="1800" dirty="0">
                <a:solidFill>
                  <a:srgbClr val="00172E"/>
                </a:solidFill>
                <a:latin typeface="Arial" panose="020B0604020202020204" pitchFamily="34" charset="0"/>
                <a:cs typeface="Arial" panose="020B0604020202020204" pitchFamily="34" charset="0"/>
              </a:rPr>
              <a:t> sang </a:t>
            </a:r>
            <a:r>
              <a:rPr lang="en-US" sz="1800" dirty="0" err="1">
                <a:solidFill>
                  <a:srgbClr val="00172E"/>
                </a:solidFill>
                <a:latin typeface="Arial" panose="020B0604020202020204" pitchFamily="34" charset="0"/>
                <a:cs typeface="Arial" panose="020B0604020202020204" pitchFamily="34" charset="0"/>
              </a:rPr>
              <a:t>hình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thái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khác</a:t>
            </a:r>
            <a:r>
              <a:rPr lang="en-US" sz="1800" dirty="0">
                <a:solidFill>
                  <a:srgbClr val="00172E"/>
                </a:solidFill>
                <a:latin typeface="Arial" panose="020B0604020202020204" pitchFamily="34" charset="0"/>
                <a:cs typeface="Arial" panose="020B0604020202020204" pitchFamily="34" charset="0"/>
              </a:rPr>
              <a:t>.</a:t>
            </a:r>
          </a:p>
          <a:p>
            <a:pPr algn="just">
              <a:lnSpc>
                <a:spcPct val="150000"/>
              </a:lnSpc>
            </a:pPr>
            <a:r>
              <a:rPr lang="en-US" sz="1800" dirty="0" err="1">
                <a:solidFill>
                  <a:srgbClr val="00172E"/>
                </a:solidFill>
                <a:latin typeface="Arial" panose="020B0604020202020204" pitchFamily="34" charset="0"/>
                <a:cs typeface="Arial" panose="020B0604020202020204" pitchFamily="34" charset="0"/>
              </a:rPr>
              <a:t>Nói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một</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cách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cụ</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thể</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về</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bản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chất</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Kinh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doanh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là</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đem</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tiền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mua</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rủi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ro</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lợi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nhuận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là</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phần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thưởng</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rủi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roa</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mang</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lại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và</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chủ</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doanh</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nghiệp</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phải</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nhìn</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đời</a:t>
            </a:r>
            <a:r>
              <a:rPr lang="en-US" sz="1800" dirty="0">
                <a:solidFill>
                  <a:srgbClr val="00172E"/>
                </a:solidFill>
                <a:latin typeface="Arial" panose="020B0604020202020204" pitchFamily="34" charset="0"/>
                <a:cs typeface="Arial" panose="020B0604020202020204" pitchFamily="34" charset="0"/>
              </a:rPr>
              <a:t> qua </a:t>
            </a:r>
            <a:r>
              <a:rPr lang="en-US" sz="1800" dirty="0" err="1">
                <a:solidFill>
                  <a:srgbClr val="00172E"/>
                </a:solidFill>
                <a:latin typeface="Arial" panose="020B0604020202020204" pitchFamily="34" charset="0"/>
                <a:cs typeface="Arial" panose="020B0604020202020204" pitchFamily="34" charset="0"/>
              </a:rPr>
              <a:t>lỗ</a:t>
            </a:r>
            <a:r>
              <a:rPr lang="en-US" sz="1800" dirty="0">
                <a:solidFill>
                  <a:srgbClr val="00172E"/>
                </a:solidFill>
                <a:latin typeface="Arial" panose="020B0604020202020204" pitchFamily="34" charset="0"/>
                <a:cs typeface="Arial" panose="020B0604020202020204" pitchFamily="34" charset="0"/>
              </a:rPr>
              <a:t> </a:t>
            </a:r>
            <a:r>
              <a:rPr lang="en-US" sz="1800" dirty="0" err="1">
                <a:solidFill>
                  <a:srgbClr val="00172E"/>
                </a:solidFill>
                <a:latin typeface="Arial" panose="020B0604020202020204" pitchFamily="34" charset="0"/>
                <a:cs typeface="Arial" panose="020B0604020202020204" pitchFamily="34" charset="0"/>
              </a:rPr>
              <a:t>đồng</a:t>
            </a:r>
            <a:r>
              <a:rPr lang="en-US" sz="1800" dirty="0">
                <a:solidFill>
                  <a:srgbClr val="00172E"/>
                </a:solidFill>
                <a:latin typeface="Arial" panose="020B0604020202020204" pitchFamily="34" charset="0"/>
                <a:cs typeface="Arial" panose="020B0604020202020204" pitchFamily="34" charset="0"/>
              </a:rPr>
              <a:t> xu”</a:t>
            </a:r>
            <a:endParaRPr lang="en-US" sz="1800" dirty="0">
              <a:latin typeface="Arial" panose="020B0604020202020204" pitchFamily="34" charset="0"/>
              <a:cs typeface="Arial" panose="020B0604020202020204" pitchFamily="34" charset="0"/>
            </a:endParaRPr>
          </a:p>
        </p:txBody>
      </p:sp>
      <p:pic>
        <p:nvPicPr>
          <p:cNvPr id="41986" name="Picture 2" descr="Bản chất của kinh doanh - Doanh Nhân Trẻ Việt Nam">
            <a:extLst>
              <a:ext uri="{FF2B5EF4-FFF2-40B4-BE49-F238E27FC236}">
                <a16:creationId xmlns:a16="http://schemas.microsoft.com/office/drawing/2014/main" id="{CC5D11E5-B7EB-776E-0077-BFFC5F494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4800" y="2590800"/>
            <a:ext cx="3962400" cy="2476500"/>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0890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985367C4-D5A3-73EA-42D5-CC36090E3E85}"/>
              </a:ext>
            </a:extLst>
          </p:cNvPr>
          <p:cNvSpPr>
            <a:spLocks noGrp="1"/>
          </p:cNvSpPr>
          <p:nvPr>
            <p:ph type="title"/>
          </p:nvPr>
        </p:nvSpPr>
        <p:spPr>
          <a:xfrm>
            <a:off x="914400" y="457200"/>
            <a:ext cx="9347200" cy="715962"/>
          </a:xfrm>
        </p:spPr>
        <p:txBody>
          <a:bodyPr/>
          <a:lstStyle/>
          <a:p>
            <a:pPr marL="571500" indent="-571500">
              <a:buFont typeface="Wingdings" panose="05000000000000000000" pitchFamily="2" charset="2"/>
              <a:buChar char="v"/>
            </a:pPr>
            <a:r>
              <a:rPr lang="en-US" altLang="en-US" dirty="0" err="1">
                <a:solidFill>
                  <a:schemeClr val="accent2">
                    <a:lumMod val="75000"/>
                  </a:schemeClr>
                </a:solidFill>
                <a:latin typeface="Bahnschrift SemiCondensed" panose="020B0502040204020203" pitchFamily="34" charset="0"/>
              </a:rPr>
              <a:t>Quản</a:t>
            </a:r>
            <a:r>
              <a:rPr lang="en-US" altLang="en-US" dirty="0">
                <a:solidFill>
                  <a:schemeClr val="accent2">
                    <a:lumMod val="75000"/>
                  </a:schemeClr>
                </a:solidFill>
                <a:latin typeface="Bahnschrift SemiCondensed" panose="020B0502040204020203" pitchFamily="34" charset="0"/>
              </a:rPr>
              <a:t> </a:t>
            </a:r>
            <a:r>
              <a:rPr lang="en-US" altLang="en-US" dirty="0" err="1">
                <a:solidFill>
                  <a:schemeClr val="accent2">
                    <a:lumMod val="75000"/>
                  </a:schemeClr>
                </a:solidFill>
                <a:latin typeface="Bahnschrift SemiCondensed" panose="020B0502040204020203" pitchFamily="34" charset="0"/>
              </a:rPr>
              <a:t>trị</a:t>
            </a:r>
            <a:r>
              <a:rPr lang="en-US" altLang="en-US" dirty="0">
                <a:solidFill>
                  <a:schemeClr val="accent2">
                    <a:lumMod val="75000"/>
                  </a:schemeClr>
                </a:solidFill>
                <a:latin typeface="Bahnschrift SemiCondensed" panose="020B0502040204020203" pitchFamily="34" charset="0"/>
              </a:rPr>
              <a:t> </a:t>
            </a:r>
            <a:r>
              <a:rPr lang="en-US" altLang="en-US" dirty="0" err="1">
                <a:solidFill>
                  <a:schemeClr val="accent2">
                    <a:lumMod val="75000"/>
                  </a:schemeClr>
                </a:solidFill>
                <a:latin typeface="Bahnschrift SemiCondensed" panose="020B0502040204020203" pitchFamily="34" charset="0"/>
              </a:rPr>
              <a:t>là</a:t>
            </a:r>
            <a:r>
              <a:rPr lang="en-US" altLang="en-US" dirty="0">
                <a:solidFill>
                  <a:schemeClr val="accent2">
                    <a:lumMod val="75000"/>
                  </a:schemeClr>
                </a:solidFill>
                <a:latin typeface="Bahnschrift SemiCondensed" panose="020B0502040204020203" pitchFamily="34" charset="0"/>
              </a:rPr>
              <a:t> </a:t>
            </a:r>
            <a:r>
              <a:rPr lang="en-US" altLang="en-US" dirty="0" err="1">
                <a:solidFill>
                  <a:schemeClr val="accent2">
                    <a:lumMod val="75000"/>
                  </a:schemeClr>
                </a:solidFill>
                <a:latin typeface="Bahnschrift SemiCondensed" panose="020B0502040204020203" pitchFamily="34" charset="0"/>
              </a:rPr>
              <a:t>gì</a:t>
            </a:r>
            <a:r>
              <a:rPr lang="en-US" altLang="en-US" dirty="0">
                <a:solidFill>
                  <a:schemeClr val="accent2">
                    <a:lumMod val="75000"/>
                  </a:schemeClr>
                </a:solidFill>
                <a:latin typeface="Bahnschrift SemiCondensed" panose="020B0502040204020203" pitchFamily="34" charset="0"/>
              </a:rPr>
              <a:t>?</a:t>
            </a:r>
          </a:p>
        </p:txBody>
      </p:sp>
      <p:sp>
        <p:nvSpPr>
          <p:cNvPr id="3" name="Content Placeholder 2">
            <a:extLst>
              <a:ext uri="{FF2B5EF4-FFF2-40B4-BE49-F238E27FC236}">
                <a16:creationId xmlns:a16="http://schemas.microsoft.com/office/drawing/2014/main" id="{2BEEC4F1-BD6A-E493-1567-03AF8749D39B}"/>
              </a:ext>
            </a:extLst>
          </p:cNvPr>
          <p:cNvSpPr>
            <a:spLocks noGrp="1"/>
          </p:cNvSpPr>
          <p:nvPr>
            <p:ph idx="1"/>
          </p:nvPr>
        </p:nvSpPr>
        <p:spPr>
          <a:xfrm>
            <a:off x="5029200" y="1752600"/>
            <a:ext cx="6705600" cy="4343400"/>
          </a:xfrm>
        </p:spPr>
        <p:txBody>
          <a:bodyPr/>
          <a:lstStyle/>
          <a:p>
            <a:pPr algn="just"/>
            <a:r>
              <a:rPr lang="en-US" altLang="en-US" sz="2800" dirty="0" err="1"/>
              <a:t>Quản</a:t>
            </a:r>
            <a:r>
              <a:rPr lang="en-US" altLang="en-US" sz="2800" dirty="0"/>
              <a:t> </a:t>
            </a:r>
            <a:r>
              <a:rPr lang="en-US" altLang="en-US" sz="2800" dirty="0" err="1"/>
              <a:t>trị</a:t>
            </a:r>
            <a:r>
              <a:rPr lang="en-US" altLang="en-US" sz="2800" dirty="0"/>
              <a:t> </a:t>
            </a:r>
            <a:r>
              <a:rPr lang="en-US" altLang="en-US" sz="2800" dirty="0" err="1"/>
              <a:t>là</a:t>
            </a:r>
            <a:r>
              <a:rPr lang="en-US" altLang="en-US" sz="2800" dirty="0"/>
              <a:t> khoa </a:t>
            </a:r>
            <a:r>
              <a:rPr lang="en-US" altLang="en-US" sz="2800" dirty="0" err="1"/>
              <a:t>học</a:t>
            </a:r>
            <a:r>
              <a:rPr lang="en-US" altLang="en-US" sz="2800" dirty="0"/>
              <a:t> </a:t>
            </a:r>
            <a:r>
              <a:rPr lang="en-US" altLang="en-US" sz="2800" dirty="0" err="1"/>
              <a:t>và</a:t>
            </a:r>
            <a:r>
              <a:rPr lang="en-US" altLang="en-US" sz="2800" dirty="0"/>
              <a:t> </a:t>
            </a:r>
            <a:r>
              <a:rPr lang="en-US" altLang="en-US" sz="2800" dirty="0" err="1"/>
              <a:t>nghệ</a:t>
            </a:r>
            <a:r>
              <a:rPr lang="en-US" altLang="en-US" sz="2800" dirty="0"/>
              <a:t> </a:t>
            </a:r>
            <a:r>
              <a:rPr lang="en-US" altLang="en-US" sz="2800" dirty="0" err="1"/>
              <a:t>thuật</a:t>
            </a:r>
            <a:r>
              <a:rPr lang="en-US" altLang="en-US" sz="2800" dirty="0"/>
              <a:t> </a:t>
            </a:r>
            <a:r>
              <a:rPr lang="en-US" altLang="en-US" sz="2800" dirty="0" err="1"/>
              <a:t>hoàn</a:t>
            </a:r>
            <a:r>
              <a:rPr lang="en-US" altLang="en-US" sz="2800" dirty="0"/>
              <a:t> </a:t>
            </a:r>
            <a:r>
              <a:rPr lang="en-US" altLang="en-US" sz="2800" dirty="0" err="1"/>
              <a:t>thành</a:t>
            </a:r>
            <a:r>
              <a:rPr lang="en-US" altLang="en-US" sz="2800" dirty="0"/>
              <a:t> </a:t>
            </a:r>
            <a:r>
              <a:rPr lang="en-US" altLang="en-US" sz="2800" dirty="0" err="1"/>
              <a:t>công</a:t>
            </a:r>
            <a:r>
              <a:rPr lang="en-US" altLang="en-US" sz="2800" dirty="0"/>
              <a:t> </a:t>
            </a:r>
            <a:r>
              <a:rPr lang="en-US" altLang="en-US" sz="2800" dirty="0" err="1"/>
              <a:t>việc</a:t>
            </a:r>
            <a:r>
              <a:rPr lang="en-US" altLang="en-US" sz="2800" dirty="0"/>
              <a:t> </a:t>
            </a:r>
            <a:r>
              <a:rPr lang="en-US" altLang="en-US" sz="2800" dirty="0" err="1"/>
              <a:t>thông</a:t>
            </a:r>
            <a:r>
              <a:rPr lang="en-US" altLang="en-US" sz="2800" dirty="0"/>
              <a:t> qua </a:t>
            </a:r>
            <a:r>
              <a:rPr lang="en-US" altLang="en-US" sz="2800" dirty="0" err="1"/>
              <a:t>người</a:t>
            </a:r>
            <a:r>
              <a:rPr lang="en-US" altLang="en-US" sz="2800" dirty="0"/>
              <a:t> </a:t>
            </a:r>
            <a:r>
              <a:rPr lang="en-US" altLang="en-US" sz="2800" dirty="0" err="1"/>
              <a:t>khác</a:t>
            </a:r>
            <a:r>
              <a:rPr lang="en-US" altLang="en-US" sz="2800" dirty="0"/>
              <a:t> (</a:t>
            </a:r>
            <a:r>
              <a:rPr lang="en-US" altLang="en-US" sz="2800" dirty="0" err="1"/>
              <a:t>tức</a:t>
            </a:r>
            <a:r>
              <a:rPr lang="en-US" altLang="en-US" sz="2800" dirty="0"/>
              <a:t> </a:t>
            </a:r>
            <a:r>
              <a:rPr lang="en-US" altLang="en-US" sz="2800" dirty="0" err="1"/>
              <a:t>là</a:t>
            </a:r>
            <a:r>
              <a:rPr lang="en-US" altLang="en-US" sz="2800" dirty="0"/>
              <a:t> </a:t>
            </a:r>
            <a:r>
              <a:rPr lang="en-US" altLang="en-US" sz="2800" dirty="0" err="1"/>
              <a:t>tổ</a:t>
            </a:r>
            <a:r>
              <a:rPr lang="en-US" altLang="en-US" sz="2800" dirty="0"/>
              <a:t> </a:t>
            </a:r>
            <a:r>
              <a:rPr lang="en-US" altLang="en-US" sz="2800" dirty="0" err="1"/>
              <a:t>chức</a:t>
            </a:r>
            <a:r>
              <a:rPr lang="en-US" altLang="en-US" sz="2800" dirty="0"/>
              <a:t> </a:t>
            </a:r>
            <a:r>
              <a:rPr lang="en-US" altLang="en-US" sz="2800" dirty="0" err="1"/>
              <a:t>và</a:t>
            </a:r>
            <a:r>
              <a:rPr lang="en-US" altLang="en-US" sz="2800" dirty="0"/>
              <a:t> </a:t>
            </a:r>
            <a:r>
              <a:rPr lang="en-US" altLang="en-US" sz="2800" dirty="0" err="1"/>
              <a:t>điều</a:t>
            </a:r>
            <a:r>
              <a:rPr lang="en-US" altLang="en-US" sz="2800" dirty="0"/>
              <a:t> </a:t>
            </a:r>
            <a:r>
              <a:rPr lang="en-US" altLang="en-US" sz="2800" dirty="0" err="1"/>
              <a:t>khiển</a:t>
            </a:r>
            <a:r>
              <a:rPr lang="en-US" altLang="en-US" sz="2800" dirty="0"/>
              <a:t> </a:t>
            </a:r>
            <a:r>
              <a:rPr lang="en-US" altLang="en-US" sz="2800" dirty="0" err="1"/>
              <a:t>công</a:t>
            </a:r>
            <a:r>
              <a:rPr lang="en-US" altLang="en-US" sz="2800" dirty="0"/>
              <a:t> </a:t>
            </a:r>
            <a:r>
              <a:rPr lang="en-US" altLang="en-US" sz="2800" dirty="0" err="1"/>
              <a:t>việc</a:t>
            </a:r>
            <a:r>
              <a:rPr lang="en-US" altLang="en-US" sz="2800" dirty="0"/>
              <a:t> </a:t>
            </a:r>
            <a:r>
              <a:rPr lang="en-US" altLang="en-US" sz="2800" dirty="0" err="1"/>
              <a:t>thông</a:t>
            </a:r>
            <a:r>
              <a:rPr lang="en-US" altLang="en-US" sz="2800" dirty="0"/>
              <a:t> qua </a:t>
            </a:r>
            <a:r>
              <a:rPr lang="en-US" altLang="en-US" sz="2800" dirty="0" err="1"/>
              <a:t>họ</a:t>
            </a:r>
            <a:r>
              <a:rPr lang="en-US" altLang="en-US" sz="2800" dirty="0"/>
              <a:t>)</a:t>
            </a:r>
          </a:p>
          <a:p>
            <a:pPr algn="just"/>
            <a:endParaRPr lang="en-US" altLang="en-US" sz="2800" dirty="0"/>
          </a:p>
          <a:p>
            <a:pPr algn="just"/>
            <a:r>
              <a:rPr lang="en-US" altLang="en-US" sz="2800" dirty="0" err="1"/>
              <a:t>Nhà</a:t>
            </a:r>
            <a:r>
              <a:rPr lang="en-US" altLang="en-US" sz="2800" dirty="0"/>
              <a:t> </a:t>
            </a:r>
            <a:r>
              <a:rPr lang="en-US" altLang="en-US" sz="2800" dirty="0" err="1"/>
              <a:t>quản</a:t>
            </a:r>
            <a:r>
              <a:rPr lang="en-US" altLang="en-US" sz="2800" dirty="0"/>
              <a:t> </a:t>
            </a:r>
            <a:r>
              <a:rPr lang="en-US" altLang="en-US" sz="2800" dirty="0" err="1"/>
              <a:t>trị</a:t>
            </a:r>
            <a:r>
              <a:rPr lang="en-US" altLang="en-US" sz="2800" dirty="0"/>
              <a:t> </a:t>
            </a:r>
            <a:r>
              <a:rPr lang="en-US" altLang="en-US" sz="2800" dirty="0" err="1"/>
              <a:t>là</a:t>
            </a:r>
            <a:r>
              <a:rPr lang="en-US" altLang="en-US" sz="2800" dirty="0"/>
              <a:t> </a:t>
            </a:r>
            <a:r>
              <a:rPr lang="en-US" altLang="en-US" sz="2800" dirty="0" err="1"/>
              <a:t>người</a:t>
            </a:r>
            <a:r>
              <a:rPr lang="en-US" altLang="en-US" sz="2800" dirty="0"/>
              <a:t> </a:t>
            </a:r>
            <a:r>
              <a:rPr lang="en-US" altLang="en-US" sz="2800" dirty="0" err="1"/>
              <a:t>xác</a:t>
            </a:r>
            <a:r>
              <a:rPr lang="en-US" altLang="en-US" sz="2800" dirty="0"/>
              <a:t> </a:t>
            </a:r>
            <a:r>
              <a:rPr lang="en-US" altLang="en-US" sz="2800" dirty="0" err="1"/>
              <a:t>định</a:t>
            </a:r>
            <a:r>
              <a:rPr lang="en-US" altLang="en-US" sz="2800" dirty="0"/>
              <a:t> </a:t>
            </a:r>
            <a:r>
              <a:rPr lang="en-US" altLang="en-US" sz="2800" dirty="0" err="1"/>
              <a:t>kế</a:t>
            </a:r>
            <a:r>
              <a:rPr lang="en-US" altLang="en-US" sz="2800" dirty="0"/>
              <a:t> </a:t>
            </a:r>
            <a:r>
              <a:rPr lang="en-US" altLang="en-US" sz="2800" dirty="0" err="1"/>
              <a:t>hoạch</a:t>
            </a:r>
            <a:r>
              <a:rPr lang="en-US" altLang="en-US" sz="2800" dirty="0"/>
              <a:t>, </a:t>
            </a:r>
            <a:r>
              <a:rPr lang="en-US" altLang="en-US" sz="2800" dirty="0" err="1"/>
              <a:t>hướng</a:t>
            </a:r>
            <a:r>
              <a:rPr lang="en-US" altLang="en-US" sz="2800" dirty="0"/>
              <a:t> </a:t>
            </a:r>
            <a:r>
              <a:rPr lang="en-US" altLang="en-US" sz="2800" dirty="0" err="1"/>
              <a:t>dẫn</a:t>
            </a:r>
            <a:r>
              <a:rPr lang="en-US" altLang="en-US" sz="2800" dirty="0"/>
              <a:t>, </a:t>
            </a:r>
            <a:r>
              <a:rPr lang="en-US" altLang="en-US" sz="2800" dirty="0" err="1"/>
              <a:t>hỗ</a:t>
            </a:r>
            <a:r>
              <a:rPr lang="en-US" altLang="en-US" sz="2800" dirty="0"/>
              <a:t> </a:t>
            </a:r>
            <a:r>
              <a:rPr lang="en-US" altLang="en-US" sz="2800" dirty="0" err="1"/>
              <a:t>trợ</a:t>
            </a:r>
            <a:r>
              <a:rPr lang="en-US" altLang="en-US" sz="2800" dirty="0"/>
              <a:t> </a:t>
            </a:r>
            <a:r>
              <a:rPr lang="en-US" altLang="en-US" sz="2800" dirty="0" err="1"/>
              <a:t>và</a:t>
            </a:r>
            <a:r>
              <a:rPr lang="en-US" altLang="en-US" sz="2800" dirty="0"/>
              <a:t> </a:t>
            </a:r>
            <a:r>
              <a:rPr lang="en-US" altLang="en-US" sz="2800" dirty="0" err="1"/>
              <a:t>đánh</a:t>
            </a:r>
            <a:r>
              <a:rPr lang="en-US" altLang="en-US" sz="2800" dirty="0"/>
              <a:t> </a:t>
            </a:r>
            <a:r>
              <a:rPr lang="en-US" altLang="en-US" sz="2800" dirty="0" err="1"/>
              <a:t>giá</a:t>
            </a:r>
            <a:r>
              <a:rPr lang="en-US" altLang="en-US" sz="2800" dirty="0"/>
              <a:t> </a:t>
            </a:r>
            <a:r>
              <a:rPr lang="en-US" altLang="en-US" sz="2800" dirty="0" err="1"/>
              <a:t>công</a:t>
            </a:r>
            <a:r>
              <a:rPr lang="en-US" altLang="en-US" sz="2800" dirty="0"/>
              <a:t> </a:t>
            </a:r>
            <a:r>
              <a:rPr lang="en-US" altLang="en-US" sz="2800" dirty="0" err="1"/>
              <a:t>việc</a:t>
            </a:r>
            <a:r>
              <a:rPr lang="en-US" altLang="en-US" sz="2800" dirty="0"/>
              <a:t> </a:t>
            </a:r>
            <a:r>
              <a:rPr lang="en-US" altLang="en-US" sz="2800" dirty="0" err="1"/>
              <a:t>của</a:t>
            </a:r>
            <a:r>
              <a:rPr lang="en-US" altLang="en-US" sz="2800" dirty="0"/>
              <a:t> </a:t>
            </a:r>
            <a:r>
              <a:rPr lang="en-US" altLang="en-US" sz="2800" dirty="0" err="1"/>
              <a:t>người</a:t>
            </a:r>
            <a:r>
              <a:rPr lang="en-US" altLang="en-US" sz="2800" dirty="0"/>
              <a:t> </a:t>
            </a:r>
            <a:r>
              <a:rPr lang="en-US" altLang="en-US" sz="2800" dirty="0" err="1"/>
              <a:t>khác</a:t>
            </a:r>
            <a:r>
              <a:rPr lang="en-US" altLang="en-US" sz="2800" dirty="0"/>
              <a:t> </a:t>
            </a:r>
            <a:r>
              <a:rPr lang="en-US" altLang="en-US" sz="2800" dirty="0" err="1"/>
              <a:t>và</a:t>
            </a:r>
            <a:r>
              <a:rPr lang="en-US" altLang="en-US" sz="2800" dirty="0"/>
              <a:t> </a:t>
            </a:r>
            <a:r>
              <a:rPr lang="en-US" altLang="en-US" sz="2800" dirty="0" err="1"/>
              <a:t>chịu</a:t>
            </a:r>
            <a:r>
              <a:rPr lang="en-US" altLang="en-US" sz="2800" dirty="0"/>
              <a:t> </a:t>
            </a:r>
            <a:r>
              <a:rPr lang="en-US" altLang="en-US" sz="2800" dirty="0" err="1"/>
              <a:t>trách</a:t>
            </a:r>
            <a:r>
              <a:rPr lang="en-US" altLang="en-US" sz="2800" dirty="0"/>
              <a:t> </a:t>
            </a:r>
            <a:r>
              <a:rPr lang="en-US" altLang="en-US" sz="2800" dirty="0" err="1"/>
              <a:t>nhiệm</a:t>
            </a:r>
            <a:r>
              <a:rPr lang="en-US" altLang="en-US" sz="2800" dirty="0"/>
              <a:t> </a:t>
            </a:r>
            <a:r>
              <a:rPr lang="en-US" altLang="en-US" sz="2800" dirty="0" err="1"/>
              <a:t>về</a:t>
            </a:r>
            <a:r>
              <a:rPr lang="en-US" altLang="en-US" sz="2800" dirty="0"/>
              <a:t> </a:t>
            </a:r>
            <a:r>
              <a:rPr lang="en-US" altLang="en-US" sz="2800" dirty="0" err="1"/>
              <a:t>họ</a:t>
            </a:r>
            <a:r>
              <a:rPr lang="en-US" altLang="en-US" sz="2800" dirty="0"/>
              <a:t> </a:t>
            </a:r>
            <a:r>
              <a:rPr lang="en-US" altLang="en-US" sz="2800" dirty="0" err="1"/>
              <a:t>trong</a:t>
            </a:r>
            <a:r>
              <a:rPr lang="en-US" altLang="en-US" sz="2800" dirty="0"/>
              <a:t> </a:t>
            </a:r>
            <a:r>
              <a:rPr lang="en-US" altLang="en-US" sz="2800" dirty="0" err="1"/>
              <a:t>tổ</a:t>
            </a:r>
            <a:r>
              <a:rPr lang="en-US" altLang="en-US" sz="2800" dirty="0"/>
              <a:t> </a:t>
            </a:r>
            <a:r>
              <a:rPr lang="en-US" altLang="en-US" sz="2800" dirty="0" err="1"/>
              <a:t>chức</a:t>
            </a:r>
            <a:endParaRPr lang="en-US" altLang="en-US" sz="2800" dirty="0"/>
          </a:p>
        </p:txBody>
      </p:sp>
      <p:pic>
        <p:nvPicPr>
          <p:cNvPr id="4101" name="Picture 5" descr="Làm thế nào để trở thành một nhà quản lý chiến lược? - Tạp chí Tài chính">
            <a:extLst>
              <a:ext uri="{FF2B5EF4-FFF2-40B4-BE49-F238E27FC236}">
                <a16:creationId xmlns:a16="http://schemas.microsoft.com/office/drawing/2014/main" id="{23EFA1B1-F3F5-6ACE-FB5F-5DEF111A9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65" y="2286000"/>
            <a:ext cx="4631990" cy="3276600"/>
          </a:xfrm>
          <a:prstGeom prst="roundRect">
            <a:avLst>
              <a:gd name="adj" fmla="val 8594"/>
            </a:avLst>
          </a:prstGeom>
          <a:solidFill>
            <a:srgbClr val="FFFFFF">
              <a:shade val="85000"/>
            </a:srgbClr>
          </a:solidFill>
          <a:ln>
            <a:noFill/>
          </a:ln>
          <a:effectLst>
            <a:glow rad="228600">
              <a:schemeClr val="accent2">
                <a:satMod val="175000"/>
                <a:alpha val="40000"/>
              </a:schemeClr>
            </a:glow>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25FBE36F-2CEC-2017-A245-054C7685EC55}"/>
              </a:ext>
            </a:extLst>
          </p:cNvPr>
          <p:cNvSpPr>
            <a:spLocks noGrp="1"/>
          </p:cNvSpPr>
          <p:nvPr>
            <p:ph type="title"/>
          </p:nvPr>
        </p:nvSpPr>
        <p:spPr>
          <a:xfrm>
            <a:off x="762000" y="228600"/>
            <a:ext cx="9347200" cy="715962"/>
          </a:xfrm>
        </p:spPr>
        <p:txBody>
          <a:bodyPr/>
          <a:lstStyle/>
          <a:p>
            <a:r>
              <a:rPr lang="en-US" altLang="en-US" sz="2800" dirty="0">
                <a:solidFill>
                  <a:schemeClr val="accent2">
                    <a:lumMod val="75000"/>
                  </a:schemeClr>
                </a:solidFill>
                <a:latin typeface="Bahnschrift SemiCondensed" panose="020B0502040204020203" pitchFamily="34" charset="0"/>
              </a:rPr>
              <a:t>7 NGUYÊN TẮC KINH DOANH BẤT BIẾN</a:t>
            </a:r>
          </a:p>
        </p:txBody>
      </p:sp>
      <p:graphicFrame>
        <p:nvGraphicFramePr>
          <p:cNvPr id="6" name="Content Placeholder 5">
            <a:extLst>
              <a:ext uri="{FF2B5EF4-FFF2-40B4-BE49-F238E27FC236}">
                <a16:creationId xmlns:a16="http://schemas.microsoft.com/office/drawing/2014/main" id="{C0A8C18D-88F5-7BCA-6326-987BFDA49C53}"/>
              </a:ext>
            </a:extLst>
          </p:cNvPr>
          <p:cNvGraphicFramePr>
            <a:graphicFrameLocks noGrp="1"/>
          </p:cNvGraphicFramePr>
          <p:nvPr>
            <p:ph idx="1"/>
            <p:extLst>
              <p:ext uri="{D42A27DB-BD31-4B8C-83A1-F6EECF244321}">
                <p14:modId xmlns:p14="http://schemas.microsoft.com/office/powerpoint/2010/main" val="1189598125"/>
              </p:ext>
            </p:extLst>
          </p:nvPr>
        </p:nvGraphicFramePr>
        <p:xfrm>
          <a:off x="2590800" y="944562"/>
          <a:ext cx="6705600"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1">
            <a:extLst>
              <a:ext uri="{FF2B5EF4-FFF2-40B4-BE49-F238E27FC236}">
                <a16:creationId xmlns:a16="http://schemas.microsoft.com/office/drawing/2014/main" id="{7482EFCC-EED5-7F60-93FE-00A0F21AC983}"/>
              </a:ext>
            </a:extLst>
          </p:cNvPr>
          <p:cNvPicPr>
            <a:picLocks noChangeAspect="1"/>
          </p:cNvPicPr>
          <p:nvPr/>
        </p:nvPicPr>
        <p:blipFill>
          <a:blip r:embed="rId7"/>
          <a:stretch>
            <a:fillRect/>
          </a:stretch>
        </p:blipFill>
        <p:spPr>
          <a:xfrm>
            <a:off x="4419600" y="2667000"/>
            <a:ext cx="2926080" cy="1828800"/>
          </a:xfrm>
          <a:prstGeom prst="hexagon">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4FAD0-8FB2-4A26-B470-0D69E324E606}"/>
              </a:ext>
            </a:extLst>
          </p:cNvPr>
          <p:cNvSpPr>
            <a:spLocks noGrp="1"/>
          </p:cNvSpPr>
          <p:nvPr>
            <p:ph type="title"/>
          </p:nvPr>
        </p:nvSpPr>
        <p:spPr>
          <a:xfrm>
            <a:off x="990600" y="366858"/>
            <a:ext cx="9347200" cy="715962"/>
          </a:xfrm>
        </p:spPr>
        <p:txBody>
          <a:bodyPr/>
          <a:lstStyle/>
          <a:p>
            <a:r>
              <a:rPr lang="en-US" dirty="0">
                <a:solidFill>
                  <a:schemeClr val="accent2">
                    <a:lumMod val="75000"/>
                  </a:schemeClr>
                </a:solidFill>
                <a:latin typeface="Bahnschrift SemiCondensed" panose="020B0502040204020203" pitchFamily="34" charset="0"/>
              </a:rPr>
              <a:t>1. UY TÍN &amp; CHẤT LƯỢNG</a:t>
            </a:r>
          </a:p>
        </p:txBody>
      </p:sp>
      <p:sp>
        <p:nvSpPr>
          <p:cNvPr id="3" name="Content Placeholder 2">
            <a:extLst>
              <a:ext uri="{FF2B5EF4-FFF2-40B4-BE49-F238E27FC236}">
                <a16:creationId xmlns:a16="http://schemas.microsoft.com/office/drawing/2014/main" id="{14A3D73D-ED20-B2C4-9271-E8DF9D37AB21}"/>
              </a:ext>
            </a:extLst>
          </p:cNvPr>
          <p:cNvSpPr>
            <a:spLocks noGrp="1"/>
          </p:cNvSpPr>
          <p:nvPr>
            <p:ph idx="1"/>
          </p:nvPr>
        </p:nvSpPr>
        <p:spPr>
          <a:xfrm>
            <a:off x="1011382" y="1676400"/>
            <a:ext cx="7086600" cy="4572000"/>
          </a:xfrm>
        </p:spPr>
        <p:txBody>
          <a:bodyPr/>
          <a:lstStyle/>
          <a:p>
            <a:pPr algn="just"/>
            <a:r>
              <a:rPr lang="vi-VN" sz="2000" dirty="0"/>
              <a:t>Luôn đặt uy tín và chất lượng sản phẩm, dịch vụ lên hàng đầu để tạo lòng tin với khách hàng.</a:t>
            </a:r>
            <a:endParaRPr lang="en-US" sz="2000" dirty="0"/>
          </a:p>
          <a:p>
            <a:pPr algn="just"/>
            <a:r>
              <a:rPr lang="en-US" sz="2000" dirty="0" err="1"/>
              <a:t>Trong</a:t>
            </a:r>
            <a:r>
              <a:rPr lang="en-US" sz="2000" dirty="0"/>
              <a:t> </a:t>
            </a:r>
            <a:r>
              <a:rPr lang="en-US" sz="2000" dirty="0" err="1"/>
              <a:t>kinh</a:t>
            </a:r>
            <a:r>
              <a:rPr lang="en-US" sz="2000" dirty="0"/>
              <a:t> </a:t>
            </a:r>
            <a:r>
              <a:rPr lang="en-US" sz="2000" dirty="0" err="1"/>
              <a:t>doanh</a:t>
            </a:r>
            <a:r>
              <a:rPr lang="en-US" sz="2000" dirty="0"/>
              <a:t> </a:t>
            </a:r>
            <a:r>
              <a:rPr lang="en-US" sz="2000" dirty="0" err="1"/>
              <a:t>sự</a:t>
            </a:r>
            <a:r>
              <a:rPr lang="en-US" sz="2000" dirty="0"/>
              <a:t> </a:t>
            </a:r>
            <a:r>
              <a:rPr lang="en-US" sz="2000" dirty="0" err="1"/>
              <a:t>trung</a:t>
            </a:r>
            <a:r>
              <a:rPr lang="en-US" sz="2000" dirty="0"/>
              <a:t> </a:t>
            </a:r>
            <a:r>
              <a:rPr lang="en-US" sz="2000" dirty="0" err="1"/>
              <a:t>thành</a:t>
            </a:r>
            <a:r>
              <a:rPr lang="en-US" sz="2000" dirty="0"/>
              <a:t> </a:t>
            </a:r>
            <a:r>
              <a:rPr lang="en-US" sz="2000" dirty="0" err="1"/>
              <a:t>của</a:t>
            </a:r>
            <a:r>
              <a:rPr lang="en-US" sz="2000" dirty="0"/>
              <a:t> </a:t>
            </a:r>
            <a:r>
              <a:rPr lang="en-US" sz="2000" dirty="0" err="1"/>
              <a:t>khách</a:t>
            </a:r>
            <a:r>
              <a:rPr lang="en-US" sz="2000" dirty="0"/>
              <a:t> </a:t>
            </a:r>
            <a:r>
              <a:rPr lang="en-US" sz="2000" dirty="0" err="1"/>
              <a:t>mới</a:t>
            </a:r>
            <a:r>
              <a:rPr lang="en-US" sz="2000" dirty="0"/>
              <a:t> </a:t>
            </a:r>
            <a:r>
              <a:rPr lang="en-US" sz="2000" dirty="0" err="1"/>
              <a:t>là</a:t>
            </a:r>
            <a:r>
              <a:rPr lang="en-US" sz="2000" dirty="0"/>
              <a:t> </a:t>
            </a:r>
            <a:r>
              <a:rPr lang="en-US" sz="2000" dirty="0" err="1"/>
              <a:t>yếu</a:t>
            </a:r>
            <a:r>
              <a:rPr lang="en-US" sz="2000" dirty="0"/>
              <a:t> </a:t>
            </a:r>
            <a:r>
              <a:rPr lang="en-US" sz="2000" dirty="0" err="1"/>
              <a:t>tố</a:t>
            </a:r>
            <a:r>
              <a:rPr lang="en-US" sz="2000" dirty="0"/>
              <a:t> </a:t>
            </a:r>
            <a:r>
              <a:rPr lang="en-US" sz="2000" dirty="0" err="1"/>
              <a:t>quyết</a:t>
            </a:r>
            <a:r>
              <a:rPr lang="en-US" sz="2000" dirty="0"/>
              <a:t> </a:t>
            </a:r>
            <a:r>
              <a:rPr lang="en-US" sz="2000" dirty="0" err="1"/>
              <a:t>định</a:t>
            </a:r>
            <a:r>
              <a:rPr lang="en-US" sz="2000" dirty="0"/>
              <a:t> </a:t>
            </a:r>
            <a:r>
              <a:rPr lang="en-US" sz="2000" dirty="0" err="1"/>
              <a:t>sự</a:t>
            </a:r>
            <a:r>
              <a:rPr lang="en-US" sz="2000" dirty="0"/>
              <a:t> </a:t>
            </a:r>
            <a:r>
              <a:rPr lang="en-US" sz="2000" dirty="0" err="1"/>
              <a:t>phát</a:t>
            </a:r>
            <a:r>
              <a:rPr lang="en-US" sz="2000" dirty="0"/>
              <a:t> </a:t>
            </a:r>
            <a:r>
              <a:rPr lang="en-US" sz="2000" dirty="0" err="1"/>
              <a:t>triển</a:t>
            </a:r>
            <a:r>
              <a:rPr lang="en-US" sz="2000" dirty="0"/>
              <a:t> </a:t>
            </a:r>
            <a:r>
              <a:rPr lang="en-US" sz="2000" dirty="0" err="1"/>
              <a:t>doanh</a:t>
            </a:r>
            <a:r>
              <a:rPr lang="en-US" sz="2000" dirty="0"/>
              <a:t> </a:t>
            </a:r>
            <a:r>
              <a:rPr lang="en-US" sz="2000" dirty="0" err="1"/>
              <a:t>nghiệp</a:t>
            </a:r>
            <a:r>
              <a:rPr lang="en-US" sz="2000" dirty="0"/>
              <a:t>.</a:t>
            </a:r>
          </a:p>
          <a:p>
            <a:pPr algn="just"/>
            <a:r>
              <a:rPr lang="en-US" sz="2000" dirty="0" err="1"/>
              <a:t>Doanh</a:t>
            </a:r>
            <a:r>
              <a:rPr lang="en-US" sz="2000" dirty="0"/>
              <a:t> </a:t>
            </a:r>
            <a:r>
              <a:rPr lang="en-US" sz="2000" dirty="0" err="1"/>
              <a:t>nghiệp</a:t>
            </a:r>
            <a:r>
              <a:rPr lang="en-US" sz="2000" dirty="0"/>
              <a:t> </a:t>
            </a:r>
            <a:r>
              <a:rPr lang="en-US" sz="2000" dirty="0" err="1"/>
              <a:t>chỉ</a:t>
            </a:r>
            <a:r>
              <a:rPr lang="en-US" sz="2000" dirty="0"/>
              <a:t> </a:t>
            </a:r>
            <a:r>
              <a:rPr lang="en-US" sz="2000" dirty="0" err="1"/>
              <a:t>tồn</a:t>
            </a:r>
            <a:r>
              <a:rPr lang="en-US" sz="2000" dirty="0"/>
              <a:t> </a:t>
            </a:r>
            <a:r>
              <a:rPr lang="en-US" sz="2000" dirty="0" err="1"/>
              <a:t>tại</a:t>
            </a:r>
            <a:r>
              <a:rPr lang="en-US" sz="2000" dirty="0"/>
              <a:t> </a:t>
            </a:r>
            <a:r>
              <a:rPr lang="en-US" sz="2000" dirty="0" err="1"/>
              <a:t>được</a:t>
            </a:r>
            <a:r>
              <a:rPr lang="en-US" sz="2000" dirty="0"/>
              <a:t> </a:t>
            </a:r>
            <a:r>
              <a:rPr lang="en-US" sz="2000" dirty="0" err="1"/>
              <a:t>khi</a:t>
            </a:r>
            <a:r>
              <a:rPr lang="en-US" sz="2000" dirty="0"/>
              <a:t> </a:t>
            </a:r>
            <a:r>
              <a:rPr lang="en-US" sz="2000" dirty="0" err="1"/>
              <a:t>được</a:t>
            </a:r>
            <a:r>
              <a:rPr lang="en-US" sz="2000" dirty="0"/>
              <a:t> </a:t>
            </a:r>
            <a:r>
              <a:rPr lang="en-US" sz="2000" dirty="0" err="1"/>
              <a:t>khách</a:t>
            </a:r>
            <a:r>
              <a:rPr lang="en-US" sz="2000" dirty="0"/>
              <a:t> </a:t>
            </a:r>
            <a:r>
              <a:rPr lang="en-US" sz="2000" dirty="0" err="1"/>
              <a:t>hàng</a:t>
            </a:r>
            <a:r>
              <a:rPr lang="en-US" sz="2000" dirty="0"/>
              <a:t> </a:t>
            </a:r>
            <a:r>
              <a:rPr lang="en-US" sz="2000" dirty="0" err="1"/>
              <a:t>đánh</a:t>
            </a:r>
            <a:r>
              <a:rPr lang="en-US" sz="2000" dirty="0"/>
              <a:t> </a:t>
            </a:r>
            <a:r>
              <a:rPr lang="en-US" sz="2000" dirty="0" err="1"/>
              <a:t>giá</a:t>
            </a:r>
            <a:r>
              <a:rPr lang="en-US" sz="2000" dirty="0"/>
              <a:t> </a:t>
            </a:r>
            <a:r>
              <a:rPr lang="en-US" sz="2000" dirty="0" err="1"/>
              <a:t>có</a:t>
            </a:r>
            <a:r>
              <a:rPr lang="en-US" sz="2000" dirty="0"/>
              <a:t> </a:t>
            </a:r>
            <a:r>
              <a:rPr lang="en-US" sz="2000" dirty="0" err="1"/>
              <a:t>uy</a:t>
            </a:r>
            <a:r>
              <a:rPr lang="en-US" sz="2000" dirty="0"/>
              <a:t> </a:t>
            </a:r>
            <a:r>
              <a:rPr lang="en-US" sz="2000" dirty="0" err="1"/>
              <a:t>tín</a:t>
            </a:r>
            <a:r>
              <a:rPr lang="en-US" sz="2000" dirty="0"/>
              <a:t> &amp; </a:t>
            </a:r>
            <a:r>
              <a:rPr lang="en-US" sz="2000" dirty="0" err="1"/>
              <a:t>chất</a:t>
            </a:r>
            <a:r>
              <a:rPr lang="en-US" sz="2000" dirty="0"/>
              <a:t> </a:t>
            </a:r>
            <a:r>
              <a:rPr lang="en-US" sz="2000" dirty="0" err="1"/>
              <a:t>lượng</a:t>
            </a:r>
            <a:r>
              <a:rPr lang="en-US" sz="2000" dirty="0"/>
              <a:t> </a:t>
            </a:r>
            <a:r>
              <a:rPr lang="en-US" sz="2000" dirty="0" err="1"/>
              <a:t>chứ</a:t>
            </a:r>
            <a:r>
              <a:rPr lang="en-US" sz="2000" dirty="0"/>
              <a:t> </a:t>
            </a:r>
            <a:r>
              <a:rPr lang="en-US" sz="2000" dirty="0" err="1"/>
              <a:t>không</a:t>
            </a:r>
            <a:r>
              <a:rPr lang="en-US" sz="2000" dirty="0"/>
              <a:t> </a:t>
            </a:r>
            <a:r>
              <a:rPr lang="en-US" sz="2000" dirty="0" err="1"/>
              <a:t>phải</a:t>
            </a:r>
            <a:r>
              <a:rPr lang="en-US" sz="2000" dirty="0"/>
              <a:t> </a:t>
            </a:r>
            <a:r>
              <a:rPr lang="en-US" sz="2000" dirty="0" err="1"/>
              <a:t>là</a:t>
            </a:r>
            <a:r>
              <a:rPr lang="en-US" sz="2000" dirty="0"/>
              <a:t> </a:t>
            </a:r>
            <a:r>
              <a:rPr lang="en-US" sz="2000" dirty="0" err="1"/>
              <a:t>doanh</a:t>
            </a:r>
            <a:r>
              <a:rPr lang="en-US" sz="2000" dirty="0"/>
              <a:t> </a:t>
            </a:r>
            <a:r>
              <a:rPr lang="en-US" sz="2000" dirty="0" err="1"/>
              <a:t>nghiệp</a:t>
            </a:r>
            <a:r>
              <a:rPr lang="en-US" sz="2000" dirty="0"/>
              <a:t> </a:t>
            </a:r>
            <a:r>
              <a:rPr lang="en-US" sz="2000" dirty="0" err="1"/>
              <a:t>tự</a:t>
            </a:r>
            <a:r>
              <a:rPr lang="en-US" sz="2000" dirty="0"/>
              <a:t> </a:t>
            </a:r>
            <a:r>
              <a:rPr lang="en-US" sz="2000" dirty="0" err="1"/>
              <a:t>rêu</a:t>
            </a:r>
            <a:r>
              <a:rPr lang="en-US" sz="2000" dirty="0"/>
              <a:t> </a:t>
            </a:r>
            <a:r>
              <a:rPr lang="en-US" sz="2000" dirty="0" err="1"/>
              <a:t>rao</a:t>
            </a:r>
            <a:r>
              <a:rPr lang="en-US" sz="2000" dirty="0"/>
              <a:t>.</a:t>
            </a:r>
          </a:p>
          <a:p>
            <a:pPr algn="just"/>
            <a:r>
              <a:rPr lang="en-US" sz="2000" dirty="0" err="1"/>
              <a:t>Quá</a:t>
            </a:r>
            <a:r>
              <a:rPr lang="en-US" sz="2000" dirty="0"/>
              <a:t> </a:t>
            </a:r>
            <a:r>
              <a:rPr lang="en-US" sz="2000" dirty="0" err="1"/>
              <a:t>trình</a:t>
            </a:r>
            <a:r>
              <a:rPr lang="en-US" sz="2000" dirty="0"/>
              <a:t> </a:t>
            </a:r>
            <a:r>
              <a:rPr lang="en-US" sz="2000" dirty="0" err="1"/>
              <a:t>xây</a:t>
            </a:r>
            <a:r>
              <a:rPr lang="en-US" sz="2000" dirty="0"/>
              <a:t> </a:t>
            </a:r>
            <a:r>
              <a:rPr lang="en-US" sz="2000" dirty="0" err="1"/>
              <a:t>dựng</a:t>
            </a:r>
            <a:r>
              <a:rPr lang="en-US" sz="2000" dirty="0"/>
              <a:t> </a:t>
            </a:r>
            <a:r>
              <a:rPr lang="en-US" sz="2000" dirty="0" err="1"/>
              <a:t>uy</a:t>
            </a:r>
            <a:r>
              <a:rPr lang="en-US" sz="2000" dirty="0"/>
              <a:t> </a:t>
            </a:r>
            <a:r>
              <a:rPr lang="en-US" sz="2000" dirty="0" err="1"/>
              <a:t>tín</a:t>
            </a:r>
            <a:r>
              <a:rPr lang="en-US" sz="2000" dirty="0"/>
              <a:t> &amp; </a:t>
            </a:r>
            <a:r>
              <a:rPr lang="en-US" sz="2000" dirty="0" err="1"/>
              <a:t>chất</a:t>
            </a:r>
            <a:r>
              <a:rPr lang="en-US" sz="2000" dirty="0"/>
              <a:t> </a:t>
            </a:r>
            <a:r>
              <a:rPr lang="en-US" sz="2000" dirty="0" err="1"/>
              <a:t>lượng</a:t>
            </a:r>
            <a:r>
              <a:rPr lang="en-US" sz="2000" dirty="0"/>
              <a:t> </a:t>
            </a:r>
            <a:r>
              <a:rPr lang="en-US" sz="2000" dirty="0" err="1"/>
              <a:t>chính</a:t>
            </a:r>
            <a:r>
              <a:rPr lang="en-US" sz="2000" dirty="0"/>
              <a:t> </a:t>
            </a:r>
            <a:r>
              <a:rPr lang="en-US" sz="2000" dirty="0" err="1"/>
              <a:t>là</a:t>
            </a:r>
            <a:r>
              <a:rPr lang="en-US" sz="2000" dirty="0"/>
              <a:t> </a:t>
            </a:r>
            <a:r>
              <a:rPr lang="en-US" sz="2000" dirty="0" err="1"/>
              <a:t>xây</a:t>
            </a:r>
            <a:r>
              <a:rPr lang="en-US" sz="2000" dirty="0"/>
              <a:t> </a:t>
            </a:r>
            <a:r>
              <a:rPr lang="en-US" sz="2000" dirty="0" err="1"/>
              <a:t>dựng</a:t>
            </a:r>
            <a:r>
              <a:rPr lang="en-US" sz="2000" dirty="0"/>
              <a:t> </a:t>
            </a:r>
            <a:r>
              <a:rPr lang="en-US" sz="2000" dirty="0" err="1"/>
              <a:t>niềm</a:t>
            </a:r>
            <a:r>
              <a:rPr lang="en-US" sz="2000" dirty="0"/>
              <a:t> tin </a:t>
            </a:r>
            <a:r>
              <a:rPr lang="en-US" sz="2000" dirty="0" err="1"/>
              <a:t>khách</a:t>
            </a:r>
            <a:r>
              <a:rPr lang="en-US" sz="2000" dirty="0"/>
              <a:t> </a:t>
            </a:r>
            <a:r>
              <a:rPr lang="en-US" sz="2000" dirty="0" err="1"/>
              <a:t>hàng</a:t>
            </a:r>
            <a:r>
              <a:rPr lang="en-US" sz="2000" dirty="0"/>
              <a:t>.</a:t>
            </a:r>
          </a:p>
          <a:p>
            <a:pPr marL="0" indent="0" algn="just">
              <a:buNone/>
            </a:pPr>
            <a:endParaRPr lang="en-US" sz="2000" dirty="0"/>
          </a:p>
        </p:txBody>
      </p:sp>
      <p:pic>
        <p:nvPicPr>
          <p:cNvPr id="43010" name="Picture 2" descr="Xây dựng lòng tin ở sếp - MISA SME">
            <a:extLst>
              <a:ext uri="{FF2B5EF4-FFF2-40B4-BE49-F238E27FC236}">
                <a16:creationId xmlns:a16="http://schemas.microsoft.com/office/drawing/2014/main" id="{01B9D244-C803-B859-F896-ED48D92D83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1600" y="2476500"/>
            <a:ext cx="1905000" cy="1905000"/>
          </a:xfrm>
          <a:prstGeom prst="rect">
            <a:avLst/>
          </a:prstGeom>
          <a:noFill/>
          <a:effectLst>
            <a:glow rad="228600">
              <a:schemeClr val="accent4">
                <a:satMod val="175000"/>
                <a:alpha val="40000"/>
              </a:schemeClr>
            </a:glo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6ACB203-9DA3-5843-7917-B9B72F3668E5}"/>
              </a:ext>
            </a:extLst>
          </p:cNvPr>
          <p:cNvSpPr/>
          <p:nvPr/>
        </p:nvSpPr>
        <p:spPr>
          <a:xfrm>
            <a:off x="3325091" y="5029200"/>
            <a:ext cx="7010400" cy="1323439"/>
          </a:xfrm>
          <a:prstGeom prst="rect">
            <a:avLst/>
          </a:prstGeom>
          <a:noFill/>
        </p:spPr>
        <p:txBody>
          <a:bodyPr wrap="square" lIns="91440" tIns="45720" rIns="91440" bIns="45720">
            <a:spAutoFit/>
          </a:bodyPr>
          <a:lstStyle/>
          <a:p>
            <a:pPr algn="ct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a:t>
            </a:r>
            <a:r>
              <a:rPr lang="en-US" sz="40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Niềm</a:t>
            </a: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tin </a:t>
            </a:r>
            <a:r>
              <a:rPr lang="en-US" sz="40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cao</a:t>
            </a: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0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thì</a:t>
            </a: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chi </a:t>
            </a:r>
            <a:r>
              <a:rPr lang="en-US" sz="40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phí</a:t>
            </a: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0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thấp</a:t>
            </a: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000" b="1"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niềm</a:t>
            </a:r>
            <a:r>
              <a:rPr lang="en-US" sz="4000" b="1"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tin </a:t>
            </a:r>
            <a:r>
              <a:rPr lang="en-US" sz="4000" b="1"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thấp</a:t>
            </a:r>
            <a:r>
              <a:rPr lang="en-US" sz="4000" b="1"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000" b="1"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thì</a:t>
            </a:r>
            <a:r>
              <a:rPr lang="en-US" sz="4000" b="1"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chi </a:t>
            </a:r>
            <a:r>
              <a:rPr lang="en-US" sz="4000" b="1"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phí</a:t>
            </a:r>
            <a:r>
              <a:rPr lang="en-US" sz="4000" b="1"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000" b="1"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cao</a:t>
            </a:r>
            <a:r>
              <a:rPr lang="en-US" sz="40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a:t>
            </a:r>
          </a:p>
        </p:txBody>
      </p:sp>
    </p:spTree>
    <p:extLst>
      <p:ext uri="{BB962C8B-B14F-4D97-AF65-F5344CB8AC3E}">
        <p14:creationId xmlns:p14="http://schemas.microsoft.com/office/powerpoint/2010/main" val="131589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BBD36468-A6BD-C38C-4267-F1EA0BDD627B}"/>
              </a:ext>
            </a:extLst>
          </p:cNvPr>
          <p:cNvSpPr>
            <a:spLocks noGrp="1"/>
          </p:cNvSpPr>
          <p:nvPr>
            <p:ph type="title"/>
          </p:nvPr>
        </p:nvSpPr>
        <p:spPr>
          <a:xfrm>
            <a:off x="990600" y="422050"/>
            <a:ext cx="9347200" cy="715962"/>
          </a:xfrm>
        </p:spPr>
        <p:txBody>
          <a:bodyPr/>
          <a:lstStyle/>
          <a:p>
            <a:r>
              <a:rPr lang="en-US" altLang="en-US" dirty="0">
                <a:solidFill>
                  <a:schemeClr val="accent2">
                    <a:lumMod val="75000"/>
                  </a:schemeClr>
                </a:solidFill>
                <a:latin typeface="Bahnschrift SemiCondensed" panose="020B0502040204020203" pitchFamily="34" charset="0"/>
              </a:rPr>
              <a:t>2. KHÁCH HÀNG LÀ TRỌNG TÂM</a:t>
            </a:r>
          </a:p>
        </p:txBody>
      </p:sp>
      <p:sp>
        <p:nvSpPr>
          <p:cNvPr id="3" name="Content Placeholder 2">
            <a:extLst>
              <a:ext uri="{FF2B5EF4-FFF2-40B4-BE49-F238E27FC236}">
                <a16:creationId xmlns:a16="http://schemas.microsoft.com/office/drawing/2014/main" id="{70DBB3DA-6151-3202-3A94-6F83EC1449C1}"/>
              </a:ext>
            </a:extLst>
          </p:cNvPr>
          <p:cNvSpPr>
            <a:spLocks noGrp="1"/>
          </p:cNvSpPr>
          <p:nvPr>
            <p:ph idx="1"/>
          </p:nvPr>
        </p:nvSpPr>
        <p:spPr>
          <a:xfrm>
            <a:off x="4724400" y="1447800"/>
            <a:ext cx="7086600" cy="3352800"/>
          </a:xfrm>
        </p:spPr>
        <p:txBody>
          <a:bodyPr/>
          <a:lstStyle/>
          <a:p>
            <a:r>
              <a:rPr lang="en-US" altLang="en-US" sz="1800" dirty="0" err="1"/>
              <a:t>Khách</a:t>
            </a:r>
            <a:r>
              <a:rPr lang="en-US" altLang="en-US" sz="1800" dirty="0"/>
              <a:t> </a:t>
            </a:r>
            <a:r>
              <a:rPr lang="en-US" altLang="en-US" sz="1800" dirty="0" err="1"/>
              <a:t>hàng</a:t>
            </a:r>
            <a:r>
              <a:rPr lang="en-US" altLang="en-US" sz="1800" dirty="0"/>
              <a:t> </a:t>
            </a:r>
            <a:r>
              <a:rPr lang="en-US" altLang="en-US" sz="1800" dirty="0" err="1"/>
              <a:t>là</a:t>
            </a:r>
            <a:r>
              <a:rPr lang="en-US" altLang="en-US" sz="1800" dirty="0"/>
              <a:t> </a:t>
            </a:r>
            <a:r>
              <a:rPr lang="en-US" altLang="en-US" sz="1800" dirty="0" err="1"/>
              <a:t>người</a:t>
            </a:r>
            <a:r>
              <a:rPr lang="en-US" altLang="en-US" sz="1800" dirty="0"/>
              <a:t> </a:t>
            </a:r>
            <a:r>
              <a:rPr lang="en-US" altLang="en-US" sz="1800" dirty="0" err="1"/>
              <a:t>trả</a:t>
            </a:r>
            <a:r>
              <a:rPr lang="en-US" altLang="en-US" sz="1800" dirty="0"/>
              <a:t> </a:t>
            </a:r>
            <a:r>
              <a:rPr lang="en-US" altLang="en-US" sz="1800" dirty="0" err="1"/>
              <a:t>tiền</a:t>
            </a:r>
            <a:r>
              <a:rPr lang="en-US" altLang="en-US" sz="1800" dirty="0"/>
              <a:t> </a:t>
            </a:r>
            <a:r>
              <a:rPr lang="en-US" altLang="en-US" sz="1800" dirty="0" err="1"/>
              <a:t>cho</a:t>
            </a:r>
            <a:r>
              <a:rPr lang="en-US" altLang="en-US" sz="1800" dirty="0"/>
              <a:t> </a:t>
            </a:r>
            <a:r>
              <a:rPr lang="en-US" altLang="en-US" sz="1800" dirty="0" err="1"/>
              <a:t>doanh</a:t>
            </a:r>
            <a:r>
              <a:rPr lang="en-US" altLang="en-US" sz="1800" dirty="0"/>
              <a:t> </a:t>
            </a:r>
            <a:r>
              <a:rPr lang="en-US" altLang="en-US" sz="1800" dirty="0" err="1"/>
              <a:t>nghiệp</a:t>
            </a:r>
            <a:r>
              <a:rPr lang="en-US" altLang="en-US" sz="1800" dirty="0"/>
              <a:t> </a:t>
            </a:r>
            <a:r>
              <a:rPr lang="en-US" altLang="en-US" sz="1800" dirty="0" err="1"/>
              <a:t>và</a:t>
            </a:r>
            <a:r>
              <a:rPr lang="en-US" altLang="en-US" sz="1800" dirty="0"/>
              <a:t> </a:t>
            </a:r>
            <a:r>
              <a:rPr lang="en-US" altLang="en-US" sz="1800" dirty="0" err="1"/>
              <a:t>là</a:t>
            </a:r>
            <a:r>
              <a:rPr lang="en-US" altLang="en-US" sz="1800" dirty="0"/>
              <a:t> </a:t>
            </a:r>
            <a:r>
              <a:rPr lang="en-US" altLang="en-US" sz="1800" dirty="0" err="1"/>
              <a:t>người</a:t>
            </a:r>
            <a:r>
              <a:rPr lang="en-US" altLang="en-US" sz="1800" dirty="0"/>
              <a:t> </a:t>
            </a:r>
            <a:r>
              <a:rPr lang="en-US" altLang="en-US" sz="1800" dirty="0" err="1"/>
              <a:t>trả</a:t>
            </a:r>
            <a:r>
              <a:rPr lang="en-US" altLang="en-US" sz="1800" dirty="0"/>
              <a:t> </a:t>
            </a:r>
            <a:r>
              <a:rPr lang="en-US" altLang="en-US" sz="1800" dirty="0" err="1"/>
              <a:t>thu</a:t>
            </a:r>
            <a:r>
              <a:rPr lang="en-US" altLang="en-US" sz="1800" dirty="0"/>
              <a:t> </a:t>
            </a:r>
            <a:r>
              <a:rPr lang="en-US" altLang="en-US" sz="1800" dirty="0" err="1"/>
              <a:t>nhập</a:t>
            </a:r>
            <a:r>
              <a:rPr lang="en-US" altLang="en-US" sz="1800" dirty="0"/>
              <a:t> </a:t>
            </a:r>
            <a:r>
              <a:rPr lang="en-US" altLang="en-US" sz="1800" dirty="0" err="1"/>
              <a:t>cho</a:t>
            </a:r>
            <a:r>
              <a:rPr lang="en-US" altLang="en-US" sz="1800" dirty="0"/>
              <a:t> </a:t>
            </a:r>
            <a:r>
              <a:rPr lang="en-US" altLang="en-US" sz="1800" dirty="0" err="1"/>
              <a:t>nhân</a:t>
            </a:r>
            <a:r>
              <a:rPr lang="en-US" altLang="en-US" sz="1800" dirty="0"/>
              <a:t> </a:t>
            </a:r>
            <a:r>
              <a:rPr lang="en-US" altLang="en-US" sz="1800" dirty="0" err="1"/>
              <a:t>viên</a:t>
            </a:r>
            <a:endParaRPr lang="en-US" altLang="en-US" sz="1800" dirty="0"/>
          </a:p>
          <a:p>
            <a:r>
              <a:rPr lang="en-US" altLang="en-US" sz="1800" dirty="0" err="1"/>
              <a:t>Có</a:t>
            </a:r>
            <a:r>
              <a:rPr lang="en-US" altLang="en-US" sz="1800" dirty="0"/>
              <a:t> </a:t>
            </a:r>
            <a:r>
              <a:rPr lang="en-US" altLang="en-US" sz="1800" dirty="0" err="1"/>
              <a:t>khách</a:t>
            </a:r>
            <a:r>
              <a:rPr lang="en-US" altLang="en-US" sz="1800" dirty="0"/>
              <a:t> </a:t>
            </a:r>
            <a:r>
              <a:rPr lang="en-US" altLang="en-US" sz="1800" dirty="0" err="1"/>
              <a:t>hàng</a:t>
            </a:r>
            <a:r>
              <a:rPr lang="en-US" altLang="en-US" sz="1800" dirty="0"/>
              <a:t> </a:t>
            </a:r>
            <a:r>
              <a:rPr lang="en-US" altLang="en-US" sz="1800" dirty="0" err="1"/>
              <a:t>bên</a:t>
            </a:r>
            <a:r>
              <a:rPr lang="en-US" altLang="en-US" sz="1800" dirty="0"/>
              <a:t> </a:t>
            </a:r>
            <a:r>
              <a:rPr lang="en-US" altLang="en-US" sz="1800" dirty="0" err="1"/>
              <a:t>trong</a:t>
            </a:r>
            <a:r>
              <a:rPr lang="en-US" altLang="en-US" sz="1800" dirty="0"/>
              <a:t> </a:t>
            </a:r>
            <a:r>
              <a:rPr lang="en-US" altLang="en-US" sz="1800" dirty="0" err="1"/>
              <a:t>và</a:t>
            </a:r>
            <a:r>
              <a:rPr lang="en-US" altLang="en-US" sz="1800" dirty="0"/>
              <a:t> </a:t>
            </a:r>
            <a:r>
              <a:rPr lang="en-US" altLang="en-US" sz="1800" dirty="0" err="1"/>
              <a:t>khách</a:t>
            </a:r>
            <a:r>
              <a:rPr lang="en-US" altLang="en-US" sz="1800" dirty="0"/>
              <a:t> </a:t>
            </a:r>
            <a:r>
              <a:rPr lang="en-US" altLang="en-US" sz="1800" dirty="0" err="1"/>
              <a:t>hàng</a:t>
            </a:r>
            <a:r>
              <a:rPr lang="en-US" altLang="en-US" sz="1800" dirty="0"/>
              <a:t> </a:t>
            </a:r>
            <a:r>
              <a:rPr lang="en-US" altLang="en-US" sz="1800" dirty="0" err="1"/>
              <a:t>bên</a:t>
            </a:r>
            <a:r>
              <a:rPr lang="en-US" altLang="en-US" sz="1800" dirty="0"/>
              <a:t> </a:t>
            </a:r>
            <a:r>
              <a:rPr lang="en-US" altLang="en-US" sz="1800" dirty="0" err="1"/>
              <a:t>ngoài</a:t>
            </a:r>
            <a:r>
              <a:rPr lang="en-US" altLang="en-US" sz="1800" dirty="0"/>
              <a:t> </a:t>
            </a:r>
            <a:r>
              <a:rPr lang="en-US" altLang="en-US" sz="1800" dirty="0" err="1"/>
              <a:t>và</a:t>
            </a:r>
            <a:r>
              <a:rPr lang="en-US" altLang="en-US" sz="1800" dirty="0"/>
              <a:t> </a:t>
            </a:r>
            <a:r>
              <a:rPr lang="en-US" altLang="en-US" sz="1800" dirty="0" err="1"/>
              <a:t>mỗi</a:t>
            </a:r>
            <a:r>
              <a:rPr lang="en-US" altLang="en-US" sz="1800" dirty="0"/>
              <a:t> </a:t>
            </a:r>
            <a:r>
              <a:rPr lang="en-US" altLang="en-US" sz="1800" dirty="0" err="1"/>
              <a:t>dạng</a:t>
            </a:r>
            <a:r>
              <a:rPr lang="en-US" altLang="en-US" sz="1800" dirty="0"/>
              <a:t> </a:t>
            </a:r>
            <a:r>
              <a:rPr lang="en-US" altLang="en-US" sz="1800" dirty="0" err="1"/>
              <a:t>đều</a:t>
            </a:r>
            <a:r>
              <a:rPr lang="en-US" altLang="en-US" sz="1800" dirty="0"/>
              <a:t> </a:t>
            </a:r>
            <a:r>
              <a:rPr lang="en-US" altLang="en-US" sz="1800" dirty="0" err="1"/>
              <a:t>cần</a:t>
            </a:r>
            <a:r>
              <a:rPr lang="en-US" altLang="en-US" sz="1800" dirty="0"/>
              <a:t> </a:t>
            </a:r>
            <a:r>
              <a:rPr lang="en-US" altLang="en-US" sz="1800" dirty="0" err="1"/>
              <a:t>giá</a:t>
            </a:r>
            <a:r>
              <a:rPr lang="en-US" altLang="en-US" sz="1800" dirty="0"/>
              <a:t> </a:t>
            </a:r>
            <a:r>
              <a:rPr lang="en-US" altLang="en-US" sz="1800" dirty="0" err="1"/>
              <a:t>trị</a:t>
            </a:r>
            <a:r>
              <a:rPr lang="en-US" altLang="en-US" sz="1800" dirty="0"/>
              <a:t> </a:t>
            </a:r>
            <a:r>
              <a:rPr lang="en-US" altLang="en-US" sz="1800" dirty="0" err="1"/>
              <a:t>hoàn</a:t>
            </a:r>
            <a:r>
              <a:rPr lang="en-US" altLang="en-US" sz="1800" dirty="0"/>
              <a:t> </a:t>
            </a:r>
            <a:r>
              <a:rPr lang="en-US" altLang="en-US" sz="1800" dirty="0" err="1"/>
              <a:t>toàn</a:t>
            </a:r>
            <a:r>
              <a:rPr lang="en-US" altLang="en-US" sz="1800" dirty="0"/>
              <a:t> </a:t>
            </a:r>
            <a:r>
              <a:rPr lang="en-US" altLang="en-US" sz="1800" dirty="0" err="1"/>
              <a:t>khách</a:t>
            </a:r>
            <a:r>
              <a:rPr lang="en-US" altLang="en-US" sz="1800" dirty="0"/>
              <a:t> </a:t>
            </a:r>
            <a:r>
              <a:rPr lang="en-US" altLang="en-US" sz="1800" dirty="0" err="1"/>
              <a:t>nhau</a:t>
            </a:r>
            <a:r>
              <a:rPr lang="en-US" altLang="en-US" sz="1800" dirty="0"/>
              <a:t>, </a:t>
            </a:r>
            <a:r>
              <a:rPr lang="en-US" altLang="en-US" sz="1800" dirty="0" err="1"/>
              <a:t>vậy</a:t>
            </a:r>
            <a:r>
              <a:rPr lang="en-US" altLang="en-US" sz="1800" dirty="0"/>
              <a:t> </a:t>
            </a:r>
            <a:r>
              <a:rPr lang="en-US" altLang="en-US" sz="1800" dirty="0" err="1"/>
              <a:t>phải</a:t>
            </a:r>
            <a:r>
              <a:rPr lang="en-US" altLang="en-US" sz="1800" dirty="0"/>
              <a:t> </a:t>
            </a:r>
            <a:r>
              <a:rPr lang="en-US" altLang="en-US" sz="1800" dirty="0" err="1"/>
              <a:t>hầu</a:t>
            </a:r>
            <a:r>
              <a:rPr lang="en-US" altLang="en-US" sz="1800" dirty="0"/>
              <a:t> </a:t>
            </a:r>
            <a:r>
              <a:rPr lang="en-US" altLang="en-US" sz="1800" dirty="0" err="1"/>
              <a:t>hạ</a:t>
            </a:r>
            <a:r>
              <a:rPr lang="en-US" altLang="en-US" sz="1800" dirty="0"/>
              <a:t> </a:t>
            </a:r>
            <a:r>
              <a:rPr lang="en-US" altLang="en-US" sz="1800" dirty="0" err="1"/>
              <a:t>từng</a:t>
            </a:r>
            <a:r>
              <a:rPr lang="en-US" altLang="en-US" sz="1800" dirty="0"/>
              <a:t> </a:t>
            </a:r>
            <a:r>
              <a:rPr lang="en-US" altLang="en-US" sz="1800" dirty="0" err="1"/>
              <a:t>giá</a:t>
            </a:r>
            <a:r>
              <a:rPr lang="en-US" altLang="en-US" sz="1800" dirty="0"/>
              <a:t> </a:t>
            </a:r>
            <a:r>
              <a:rPr lang="en-US" altLang="en-US" sz="1800" dirty="0" err="1"/>
              <a:t>trị</a:t>
            </a:r>
            <a:r>
              <a:rPr lang="en-US" altLang="en-US" sz="1800" dirty="0"/>
              <a:t> </a:t>
            </a:r>
            <a:r>
              <a:rPr lang="en-US" altLang="en-US" sz="1800" dirty="0" err="1"/>
              <a:t>cho</a:t>
            </a:r>
            <a:r>
              <a:rPr lang="en-US" altLang="en-US" sz="1800" dirty="0"/>
              <a:t> </a:t>
            </a:r>
            <a:r>
              <a:rPr lang="en-US" altLang="en-US" sz="1800" dirty="0" err="1"/>
              <a:t>khách</a:t>
            </a:r>
            <a:r>
              <a:rPr lang="en-US" altLang="en-US" sz="1800" dirty="0"/>
              <a:t> </a:t>
            </a:r>
            <a:r>
              <a:rPr lang="en-US" altLang="en-US" sz="1800" dirty="0" err="1"/>
              <a:t>riêng</a:t>
            </a:r>
            <a:r>
              <a:rPr lang="en-US" altLang="en-US" sz="1800" dirty="0"/>
              <a:t> </a:t>
            </a:r>
            <a:r>
              <a:rPr lang="en-US" altLang="en-US" sz="1800" dirty="0" err="1"/>
              <a:t>biệt</a:t>
            </a:r>
            <a:r>
              <a:rPr lang="en-US" altLang="en-US" sz="1800" dirty="0"/>
              <a:t>.</a:t>
            </a:r>
          </a:p>
          <a:p>
            <a:r>
              <a:rPr lang="en-US" altLang="en-US" sz="1800" dirty="0" err="1"/>
              <a:t>Tậ</a:t>
            </a:r>
            <a:r>
              <a:rPr lang="en-US" altLang="en-US" sz="1800" dirty="0"/>
              <a:t> </a:t>
            </a:r>
            <a:r>
              <a:rPr lang="en-US" altLang="en-US" sz="1800" dirty="0" err="1"/>
              <a:t>trung</a:t>
            </a:r>
            <a:r>
              <a:rPr lang="en-US" altLang="en-US" sz="1800" dirty="0"/>
              <a:t> </a:t>
            </a:r>
            <a:r>
              <a:rPr lang="en-US" altLang="en-US" sz="1800" dirty="0" err="1"/>
              <a:t>mang</a:t>
            </a:r>
            <a:r>
              <a:rPr lang="en-US" altLang="en-US" sz="1800" dirty="0"/>
              <a:t> </a:t>
            </a:r>
            <a:r>
              <a:rPr lang="en-US" altLang="en-US" sz="1800" dirty="0" err="1"/>
              <a:t>lại</a:t>
            </a:r>
            <a:r>
              <a:rPr lang="en-US" altLang="en-US" sz="1800" dirty="0"/>
              <a:t> </a:t>
            </a:r>
            <a:r>
              <a:rPr lang="en-US" altLang="en-US" sz="1800" dirty="0" err="1"/>
              <a:t>giá</a:t>
            </a:r>
            <a:r>
              <a:rPr lang="en-US" altLang="en-US" sz="1800" dirty="0"/>
              <a:t> </a:t>
            </a:r>
            <a:r>
              <a:rPr lang="en-US" altLang="en-US" sz="1800" dirty="0" err="1"/>
              <a:t>trị</a:t>
            </a:r>
            <a:r>
              <a:rPr lang="en-US" altLang="en-US" sz="1800" dirty="0"/>
              <a:t> </a:t>
            </a:r>
            <a:r>
              <a:rPr lang="en-US" altLang="en-US" sz="1800" dirty="0" err="1"/>
              <a:t>cho</a:t>
            </a:r>
            <a:r>
              <a:rPr lang="en-US" altLang="en-US" sz="1800" dirty="0"/>
              <a:t> </a:t>
            </a:r>
            <a:r>
              <a:rPr lang="en-US" altLang="en-US" sz="1800" dirty="0" err="1"/>
              <a:t>khách</a:t>
            </a:r>
            <a:r>
              <a:rPr lang="en-US" altLang="en-US" sz="1800" dirty="0"/>
              <a:t> </a:t>
            </a:r>
            <a:r>
              <a:rPr lang="en-US" altLang="en-US" sz="1800" dirty="0" err="1"/>
              <a:t>hàng</a:t>
            </a:r>
            <a:r>
              <a:rPr lang="en-US" altLang="en-US" sz="1800" dirty="0"/>
              <a:t> ở </a:t>
            </a:r>
            <a:r>
              <a:rPr lang="en-US" altLang="en-US" sz="1800" dirty="0" err="1"/>
              <a:t>dạng</a:t>
            </a:r>
            <a:r>
              <a:rPr lang="en-US" altLang="en-US" sz="1800" dirty="0"/>
              <a:t> </a:t>
            </a:r>
            <a:r>
              <a:rPr lang="en-US" altLang="en-US" sz="1800" dirty="0" err="1"/>
              <a:t>hữu</a:t>
            </a:r>
            <a:r>
              <a:rPr lang="en-US" altLang="en-US" sz="1800" dirty="0"/>
              <a:t> </a:t>
            </a:r>
            <a:r>
              <a:rPr lang="en-US" altLang="en-US" sz="1800" dirty="0" err="1"/>
              <a:t>hình</a:t>
            </a:r>
            <a:r>
              <a:rPr lang="en-US" altLang="en-US" sz="1800" dirty="0"/>
              <a:t>, </a:t>
            </a:r>
            <a:r>
              <a:rPr lang="en-US" altLang="en-US" sz="1800" dirty="0" err="1"/>
              <a:t>vô</a:t>
            </a:r>
            <a:r>
              <a:rPr lang="en-US" altLang="en-US" sz="1800" dirty="0"/>
              <a:t> </a:t>
            </a:r>
            <a:r>
              <a:rPr lang="en-US" altLang="en-US" sz="1800" dirty="0" err="1"/>
              <a:t>hình</a:t>
            </a:r>
            <a:r>
              <a:rPr lang="en-US" altLang="en-US" sz="1800" dirty="0"/>
              <a:t> </a:t>
            </a:r>
            <a:r>
              <a:rPr lang="en-US" altLang="en-US" sz="1800" dirty="0" err="1"/>
              <a:t>sẽ</a:t>
            </a:r>
            <a:r>
              <a:rPr lang="en-US" altLang="en-US" sz="1800" dirty="0"/>
              <a:t> </a:t>
            </a:r>
            <a:r>
              <a:rPr lang="en-US" altLang="en-US" sz="1800" dirty="0" err="1"/>
              <a:t>tạo</a:t>
            </a:r>
            <a:r>
              <a:rPr lang="en-US" altLang="en-US" sz="1800" dirty="0"/>
              <a:t> </a:t>
            </a:r>
            <a:r>
              <a:rPr lang="en-US" altLang="en-US" sz="1800" dirty="0" err="1"/>
              <a:t>dần</a:t>
            </a:r>
            <a:r>
              <a:rPr lang="en-US" altLang="en-US" sz="1800" dirty="0"/>
              <a:t> </a:t>
            </a:r>
            <a:r>
              <a:rPr lang="en-US" altLang="en-US" sz="1800" dirty="0" err="1"/>
              <a:t>niềm</a:t>
            </a:r>
            <a:r>
              <a:rPr lang="en-US" altLang="en-US" sz="1800" dirty="0"/>
              <a:t> tin </a:t>
            </a:r>
            <a:r>
              <a:rPr lang="en-US" altLang="en-US" sz="1800" dirty="0" err="1"/>
              <a:t>về</a:t>
            </a:r>
            <a:r>
              <a:rPr lang="en-US" altLang="en-US" sz="1800" dirty="0"/>
              <a:t> </a:t>
            </a:r>
            <a:r>
              <a:rPr lang="en-US" altLang="en-US" sz="1800" dirty="0" err="1"/>
              <a:t>doanh</a:t>
            </a:r>
            <a:r>
              <a:rPr lang="en-US" altLang="en-US" sz="1800" dirty="0"/>
              <a:t> </a:t>
            </a:r>
            <a:r>
              <a:rPr lang="en-US" altLang="en-US" sz="1800" dirty="0" err="1"/>
              <a:t>nghiệp</a:t>
            </a:r>
            <a:r>
              <a:rPr lang="en-US" altLang="en-US" sz="1800" dirty="0"/>
              <a:t>.</a:t>
            </a:r>
          </a:p>
          <a:p>
            <a:r>
              <a:rPr lang="en-US" altLang="en-US" sz="1800" dirty="0" err="1"/>
              <a:t>Là</a:t>
            </a:r>
            <a:r>
              <a:rPr lang="en-US" altLang="en-US" sz="1800" dirty="0"/>
              <a:t> </a:t>
            </a:r>
            <a:r>
              <a:rPr lang="en-US" altLang="en-US" sz="1800" dirty="0" err="1"/>
              <a:t>nhà</a:t>
            </a:r>
            <a:r>
              <a:rPr lang="en-US" altLang="en-US" sz="1800" dirty="0"/>
              <a:t> </a:t>
            </a:r>
            <a:r>
              <a:rPr lang="en-US" altLang="en-US" sz="1800" dirty="0" err="1"/>
              <a:t>quản</a:t>
            </a:r>
            <a:r>
              <a:rPr lang="en-US" altLang="en-US" sz="1800" dirty="0"/>
              <a:t> </a:t>
            </a:r>
            <a:r>
              <a:rPr lang="en-US" altLang="en-US" sz="1800" dirty="0" err="1"/>
              <a:t>trị</a:t>
            </a:r>
            <a:r>
              <a:rPr lang="en-US" altLang="en-US" sz="1800" dirty="0"/>
              <a:t> </a:t>
            </a:r>
            <a:r>
              <a:rPr lang="en-US" altLang="en-US" sz="1800" dirty="0" err="1"/>
              <a:t>các</a:t>
            </a:r>
            <a:r>
              <a:rPr lang="en-US" altLang="en-US" sz="1800" dirty="0"/>
              <a:t> </a:t>
            </a:r>
            <a:r>
              <a:rPr lang="en-US" altLang="en-US" sz="1800" dirty="0" err="1"/>
              <a:t>anh</a:t>
            </a:r>
            <a:r>
              <a:rPr lang="en-US" altLang="en-US" sz="1800" dirty="0"/>
              <a:t> </a:t>
            </a:r>
            <a:r>
              <a:rPr lang="en-US" altLang="en-US" sz="1800" dirty="0" err="1"/>
              <a:t>chị</a:t>
            </a:r>
            <a:r>
              <a:rPr lang="en-US" altLang="en-US" sz="1800" dirty="0"/>
              <a:t> </a:t>
            </a:r>
            <a:r>
              <a:rPr lang="en-US" altLang="en-US" sz="1800" dirty="0" err="1"/>
              <a:t>phải</a:t>
            </a:r>
            <a:r>
              <a:rPr lang="en-US" altLang="en-US" sz="1800" dirty="0"/>
              <a:t> </a:t>
            </a:r>
            <a:r>
              <a:rPr lang="en-US" altLang="en-US" sz="1800" dirty="0" err="1"/>
              <a:t>tạo</a:t>
            </a:r>
            <a:r>
              <a:rPr lang="en-US" altLang="en-US" sz="1800" dirty="0"/>
              <a:t> </a:t>
            </a:r>
            <a:r>
              <a:rPr lang="en-US" altLang="en-US" sz="1800" dirty="0" err="1"/>
              <a:t>ra</a:t>
            </a:r>
            <a:r>
              <a:rPr lang="en-US" altLang="en-US" sz="1800" dirty="0"/>
              <a:t> </a:t>
            </a:r>
            <a:r>
              <a:rPr lang="en-US" altLang="en-US" sz="1800" dirty="0" err="1"/>
              <a:t>giá</a:t>
            </a:r>
            <a:r>
              <a:rPr lang="en-US" altLang="en-US" sz="1800" dirty="0"/>
              <a:t> </a:t>
            </a:r>
            <a:r>
              <a:rPr lang="en-US" altLang="en-US" sz="1800" dirty="0" err="1"/>
              <a:t>trị</a:t>
            </a:r>
            <a:r>
              <a:rPr lang="en-US" altLang="en-US" sz="1800" dirty="0"/>
              <a:t> </a:t>
            </a:r>
            <a:r>
              <a:rPr lang="en-US" altLang="en-US" sz="1800" dirty="0" err="1"/>
              <a:t>hoặc</a:t>
            </a:r>
            <a:r>
              <a:rPr lang="en-US" altLang="en-US" sz="1800" dirty="0"/>
              <a:t> </a:t>
            </a:r>
            <a:r>
              <a:rPr lang="en-US" altLang="en-US" sz="1800" dirty="0" err="1"/>
              <a:t>mượn</a:t>
            </a:r>
            <a:r>
              <a:rPr lang="en-US" altLang="en-US" sz="1800" dirty="0"/>
              <a:t> </a:t>
            </a:r>
            <a:r>
              <a:rPr lang="en-US" altLang="en-US" sz="1800" dirty="0" err="1"/>
              <a:t>giá</a:t>
            </a:r>
            <a:r>
              <a:rPr lang="en-US" altLang="en-US" sz="1800" dirty="0"/>
              <a:t> </a:t>
            </a:r>
            <a:r>
              <a:rPr lang="en-US" altLang="en-US" sz="1800" dirty="0" err="1"/>
              <a:t>trị</a:t>
            </a:r>
            <a:r>
              <a:rPr lang="en-US" altLang="en-US" sz="1800" dirty="0"/>
              <a:t> </a:t>
            </a:r>
            <a:r>
              <a:rPr lang="en-US" altLang="en-US" sz="1800" dirty="0" err="1"/>
              <a:t>của</a:t>
            </a:r>
            <a:r>
              <a:rPr lang="en-US" altLang="en-US" sz="1800" dirty="0"/>
              <a:t> </a:t>
            </a:r>
            <a:r>
              <a:rPr lang="en-US" altLang="en-US" sz="1800" dirty="0" err="1"/>
              <a:t>doanh</a:t>
            </a:r>
            <a:r>
              <a:rPr lang="en-US" altLang="en-US" sz="1800" dirty="0"/>
              <a:t> </a:t>
            </a:r>
            <a:r>
              <a:rPr lang="en-US" altLang="en-US" sz="1800" dirty="0" err="1"/>
              <a:t>nghiệp</a:t>
            </a:r>
            <a:r>
              <a:rPr lang="en-US" altLang="en-US" sz="1800" dirty="0"/>
              <a:t> </a:t>
            </a:r>
            <a:r>
              <a:rPr lang="en-US" altLang="en-US" sz="1800" dirty="0" err="1"/>
              <a:t>để</a:t>
            </a:r>
            <a:r>
              <a:rPr lang="en-US" altLang="en-US" sz="1800" dirty="0"/>
              <a:t> </a:t>
            </a:r>
            <a:r>
              <a:rPr lang="en-US" altLang="en-US" sz="1800" dirty="0" err="1"/>
              <a:t>mang</a:t>
            </a:r>
            <a:r>
              <a:rPr lang="en-US" altLang="en-US" sz="1800" dirty="0"/>
              <a:t> </a:t>
            </a:r>
            <a:r>
              <a:rPr lang="en-US" altLang="en-US" sz="1800" dirty="0" err="1"/>
              <a:t>lại</a:t>
            </a:r>
            <a:r>
              <a:rPr lang="en-US" altLang="en-US" sz="1800" dirty="0"/>
              <a:t> </a:t>
            </a:r>
            <a:r>
              <a:rPr lang="en-US" altLang="en-US" sz="1800" dirty="0" err="1"/>
              <a:t>giá</a:t>
            </a:r>
            <a:r>
              <a:rPr lang="en-US" altLang="en-US" sz="1800" dirty="0"/>
              <a:t> </a:t>
            </a:r>
            <a:r>
              <a:rPr lang="en-US" altLang="en-US" sz="1800" dirty="0" err="1"/>
              <a:t>trị</a:t>
            </a:r>
            <a:r>
              <a:rPr lang="en-US" altLang="en-US" sz="1800" dirty="0"/>
              <a:t> </a:t>
            </a:r>
            <a:r>
              <a:rPr lang="en-US" altLang="en-US" sz="1800" dirty="0" err="1"/>
              <a:t>cho</a:t>
            </a:r>
            <a:r>
              <a:rPr lang="en-US" altLang="en-US" sz="1800" dirty="0"/>
              <a:t> </a:t>
            </a:r>
            <a:r>
              <a:rPr lang="en-US" altLang="en-US" sz="1800" dirty="0" err="1"/>
              <a:t>khách</a:t>
            </a:r>
            <a:r>
              <a:rPr lang="en-US" altLang="en-US" sz="1800" dirty="0"/>
              <a:t> </a:t>
            </a:r>
            <a:r>
              <a:rPr lang="en-US" altLang="en-US" sz="1800" dirty="0" err="1"/>
              <a:t>hàng</a:t>
            </a:r>
            <a:r>
              <a:rPr lang="en-US" altLang="en-US" sz="1800" dirty="0"/>
              <a:t> </a:t>
            </a:r>
            <a:r>
              <a:rPr lang="en-US" altLang="en-US" sz="1800" dirty="0" err="1"/>
              <a:t>một</a:t>
            </a:r>
            <a:r>
              <a:rPr lang="en-US" altLang="en-US" sz="1800" dirty="0"/>
              <a:t> </a:t>
            </a:r>
            <a:r>
              <a:rPr lang="en-US" altLang="en-US" sz="1800" dirty="0" err="1"/>
              <a:t>cách</a:t>
            </a:r>
            <a:r>
              <a:rPr lang="en-US" altLang="en-US" sz="1800" dirty="0"/>
              <a:t> </a:t>
            </a:r>
            <a:r>
              <a:rPr lang="en-US" altLang="en-US" sz="1800" dirty="0" err="1"/>
              <a:t>phù</a:t>
            </a:r>
            <a:r>
              <a:rPr lang="en-US" altLang="en-US" sz="1800" dirty="0"/>
              <a:t> </a:t>
            </a:r>
            <a:r>
              <a:rPr lang="en-US" altLang="en-US" sz="1800" dirty="0" err="1"/>
              <a:t>hợp</a:t>
            </a:r>
            <a:r>
              <a:rPr lang="en-US" altLang="en-US" sz="1800" dirty="0"/>
              <a:t>.</a:t>
            </a:r>
          </a:p>
          <a:p>
            <a:r>
              <a:rPr lang="en-US" altLang="en-US" sz="1800" dirty="0" err="1"/>
              <a:t>Thời</a:t>
            </a:r>
            <a:r>
              <a:rPr lang="en-US" altLang="en-US" sz="1800" dirty="0"/>
              <a:t> </a:t>
            </a:r>
            <a:r>
              <a:rPr lang="en-US" altLang="en-US" sz="1800" dirty="0" err="1"/>
              <a:t>đại</a:t>
            </a:r>
            <a:r>
              <a:rPr lang="en-US" altLang="en-US" sz="1800" dirty="0"/>
              <a:t> </a:t>
            </a:r>
            <a:r>
              <a:rPr lang="en-US" altLang="en-US" sz="1800" dirty="0" err="1"/>
              <a:t>công</a:t>
            </a:r>
            <a:r>
              <a:rPr lang="en-US" altLang="en-US" sz="1800" dirty="0"/>
              <a:t> </a:t>
            </a:r>
            <a:r>
              <a:rPr lang="en-US" altLang="en-US" sz="1800" dirty="0" err="1"/>
              <a:t>nghệ</a:t>
            </a:r>
            <a:r>
              <a:rPr lang="en-US" altLang="en-US" sz="1800" dirty="0"/>
              <a:t> </a:t>
            </a:r>
            <a:r>
              <a:rPr lang="en-US" altLang="en-US" sz="1800" dirty="0" err="1"/>
              <a:t>càng</a:t>
            </a:r>
            <a:r>
              <a:rPr lang="en-US" altLang="en-US" sz="1800" dirty="0"/>
              <a:t> </a:t>
            </a:r>
            <a:r>
              <a:rPr lang="en-US" altLang="en-US" sz="1800" dirty="0" err="1"/>
              <a:t>phát</a:t>
            </a:r>
            <a:r>
              <a:rPr lang="en-US" altLang="en-US" sz="1800" dirty="0"/>
              <a:t> </a:t>
            </a:r>
            <a:r>
              <a:rPr lang="en-US" altLang="en-US" sz="1800" dirty="0" err="1"/>
              <a:t>triển</a:t>
            </a:r>
            <a:r>
              <a:rPr lang="en-US" altLang="en-US" sz="1800" dirty="0"/>
              <a:t> </a:t>
            </a:r>
            <a:r>
              <a:rPr lang="en-US" altLang="en-US" sz="1800" dirty="0" err="1"/>
              <a:t>thì</a:t>
            </a:r>
            <a:r>
              <a:rPr lang="en-US" altLang="en-US" sz="1800" dirty="0"/>
              <a:t> </a:t>
            </a:r>
            <a:r>
              <a:rPr lang="en-US" altLang="en-US" sz="1800" dirty="0" err="1"/>
              <a:t>lòng</a:t>
            </a:r>
            <a:r>
              <a:rPr lang="en-US" altLang="en-US" sz="1800" dirty="0"/>
              <a:t> </a:t>
            </a:r>
            <a:r>
              <a:rPr lang="en-US" altLang="en-US" sz="1800" dirty="0" err="1"/>
              <a:t>trung</a:t>
            </a:r>
            <a:r>
              <a:rPr lang="en-US" altLang="en-US" sz="1800" dirty="0"/>
              <a:t> </a:t>
            </a:r>
            <a:r>
              <a:rPr lang="en-US" altLang="en-US" sz="1800" dirty="0" err="1"/>
              <a:t>thành</a:t>
            </a:r>
            <a:r>
              <a:rPr lang="en-US" altLang="en-US" sz="1800" dirty="0"/>
              <a:t> </a:t>
            </a:r>
            <a:r>
              <a:rPr lang="en-US" altLang="en-US" sz="1800" dirty="0" err="1"/>
              <a:t>của</a:t>
            </a:r>
            <a:r>
              <a:rPr lang="en-US" altLang="en-US" sz="1800" dirty="0"/>
              <a:t> </a:t>
            </a:r>
            <a:r>
              <a:rPr lang="en-US" altLang="en-US" sz="1800" dirty="0" err="1"/>
              <a:t>khách</a:t>
            </a:r>
            <a:r>
              <a:rPr lang="en-US" altLang="en-US" sz="1800" dirty="0"/>
              <a:t> </a:t>
            </a:r>
            <a:r>
              <a:rPr lang="en-US" altLang="en-US" sz="1800" dirty="0" err="1"/>
              <a:t>hàng</a:t>
            </a:r>
            <a:r>
              <a:rPr lang="en-US" altLang="en-US" sz="1800" dirty="0"/>
              <a:t> </a:t>
            </a:r>
            <a:r>
              <a:rPr lang="en-US" altLang="en-US" sz="1800" dirty="0" err="1"/>
              <a:t>càng</a:t>
            </a:r>
            <a:r>
              <a:rPr lang="en-US" altLang="en-US" sz="1800" dirty="0"/>
              <a:t> </a:t>
            </a:r>
            <a:r>
              <a:rPr lang="en-US" altLang="en-US" sz="1800" dirty="0" err="1"/>
              <a:t>phai</a:t>
            </a:r>
            <a:r>
              <a:rPr lang="en-US" altLang="en-US" sz="1800" dirty="0"/>
              <a:t> </a:t>
            </a:r>
            <a:r>
              <a:rPr lang="en-US" altLang="en-US" sz="1800" dirty="0" err="1"/>
              <a:t>nhanh</a:t>
            </a:r>
            <a:r>
              <a:rPr lang="en-US" altLang="en-US" sz="1800" dirty="0"/>
              <a:t>.</a:t>
            </a:r>
          </a:p>
          <a:p>
            <a:r>
              <a:rPr lang="en-US" altLang="en-US" sz="1800" dirty="0" err="1"/>
              <a:t>Đặt</a:t>
            </a:r>
            <a:r>
              <a:rPr lang="en-US" altLang="en-US" sz="1800" dirty="0"/>
              <a:t> </a:t>
            </a:r>
            <a:r>
              <a:rPr lang="en-US" altLang="en-US" sz="1800" dirty="0" err="1"/>
              <a:t>khách</a:t>
            </a:r>
            <a:r>
              <a:rPr lang="en-US" altLang="en-US" sz="1800" dirty="0"/>
              <a:t> </a:t>
            </a:r>
            <a:r>
              <a:rPr lang="en-US" altLang="en-US" sz="1800" dirty="0" err="1"/>
              <a:t>hàng</a:t>
            </a:r>
            <a:r>
              <a:rPr lang="en-US" altLang="en-US" sz="1800" dirty="0"/>
              <a:t> </a:t>
            </a:r>
            <a:r>
              <a:rPr lang="en-US" altLang="en-US" sz="1800" dirty="0" err="1"/>
              <a:t>là</a:t>
            </a:r>
            <a:r>
              <a:rPr lang="en-US" altLang="en-US" sz="1800" dirty="0"/>
              <a:t> </a:t>
            </a:r>
            <a:r>
              <a:rPr lang="en-US" altLang="en-US" sz="1800" dirty="0" err="1"/>
              <a:t>trọng</a:t>
            </a:r>
            <a:r>
              <a:rPr lang="en-US" altLang="en-US" sz="1800" dirty="0"/>
              <a:t> </a:t>
            </a:r>
            <a:r>
              <a:rPr lang="en-US" altLang="en-US" sz="1800" dirty="0" err="1"/>
              <a:t>tâm</a:t>
            </a:r>
            <a:r>
              <a:rPr lang="en-US" altLang="en-US" sz="1800" dirty="0"/>
              <a:t> </a:t>
            </a:r>
            <a:r>
              <a:rPr lang="en-US" altLang="en-US" sz="1800" dirty="0" err="1"/>
              <a:t>giúp</a:t>
            </a:r>
            <a:r>
              <a:rPr lang="en-US" altLang="en-US" sz="1800" dirty="0"/>
              <a:t> </a:t>
            </a:r>
            <a:r>
              <a:rPr lang="en-US" altLang="en-US" sz="1800" dirty="0" err="1"/>
              <a:t>doanh</a:t>
            </a:r>
            <a:r>
              <a:rPr lang="en-US" altLang="en-US" sz="1800" dirty="0"/>
              <a:t> </a:t>
            </a:r>
            <a:r>
              <a:rPr lang="en-US" altLang="en-US" sz="1800" dirty="0" err="1"/>
              <a:t>nghiệp</a:t>
            </a:r>
            <a:r>
              <a:rPr lang="en-US" altLang="en-US" sz="1800" dirty="0"/>
              <a:t> </a:t>
            </a:r>
            <a:r>
              <a:rPr lang="en-US" altLang="en-US" sz="1800" dirty="0" err="1"/>
              <a:t>có</a:t>
            </a:r>
            <a:r>
              <a:rPr lang="en-US" altLang="en-US" sz="1800" dirty="0"/>
              <a:t> </a:t>
            </a:r>
            <a:r>
              <a:rPr lang="en-US" altLang="en-US" sz="1800" dirty="0" err="1"/>
              <a:t>tầm</a:t>
            </a:r>
            <a:r>
              <a:rPr lang="en-US" altLang="en-US" sz="1800" dirty="0"/>
              <a:t> </a:t>
            </a:r>
            <a:r>
              <a:rPr lang="en-US" altLang="en-US" sz="1800" dirty="0" err="1"/>
              <a:t>nhìn</a:t>
            </a:r>
            <a:r>
              <a:rPr lang="en-US" altLang="en-US" sz="1800" dirty="0"/>
              <a:t> </a:t>
            </a:r>
            <a:r>
              <a:rPr lang="en-US" altLang="en-US" sz="1800" dirty="0" err="1"/>
              <a:t>dài</a:t>
            </a:r>
            <a:r>
              <a:rPr lang="en-US" altLang="en-US" sz="1800" dirty="0"/>
              <a:t> </a:t>
            </a:r>
            <a:r>
              <a:rPr lang="en-US" altLang="en-US" sz="1800" dirty="0" err="1"/>
              <a:t>hạn</a:t>
            </a:r>
            <a:r>
              <a:rPr lang="en-US" altLang="en-US" sz="1800" dirty="0"/>
              <a:t> </a:t>
            </a:r>
            <a:r>
              <a:rPr lang="en-US" altLang="en-US" sz="1800" dirty="0" err="1"/>
              <a:t>và</a:t>
            </a:r>
            <a:r>
              <a:rPr lang="en-US" altLang="en-US" sz="1800" dirty="0"/>
              <a:t> </a:t>
            </a:r>
            <a:r>
              <a:rPr lang="en-US" altLang="en-US" sz="1800" dirty="0" err="1"/>
              <a:t>phát</a:t>
            </a:r>
            <a:r>
              <a:rPr lang="en-US" altLang="en-US" sz="1800" dirty="0"/>
              <a:t> </a:t>
            </a:r>
            <a:r>
              <a:rPr lang="en-US" altLang="en-US" sz="1800" dirty="0" err="1"/>
              <a:t>triển</a:t>
            </a:r>
            <a:r>
              <a:rPr lang="en-US" altLang="en-US" sz="1800" dirty="0"/>
              <a:t> </a:t>
            </a:r>
            <a:r>
              <a:rPr lang="en-US" altLang="en-US" sz="1800" dirty="0" err="1"/>
              <a:t>bền</a:t>
            </a:r>
            <a:r>
              <a:rPr lang="en-US" altLang="en-US" sz="1800" dirty="0"/>
              <a:t> </a:t>
            </a:r>
            <a:r>
              <a:rPr lang="en-US" altLang="en-US" sz="1800" dirty="0" err="1"/>
              <a:t>vững</a:t>
            </a:r>
            <a:r>
              <a:rPr lang="en-US" altLang="en-US" sz="1800" dirty="0"/>
              <a:t>.</a:t>
            </a:r>
          </a:p>
        </p:txBody>
      </p:sp>
      <p:sp>
        <p:nvSpPr>
          <p:cNvPr id="2" name="Rectangle 1">
            <a:extLst>
              <a:ext uri="{FF2B5EF4-FFF2-40B4-BE49-F238E27FC236}">
                <a16:creationId xmlns:a16="http://schemas.microsoft.com/office/drawing/2014/main" id="{1082EFF2-41CB-16BD-28E2-FAB39EC8ED45}"/>
              </a:ext>
            </a:extLst>
          </p:cNvPr>
          <p:cNvSpPr/>
          <p:nvPr/>
        </p:nvSpPr>
        <p:spPr>
          <a:xfrm>
            <a:off x="2286000" y="5638800"/>
            <a:ext cx="9312165" cy="769441"/>
          </a:xfrm>
          <a:prstGeom prst="rect">
            <a:avLst/>
          </a:prstGeom>
          <a:noFill/>
        </p:spPr>
        <p:txBody>
          <a:bodyPr wrap="none" lIns="91440" tIns="45720" rIns="91440" bIns="45720">
            <a:spAutoFit/>
          </a:bodyPr>
          <a:lstStyle/>
          <a:p>
            <a:pPr algn="ct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a:t>
            </a:r>
            <a:r>
              <a:rPr lang="en-US" sz="44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Khách</a:t>
            </a: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hàng</a:t>
            </a: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là</a:t>
            </a: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C00000"/>
                </a:solidFill>
                <a:effectLst>
                  <a:outerShdw blurRad="38100" dist="19050" dir="2700000" algn="tl" rotWithShape="0">
                    <a:schemeClr val="dk1">
                      <a:alpha val="40000"/>
                    </a:schemeClr>
                  </a:outerShdw>
                </a:effectLst>
                <a:latin typeface="Bahnschrift SemiCondensed" panose="020B0502040204020203" pitchFamily="34" charset="0"/>
              </a:rPr>
              <a:t>hơi</a:t>
            </a:r>
            <a:r>
              <a:rPr lang="en-US" sz="4400" b="1" i="1" cap="none" spc="0" dirty="0">
                <a:ln w="0"/>
                <a:solidFill>
                  <a:srgbClr val="C0000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C00000"/>
                </a:solidFill>
                <a:effectLst>
                  <a:outerShdw blurRad="38100" dist="19050" dir="2700000" algn="tl" rotWithShape="0">
                    <a:schemeClr val="dk1">
                      <a:alpha val="40000"/>
                    </a:schemeClr>
                  </a:outerShdw>
                </a:effectLst>
                <a:latin typeface="Bahnschrift SemiCondensed" panose="020B0502040204020203" pitchFamily="34" charset="0"/>
              </a:rPr>
              <a:t>thở</a:t>
            </a:r>
            <a:r>
              <a:rPr lang="en-US" sz="4400" b="1" i="1" cap="none" spc="0" dirty="0">
                <a:ln w="0"/>
                <a:solidFill>
                  <a:srgbClr val="C0000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của</a:t>
            </a: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doanh</a:t>
            </a: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1"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nghiệp</a:t>
            </a:r>
            <a:r>
              <a:rPr lang="en-US" sz="4400" b="1"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a:t>
            </a:r>
          </a:p>
        </p:txBody>
      </p:sp>
      <p:pic>
        <p:nvPicPr>
          <p:cNvPr id="6150" name="Picture 6" descr="Lấy khách hàng là trọng tâm: Hành động từ những lời tuyên bố – Western Homes">
            <a:extLst>
              <a:ext uri="{FF2B5EF4-FFF2-40B4-BE49-F238E27FC236}">
                <a16:creationId xmlns:a16="http://schemas.microsoft.com/office/drawing/2014/main" id="{4AF1A4F7-C78E-37F7-ABE6-81A117BEB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744" y="2171700"/>
            <a:ext cx="4100512" cy="251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down)">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2"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0CC5D-0E50-DEE7-FB29-3EEB83A0D135}"/>
              </a:ext>
            </a:extLst>
          </p:cNvPr>
          <p:cNvSpPr>
            <a:spLocks noGrp="1"/>
          </p:cNvSpPr>
          <p:nvPr>
            <p:ph type="title"/>
          </p:nvPr>
        </p:nvSpPr>
        <p:spPr>
          <a:xfrm>
            <a:off x="762000" y="327819"/>
            <a:ext cx="9347200" cy="715962"/>
          </a:xfrm>
        </p:spPr>
        <p:txBody>
          <a:bodyPr/>
          <a:lstStyle/>
          <a:p>
            <a:r>
              <a:rPr lang="en-US" dirty="0">
                <a:solidFill>
                  <a:schemeClr val="accent2">
                    <a:lumMod val="75000"/>
                  </a:schemeClr>
                </a:solidFill>
                <a:latin typeface="Bahnschrift SemiCondensed" panose="020B0502040204020203" pitchFamily="34" charset="0"/>
              </a:rPr>
              <a:t>3. SỰ ĐỔI MỚI</a:t>
            </a:r>
          </a:p>
        </p:txBody>
      </p:sp>
      <p:sp>
        <p:nvSpPr>
          <p:cNvPr id="3" name="Content Placeholder 2">
            <a:extLst>
              <a:ext uri="{FF2B5EF4-FFF2-40B4-BE49-F238E27FC236}">
                <a16:creationId xmlns:a16="http://schemas.microsoft.com/office/drawing/2014/main" id="{23E1E95C-746A-EECB-34D2-3D50E294864C}"/>
              </a:ext>
            </a:extLst>
          </p:cNvPr>
          <p:cNvSpPr>
            <a:spLocks noGrp="1"/>
          </p:cNvSpPr>
          <p:nvPr>
            <p:ph idx="1"/>
          </p:nvPr>
        </p:nvSpPr>
        <p:spPr>
          <a:xfrm>
            <a:off x="905515" y="1524000"/>
            <a:ext cx="5029200" cy="3962400"/>
          </a:xfrm>
        </p:spPr>
        <p:txBody>
          <a:bodyPr/>
          <a:lstStyle/>
          <a:p>
            <a:pPr algn="just"/>
            <a:r>
              <a:rPr lang="en-US" sz="2000" dirty="0" err="1"/>
              <a:t>Doanh</a:t>
            </a:r>
            <a:r>
              <a:rPr lang="en-US" sz="2000" dirty="0"/>
              <a:t> </a:t>
            </a:r>
            <a:r>
              <a:rPr lang="en-US" sz="2000" dirty="0" err="1"/>
              <a:t>nghiệp</a:t>
            </a:r>
            <a:r>
              <a:rPr lang="en-US" sz="2000" dirty="0"/>
              <a:t> </a:t>
            </a:r>
            <a:r>
              <a:rPr lang="en-US" sz="2000" dirty="0" err="1"/>
              <a:t>luôn</a:t>
            </a:r>
            <a:r>
              <a:rPr lang="en-US" sz="2000" dirty="0"/>
              <a:t> </a:t>
            </a:r>
            <a:r>
              <a:rPr lang="en-US" sz="2000" dirty="0" err="1"/>
              <a:t>phải</a:t>
            </a:r>
            <a:r>
              <a:rPr lang="en-US" sz="2000" dirty="0"/>
              <a:t> </a:t>
            </a:r>
            <a:r>
              <a:rPr lang="en-US" sz="2000" dirty="0" err="1"/>
              <a:t>thích</a:t>
            </a:r>
            <a:r>
              <a:rPr lang="en-US" sz="2000" dirty="0"/>
              <a:t> </a:t>
            </a:r>
            <a:r>
              <a:rPr lang="en-US" sz="2000" dirty="0" err="1"/>
              <a:t>nghi</a:t>
            </a:r>
            <a:r>
              <a:rPr lang="en-US" sz="2000" dirty="0"/>
              <a:t> </a:t>
            </a:r>
            <a:r>
              <a:rPr lang="en-US" sz="2000" dirty="0" err="1"/>
              <a:t>với</a:t>
            </a:r>
            <a:r>
              <a:rPr lang="en-US" sz="2000" dirty="0"/>
              <a:t> </a:t>
            </a:r>
            <a:r>
              <a:rPr lang="en-US" sz="2000" dirty="0" err="1"/>
              <a:t>sự</a:t>
            </a:r>
            <a:r>
              <a:rPr lang="en-US" sz="2000" dirty="0"/>
              <a:t> </a:t>
            </a:r>
            <a:r>
              <a:rPr lang="en-US" sz="2000" dirty="0" err="1"/>
              <a:t>thay</a:t>
            </a:r>
            <a:r>
              <a:rPr lang="en-US" sz="2000" dirty="0"/>
              <a:t> </a:t>
            </a:r>
            <a:r>
              <a:rPr lang="en-US" sz="2000" dirty="0" err="1"/>
              <a:t>đổi</a:t>
            </a:r>
            <a:r>
              <a:rPr lang="en-US" sz="2000" dirty="0"/>
              <a:t> </a:t>
            </a:r>
            <a:r>
              <a:rPr lang="en-US" sz="2000" dirty="0" err="1"/>
              <a:t>của</a:t>
            </a:r>
            <a:r>
              <a:rPr lang="en-US" sz="2000" dirty="0"/>
              <a:t> </a:t>
            </a:r>
            <a:r>
              <a:rPr lang="en-US" sz="2000" dirty="0" err="1"/>
              <a:t>thị</a:t>
            </a:r>
            <a:r>
              <a:rPr lang="en-US" sz="2000" dirty="0"/>
              <a:t> </a:t>
            </a:r>
            <a:r>
              <a:rPr lang="en-US" sz="2000" dirty="0" err="1"/>
              <a:t>trường</a:t>
            </a:r>
            <a:r>
              <a:rPr lang="en-US" sz="2000" dirty="0"/>
              <a:t>, </a:t>
            </a:r>
            <a:r>
              <a:rPr lang="en-US" sz="2000" dirty="0" err="1"/>
              <a:t>công</a:t>
            </a:r>
            <a:r>
              <a:rPr lang="en-US" sz="2000" dirty="0"/>
              <a:t> </a:t>
            </a:r>
            <a:r>
              <a:rPr lang="en-US" sz="2000" dirty="0" err="1"/>
              <a:t>nghệ</a:t>
            </a:r>
            <a:r>
              <a:rPr lang="en-US" sz="2000" dirty="0"/>
              <a:t>, </a:t>
            </a:r>
            <a:r>
              <a:rPr lang="en-US" sz="2000" dirty="0" err="1"/>
              <a:t>tâm</a:t>
            </a:r>
            <a:r>
              <a:rPr lang="en-US" sz="2000" dirty="0"/>
              <a:t> </a:t>
            </a:r>
            <a:r>
              <a:rPr lang="en-US" sz="2000" dirty="0" err="1"/>
              <a:t>lý</a:t>
            </a:r>
            <a:r>
              <a:rPr lang="en-US" sz="2000" dirty="0"/>
              <a:t> </a:t>
            </a:r>
            <a:r>
              <a:rPr lang="en-US" sz="2000" dirty="0" err="1"/>
              <a:t>khách</a:t>
            </a:r>
            <a:r>
              <a:rPr lang="en-US" sz="2000" dirty="0"/>
              <a:t> </a:t>
            </a:r>
            <a:r>
              <a:rPr lang="en-US" sz="2000" dirty="0" err="1"/>
              <a:t>hàng</a:t>
            </a:r>
            <a:r>
              <a:rPr lang="en-US" sz="2000" dirty="0"/>
              <a:t>… </a:t>
            </a:r>
            <a:r>
              <a:rPr lang="en-US" sz="2000" dirty="0" err="1"/>
              <a:t>nên</a:t>
            </a:r>
            <a:r>
              <a:rPr lang="en-US" sz="2000" dirty="0"/>
              <a:t> </a:t>
            </a:r>
            <a:r>
              <a:rPr lang="en-US" sz="2000" dirty="0" err="1"/>
              <a:t>luôn</a:t>
            </a:r>
            <a:r>
              <a:rPr lang="en-US" sz="2000" dirty="0"/>
              <a:t> </a:t>
            </a:r>
            <a:r>
              <a:rPr lang="en-US" sz="2000" dirty="0" err="1"/>
              <a:t>phải</a:t>
            </a:r>
            <a:r>
              <a:rPr lang="en-US" sz="2000" dirty="0"/>
              <a:t> </a:t>
            </a:r>
            <a:r>
              <a:rPr lang="en-US" sz="2000" dirty="0" err="1"/>
              <a:t>đổi</a:t>
            </a:r>
            <a:r>
              <a:rPr lang="en-US" sz="2000" dirty="0"/>
              <a:t> </a:t>
            </a:r>
            <a:r>
              <a:rPr lang="en-US" sz="2000" dirty="0" err="1"/>
              <a:t>mới</a:t>
            </a:r>
            <a:r>
              <a:rPr lang="en-US" sz="2000" dirty="0"/>
              <a:t>.</a:t>
            </a:r>
          </a:p>
          <a:p>
            <a:pPr algn="just"/>
            <a:r>
              <a:rPr lang="en-US" sz="2000" dirty="0" err="1"/>
              <a:t>Nếu</a:t>
            </a:r>
            <a:r>
              <a:rPr lang="en-US" sz="2000" dirty="0"/>
              <a:t> </a:t>
            </a:r>
            <a:r>
              <a:rPr lang="en-US" sz="2000" dirty="0" err="1"/>
              <a:t>không</a:t>
            </a:r>
            <a:r>
              <a:rPr lang="en-US" sz="2000" dirty="0"/>
              <a:t> </a:t>
            </a:r>
            <a:r>
              <a:rPr lang="en-US" sz="2000" dirty="0" err="1"/>
              <a:t>thay</a:t>
            </a:r>
            <a:r>
              <a:rPr lang="en-US" sz="2000" dirty="0"/>
              <a:t> </a:t>
            </a:r>
            <a:r>
              <a:rPr lang="en-US" sz="2000" dirty="0" err="1"/>
              <a:t>đổi</a:t>
            </a:r>
            <a:r>
              <a:rPr lang="en-US" sz="2000" dirty="0"/>
              <a:t> </a:t>
            </a:r>
            <a:r>
              <a:rPr lang="en-US" sz="2000" dirty="0" err="1"/>
              <a:t>chúng</a:t>
            </a:r>
            <a:r>
              <a:rPr lang="en-US" sz="2000" dirty="0"/>
              <a:t> ta </a:t>
            </a:r>
            <a:r>
              <a:rPr lang="en-US" sz="2000" dirty="0" err="1"/>
              <a:t>không</a:t>
            </a:r>
            <a:r>
              <a:rPr lang="en-US" sz="2000" dirty="0"/>
              <a:t> </a:t>
            </a:r>
            <a:r>
              <a:rPr lang="en-US" sz="2000" dirty="0" err="1"/>
              <a:t>sai</a:t>
            </a:r>
            <a:r>
              <a:rPr lang="en-US" sz="2000" dirty="0"/>
              <a:t> </a:t>
            </a:r>
            <a:r>
              <a:rPr lang="en-US" sz="2000" dirty="0" err="1"/>
              <a:t>nhưng</a:t>
            </a:r>
            <a:r>
              <a:rPr lang="en-US" sz="2000" dirty="0"/>
              <a:t> </a:t>
            </a:r>
            <a:r>
              <a:rPr lang="en-US" sz="2000" dirty="0" err="1"/>
              <a:t>chúng</a:t>
            </a:r>
            <a:r>
              <a:rPr lang="en-US" sz="2000" dirty="0"/>
              <a:t> ta </a:t>
            </a:r>
            <a:r>
              <a:rPr lang="en-US" sz="2000" dirty="0" err="1"/>
              <a:t>sẽ</a:t>
            </a:r>
            <a:r>
              <a:rPr lang="en-US" sz="2000" dirty="0"/>
              <a:t> </a:t>
            </a:r>
            <a:r>
              <a:rPr lang="en-US" sz="2000" dirty="0" err="1"/>
              <a:t>thất</a:t>
            </a:r>
            <a:r>
              <a:rPr lang="en-US" sz="2000" dirty="0"/>
              <a:t> </a:t>
            </a:r>
            <a:r>
              <a:rPr lang="en-US" sz="2000" dirty="0" err="1"/>
              <a:t>bại</a:t>
            </a:r>
            <a:r>
              <a:rPr lang="en-US" sz="2000" dirty="0"/>
              <a:t>.</a:t>
            </a:r>
          </a:p>
          <a:p>
            <a:pPr algn="just"/>
            <a:r>
              <a:rPr lang="en-US" sz="2000" dirty="0" err="1"/>
              <a:t>Thích</a:t>
            </a:r>
            <a:r>
              <a:rPr lang="en-US" sz="2000" dirty="0"/>
              <a:t> </a:t>
            </a:r>
            <a:r>
              <a:rPr lang="en-US" sz="2000" dirty="0" err="1"/>
              <a:t>nghi</a:t>
            </a:r>
            <a:r>
              <a:rPr lang="en-US" sz="2000" dirty="0"/>
              <a:t> </a:t>
            </a:r>
            <a:r>
              <a:rPr lang="en-US" sz="2000" dirty="0" err="1"/>
              <a:t>là</a:t>
            </a:r>
            <a:r>
              <a:rPr lang="en-US" sz="2000" dirty="0"/>
              <a:t> </a:t>
            </a:r>
            <a:r>
              <a:rPr lang="en-US" sz="2000" dirty="0" err="1"/>
              <a:t>yếu</a:t>
            </a:r>
            <a:r>
              <a:rPr lang="en-US" sz="2000" dirty="0"/>
              <a:t> </a:t>
            </a:r>
            <a:r>
              <a:rPr lang="en-US" sz="2000" dirty="0" err="1"/>
              <a:t>tố</a:t>
            </a:r>
            <a:r>
              <a:rPr lang="en-US" sz="2000" dirty="0"/>
              <a:t> </a:t>
            </a:r>
            <a:r>
              <a:rPr lang="en-US" sz="2000" dirty="0" err="1"/>
              <a:t>quan</a:t>
            </a:r>
            <a:r>
              <a:rPr lang="en-US" sz="2000" dirty="0"/>
              <a:t> </a:t>
            </a:r>
            <a:r>
              <a:rPr lang="en-US" sz="2000" dirty="0" err="1"/>
              <a:t>trong</a:t>
            </a:r>
            <a:r>
              <a:rPr lang="en-US" sz="2000" dirty="0"/>
              <a:t> </a:t>
            </a:r>
            <a:r>
              <a:rPr lang="en-US" sz="2000" dirty="0" err="1"/>
              <a:t>giúp</a:t>
            </a:r>
            <a:r>
              <a:rPr lang="en-US" sz="2000" dirty="0"/>
              <a:t> </a:t>
            </a:r>
            <a:r>
              <a:rPr lang="en-US" sz="2000" dirty="0" err="1"/>
              <a:t>doanh</a:t>
            </a:r>
            <a:r>
              <a:rPr lang="en-US" sz="2000" dirty="0"/>
              <a:t> </a:t>
            </a:r>
            <a:r>
              <a:rPr lang="en-US" sz="2000" dirty="0" err="1"/>
              <a:t>nghiệp</a:t>
            </a:r>
            <a:r>
              <a:rPr lang="en-US" sz="2000" dirty="0"/>
              <a:t> </a:t>
            </a:r>
            <a:r>
              <a:rPr lang="en-US" sz="2000" dirty="0" err="1"/>
              <a:t>chịu</a:t>
            </a:r>
            <a:r>
              <a:rPr lang="en-US" sz="2000" dirty="0"/>
              <a:t> </a:t>
            </a:r>
            <a:r>
              <a:rPr lang="en-US" sz="2000" dirty="0" err="1"/>
              <a:t>đựng</a:t>
            </a:r>
            <a:r>
              <a:rPr lang="en-US" sz="2000" dirty="0"/>
              <a:t> </a:t>
            </a:r>
            <a:r>
              <a:rPr lang="en-US" sz="2000" dirty="0" err="1"/>
              <a:t>được</a:t>
            </a:r>
            <a:r>
              <a:rPr lang="en-US" sz="2000" dirty="0"/>
              <a:t> </a:t>
            </a:r>
            <a:r>
              <a:rPr lang="en-US" sz="2000" dirty="0" err="1"/>
              <a:t>cơn</a:t>
            </a:r>
            <a:r>
              <a:rPr lang="en-US" sz="2000" dirty="0"/>
              <a:t> </a:t>
            </a:r>
            <a:r>
              <a:rPr lang="en-US" sz="2000" dirty="0" err="1"/>
              <a:t>bảo</a:t>
            </a:r>
            <a:r>
              <a:rPr lang="en-US" sz="2000" dirty="0"/>
              <a:t> </a:t>
            </a:r>
            <a:r>
              <a:rPr lang="en-US" sz="2000" dirty="0" err="1"/>
              <a:t>thị</a:t>
            </a:r>
            <a:r>
              <a:rPr lang="en-US" sz="2000" dirty="0"/>
              <a:t> </a:t>
            </a:r>
            <a:r>
              <a:rPr lang="en-US" sz="2000" dirty="0" err="1"/>
              <a:t>trường</a:t>
            </a:r>
            <a:r>
              <a:rPr lang="en-US" sz="2000" dirty="0"/>
              <a:t>.</a:t>
            </a:r>
          </a:p>
          <a:p>
            <a:pPr algn="just"/>
            <a:r>
              <a:rPr lang="en-US" sz="2000" dirty="0" err="1"/>
              <a:t>Thay</a:t>
            </a:r>
            <a:r>
              <a:rPr lang="en-US" sz="2000" dirty="0"/>
              <a:t> </a:t>
            </a:r>
            <a:r>
              <a:rPr lang="en-US" sz="2000" dirty="0" err="1"/>
              <a:t>đổi</a:t>
            </a:r>
            <a:r>
              <a:rPr lang="en-US" sz="2000" dirty="0"/>
              <a:t> hay </a:t>
            </a:r>
            <a:r>
              <a:rPr lang="en-US" sz="2000" dirty="0" err="1"/>
              <a:t>là</a:t>
            </a:r>
            <a:r>
              <a:rPr lang="en-US" sz="2000" dirty="0"/>
              <a:t> </a:t>
            </a:r>
            <a:r>
              <a:rPr lang="en-US" sz="2000" dirty="0" err="1"/>
              <a:t>chết</a:t>
            </a:r>
            <a:endParaRPr lang="en-US" sz="2000" dirty="0"/>
          </a:p>
        </p:txBody>
      </p:sp>
      <p:sp>
        <p:nvSpPr>
          <p:cNvPr id="4" name="Rectangle 3">
            <a:extLst>
              <a:ext uri="{FF2B5EF4-FFF2-40B4-BE49-F238E27FC236}">
                <a16:creationId xmlns:a16="http://schemas.microsoft.com/office/drawing/2014/main" id="{CB12000C-BC7A-C697-1088-101ABC6073BA}"/>
              </a:ext>
            </a:extLst>
          </p:cNvPr>
          <p:cNvSpPr/>
          <p:nvPr/>
        </p:nvSpPr>
        <p:spPr>
          <a:xfrm>
            <a:off x="2133600" y="4953000"/>
            <a:ext cx="7696200" cy="1446550"/>
          </a:xfrm>
          <a:prstGeom prst="rect">
            <a:avLst/>
          </a:prstGeom>
          <a:noFill/>
        </p:spPr>
        <p:txBody>
          <a:bodyPr wrap="square" lIns="91440" tIns="45720" rIns="91440" bIns="45720">
            <a:spAutoFit/>
          </a:bodyPr>
          <a:lstStyle/>
          <a:p>
            <a:pPr algn="ct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Mọi</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thứ</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sẽ</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thay</a:t>
            </a:r>
            <a:r>
              <a:rPr lang="en-US" sz="4400" b="0"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đổi</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chỉ</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có</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sự</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thay</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đổi</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là</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không</a:t>
            </a:r>
            <a:r>
              <a:rPr lang="en-US" sz="4400" b="0"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bao </a:t>
            </a:r>
            <a:r>
              <a:rPr lang="en-US" sz="4400" b="0"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giờ</a:t>
            </a:r>
            <a:r>
              <a:rPr lang="en-US" sz="4400" b="0"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thay</a:t>
            </a:r>
            <a:r>
              <a:rPr lang="en-US" sz="4400" b="0" i="1" cap="none" spc="0" dirty="0">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4400" b="0" i="1" cap="none" spc="0" dirty="0" err="1">
                <a:ln w="0"/>
                <a:solidFill>
                  <a:schemeClr val="accent6">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đổi</a:t>
            </a:r>
            <a:r>
              <a:rPr lang="en-US" sz="4400" b="0" i="1" cap="none" spc="0" dirty="0">
                <a:ln w="0"/>
                <a:solidFill>
                  <a:srgbClr val="7030A0"/>
                </a:solidFill>
                <a:effectLst>
                  <a:outerShdw blurRad="38100" dist="19050" dir="2700000" algn="tl" rotWithShape="0">
                    <a:schemeClr val="dk1">
                      <a:alpha val="40000"/>
                    </a:schemeClr>
                  </a:outerShdw>
                </a:effectLst>
                <a:latin typeface="Bahnschrift SemiCondensed" panose="020B0502040204020203" pitchFamily="34" charset="0"/>
              </a:rPr>
              <a:t>”</a:t>
            </a:r>
          </a:p>
        </p:txBody>
      </p:sp>
      <p:pic>
        <p:nvPicPr>
          <p:cNvPr id="44034" name="Picture 2" descr="Quy trình quản trị sự thay đổi (Change Management) hiệu quả">
            <a:extLst>
              <a:ext uri="{FF2B5EF4-FFF2-40B4-BE49-F238E27FC236}">
                <a16:creationId xmlns:a16="http://schemas.microsoft.com/office/drawing/2014/main" id="{CD01F1E0-044E-A18C-4B33-E28D112FFE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6522" y="1405334"/>
            <a:ext cx="5925478" cy="3296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841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465D8-E491-2014-2657-251D0C952B87}"/>
              </a:ext>
            </a:extLst>
          </p:cNvPr>
          <p:cNvSpPr>
            <a:spLocks noGrp="1"/>
          </p:cNvSpPr>
          <p:nvPr>
            <p:ph type="title"/>
          </p:nvPr>
        </p:nvSpPr>
        <p:spPr>
          <a:xfrm>
            <a:off x="990600" y="228600"/>
            <a:ext cx="9347200" cy="715962"/>
          </a:xfrm>
        </p:spPr>
        <p:txBody>
          <a:bodyPr/>
          <a:lstStyle/>
          <a:p>
            <a:r>
              <a:rPr lang="en-US" dirty="0">
                <a:solidFill>
                  <a:schemeClr val="accent2">
                    <a:lumMod val="75000"/>
                  </a:schemeClr>
                </a:solidFill>
                <a:latin typeface="Bahnschrift SemiCondensed" panose="020B0502040204020203" pitchFamily="34" charset="0"/>
              </a:rPr>
              <a:t>4. MỐI QUAN HỆ</a:t>
            </a:r>
          </a:p>
        </p:txBody>
      </p:sp>
      <p:sp>
        <p:nvSpPr>
          <p:cNvPr id="3" name="Content Placeholder 2">
            <a:extLst>
              <a:ext uri="{FF2B5EF4-FFF2-40B4-BE49-F238E27FC236}">
                <a16:creationId xmlns:a16="http://schemas.microsoft.com/office/drawing/2014/main" id="{77A89A16-E1B3-5F31-BB2C-543C559687B5}"/>
              </a:ext>
            </a:extLst>
          </p:cNvPr>
          <p:cNvSpPr>
            <a:spLocks noGrp="1"/>
          </p:cNvSpPr>
          <p:nvPr>
            <p:ph idx="1"/>
          </p:nvPr>
        </p:nvSpPr>
        <p:spPr>
          <a:xfrm>
            <a:off x="4648200" y="944562"/>
            <a:ext cx="7035800" cy="4553744"/>
          </a:xfrm>
        </p:spPr>
        <p:txBody>
          <a:bodyPr/>
          <a:lstStyle/>
          <a:p>
            <a:pPr algn="just">
              <a:lnSpc>
                <a:spcPct val="150000"/>
              </a:lnSpc>
            </a:pPr>
            <a:r>
              <a:rPr lang="en-US" sz="2400" dirty="0" err="1"/>
              <a:t>Chúng</a:t>
            </a:r>
            <a:r>
              <a:rPr lang="en-US" sz="2400" dirty="0"/>
              <a:t> ta </a:t>
            </a:r>
            <a:r>
              <a:rPr lang="en-US" sz="2400" dirty="0" err="1"/>
              <a:t>không</a:t>
            </a:r>
            <a:r>
              <a:rPr lang="en-US" sz="2400" dirty="0"/>
              <a:t> </a:t>
            </a:r>
            <a:r>
              <a:rPr lang="en-US" sz="2400" dirty="0" err="1"/>
              <a:t>thể</a:t>
            </a:r>
            <a:r>
              <a:rPr lang="en-US" sz="2400" dirty="0"/>
              <a:t> </a:t>
            </a:r>
            <a:r>
              <a:rPr lang="en-US" sz="2400" dirty="0" err="1"/>
              <a:t>phát</a:t>
            </a:r>
            <a:r>
              <a:rPr lang="en-US" sz="2400" dirty="0"/>
              <a:t> </a:t>
            </a:r>
            <a:r>
              <a:rPr lang="en-US" sz="2400" dirty="0" err="1"/>
              <a:t>triển</a:t>
            </a:r>
            <a:r>
              <a:rPr lang="en-US" sz="2400" dirty="0"/>
              <a:t> </a:t>
            </a:r>
            <a:r>
              <a:rPr lang="en-US" sz="2400" dirty="0" err="1"/>
              <a:t>một</a:t>
            </a:r>
            <a:r>
              <a:rPr lang="en-US" sz="2400" dirty="0"/>
              <a:t> </a:t>
            </a:r>
            <a:r>
              <a:rPr lang="en-US" sz="2400" dirty="0" err="1"/>
              <a:t>cách</a:t>
            </a:r>
            <a:r>
              <a:rPr lang="en-US" sz="2400" dirty="0"/>
              <a:t> </a:t>
            </a:r>
            <a:r>
              <a:rPr lang="en-US" sz="2400" dirty="0" err="1"/>
              <a:t>đơn</a:t>
            </a:r>
            <a:r>
              <a:rPr lang="en-US" sz="2400" dirty="0"/>
              <a:t> </a:t>
            </a:r>
            <a:r>
              <a:rPr lang="en-US" sz="2400" dirty="0" err="1"/>
              <a:t>độc</a:t>
            </a:r>
            <a:r>
              <a:rPr lang="en-US" sz="2400" dirty="0"/>
              <a:t>, </a:t>
            </a:r>
            <a:r>
              <a:rPr lang="en-US" sz="2400" dirty="0" err="1"/>
              <a:t>ngày</a:t>
            </a:r>
            <a:r>
              <a:rPr lang="en-US" sz="2400" dirty="0"/>
              <a:t> nay </a:t>
            </a:r>
            <a:r>
              <a:rPr lang="en-US" sz="2400" dirty="0" err="1"/>
              <a:t>là</a:t>
            </a:r>
            <a:r>
              <a:rPr lang="en-US" sz="2400" dirty="0"/>
              <a:t> </a:t>
            </a:r>
            <a:r>
              <a:rPr lang="en-US" sz="2400" dirty="0" err="1"/>
              <a:t>sự</a:t>
            </a:r>
            <a:r>
              <a:rPr lang="en-US" sz="2400" dirty="0"/>
              <a:t> </a:t>
            </a:r>
            <a:r>
              <a:rPr lang="en-US" sz="2400" dirty="0" err="1"/>
              <a:t>phát</a:t>
            </a:r>
            <a:r>
              <a:rPr lang="en-US" sz="2400" dirty="0"/>
              <a:t> </a:t>
            </a:r>
            <a:r>
              <a:rPr lang="en-US" sz="2400" dirty="0" err="1"/>
              <a:t>triển</a:t>
            </a:r>
            <a:r>
              <a:rPr lang="en-US" sz="2400" dirty="0"/>
              <a:t> </a:t>
            </a:r>
            <a:r>
              <a:rPr lang="en-US" sz="2400" dirty="0" err="1"/>
              <a:t>của</a:t>
            </a:r>
            <a:r>
              <a:rPr lang="en-US" sz="2400" dirty="0"/>
              <a:t> </a:t>
            </a:r>
            <a:r>
              <a:rPr lang="en-US" sz="2400" dirty="0" err="1"/>
              <a:t>kinh</a:t>
            </a:r>
            <a:r>
              <a:rPr lang="en-US" sz="2400" dirty="0"/>
              <a:t> </a:t>
            </a:r>
            <a:r>
              <a:rPr lang="en-US" sz="2400" dirty="0" err="1"/>
              <a:t>tế</a:t>
            </a:r>
            <a:r>
              <a:rPr lang="en-US" sz="2400" dirty="0"/>
              <a:t> </a:t>
            </a:r>
            <a:r>
              <a:rPr lang="en-US" sz="2400" dirty="0" err="1"/>
              <a:t>phẳng</a:t>
            </a:r>
            <a:r>
              <a:rPr lang="en-US" sz="2400" dirty="0"/>
              <a:t>, </a:t>
            </a:r>
            <a:r>
              <a:rPr lang="en-US" sz="2400" dirty="0" err="1"/>
              <a:t>xã</a:t>
            </a:r>
            <a:r>
              <a:rPr lang="en-US" sz="2400" dirty="0"/>
              <a:t> </a:t>
            </a:r>
            <a:r>
              <a:rPr lang="en-US" sz="2400" dirty="0" err="1"/>
              <a:t>hội</a:t>
            </a:r>
            <a:r>
              <a:rPr lang="en-US" sz="2400" dirty="0"/>
              <a:t> </a:t>
            </a:r>
            <a:r>
              <a:rPr lang="en-US" sz="2400" dirty="0" err="1"/>
              <a:t>phẳng</a:t>
            </a:r>
            <a:r>
              <a:rPr lang="en-US" sz="2400" dirty="0"/>
              <a:t>.</a:t>
            </a:r>
          </a:p>
          <a:p>
            <a:pPr algn="just">
              <a:lnSpc>
                <a:spcPct val="150000"/>
              </a:lnSpc>
            </a:pPr>
            <a:r>
              <a:rPr lang="en-US" sz="2400" dirty="0" err="1"/>
              <a:t>Tạo</a:t>
            </a:r>
            <a:r>
              <a:rPr lang="en-US" sz="2400" dirty="0"/>
              <a:t> </a:t>
            </a:r>
            <a:r>
              <a:rPr lang="en-US" sz="2400" dirty="0" err="1"/>
              <a:t>dựng</a:t>
            </a:r>
            <a:r>
              <a:rPr lang="en-US" sz="2400" dirty="0"/>
              <a:t> </a:t>
            </a:r>
            <a:r>
              <a:rPr lang="en-US" sz="2400" dirty="0" err="1"/>
              <a:t>và</a:t>
            </a:r>
            <a:r>
              <a:rPr lang="en-US" sz="2400" dirty="0"/>
              <a:t> </a:t>
            </a:r>
            <a:r>
              <a:rPr lang="en-US" sz="2400" dirty="0" err="1"/>
              <a:t>duy</a:t>
            </a:r>
            <a:r>
              <a:rPr lang="en-US" sz="2400" dirty="0"/>
              <a:t> </a:t>
            </a:r>
            <a:r>
              <a:rPr lang="en-US" sz="2400" dirty="0" err="1"/>
              <a:t>trì</a:t>
            </a:r>
            <a:r>
              <a:rPr lang="en-US" sz="2400" dirty="0"/>
              <a:t> </a:t>
            </a:r>
            <a:r>
              <a:rPr lang="en-US" sz="2400" dirty="0" err="1"/>
              <a:t>mối</a:t>
            </a:r>
            <a:r>
              <a:rPr lang="en-US" sz="2400" dirty="0"/>
              <a:t> </a:t>
            </a:r>
            <a:r>
              <a:rPr lang="en-US" sz="2400" dirty="0" err="1"/>
              <a:t>quan</a:t>
            </a:r>
            <a:r>
              <a:rPr lang="en-US" sz="2400" dirty="0"/>
              <a:t> </a:t>
            </a:r>
            <a:r>
              <a:rPr lang="en-US" sz="2400" dirty="0" err="1"/>
              <a:t>hệ</a:t>
            </a:r>
            <a:r>
              <a:rPr lang="en-US" sz="2400" dirty="0"/>
              <a:t> </a:t>
            </a:r>
            <a:r>
              <a:rPr lang="en-US" sz="2400" dirty="0" err="1"/>
              <a:t>tốt</a:t>
            </a:r>
            <a:r>
              <a:rPr lang="en-US" sz="2400" dirty="0"/>
              <a:t> </a:t>
            </a:r>
            <a:r>
              <a:rPr lang="en-US" sz="2400" dirty="0" err="1"/>
              <a:t>với</a:t>
            </a:r>
            <a:r>
              <a:rPr lang="en-US" sz="2400" dirty="0"/>
              <a:t> </a:t>
            </a:r>
            <a:r>
              <a:rPr lang="en-US" sz="2400" dirty="0" err="1"/>
              <a:t>đối</a:t>
            </a:r>
            <a:r>
              <a:rPr lang="en-US" sz="2400" dirty="0"/>
              <a:t> </a:t>
            </a:r>
            <a:r>
              <a:rPr lang="en-US" sz="2400" dirty="0" err="1"/>
              <a:t>tác</a:t>
            </a:r>
            <a:r>
              <a:rPr lang="en-US" sz="2400" dirty="0"/>
              <a:t>, </a:t>
            </a:r>
            <a:r>
              <a:rPr lang="en-US" sz="2400" dirty="0" err="1"/>
              <a:t>nhà</a:t>
            </a:r>
            <a:r>
              <a:rPr lang="en-US" sz="2400" dirty="0"/>
              <a:t> </a:t>
            </a:r>
            <a:r>
              <a:rPr lang="en-US" sz="2400" dirty="0" err="1"/>
              <a:t>cung</a:t>
            </a:r>
            <a:r>
              <a:rPr lang="en-US" sz="2400" dirty="0"/>
              <a:t> </a:t>
            </a:r>
            <a:r>
              <a:rPr lang="en-US" sz="2400" dirty="0" err="1"/>
              <a:t>cấp</a:t>
            </a:r>
            <a:r>
              <a:rPr lang="en-US" sz="2400" dirty="0"/>
              <a:t> </a:t>
            </a:r>
            <a:r>
              <a:rPr lang="en-US" sz="2400" dirty="0" err="1"/>
              <a:t>và</a:t>
            </a:r>
            <a:r>
              <a:rPr lang="en-US" sz="2400" dirty="0"/>
              <a:t> </a:t>
            </a:r>
            <a:r>
              <a:rPr lang="en-US" sz="2400" dirty="0" err="1"/>
              <a:t>khách</a:t>
            </a:r>
            <a:r>
              <a:rPr lang="en-US" sz="2400" dirty="0"/>
              <a:t> </a:t>
            </a:r>
            <a:r>
              <a:rPr lang="en-US" sz="2400" dirty="0" err="1"/>
              <a:t>hàng</a:t>
            </a:r>
            <a:r>
              <a:rPr lang="en-US" sz="2400" dirty="0"/>
              <a:t>… </a:t>
            </a:r>
            <a:r>
              <a:rPr lang="en-US" sz="2400" dirty="0" err="1"/>
              <a:t>một</a:t>
            </a:r>
            <a:r>
              <a:rPr lang="en-US" sz="2400" dirty="0"/>
              <a:t> </a:t>
            </a:r>
            <a:r>
              <a:rPr lang="en-US" sz="2400" dirty="0" err="1"/>
              <a:t>cách</a:t>
            </a:r>
            <a:r>
              <a:rPr lang="en-US" sz="2400" dirty="0"/>
              <a:t> </a:t>
            </a:r>
            <a:r>
              <a:rPr lang="en-US" sz="2400" dirty="0" err="1"/>
              <a:t>đa</a:t>
            </a:r>
            <a:r>
              <a:rPr lang="en-US" sz="2400" dirty="0"/>
              <a:t> </a:t>
            </a:r>
            <a:r>
              <a:rPr lang="en-US" sz="2400" dirty="0" err="1"/>
              <a:t>chiều</a:t>
            </a:r>
            <a:r>
              <a:rPr lang="en-US" sz="2400" dirty="0"/>
              <a:t>.</a:t>
            </a:r>
          </a:p>
          <a:p>
            <a:pPr algn="just">
              <a:lnSpc>
                <a:spcPct val="150000"/>
              </a:lnSpc>
            </a:pPr>
            <a:r>
              <a:rPr lang="en-US" sz="2400" dirty="0" err="1"/>
              <a:t>Xây</a:t>
            </a:r>
            <a:r>
              <a:rPr lang="en-US" sz="2400" dirty="0"/>
              <a:t> </a:t>
            </a:r>
            <a:r>
              <a:rPr lang="en-US" sz="2400" dirty="0" err="1"/>
              <a:t>dựng</a:t>
            </a:r>
            <a:r>
              <a:rPr lang="en-US" sz="2400" dirty="0"/>
              <a:t> </a:t>
            </a:r>
            <a:r>
              <a:rPr lang="en-US" sz="2400" dirty="0" err="1"/>
              <a:t>mối</a:t>
            </a:r>
            <a:r>
              <a:rPr lang="en-US" sz="2400" dirty="0"/>
              <a:t> </a:t>
            </a:r>
            <a:r>
              <a:rPr lang="en-US" sz="2400" dirty="0" err="1"/>
              <a:t>quan</a:t>
            </a:r>
            <a:r>
              <a:rPr lang="en-US" sz="2400" dirty="0"/>
              <a:t> </a:t>
            </a:r>
            <a:r>
              <a:rPr lang="en-US" sz="2400" dirty="0" err="1"/>
              <a:t>hệ</a:t>
            </a:r>
            <a:r>
              <a:rPr lang="en-US" sz="2400" dirty="0"/>
              <a:t> </a:t>
            </a:r>
            <a:r>
              <a:rPr lang="en-US" sz="2400" dirty="0" err="1"/>
              <a:t>đã</a:t>
            </a:r>
            <a:r>
              <a:rPr lang="en-US" sz="2400" dirty="0"/>
              <a:t> </a:t>
            </a:r>
            <a:r>
              <a:rPr lang="en-US" sz="2400" dirty="0" err="1"/>
              <a:t>khó</a:t>
            </a:r>
            <a:r>
              <a:rPr lang="en-US" sz="2400" dirty="0"/>
              <a:t>, </a:t>
            </a:r>
            <a:r>
              <a:rPr lang="en-US" sz="2400" dirty="0" err="1"/>
              <a:t>nhưng</a:t>
            </a:r>
            <a:r>
              <a:rPr lang="en-US" sz="2400" dirty="0"/>
              <a:t> </a:t>
            </a:r>
            <a:r>
              <a:rPr lang="en-US" sz="2400" dirty="0" err="1"/>
              <a:t>vận</a:t>
            </a:r>
            <a:r>
              <a:rPr lang="en-US" sz="2400" dirty="0"/>
              <a:t> </a:t>
            </a:r>
            <a:r>
              <a:rPr lang="en-US" sz="2400" dirty="0" err="1"/>
              <a:t>hành</a:t>
            </a:r>
            <a:r>
              <a:rPr lang="en-US" sz="2400" dirty="0"/>
              <a:t> </a:t>
            </a:r>
            <a:r>
              <a:rPr lang="en-US" sz="2400" dirty="0" err="1"/>
              <a:t>bền</a:t>
            </a:r>
            <a:r>
              <a:rPr lang="en-US" sz="2400" dirty="0"/>
              <a:t> </a:t>
            </a:r>
            <a:r>
              <a:rPr lang="en-US" sz="2400" dirty="0" err="1"/>
              <a:t>chặt</a:t>
            </a:r>
            <a:r>
              <a:rPr lang="en-US" sz="2400" dirty="0"/>
              <a:t> </a:t>
            </a:r>
            <a:r>
              <a:rPr lang="en-US" sz="2400" dirty="0" err="1"/>
              <a:t>mối</a:t>
            </a:r>
            <a:r>
              <a:rPr lang="en-US" sz="2400" dirty="0"/>
              <a:t> </a:t>
            </a:r>
            <a:r>
              <a:rPr lang="en-US" sz="2400" dirty="0" err="1"/>
              <a:t>quan</a:t>
            </a:r>
            <a:r>
              <a:rPr lang="en-US" sz="2400" dirty="0"/>
              <a:t> </a:t>
            </a:r>
            <a:r>
              <a:rPr lang="en-US" sz="2400" dirty="0" err="1"/>
              <a:t>hệ</a:t>
            </a:r>
            <a:r>
              <a:rPr lang="en-US" sz="2400" dirty="0"/>
              <a:t> </a:t>
            </a:r>
            <a:r>
              <a:rPr lang="en-US" sz="2400" dirty="0" err="1"/>
              <a:t>còn</a:t>
            </a:r>
            <a:r>
              <a:rPr lang="en-US" sz="2400" dirty="0"/>
              <a:t> </a:t>
            </a:r>
            <a:r>
              <a:rPr lang="en-US" sz="2400" dirty="0" err="1"/>
              <a:t>khó</a:t>
            </a:r>
            <a:r>
              <a:rPr lang="en-US" sz="2400" dirty="0"/>
              <a:t> </a:t>
            </a:r>
            <a:r>
              <a:rPr lang="en-US" sz="2400" dirty="0" err="1"/>
              <a:t>hơn</a:t>
            </a:r>
            <a:r>
              <a:rPr lang="en-US" sz="2400" dirty="0"/>
              <a:t>. </a:t>
            </a:r>
            <a:r>
              <a:rPr lang="en-US" sz="2400" dirty="0" err="1"/>
              <a:t>Chính</a:t>
            </a:r>
            <a:r>
              <a:rPr lang="en-US" sz="2400" dirty="0"/>
              <a:t> </a:t>
            </a:r>
            <a:r>
              <a:rPr lang="en-US" sz="2400" dirty="0" err="1"/>
              <a:t>vì</a:t>
            </a:r>
            <a:r>
              <a:rPr lang="en-US" sz="2400" dirty="0"/>
              <a:t> </a:t>
            </a:r>
            <a:r>
              <a:rPr lang="en-US" sz="2400" dirty="0" err="1"/>
              <a:t>vậy</a:t>
            </a:r>
            <a:r>
              <a:rPr lang="en-US" sz="2400" dirty="0"/>
              <a:t> </a:t>
            </a:r>
            <a:r>
              <a:rPr lang="en-US" sz="2400" dirty="0" err="1"/>
              <a:t>yêu</a:t>
            </a:r>
            <a:r>
              <a:rPr lang="en-US" sz="2400" dirty="0"/>
              <a:t> </a:t>
            </a:r>
            <a:r>
              <a:rPr lang="en-US" sz="2400" dirty="0" err="1"/>
              <a:t>cầu</a:t>
            </a:r>
            <a:r>
              <a:rPr lang="en-US" sz="2400" dirty="0"/>
              <a:t> </a:t>
            </a:r>
            <a:r>
              <a:rPr lang="en-US" sz="2400" dirty="0" err="1"/>
              <a:t>doanh</a:t>
            </a:r>
            <a:r>
              <a:rPr lang="en-US" sz="2400" dirty="0"/>
              <a:t> </a:t>
            </a:r>
            <a:r>
              <a:rPr lang="en-US" sz="2400" dirty="0" err="1"/>
              <a:t>nghiệp</a:t>
            </a:r>
            <a:r>
              <a:rPr lang="en-US" sz="2400" dirty="0"/>
              <a:t> </a:t>
            </a:r>
            <a:r>
              <a:rPr lang="en-US" sz="2400" dirty="0" err="1"/>
              <a:t>luôn</a:t>
            </a:r>
            <a:r>
              <a:rPr lang="en-US" sz="2400" dirty="0"/>
              <a:t> </a:t>
            </a:r>
            <a:r>
              <a:rPr lang="en-US" sz="2400" dirty="0" err="1"/>
              <a:t>phải</a:t>
            </a:r>
            <a:r>
              <a:rPr lang="en-US" sz="2400" dirty="0"/>
              <a:t> </a:t>
            </a:r>
            <a:r>
              <a:rPr lang="en-US" sz="2400" dirty="0" err="1"/>
              <a:t>đầu</a:t>
            </a:r>
            <a:r>
              <a:rPr lang="en-US" sz="2400" dirty="0"/>
              <a:t> </a:t>
            </a:r>
            <a:r>
              <a:rPr lang="en-US" sz="2400" dirty="0" err="1"/>
              <a:t>tư</a:t>
            </a:r>
            <a:r>
              <a:rPr lang="en-US" sz="2400" dirty="0"/>
              <a:t> </a:t>
            </a:r>
            <a:r>
              <a:rPr lang="en-US" sz="2400" dirty="0" err="1"/>
              <a:t>về</a:t>
            </a:r>
            <a:r>
              <a:rPr lang="en-US" sz="2400" dirty="0"/>
              <a:t> </a:t>
            </a:r>
            <a:r>
              <a:rPr lang="en-US" sz="2400" dirty="0" err="1"/>
              <a:t>cả</a:t>
            </a:r>
            <a:r>
              <a:rPr lang="en-US" sz="2400" dirty="0"/>
              <a:t> </a:t>
            </a:r>
            <a:r>
              <a:rPr lang="en-US" sz="2400" dirty="0" err="1"/>
              <a:t>vật</a:t>
            </a:r>
            <a:r>
              <a:rPr lang="en-US" sz="2400" dirty="0"/>
              <a:t> </a:t>
            </a:r>
            <a:r>
              <a:rPr lang="en-US" sz="2400" dirty="0" err="1"/>
              <a:t>chất</a:t>
            </a:r>
            <a:r>
              <a:rPr lang="en-US" sz="2400" dirty="0"/>
              <a:t> </a:t>
            </a:r>
            <a:r>
              <a:rPr lang="en-US" sz="2400" dirty="0" err="1"/>
              <a:t>và</a:t>
            </a:r>
            <a:r>
              <a:rPr lang="en-US" sz="2400" dirty="0"/>
              <a:t> phi </a:t>
            </a:r>
            <a:r>
              <a:rPr lang="en-US" sz="2400" dirty="0" err="1"/>
              <a:t>vật</a:t>
            </a:r>
            <a:r>
              <a:rPr lang="en-US" sz="2400" dirty="0"/>
              <a:t> </a:t>
            </a:r>
            <a:r>
              <a:rPr lang="en-US" sz="2400" dirty="0" err="1"/>
              <a:t>chất</a:t>
            </a:r>
            <a:r>
              <a:rPr lang="en-US" sz="2400" dirty="0"/>
              <a:t>.</a:t>
            </a:r>
          </a:p>
          <a:p>
            <a:pPr algn="just">
              <a:lnSpc>
                <a:spcPct val="150000"/>
              </a:lnSpc>
            </a:pPr>
            <a:endParaRPr lang="en-US" sz="2400" dirty="0"/>
          </a:p>
          <a:p>
            <a:pPr algn="just">
              <a:lnSpc>
                <a:spcPct val="150000"/>
              </a:lnSpc>
            </a:pPr>
            <a:endParaRPr lang="en-US" sz="2400" dirty="0"/>
          </a:p>
        </p:txBody>
      </p:sp>
      <p:pic>
        <p:nvPicPr>
          <p:cNvPr id="45058" name="Picture 2" descr="4 bí quyết xây dựng mối quan hệ tốt với khách hàng">
            <a:extLst>
              <a:ext uri="{FF2B5EF4-FFF2-40B4-BE49-F238E27FC236}">
                <a16:creationId xmlns:a16="http://schemas.microsoft.com/office/drawing/2014/main" id="{28AFA89E-2C00-7177-0DBC-4BD628AD5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197893"/>
            <a:ext cx="4953716" cy="3300413"/>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897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723E867D-3329-5420-CA61-68FF8722B098}"/>
              </a:ext>
            </a:extLst>
          </p:cNvPr>
          <p:cNvSpPr>
            <a:spLocks noGrp="1"/>
          </p:cNvSpPr>
          <p:nvPr>
            <p:ph type="title"/>
          </p:nvPr>
        </p:nvSpPr>
        <p:spPr>
          <a:xfrm>
            <a:off x="914400" y="228600"/>
            <a:ext cx="9347200" cy="715962"/>
          </a:xfrm>
        </p:spPr>
        <p:txBody>
          <a:bodyPr/>
          <a:lstStyle/>
          <a:p>
            <a:r>
              <a:rPr lang="en-US" altLang="en-US" dirty="0">
                <a:solidFill>
                  <a:schemeClr val="accent2">
                    <a:lumMod val="75000"/>
                  </a:schemeClr>
                </a:solidFill>
                <a:latin typeface="Bahnschrift SemiCondensed" panose="020B0502040204020203" pitchFamily="34" charset="0"/>
              </a:rPr>
              <a:t>5. THÔNG LỆ ĐẠO ĐỨC</a:t>
            </a:r>
          </a:p>
        </p:txBody>
      </p:sp>
      <p:sp>
        <p:nvSpPr>
          <p:cNvPr id="3" name="Content Placeholder 2">
            <a:extLst>
              <a:ext uri="{FF2B5EF4-FFF2-40B4-BE49-F238E27FC236}">
                <a16:creationId xmlns:a16="http://schemas.microsoft.com/office/drawing/2014/main" id="{CEB5E485-D6FB-6709-B288-8C9E1B8C53D7}"/>
              </a:ext>
            </a:extLst>
          </p:cNvPr>
          <p:cNvSpPr>
            <a:spLocks noGrp="1"/>
          </p:cNvSpPr>
          <p:nvPr>
            <p:ph idx="1"/>
          </p:nvPr>
        </p:nvSpPr>
        <p:spPr>
          <a:xfrm>
            <a:off x="609600" y="1658215"/>
            <a:ext cx="5486400" cy="3200400"/>
          </a:xfrm>
        </p:spPr>
        <p:txBody>
          <a:bodyPr/>
          <a:lstStyle/>
          <a:p>
            <a:pPr algn="just"/>
            <a:r>
              <a:rPr lang="en-US" altLang="en-US" sz="2000" dirty="0" err="1"/>
              <a:t>Nơi</a:t>
            </a:r>
            <a:r>
              <a:rPr lang="en-US" altLang="en-US" sz="2000" dirty="0"/>
              <a:t> </a:t>
            </a:r>
            <a:r>
              <a:rPr lang="en-US" altLang="en-US" sz="2000" dirty="0" err="1"/>
              <a:t>nào</a:t>
            </a:r>
            <a:r>
              <a:rPr lang="en-US" altLang="en-US" sz="2000" dirty="0"/>
              <a:t> </a:t>
            </a:r>
            <a:r>
              <a:rPr lang="en-US" altLang="en-US" sz="2000" dirty="0" err="1"/>
              <a:t>có</a:t>
            </a:r>
            <a:r>
              <a:rPr lang="en-US" altLang="en-US" sz="2000" dirty="0"/>
              <a:t> </a:t>
            </a:r>
            <a:r>
              <a:rPr lang="en-US" altLang="en-US" sz="2000" dirty="0" err="1"/>
              <a:t>lợi</a:t>
            </a:r>
            <a:r>
              <a:rPr lang="en-US" altLang="en-US" sz="2000" dirty="0"/>
              <a:t> </a:t>
            </a:r>
            <a:r>
              <a:rPr lang="en-US" altLang="en-US" sz="2000" dirty="0" err="1"/>
              <a:t>nhuận</a:t>
            </a:r>
            <a:r>
              <a:rPr lang="en-US" altLang="en-US" sz="2000" dirty="0"/>
              <a:t> </a:t>
            </a:r>
            <a:r>
              <a:rPr lang="en-US" altLang="en-US" sz="2000" dirty="0" err="1"/>
              <a:t>nơi</a:t>
            </a:r>
            <a:r>
              <a:rPr lang="en-US" altLang="en-US" sz="2000" dirty="0"/>
              <a:t> </a:t>
            </a:r>
            <a:r>
              <a:rPr lang="en-US" altLang="en-US" sz="2000" dirty="0" err="1"/>
              <a:t>đó</a:t>
            </a:r>
            <a:r>
              <a:rPr lang="en-US" altLang="en-US" sz="2000" dirty="0"/>
              <a:t> </a:t>
            </a:r>
            <a:r>
              <a:rPr lang="en-US" altLang="en-US" sz="2000" dirty="0" err="1"/>
              <a:t>có</a:t>
            </a:r>
            <a:r>
              <a:rPr lang="en-US" altLang="en-US" sz="2000" dirty="0"/>
              <a:t> </a:t>
            </a:r>
            <a:r>
              <a:rPr lang="en-US" altLang="en-US" sz="2000" dirty="0" err="1"/>
              <a:t>thói</a:t>
            </a:r>
            <a:r>
              <a:rPr lang="en-US" altLang="en-US" sz="2000" dirty="0"/>
              <a:t> </a:t>
            </a:r>
            <a:r>
              <a:rPr lang="en-US" altLang="en-US" sz="2000" dirty="0" err="1"/>
              <a:t>xấu</a:t>
            </a:r>
            <a:r>
              <a:rPr lang="en-US" altLang="en-US" sz="2000" dirty="0"/>
              <a:t> </a:t>
            </a:r>
            <a:r>
              <a:rPr lang="en-US" altLang="en-US" sz="2000" dirty="0" err="1"/>
              <a:t>về</a:t>
            </a:r>
            <a:r>
              <a:rPr lang="en-US" altLang="en-US" sz="2000" dirty="0"/>
              <a:t> </a:t>
            </a:r>
            <a:r>
              <a:rPr lang="en-US" altLang="en-US" sz="2000" dirty="0" err="1"/>
              <a:t>đạo</a:t>
            </a:r>
            <a:r>
              <a:rPr lang="en-US" altLang="en-US" sz="2000" dirty="0"/>
              <a:t> </a:t>
            </a:r>
            <a:r>
              <a:rPr lang="en-US" altLang="en-US" sz="2000" dirty="0" err="1"/>
              <a:t>đức</a:t>
            </a:r>
            <a:r>
              <a:rPr lang="en-US" altLang="en-US" sz="2000" dirty="0"/>
              <a:t> </a:t>
            </a:r>
            <a:r>
              <a:rPr lang="en-US" altLang="en-US" sz="2000" dirty="0" err="1"/>
              <a:t>nhưng</a:t>
            </a:r>
            <a:r>
              <a:rPr lang="en-US" altLang="en-US" sz="2000" dirty="0"/>
              <a:t> </a:t>
            </a:r>
            <a:r>
              <a:rPr lang="en-US" altLang="en-US" sz="2000" dirty="0" err="1"/>
              <a:t>đại</a:t>
            </a:r>
            <a:r>
              <a:rPr lang="en-US" altLang="en-US" sz="2000" dirty="0"/>
              <a:t> </a:t>
            </a:r>
            <a:r>
              <a:rPr lang="en-US" altLang="en-US" sz="2000" dirty="0" err="1"/>
              <a:t>đa</a:t>
            </a:r>
            <a:r>
              <a:rPr lang="en-US" altLang="en-US" sz="2000" dirty="0"/>
              <a:t> </a:t>
            </a:r>
            <a:r>
              <a:rPr lang="en-US" altLang="en-US" sz="2000" dirty="0" err="1"/>
              <a:t>số</a:t>
            </a:r>
            <a:r>
              <a:rPr lang="en-US" altLang="en-US" sz="2000" dirty="0"/>
              <a:t> </a:t>
            </a:r>
            <a:r>
              <a:rPr lang="en-US" altLang="en-US" sz="2000" dirty="0" err="1"/>
              <a:t>vẫn</a:t>
            </a:r>
            <a:r>
              <a:rPr lang="en-US" altLang="en-US" sz="2000" dirty="0"/>
              <a:t> </a:t>
            </a:r>
            <a:r>
              <a:rPr lang="en-US" altLang="en-US" sz="2000" dirty="0" err="1"/>
              <a:t>là</a:t>
            </a:r>
            <a:r>
              <a:rPr lang="en-US" altLang="en-US" sz="2000" dirty="0"/>
              <a:t> </a:t>
            </a:r>
            <a:r>
              <a:rPr lang="en-US" altLang="en-US" sz="2000" dirty="0" err="1"/>
              <a:t>lòng</a:t>
            </a:r>
            <a:r>
              <a:rPr lang="en-US" altLang="en-US" sz="2000" dirty="0"/>
              <a:t> </a:t>
            </a:r>
            <a:r>
              <a:rPr lang="en-US" altLang="en-US" sz="2000" dirty="0" err="1"/>
              <a:t>trung</a:t>
            </a:r>
            <a:r>
              <a:rPr lang="en-US" altLang="en-US" sz="2000" dirty="0"/>
              <a:t> </a:t>
            </a:r>
            <a:r>
              <a:rPr lang="en-US" altLang="en-US" sz="2000" dirty="0" err="1"/>
              <a:t>thực</a:t>
            </a:r>
            <a:r>
              <a:rPr lang="en-US" altLang="en-US" sz="2000" dirty="0"/>
              <a:t>.</a:t>
            </a:r>
          </a:p>
          <a:p>
            <a:pPr algn="just"/>
            <a:r>
              <a:rPr lang="en-US" altLang="en-US" sz="2000" dirty="0" err="1"/>
              <a:t>Là</a:t>
            </a:r>
            <a:r>
              <a:rPr lang="en-US" altLang="en-US" sz="2000" dirty="0"/>
              <a:t> </a:t>
            </a:r>
            <a:r>
              <a:rPr lang="en-US" altLang="en-US" sz="2000" dirty="0" err="1"/>
              <a:t>nhà</a:t>
            </a:r>
            <a:r>
              <a:rPr lang="en-US" altLang="en-US" sz="2000" dirty="0"/>
              <a:t> </a:t>
            </a:r>
            <a:r>
              <a:rPr lang="en-US" altLang="en-US" sz="2000" dirty="0" err="1"/>
              <a:t>quản</a:t>
            </a:r>
            <a:r>
              <a:rPr lang="en-US" altLang="en-US" sz="2000" dirty="0"/>
              <a:t> </a:t>
            </a:r>
            <a:r>
              <a:rPr lang="en-US" altLang="en-US" sz="2000" dirty="0" err="1"/>
              <a:t>trị</a:t>
            </a:r>
            <a:r>
              <a:rPr lang="en-US" altLang="en-US" sz="2000" dirty="0"/>
              <a:t> </a:t>
            </a:r>
            <a:r>
              <a:rPr lang="en-US" altLang="en-US" sz="2000" dirty="0" err="1"/>
              <a:t>luôn</a:t>
            </a:r>
            <a:r>
              <a:rPr lang="en-US" altLang="en-US" sz="2000" dirty="0"/>
              <a:t> </a:t>
            </a:r>
            <a:r>
              <a:rPr lang="en-US" altLang="en-US" sz="2000" dirty="0" err="1"/>
              <a:t>cần</a:t>
            </a:r>
            <a:r>
              <a:rPr lang="en-US" altLang="en-US" sz="2000" dirty="0"/>
              <a:t> </a:t>
            </a:r>
            <a:r>
              <a:rPr lang="en-US" altLang="en-US" sz="2000" dirty="0" err="1"/>
              <a:t>lòng</a:t>
            </a:r>
            <a:r>
              <a:rPr lang="en-US" altLang="en-US" sz="2000" dirty="0"/>
              <a:t> </a:t>
            </a:r>
            <a:r>
              <a:rPr lang="en-US" altLang="en-US" sz="2000" dirty="0" err="1"/>
              <a:t>trung</a:t>
            </a:r>
            <a:r>
              <a:rPr lang="en-US" altLang="en-US" sz="2000" dirty="0"/>
              <a:t> </a:t>
            </a:r>
            <a:r>
              <a:rPr lang="en-US" altLang="en-US" sz="2000" dirty="0" err="1"/>
              <a:t>thực</a:t>
            </a:r>
            <a:r>
              <a:rPr lang="en-US" altLang="en-US" sz="2000" dirty="0"/>
              <a:t> </a:t>
            </a:r>
            <a:r>
              <a:rPr lang="en-US" altLang="en-US" sz="2000" dirty="0" err="1"/>
              <a:t>để</a:t>
            </a:r>
            <a:r>
              <a:rPr lang="en-US" altLang="en-US" sz="2000" dirty="0"/>
              <a:t> </a:t>
            </a:r>
            <a:r>
              <a:rPr lang="en-US" altLang="en-US" sz="2000" dirty="0" err="1"/>
              <a:t>xây</a:t>
            </a:r>
            <a:r>
              <a:rPr lang="en-US" altLang="en-US" sz="2000" dirty="0"/>
              <a:t> </a:t>
            </a:r>
            <a:r>
              <a:rPr lang="en-US" altLang="en-US" sz="2000" dirty="0" err="1"/>
              <a:t>dựng</a:t>
            </a:r>
            <a:r>
              <a:rPr lang="en-US" altLang="en-US" sz="2000" dirty="0"/>
              <a:t> </a:t>
            </a:r>
            <a:r>
              <a:rPr lang="en-US" altLang="en-US" sz="2000" dirty="0" err="1"/>
              <a:t>một</a:t>
            </a:r>
            <a:r>
              <a:rPr lang="en-US" altLang="en-US" sz="2000" dirty="0"/>
              <a:t> </a:t>
            </a:r>
            <a:r>
              <a:rPr lang="en-US" altLang="en-US" sz="2000" dirty="0" err="1"/>
              <a:t>doanh</a:t>
            </a:r>
            <a:r>
              <a:rPr lang="en-US" altLang="en-US" sz="2000" dirty="0"/>
              <a:t> </a:t>
            </a:r>
            <a:r>
              <a:rPr lang="en-US" altLang="en-US" sz="2000" dirty="0" err="1"/>
              <a:t>nghiệp</a:t>
            </a:r>
            <a:r>
              <a:rPr lang="en-US" altLang="en-US" sz="2000" dirty="0"/>
              <a:t> </a:t>
            </a:r>
            <a:r>
              <a:rPr lang="en-US" altLang="en-US" sz="2000" dirty="0" err="1"/>
              <a:t>trung</a:t>
            </a:r>
            <a:r>
              <a:rPr lang="en-US" altLang="en-US" sz="2000" dirty="0"/>
              <a:t> </a:t>
            </a:r>
            <a:r>
              <a:rPr lang="en-US" altLang="en-US" sz="2000" dirty="0" err="1"/>
              <a:t>thực</a:t>
            </a:r>
            <a:endParaRPr lang="en-US" altLang="en-US" sz="2000" dirty="0"/>
          </a:p>
          <a:p>
            <a:pPr algn="just"/>
            <a:r>
              <a:rPr lang="en-US" altLang="en-US" sz="2000" dirty="0" err="1"/>
              <a:t>Trung</a:t>
            </a:r>
            <a:r>
              <a:rPr lang="en-US" altLang="en-US" sz="2000" dirty="0"/>
              <a:t> </a:t>
            </a:r>
            <a:r>
              <a:rPr lang="en-US" altLang="en-US" sz="2000" dirty="0" err="1"/>
              <a:t>thực</a:t>
            </a:r>
            <a:r>
              <a:rPr lang="en-US" altLang="en-US" sz="2000" dirty="0"/>
              <a:t> </a:t>
            </a:r>
            <a:r>
              <a:rPr lang="en-US" altLang="en-US" sz="2000" dirty="0" err="1"/>
              <a:t>nguyên</a:t>
            </a:r>
            <a:r>
              <a:rPr lang="en-US" altLang="en-US" sz="2000" dirty="0"/>
              <a:t> </a:t>
            </a:r>
            <a:r>
              <a:rPr lang="en-US" altLang="en-US" sz="2000" dirty="0" err="1"/>
              <a:t>tắc</a:t>
            </a:r>
            <a:r>
              <a:rPr lang="en-US" altLang="en-US" sz="2000" dirty="0"/>
              <a:t> </a:t>
            </a:r>
            <a:r>
              <a:rPr lang="en-US" altLang="en-US" sz="2000" dirty="0" err="1"/>
              <a:t>căn</a:t>
            </a:r>
            <a:r>
              <a:rPr lang="en-US" altLang="en-US" sz="2000" dirty="0"/>
              <a:t> </a:t>
            </a:r>
            <a:r>
              <a:rPr lang="en-US" altLang="en-US" sz="2000" dirty="0" err="1"/>
              <a:t>bản</a:t>
            </a:r>
            <a:r>
              <a:rPr lang="en-US" altLang="en-US" sz="2000" dirty="0"/>
              <a:t> </a:t>
            </a:r>
            <a:r>
              <a:rPr lang="en-US" altLang="en-US" sz="2000" dirty="0" err="1"/>
              <a:t>trong</a:t>
            </a:r>
            <a:r>
              <a:rPr lang="en-US" altLang="en-US" sz="2000" dirty="0"/>
              <a:t> </a:t>
            </a:r>
            <a:r>
              <a:rPr lang="en-US" altLang="en-US" sz="2000" dirty="0" err="1"/>
              <a:t>kinh</a:t>
            </a:r>
            <a:r>
              <a:rPr lang="en-US" altLang="en-US" sz="2000" dirty="0"/>
              <a:t> </a:t>
            </a:r>
            <a:r>
              <a:rPr lang="en-US" altLang="en-US" sz="2000" dirty="0" err="1"/>
              <a:t>doanh</a:t>
            </a:r>
            <a:r>
              <a:rPr lang="en-US" altLang="en-US" sz="2000" dirty="0"/>
              <a:t>, </a:t>
            </a:r>
            <a:r>
              <a:rPr lang="en-US" altLang="en-US" sz="2000" dirty="0" err="1"/>
              <a:t>việc</a:t>
            </a:r>
            <a:r>
              <a:rPr lang="en-US" altLang="en-US" sz="2000" dirty="0"/>
              <a:t> </a:t>
            </a:r>
            <a:r>
              <a:rPr lang="en-US" altLang="en-US" sz="2000" dirty="0" err="1"/>
              <a:t>thiếu</a:t>
            </a:r>
            <a:r>
              <a:rPr lang="en-US" altLang="en-US" sz="2000" dirty="0"/>
              <a:t> </a:t>
            </a:r>
            <a:r>
              <a:rPr lang="en-US" altLang="en-US" sz="2000" dirty="0" err="1"/>
              <a:t>trung</a:t>
            </a:r>
            <a:r>
              <a:rPr lang="en-US" altLang="en-US" sz="2000" dirty="0"/>
              <a:t> </a:t>
            </a:r>
            <a:r>
              <a:rPr lang="en-US" altLang="en-US" sz="2000" dirty="0" err="1"/>
              <a:t>thực</a:t>
            </a:r>
            <a:r>
              <a:rPr lang="en-US" altLang="en-US" sz="2000" dirty="0"/>
              <a:t> </a:t>
            </a:r>
            <a:r>
              <a:rPr lang="en-US" altLang="en-US" sz="2000" dirty="0" err="1"/>
              <a:t>sẽ</a:t>
            </a:r>
            <a:r>
              <a:rPr lang="en-US" altLang="en-US" sz="2000" dirty="0"/>
              <a:t> </a:t>
            </a:r>
            <a:r>
              <a:rPr lang="en-US" altLang="en-US" sz="2000" dirty="0" err="1"/>
              <a:t>phá</a:t>
            </a:r>
            <a:r>
              <a:rPr lang="en-US" altLang="en-US" sz="2000" dirty="0"/>
              <a:t> </a:t>
            </a:r>
            <a:r>
              <a:rPr lang="en-US" altLang="en-US" sz="2000" dirty="0" err="1"/>
              <a:t>hủy</a:t>
            </a:r>
            <a:r>
              <a:rPr lang="en-US" altLang="en-US" sz="2000" dirty="0"/>
              <a:t> </a:t>
            </a:r>
            <a:r>
              <a:rPr lang="en-US" altLang="en-US" sz="2000" dirty="0" err="1"/>
              <a:t>mối</a:t>
            </a:r>
            <a:r>
              <a:rPr lang="en-US" altLang="en-US" sz="2000" dirty="0"/>
              <a:t> </a:t>
            </a:r>
            <a:r>
              <a:rPr lang="en-US" altLang="en-US" sz="2000" dirty="0" err="1"/>
              <a:t>quan</a:t>
            </a:r>
            <a:r>
              <a:rPr lang="en-US" altLang="en-US" sz="2000" dirty="0"/>
              <a:t> </a:t>
            </a:r>
            <a:r>
              <a:rPr lang="en-US" altLang="en-US" sz="2000" dirty="0" err="1"/>
              <a:t>hệ</a:t>
            </a:r>
            <a:r>
              <a:rPr lang="en-US" altLang="en-US" sz="2000" dirty="0"/>
              <a:t> </a:t>
            </a:r>
            <a:r>
              <a:rPr lang="en-US" altLang="en-US" sz="2000" dirty="0" err="1"/>
              <a:t>với</a:t>
            </a:r>
            <a:r>
              <a:rPr lang="en-US" altLang="en-US" sz="2000" dirty="0"/>
              <a:t> </a:t>
            </a:r>
            <a:r>
              <a:rPr lang="en-US" altLang="en-US" sz="2000" dirty="0" err="1"/>
              <a:t>khách</a:t>
            </a:r>
            <a:r>
              <a:rPr lang="en-US" altLang="en-US" sz="2000" dirty="0"/>
              <a:t> </a:t>
            </a:r>
            <a:r>
              <a:rPr lang="en-US" altLang="en-US" sz="2000" dirty="0" err="1"/>
              <a:t>hàng</a:t>
            </a:r>
            <a:r>
              <a:rPr lang="en-US" altLang="en-US" sz="2000" dirty="0"/>
              <a:t> </a:t>
            </a:r>
            <a:r>
              <a:rPr lang="en-US" altLang="en-US" sz="2000" dirty="0" err="1"/>
              <a:t>và</a:t>
            </a:r>
            <a:r>
              <a:rPr lang="en-US" altLang="en-US" sz="2000" dirty="0"/>
              <a:t> </a:t>
            </a:r>
            <a:r>
              <a:rPr lang="en-US" altLang="en-US" sz="2000" dirty="0" err="1"/>
              <a:t>phá</a:t>
            </a:r>
            <a:r>
              <a:rPr lang="en-US" altLang="en-US" sz="2000" dirty="0"/>
              <a:t> </a:t>
            </a:r>
            <a:r>
              <a:rPr lang="en-US" altLang="en-US" sz="2000" dirty="0" err="1"/>
              <a:t>huỷ</a:t>
            </a:r>
            <a:r>
              <a:rPr lang="en-US" altLang="en-US" sz="2000" dirty="0"/>
              <a:t> </a:t>
            </a:r>
            <a:r>
              <a:rPr lang="en-US" altLang="en-US" sz="2000" dirty="0" err="1"/>
              <a:t>doanh</a:t>
            </a:r>
            <a:r>
              <a:rPr lang="en-US" altLang="en-US" sz="2000" dirty="0"/>
              <a:t> </a:t>
            </a:r>
            <a:r>
              <a:rPr lang="en-US" altLang="en-US" sz="2000" dirty="0" err="1"/>
              <a:t>nghiệp</a:t>
            </a:r>
            <a:r>
              <a:rPr lang="en-US" altLang="en-US" sz="2000" dirty="0"/>
              <a:t>.</a:t>
            </a:r>
          </a:p>
          <a:p>
            <a:pPr algn="just"/>
            <a:r>
              <a:rPr lang="en-US" altLang="en-US" sz="2000" dirty="0" err="1"/>
              <a:t>Đạo</a:t>
            </a:r>
            <a:r>
              <a:rPr lang="en-US" altLang="en-US" sz="2000" dirty="0"/>
              <a:t> </a:t>
            </a:r>
            <a:r>
              <a:rPr lang="en-US" altLang="en-US" sz="2000" dirty="0" err="1"/>
              <a:t>đức</a:t>
            </a:r>
            <a:r>
              <a:rPr lang="en-US" altLang="en-US" sz="2000" dirty="0"/>
              <a:t> </a:t>
            </a:r>
            <a:r>
              <a:rPr lang="en-US" altLang="en-US" sz="2000" dirty="0" err="1"/>
              <a:t>xét</a:t>
            </a:r>
            <a:r>
              <a:rPr lang="en-US" altLang="en-US" sz="2000" dirty="0"/>
              <a:t> </a:t>
            </a:r>
            <a:r>
              <a:rPr lang="en-US" altLang="en-US" sz="2000" dirty="0" err="1"/>
              <a:t>trên</a:t>
            </a:r>
            <a:r>
              <a:rPr lang="en-US" altLang="en-US" sz="2000" dirty="0"/>
              <a:t> </a:t>
            </a:r>
            <a:r>
              <a:rPr lang="en-US" altLang="en-US" sz="2000" dirty="0" err="1"/>
              <a:t>phía</a:t>
            </a:r>
            <a:r>
              <a:rPr lang="en-US" altLang="en-US" sz="2000" dirty="0"/>
              <a:t> </a:t>
            </a:r>
            <a:r>
              <a:rPr lang="en-US" altLang="en-US" sz="2000" dirty="0" err="1"/>
              <a:t>cạnh</a:t>
            </a:r>
            <a:r>
              <a:rPr lang="en-US" altLang="en-US" sz="2000" dirty="0"/>
              <a:t> </a:t>
            </a:r>
            <a:r>
              <a:rPr lang="en-US" altLang="en-US" sz="2000" dirty="0" err="1"/>
              <a:t>nhỏ</a:t>
            </a:r>
            <a:r>
              <a:rPr lang="en-US" altLang="en-US" sz="2000" dirty="0"/>
              <a:t> </a:t>
            </a:r>
            <a:r>
              <a:rPr lang="en-US" altLang="en-US" sz="2000" dirty="0" err="1"/>
              <a:t>là</a:t>
            </a:r>
            <a:r>
              <a:rPr lang="en-US" altLang="en-US" sz="2000" dirty="0"/>
              <a:t> </a:t>
            </a:r>
            <a:r>
              <a:rPr lang="en-US" altLang="en-US" sz="2000" dirty="0" err="1"/>
              <a:t>doanh</a:t>
            </a:r>
            <a:r>
              <a:rPr lang="en-US" altLang="en-US" sz="2000" dirty="0"/>
              <a:t> </a:t>
            </a:r>
            <a:r>
              <a:rPr lang="en-US" altLang="en-US" sz="2000" dirty="0" err="1"/>
              <a:t>nghiệp</a:t>
            </a:r>
            <a:r>
              <a:rPr lang="en-US" altLang="en-US" sz="2000" dirty="0"/>
              <a:t> </a:t>
            </a:r>
            <a:r>
              <a:rPr lang="en-US" altLang="en-US" sz="2000" dirty="0" err="1"/>
              <a:t>có</a:t>
            </a:r>
            <a:r>
              <a:rPr lang="en-US" altLang="en-US" sz="2000" dirty="0"/>
              <a:t> </a:t>
            </a:r>
            <a:r>
              <a:rPr lang="en-US" altLang="en-US" sz="2000" dirty="0" err="1"/>
              <a:t>trách</a:t>
            </a:r>
            <a:r>
              <a:rPr lang="en-US" altLang="en-US" sz="2000" dirty="0"/>
              <a:t> </a:t>
            </a:r>
            <a:r>
              <a:rPr lang="en-US" altLang="en-US" sz="2000" dirty="0" err="1"/>
              <a:t>nhiệm</a:t>
            </a:r>
            <a:r>
              <a:rPr lang="en-US" altLang="en-US" sz="2000" dirty="0"/>
              <a:t> </a:t>
            </a:r>
            <a:r>
              <a:rPr lang="en-US" altLang="en-US" sz="2000" dirty="0" err="1"/>
              <a:t>với</a:t>
            </a:r>
            <a:r>
              <a:rPr lang="en-US" altLang="en-US" sz="2000" dirty="0"/>
              <a:t> </a:t>
            </a:r>
            <a:r>
              <a:rPr lang="en-US" altLang="en-US" sz="2000" dirty="0" err="1"/>
              <a:t>nhân</a:t>
            </a:r>
            <a:r>
              <a:rPr lang="en-US" altLang="en-US" sz="2000" dirty="0"/>
              <a:t> </a:t>
            </a:r>
            <a:r>
              <a:rPr lang="en-US" altLang="en-US" sz="2000" dirty="0" err="1"/>
              <a:t>viên</a:t>
            </a:r>
            <a:r>
              <a:rPr lang="en-US" altLang="en-US" sz="2000" dirty="0"/>
              <a:t>, </a:t>
            </a:r>
            <a:r>
              <a:rPr lang="en-US" altLang="en-US" sz="2000" dirty="0" err="1"/>
              <a:t>khía</a:t>
            </a:r>
            <a:r>
              <a:rPr lang="en-US" altLang="en-US" sz="2000" dirty="0"/>
              <a:t> </a:t>
            </a:r>
            <a:r>
              <a:rPr lang="en-US" altLang="en-US" sz="2000" dirty="0" err="1"/>
              <a:t>cạnh</a:t>
            </a:r>
            <a:r>
              <a:rPr lang="en-US" altLang="en-US" sz="2000" dirty="0"/>
              <a:t> </a:t>
            </a:r>
            <a:r>
              <a:rPr lang="en-US" altLang="en-US" sz="2000" dirty="0" err="1"/>
              <a:t>lớn</a:t>
            </a:r>
            <a:r>
              <a:rPr lang="en-US" altLang="en-US" sz="2000" dirty="0"/>
              <a:t> </a:t>
            </a:r>
            <a:r>
              <a:rPr lang="en-US" altLang="en-US" sz="2000" dirty="0" err="1"/>
              <a:t>là</a:t>
            </a:r>
            <a:r>
              <a:rPr lang="en-US" altLang="en-US" sz="2000" dirty="0"/>
              <a:t> </a:t>
            </a:r>
            <a:r>
              <a:rPr lang="en-US" altLang="en-US" sz="2000" dirty="0" err="1"/>
              <a:t>khách</a:t>
            </a:r>
            <a:r>
              <a:rPr lang="en-US" altLang="en-US" sz="2000" dirty="0"/>
              <a:t> </a:t>
            </a:r>
            <a:r>
              <a:rPr lang="en-US" altLang="en-US" sz="2000" dirty="0" err="1"/>
              <a:t>hàng</a:t>
            </a:r>
            <a:r>
              <a:rPr lang="en-US" altLang="en-US" sz="2000" dirty="0"/>
              <a:t> </a:t>
            </a:r>
            <a:r>
              <a:rPr lang="en-US" altLang="en-US" sz="2000" dirty="0" err="1"/>
              <a:t>và</a:t>
            </a:r>
            <a:r>
              <a:rPr lang="en-US" altLang="en-US" sz="2000" dirty="0"/>
              <a:t> </a:t>
            </a:r>
            <a:r>
              <a:rPr lang="en-US" altLang="en-US" sz="2000" dirty="0" err="1"/>
              <a:t>cộng</a:t>
            </a:r>
            <a:r>
              <a:rPr lang="en-US" altLang="en-US" sz="2000" dirty="0"/>
              <a:t> </a:t>
            </a:r>
            <a:r>
              <a:rPr lang="en-US" altLang="en-US" sz="2000" dirty="0" err="1"/>
              <a:t>đồng</a:t>
            </a:r>
            <a:r>
              <a:rPr lang="en-US" altLang="en-US" sz="2000" dirty="0"/>
              <a:t>.</a:t>
            </a:r>
          </a:p>
          <a:p>
            <a:pPr algn="just"/>
            <a:r>
              <a:rPr lang="en-US" altLang="en-US" sz="2000" dirty="0" err="1"/>
              <a:t>Một</a:t>
            </a:r>
            <a:r>
              <a:rPr lang="en-US" altLang="en-US" sz="2000" dirty="0"/>
              <a:t> </a:t>
            </a:r>
            <a:r>
              <a:rPr lang="en-US" altLang="en-US" sz="2000" dirty="0" err="1"/>
              <a:t>doanh</a:t>
            </a:r>
            <a:r>
              <a:rPr lang="en-US" altLang="en-US" sz="2000" dirty="0"/>
              <a:t> </a:t>
            </a:r>
            <a:r>
              <a:rPr lang="en-US" altLang="en-US" sz="2000" dirty="0" err="1"/>
              <a:t>nghiệp</a:t>
            </a:r>
            <a:r>
              <a:rPr lang="en-US" altLang="en-US" sz="2000" dirty="0"/>
              <a:t> </a:t>
            </a:r>
            <a:r>
              <a:rPr lang="en-US" altLang="en-US" sz="2000" dirty="0" err="1"/>
              <a:t>có</a:t>
            </a:r>
            <a:r>
              <a:rPr lang="en-US" altLang="en-US" sz="2000" dirty="0"/>
              <a:t> </a:t>
            </a:r>
            <a:r>
              <a:rPr lang="en-US" altLang="en-US" sz="2000" dirty="0" err="1"/>
              <a:t>đạo</a:t>
            </a:r>
            <a:r>
              <a:rPr lang="en-US" altLang="en-US" sz="2000" dirty="0"/>
              <a:t> </a:t>
            </a:r>
            <a:r>
              <a:rPr lang="en-US" altLang="en-US" sz="2000" dirty="0" err="1"/>
              <a:t>đức</a:t>
            </a:r>
            <a:r>
              <a:rPr lang="en-US" altLang="en-US" sz="2000" dirty="0"/>
              <a:t> </a:t>
            </a:r>
            <a:r>
              <a:rPr lang="en-US" altLang="en-US" sz="2000" dirty="0" err="1"/>
              <a:t>là</a:t>
            </a:r>
            <a:r>
              <a:rPr lang="en-US" altLang="en-US" sz="2000" dirty="0"/>
              <a:t> </a:t>
            </a:r>
            <a:r>
              <a:rPr lang="en-US" altLang="en-US" sz="2000" dirty="0" err="1"/>
              <a:t>một</a:t>
            </a:r>
            <a:r>
              <a:rPr lang="en-US" altLang="en-US" sz="2000" dirty="0"/>
              <a:t> </a:t>
            </a:r>
            <a:r>
              <a:rPr lang="en-US" altLang="en-US" sz="2000" dirty="0" err="1"/>
              <a:t>doanh</a:t>
            </a:r>
            <a:r>
              <a:rPr lang="en-US" altLang="en-US" sz="2000" dirty="0"/>
              <a:t> </a:t>
            </a:r>
            <a:r>
              <a:rPr lang="en-US" altLang="en-US" sz="2000" dirty="0" err="1"/>
              <a:t>nghiệp</a:t>
            </a:r>
            <a:r>
              <a:rPr lang="en-US" altLang="en-US" sz="2000" dirty="0"/>
              <a:t> </a:t>
            </a:r>
            <a:r>
              <a:rPr lang="en-US" altLang="en-US" sz="2000" dirty="0" err="1"/>
              <a:t>có</a:t>
            </a:r>
            <a:r>
              <a:rPr lang="en-US" altLang="en-US" sz="2000" dirty="0"/>
              <a:t> </a:t>
            </a:r>
            <a:r>
              <a:rPr lang="en-US" altLang="en-US" sz="2000" dirty="0" err="1"/>
              <a:t>văn</a:t>
            </a:r>
            <a:r>
              <a:rPr lang="en-US" altLang="en-US" sz="2000" dirty="0"/>
              <a:t> </a:t>
            </a:r>
            <a:r>
              <a:rPr lang="en-US" altLang="en-US" sz="2000" dirty="0" err="1"/>
              <a:t>hoá</a:t>
            </a:r>
            <a:r>
              <a:rPr lang="en-US" altLang="en-US" sz="2000" dirty="0"/>
              <a:t>.</a:t>
            </a:r>
          </a:p>
        </p:txBody>
      </p:sp>
      <p:pic>
        <p:nvPicPr>
          <p:cNvPr id="12294" name="Picture 6" descr="Đạo đức kinh doanh là gì? Các nguyên tắc đạo đức kinh doanh">
            <a:extLst>
              <a:ext uri="{FF2B5EF4-FFF2-40B4-BE49-F238E27FC236}">
                <a16:creationId xmlns:a16="http://schemas.microsoft.com/office/drawing/2014/main" id="{A878EF50-4E0D-6C63-9D71-28BC374DE9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359" b="14444"/>
          <a:stretch/>
        </p:blipFill>
        <p:spPr bwMode="auto">
          <a:xfrm>
            <a:off x="6084455" y="1711396"/>
            <a:ext cx="6171602" cy="30940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7DC73A40-5D4B-8DB4-B546-A82548D7299E}"/>
              </a:ext>
            </a:extLst>
          </p:cNvPr>
          <p:cNvSpPr/>
          <p:nvPr/>
        </p:nvSpPr>
        <p:spPr>
          <a:xfrm>
            <a:off x="6372792" y="5458547"/>
            <a:ext cx="5743008" cy="1077218"/>
          </a:xfrm>
          <a:prstGeom prst="rect">
            <a:avLst/>
          </a:prstGeom>
          <a:noFill/>
        </p:spPr>
        <p:txBody>
          <a:bodyPr wrap="square" lIns="91440" tIns="45720" rIns="91440" bIns="45720">
            <a:spAutoFit/>
          </a:bodyPr>
          <a:lstStyle/>
          <a:p>
            <a:pPr algn="ct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Văn</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hoá</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là</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thứ</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tồn</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tại</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sau</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cùng</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sau</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khi</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mọi</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thứ</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đã</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mất</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 </a:t>
            </a:r>
            <a:r>
              <a:rPr lang="en-US" sz="3200" b="0" i="1" cap="none" spc="0" dirty="0" err="1">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đi</a:t>
            </a:r>
            <a:r>
              <a:rPr lang="en-US" sz="3200" b="0" i="1" cap="none" spc="0" dirty="0">
                <a:ln w="0"/>
                <a:solidFill>
                  <a:schemeClr val="accent2">
                    <a:lumMod val="75000"/>
                  </a:schemeClr>
                </a:solidFill>
                <a:effectLst>
                  <a:outerShdw blurRad="38100" dist="19050" dir="2700000" algn="tl" rotWithShape="0">
                    <a:schemeClr val="dk1">
                      <a:alpha val="40000"/>
                    </a:schemeClr>
                  </a:outerShdw>
                </a:effectLst>
                <a:latin typeface="Bahnschrift SemiCondensed" panose="020B0502040204020203"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circle(in)">
                                      <p:cBhvr>
                                        <p:cTn id="2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31D52-C1E2-67BC-0EFB-F24D1BDE571B}"/>
              </a:ext>
            </a:extLst>
          </p:cNvPr>
          <p:cNvSpPr>
            <a:spLocks noGrp="1"/>
          </p:cNvSpPr>
          <p:nvPr>
            <p:ph type="title"/>
          </p:nvPr>
        </p:nvSpPr>
        <p:spPr>
          <a:xfrm>
            <a:off x="914400" y="228600"/>
            <a:ext cx="9347200" cy="715962"/>
          </a:xfrm>
        </p:spPr>
        <p:txBody>
          <a:bodyPr/>
          <a:lstStyle/>
          <a:p>
            <a:r>
              <a:rPr lang="en-US" dirty="0">
                <a:solidFill>
                  <a:schemeClr val="accent2">
                    <a:lumMod val="75000"/>
                  </a:schemeClr>
                </a:solidFill>
              </a:rPr>
              <a:t>6. QUẢN TRỊ TÀI CHÍNH </a:t>
            </a:r>
          </a:p>
        </p:txBody>
      </p:sp>
      <p:sp>
        <p:nvSpPr>
          <p:cNvPr id="3" name="Content Placeholder 2">
            <a:extLst>
              <a:ext uri="{FF2B5EF4-FFF2-40B4-BE49-F238E27FC236}">
                <a16:creationId xmlns:a16="http://schemas.microsoft.com/office/drawing/2014/main" id="{77FC26FC-F5F6-3790-5263-D45BAE23A5F9}"/>
              </a:ext>
            </a:extLst>
          </p:cNvPr>
          <p:cNvSpPr>
            <a:spLocks noGrp="1"/>
          </p:cNvSpPr>
          <p:nvPr>
            <p:ph idx="1"/>
          </p:nvPr>
        </p:nvSpPr>
        <p:spPr>
          <a:xfrm>
            <a:off x="4495800" y="3505200"/>
            <a:ext cx="7239000" cy="2438400"/>
          </a:xfrm>
        </p:spPr>
        <p:txBody>
          <a:bodyPr/>
          <a:lstStyle/>
          <a:p>
            <a:pPr algn="just"/>
            <a:r>
              <a:rPr lang="en-US" sz="2400" dirty="0" err="1"/>
              <a:t>Tài</a:t>
            </a:r>
            <a:r>
              <a:rPr lang="en-US" sz="2400" dirty="0"/>
              <a:t> </a:t>
            </a:r>
            <a:r>
              <a:rPr lang="en-US" sz="2400" dirty="0" err="1"/>
              <a:t>chính</a:t>
            </a:r>
            <a:r>
              <a:rPr lang="en-US" sz="2400" dirty="0"/>
              <a:t> </a:t>
            </a:r>
            <a:r>
              <a:rPr lang="en-US" sz="2400" dirty="0" err="1"/>
              <a:t>là</a:t>
            </a:r>
            <a:r>
              <a:rPr lang="en-US" sz="2400" dirty="0"/>
              <a:t> </a:t>
            </a:r>
            <a:r>
              <a:rPr lang="en-US" sz="2400" dirty="0" err="1"/>
              <a:t>một</a:t>
            </a:r>
            <a:r>
              <a:rPr lang="en-US" sz="2400" dirty="0"/>
              <a:t> </a:t>
            </a:r>
            <a:r>
              <a:rPr lang="en-US" sz="2400" dirty="0" err="1"/>
              <a:t>trong</a:t>
            </a:r>
            <a:r>
              <a:rPr lang="en-US" sz="2400" dirty="0"/>
              <a:t> </a:t>
            </a:r>
            <a:r>
              <a:rPr lang="en-US" sz="2400" dirty="0" err="1"/>
              <a:t>bốn</a:t>
            </a:r>
            <a:r>
              <a:rPr lang="en-US" sz="2400" dirty="0"/>
              <a:t> </a:t>
            </a:r>
            <a:r>
              <a:rPr lang="en-US" sz="2400" dirty="0" err="1"/>
              <a:t>mặt</a:t>
            </a:r>
            <a:r>
              <a:rPr lang="en-US" sz="2400" dirty="0"/>
              <a:t> </a:t>
            </a:r>
            <a:r>
              <a:rPr lang="en-US" sz="2400" dirty="0" err="1"/>
              <a:t>trận</a:t>
            </a:r>
            <a:r>
              <a:rPr lang="en-US" sz="2400" dirty="0"/>
              <a:t> </a:t>
            </a:r>
            <a:r>
              <a:rPr lang="en-US" sz="2400" dirty="0" err="1"/>
              <a:t>quan</a:t>
            </a:r>
            <a:r>
              <a:rPr lang="en-US" sz="2400" dirty="0"/>
              <a:t> </a:t>
            </a:r>
            <a:r>
              <a:rPr lang="en-US" sz="2400" dirty="0" err="1"/>
              <a:t>trọng</a:t>
            </a:r>
            <a:r>
              <a:rPr lang="en-US" sz="2400" dirty="0"/>
              <a:t> </a:t>
            </a:r>
            <a:r>
              <a:rPr lang="en-US" sz="2400" dirty="0" err="1"/>
              <a:t>của</a:t>
            </a:r>
            <a:r>
              <a:rPr lang="en-US" sz="2400" dirty="0"/>
              <a:t> </a:t>
            </a:r>
            <a:r>
              <a:rPr lang="en-US" sz="2400" dirty="0" err="1"/>
              <a:t>doanh</a:t>
            </a:r>
            <a:r>
              <a:rPr lang="en-US" sz="2400" dirty="0"/>
              <a:t> </a:t>
            </a:r>
            <a:r>
              <a:rPr lang="en-US" sz="2400" dirty="0" err="1"/>
              <a:t>nghiệp</a:t>
            </a:r>
            <a:r>
              <a:rPr lang="en-US" sz="2400" dirty="0"/>
              <a:t>.</a:t>
            </a:r>
          </a:p>
          <a:p>
            <a:pPr algn="just"/>
            <a:r>
              <a:rPr lang="en-US" sz="2400" dirty="0" err="1"/>
              <a:t>Kiểm</a:t>
            </a:r>
            <a:r>
              <a:rPr lang="en-US" sz="2400" dirty="0"/>
              <a:t> </a:t>
            </a:r>
            <a:r>
              <a:rPr lang="en-US" sz="2400" dirty="0" err="1"/>
              <a:t>soát</a:t>
            </a:r>
            <a:r>
              <a:rPr lang="en-US" sz="2400" dirty="0"/>
              <a:t> chi </a:t>
            </a:r>
            <a:r>
              <a:rPr lang="en-US" sz="2400" dirty="0" err="1"/>
              <a:t>tiêu</a:t>
            </a:r>
            <a:r>
              <a:rPr lang="en-US" sz="2400" dirty="0"/>
              <a:t> </a:t>
            </a:r>
            <a:r>
              <a:rPr lang="en-US" sz="2400" dirty="0" err="1"/>
              <a:t>và</a:t>
            </a:r>
            <a:r>
              <a:rPr lang="en-US" sz="2400" dirty="0"/>
              <a:t> </a:t>
            </a:r>
            <a:r>
              <a:rPr lang="en-US" sz="2400" dirty="0" err="1"/>
              <a:t>quản</a:t>
            </a:r>
            <a:r>
              <a:rPr lang="en-US" sz="2400" dirty="0"/>
              <a:t> </a:t>
            </a:r>
            <a:r>
              <a:rPr lang="en-US" sz="2400" dirty="0" err="1"/>
              <a:t>lý</a:t>
            </a:r>
            <a:r>
              <a:rPr lang="en-US" sz="2400" dirty="0"/>
              <a:t> </a:t>
            </a:r>
            <a:r>
              <a:rPr lang="en-US" sz="2400" dirty="0" err="1"/>
              <a:t>tài</a:t>
            </a:r>
            <a:r>
              <a:rPr lang="en-US" sz="2400" dirty="0"/>
              <a:t> </a:t>
            </a:r>
            <a:r>
              <a:rPr lang="en-US" sz="2400" dirty="0" err="1"/>
              <a:t>chính</a:t>
            </a:r>
            <a:r>
              <a:rPr lang="en-US" sz="2400" dirty="0"/>
              <a:t> </a:t>
            </a:r>
            <a:r>
              <a:rPr lang="en-US" sz="2400" dirty="0" err="1"/>
              <a:t>hiệu</a:t>
            </a:r>
            <a:r>
              <a:rPr lang="en-US" sz="2400" dirty="0"/>
              <a:t> </a:t>
            </a:r>
            <a:r>
              <a:rPr lang="en-US" sz="2400" dirty="0" err="1"/>
              <a:t>quả</a:t>
            </a:r>
            <a:r>
              <a:rPr lang="en-US" sz="2400" dirty="0"/>
              <a:t> </a:t>
            </a:r>
            <a:r>
              <a:rPr lang="en-US" sz="2400" dirty="0" err="1"/>
              <a:t>để</a:t>
            </a:r>
            <a:r>
              <a:rPr lang="en-US" sz="2400" dirty="0"/>
              <a:t> </a:t>
            </a:r>
            <a:r>
              <a:rPr lang="en-US" sz="2400" dirty="0" err="1"/>
              <a:t>đảm</a:t>
            </a:r>
            <a:r>
              <a:rPr lang="en-US" sz="2400" dirty="0"/>
              <a:t> </a:t>
            </a:r>
            <a:r>
              <a:rPr lang="en-US" sz="2400" dirty="0" err="1"/>
              <a:t>bảo</a:t>
            </a:r>
            <a:r>
              <a:rPr lang="en-US" sz="2400" dirty="0"/>
              <a:t> </a:t>
            </a:r>
            <a:r>
              <a:rPr lang="en-US" sz="2400" dirty="0" err="1"/>
              <a:t>sự</a:t>
            </a:r>
            <a:r>
              <a:rPr lang="en-US" sz="2400" dirty="0"/>
              <a:t> </a:t>
            </a:r>
            <a:r>
              <a:rPr lang="en-US" sz="2400" dirty="0" err="1"/>
              <a:t>ổn</a:t>
            </a:r>
            <a:r>
              <a:rPr lang="en-US" sz="2400" dirty="0"/>
              <a:t> </a:t>
            </a:r>
            <a:r>
              <a:rPr lang="en-US" sz="2400" dirty="0" err="1"/>
              <a:t>định</a:t>
            </a:r>
            <a:r>
              <a:rPr lang="en-US" sz="2400" dirty="0"/>
              <a:t> </a:t>
            </a:r>
            <a:r>
              <a:rPr lang="en-US" sz="2400" dirty="0" err="1"/>
              <a:t>và</a:t>
            </a:r>
            <a:r>
              <a:rPr lang="en-US" sz="2400" dirty="0"/>
              <a:t> </a:t>
            </a:r>
            <a:r>
              <a:rPr lang="en-US" sz="2400" dirty="0" err="1"/>
              <a:t>bền</a:t>
            </a:r>
            <a:r>
              <a:rPr lang="en-US" sz="2400" dirty="0"/>
              <a:t> </a:t>
            </a:r>
            <a:r>
              <a:rPr lang="en-US" sz="2400" dirty="0" err="1"/>
              <a:t>vững</a:t>
            </a:r>
            <a:r>
              <a:rPr lang="en-US" sz="2400" dirty="0"/>
              <a:t> </a:t>
            </a:r>
            <a:r>
              <a:rPr lang="en-US" sz="2400" dirty="0" err="1"/>
              <a:t>của</a:t>
            </a:r>
            <a:r>
              <a:rPr lang="en-US" sz="2400" dirty="0"/>
              <a:t> </a:t>
            </a:r>
            <a:r>
              <a:rPr lang="en-US" sz="2400" dirty="0" err="1"/>
              <a:t>doanh</a:t>
            </a:r>
            <a:r>
              <a:rPr lang="en-US" sz="2400" dirty="0"/>
              <a:t> </a:t>
            </a:r>
            <a:r>
              <a:rPr lang="en-US" sz="2400" dirty="0" err="1"/>
              <a:t>nghiệp</a:t>
            </a:r>
            <a:r>
              <a:rPr lang="en-US" sz="2400" dirty="0"/>
              <a:t>.</a:t>
            </a:r>
          </a:p>
          <a:p>
            <a:pPr algn="just"/>
            <a:r>
              <a:rPr lang="en-US" sz="2400" dirty="0" err="1"/>
              <a:t>Đây</a:t>
            </a:r>
            <a:r>
              <a:rPr lang="en-US" sz="2400" dirty="0"/>
              <a:t> </a:t>
            </a:r>
            <a:r>
              <a:rPr lang="en-US" sz="2400" dirty="0" err="1"/>
              <a:t>cũng</a:t>
            </a:r>
            <a:r>
              <a:rPr lang="en-US" sz="2400" dirty="0"/>
              <a:t> </a:t>
            </a:r>
            <a:r>
              <a:rPr lang="en-US" sz="2400" dirty="0" err="1"/>
              <a:t>là</a:t>
            </a:r>
            <a:r>
              <a:rPr lang="en-US" sz="2400" dirty="0"/>
              <a:t> </a:t>
            </a:r>
            <a:r>
              <a:rPr lang="en-US" sz="2400" dirty="0" err="1"/>
              <a:t>đề</a:t>
            </a:r>
            <a:r>
              <a:rPr lang="en-US" sz="2400" dirty="0"/>
              <a:t> </a:t>
            </a:r>
            <a:r>
              <a:rPr lang="en-US" sz="2400" dirty="0" err="1"/>
              <a:t>để</a:t>
            </a:r>
            <a:r>
              <a:rPr lang="en-US" sz="2400" dirty="0"/>
              <a:t> </a:t>
            </a:r>
            <a:r>
              <a:rPr lang="en-US" sz="2400" dirty="0" err="1"/>
              <a:t>doanh</a:t>
            </a:r>
            <a:r>
              <a:rPr lang="en-US" sz="2400" dirty="0"/>
              <a:t> </a:t>
            </a:r>
            <a:r>
              <a:rPr lang="en-US" sz="2400" dirty="0" err="1"/>
              <a:t>nghiệp</a:t>
            </a:r>
            <a:r>
              <a:rPr lang="en-US" sz="2400" dirty="0"/>
              <a:t> </a:t>
            </a:r>
            <a:r>
              <a:rPr lang="en-US" sz="2400" dirty="0" err="1"/>
              <a:t>mang</a:t>
            </a:r>
            <a:r>
              <a:rPr lang="en-US" sz="2400" dirty="0"/>
              <a:t> </a:t>
            </a:r>
            <a:r>
              <a:rPr lang="en-US" sz="2400" dirty="0" err="1"/>
              <a:t>lại</a:t>
            </a:r>
            <a:r>
              <a:rPr lang="en-US" sz="2400" dirty="0"/>
              <a:t> </a:t>
            </a:r>
            <a:r>
              <a:rPr lang="en-US" sz="2400" dirty="0" err="1"/>
              <a:t>các</a:t>
            </a:r>
            <a:r>
              <a:rPr lang="en-US" sz="2400" dirty="0"/>
              <a:t> </a:t>
            </a:r>
            <a:r>
              <a:rPr lang="en-US" sz="2400" dirty="0" err="1"/>
              <a:t>kế</a:t>
            </a:r>
            <a:r>
              <a:rPr lang="en-US" sz="2400" dirty="0"/>
              <a:t> </a:t>
            </a:r>
            <a:r>
              <a:rPr lang="en-US" sz="2400" dirty="0" err="1"/>
              <a:t>hoạch</a:t>
            </a:r>
            <a:r>
              <a:rPr lang="en-US" sz="2400" dirty="0"/>
              <a:t> </a:t>
            </a:r>
            <a:r>
              <a:rPr lang="en-US" sz="2400" dirty="0" err="1"/>
              <a:t>trong</a:t>
            </a:r>
            <a:r>
              <a:rPr lang="en-US" sz="2400" dirty="0"/>
              <a:t> </a:t>
            </a:r>
            <a:r>
              <a:rPr lang="en-US" sz="2400" dirty="0" err="1"/>
              <a:t>ngắn</a:t>
            </a:r>
            <a:r>
              <a:rPr lang="en-US" sz="2400" dirty="0"/>
              <a:t> </a:t>
            </a:r>
            <a:r>
              <a:rPr lang="en-US" sz="2400" dirty="0" err="1"/>
              <a:t>và</a:t>
            </a:r>
            <a:r>
              <a:rPr lang="en-US" sz="2400" dirty="0"/>
              <a:t> </a:t>
            </a:r>
            <a:r>
              <a:rPr lang="en-US" sz="2400" dirty="0" err="1"/>
              <a:t>dài</a:t>
            </a:r>
            <a:r>
              <a:rPr lang="en-US" sz="2400" dirty="0"/>
              <a:t> </a:t>
            </a:r>
            <a:r>
              <a:rPr lang="en-US" sz="2400" dirty="0" err="1"/>
              <a:t>hạn</a:t>
            </a:r>
            <a:r>
              <a:rPr lang="en-US" sz="2400" dirty="0"/>
              <a:t> </a:t>
            </a:r>
            <a:r>
              <a:rPr lang="en-US" sz="2400" dirty="0" err="1"/>
              <a:t>bảo</a:t>
            </a:r>
            <a:r>
              <a:rPr lang="en-US" sz="2400" dirty="0"/>
              <a:t> </a:t>
            </a:r>
            <a:r>
              <a:rPr lang="en-US" sz="2400" dirty="0" err="1"/>
              <a:t>đảm</a:t>
            </a:r>
            <a:r>
              <a:rPr lang="en-US" sz="2400" dirty="0"/>
              <a:t> </a:t>
            </a:r>
            <a:r>
              <a:rPr lang="en-US" sz="2400" dirty="0" err="1"/>
              <a:t>sự</a:t>
            </a:r>
            <a:r>
              <a:rPr lang="en-US" sz="2400" dirty="0"/>
              <a:t> </a:t>
            </a:r>
            <a:r>
              <a:rPr lang="en-US" sz="2400" dirty="0" err="1"/>
              <a:t>bền</a:t>
            </a:r>
            <a:r>
              <a:rPr lang="en-US" sz="2400" dirty="0"/>
              <a:t> </a:t>
            </a:r>
            <a:r>
              <a:rPr lang="en-US" sz="2400" dirty="0" err="1"/>
              <a:t>vững</a:t>
            </a:r>
            <a:r>
              <a:rPr lang="en-US" sz="2400" dirty="0"/>
              <a:t>.</a:t>
            </a:r>
          </a:p>
        </p:txBody>
      </p:sp>
      <p:sp>
        <p:nvSpPr>
          <p:cNvPr id="4" name="Rectangle: Beveled 3">
            <a:extLst>
              <a:ext uri="{FF2B5EF4-FFF2-40B4-BE49-F238E27FC236}">
                <a16:creationId xmlns:a16="http://schemas.microsoft.com/office/drawing/2014/main" id="{7DF62DCA-7EB4-216A-03C3-E19A63A3C26D}"/>
              </a:ext>
            </a:extLst>
          </p:cNvPr>
          <p:cNvSpPr/>
          <p:nvPr/>
        </p:nvSpPr>
        <p:spPr>
          <a:xfrm>
            <a:off x="2038806" y="1608221"/>
            <a:ext cx="2183121" cy="1600200"/>
          </a:xfrm>
          <a:prstGeom prst="bevel">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3600" b="1" dirty="0">
                <a:solidFill>
                  <a:srgbClr val="C00000"/>
                </a:solidFill>
              </a:rPr>
              <a:t>DOANH NGHIỆP</a:t>
            </a:r>
          </a:p>
        </p:txBody>
      </p:sp>
      <p:sp>
        <p:nvSpPr>
          <p:cNvPr id="5" name="Double Bracket 4">
            <a:extLst>
              <a:ext uri="{FF2B5EF4-FFF2-40B4-BE49-F238E27FC236}">
                <a16:creationId xmlns:a16="http://schemas.microsoft.com/office/drawing/2014/main" id="{960A12D6-1399-58F9-3577-A5310DC26318}"/>
              </a:ext>
            </a:extLst>
          </p:cNvPr>
          <p:cNvSpPr/>
          <p:nvPr/>
        </p:nvSpPr>
        <p:spPr>
          <a:xfrm>
            <a:off x="2327564" y="1066800"/>
            <a:ext cx="1676400" cy="457200"/>
          </a:xfrm>
          <a:prstGeom prst="bracketPair">
            <a:avLst/>
          </a:prstGeom>
        </p:spPr>
        <p:style>
          <a:lnRef idx="3">
            <a:schemeClr val="accent2"/>
          </a:lnRef>
          <a:fillRef idx="0">
            <a:schemeClr val="accent2"/>
          </a:fillRef>
          <a:effectRef idx="2">
            <a:schemeClr val="accent2"/>
          </a:effectRef>
          <a:fontRef idx="minor">
            <a:schemeClr val="tx1"/>
          </a:fontRef>
        </p:style>
        <p:txBody>
          <a:bodyPr rtlCol="0" anchor="ctr"/>
          <a:lstStyle/>
          <a:p>
            <a:pPr algn="ctr"/>
            <a:r>
              <a:rPr lang="en-US" sz="2400" b="1" dirty="0">
                <a:solidFill>
                  <a:srgbClr val="002060"/>
                </a:solidFill>
              </a:rPr>
              <a:t>TÀI CHÍNH</a:t>
            </a:r>
          </a:p>
        </p:txBody>
      </p:sp>
      <p:sp>
        <p:nvSpPr>
          <p:cNvPr id="6" name="Double Bracket 5">
            <a:extLst>
              <a:ext uri="{FF2B5EF4-FFF2-40B4-BE49-F238E27FC236}">
                <a16:creationId xmlns:a16="http://schemas.microsoft.com/office/drawing/2014/main" id="{21F87B16-0611-89DA-73D3-12C6AC31776F}"/>
              </a:ext>
            </a:extLst>
          </p:cNvPr>
          <p:cNvSpPr/>
          <p:nvPr/>
        </p:nvSpPr>
        <p:spPr>
          <a:xfrm>
            <a:off x="4308764" y="2247900"/>
            <a:ext cx="1676398" cy="457200"/>
          </a:xfrm>
          <a:prstGeom prst="bracketPair">
            <a:avLst/>
          </a:prstGeom>
        </p:spPr>
        <p:style>
          <a:lnRef idx="3">
            <a:schemeClr val="accent2"/>
          </a:lnRef>
          <a:fillRef idx="0">
            <a:schemeClr val="accent2"/>
          </a:fillRef>
          <a:effectRef idx="2">
            <a:schemeClr val="accent2"/>
          </a:effectRef>
          <a:fontRef idx="minor">
            <a:schemeClr val="tx1"/>
          </a:fontRef>
        </p:style>
        <p:txBody>
          <a:bodyPr rtlCol="0" anchor="ctr"/>
          <a:lstStyle/>
          <a:p>
            <a:pPr algn="ctr"/>
            <a:r>
              <a:rPr lang="en-US" sz="2400" b="1" dirty="0">
                <a:solidFill>
                  <a:srgbClr val="002060"/>
                </a:solidFill>
              </a:rPr>
              <a:t>SẢN PHẨM</a:t>
            </a:r>
          </a:p>
        </p:txBody>
      </p:sp>
      <p:sp>
        <p:nvSpPr>
          <p:cNvPr id="7" name="Double Bracket 6">
            <a:extLst>
              <a:ext uri="{FF2B5EF4-FFF2-40B4-BE49-F238E27FC236}">
                <a16:creationId xmlns:a16="http://schemas.microsoft.com/office/drawing/2014/main" id="{9350B807-81CA-CE0D-8B98-D90CB9AF9D57}"/>
              </a:ext>
            </a:extLst>
          </p:cNvPr>
          <p:cNvSpPr/>
          <p:nvPr/>
        </p:nvSpPr>
        <p:spPr>
          <a:xfrm>
            <a:off x="2306232" y="3302233"/>
            <a:ext cx="1779394" cy="457200"/>
          </a:xfrm>
          <a:prstGeom prst="bracketPair">
            <a:avLst/>
          </a:prstGeom>
        </p:spPr>
        <p:style>
          <a:lnRef idx="3">
            <a:schemeClr val="accent2"/>
          </a:lnRef>
          <a:fillRef idx="0">
            <a:schemeClr val="accent2"/>
          </a:fillRef>
          <a:effectRef idx="2">
            <a:schemeClr val="accent2"/>
          </a:effectRef>
          <a:fontRef idx="minor">
            <a:schemeClr val="tx1"/>
          </a:fontRef>
        </p:style>
        <p:txBody>
          <a:bodyPr rtlCol="0" anchor="ctr"/>
          <a:lstStyle/>
          <a:p>
            <a:pPr algn="ctr"/>
            <a:r>
              <a:rPr lang="en-US" sz="2400" b="1" dirty="0">
                <a:solidFill>
                  <a:srgbClr val="002060"/>
                </a:solidFill>
              </a:rPr>
              <a:t>HẠ TẦNG</a:t>
            </a:r>
          </a:p>
        </p:txBody>
      </p:sp>
      <p:sp>
        <p:nvSpPr>
          <p:cNvPr id="8" name="Double Bracket 7">
            <a:extLst>
              <a:ext uri="{FF2B5EF4-FFF2-40B4-BE49-F238E27FC236}">
                <a16:creationId xmlns:a16="http://schemas.microsoft.com/office/drawing/2014/main" id="{A3258D2E-2BE1-1023-EA7D-24361EF3E163}"/>
              </a:ext>
            </a:extLst>
          </p:cNvPr>
          <p:cNvSpPr/>
          <p:nvPr/>
        </p:nvSpPr>
        <p:spPr>
          <a:xfrm>
            <a:off x="473364" y="2217821"/>
            <a:ext cx="1473200" cy="457200"/>
          </a:xfrm>
          <a:prstGeom prst="bracketPair">
            <a:avLst/>
          </a:prstGeom>
        </p:spPr>
        <p:style>
          <a:lnRef idx="3">
            <a:schemeClr val="accent2"/>
          </a:lnRef>
          <a:fillRef idx="0">
            <a:schemeClr val="accent2"/>
          </a:fillRef>
          <a:effectRef idx="2">
            <a:schemeClr val="accent2"/>
          </a:effectRef>
          <a:fontRef idx="minor">
            <a:schemeClr val="tx1"/>
          </a:fontRef>
        </p:style>
        <p:txBody>
          <a:bodyPr rtlCol="0" anchor="ctr"/>
          <a:lstStyle/>
          <a:p>
            <a:pPr algn="ctr"/>
            <a:r>
              <a:rPr lang="en-US" sz="2400" b="1" dirty="0">
                <a:solidFill>
                  <a:srgbClr val="C00000"/>
                </a:solidFill>
              </a:rPr>
              <a:t>NHÂN SỰ</a:t>
            </a:r>
          </a:p>
        </p:txBody>
      </p:sp>
    </p:spTree>
    <p:extLst>
      <p:ext uri="{BB962C8B-B14F-4D97-AF65-F5344CB8AC3E}">
        <p14:creationId xmlns:p14="http://schemas.microsoft.com/office/powerpoint/2010/main" val="313105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ircle(in)">
                                      <p:cBhvr>
                                        <p:cTn id="22" dur="2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wipe(down)">
                                      <p:cBhvr>
                                        <p:cTn id="27" dur="500"/>
                                        <p:tgtEl>
                                          <p:spTgt spid="3">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down)">
                                      <p:cBhvr>
                                        <p:cTn id="32" dur="500"/>
                                        <p:tgtEl>
                                          <p:spTgt spid="3">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2" end="2"/>
                                            </p:txEl>
                                          </p:spTgt>
                                        </p:tgtEl>
                                        <p:attrNameLst>
                                          <p:attrName>style.visibility</p:attrName>
                                        </p:attrNameLst>
                                      </p:cBhvr>
                                      <p:to>
                                        <p:strVal val="visible"/>
                                      </p:to>
                                    </p:set>
                                    <p:animEffect transition="in" filter="wipe(down)">
                                      <p:cBhvr>
                                        <p:cTn id="3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6BF9F9D-FEE2-B4A2-2263-BA59EE716ABB}"/>
              </a:ext>
            </a:extLst>
          </p:cNvPr>
          <p:cNvSpPr>
            <a:spLocks noGrp="1"/>
          </p:cNvSpPr>
          <p:nvPr>
            <p:ph type="title"/>
          </p:nvPr>
        </p:nvSpPr>
        <p:spPr>
          <a:xfrm>
            <a:off x="685800" y="327819"/>
            <a:ext cx="9347200" cy="715962"/>
          </a:xfrm>
        </p:spPr>
        <p:txBody>
          <a:bodyPr/>
          <a:lstStyle/>
          <a:p>
            <a:pPr marL="571500" indent="-571500">
              <a:buFont typeface="Wingdings" panose="05000000000000000000" pitchFamily="2" charset="2"/>
              <a:buChar char="v"/>
            </a:pPr>
            <a:r>
              <a:rPr lang="en-US" altLang="en-US" dirty="0">
                <a:solidFill>
                  <a:schemeClr val="accent2">
                    <a:lumMod val="75000"/>
                  </a:schemeClr>
                </a:solidFill>
                <a:latin typeface="Bahnschrift SemiCondensed" panose="020B0502040204020203" pitchFamily="34" charset="0"/>
              </a:rPr>
              <a:t>PHÁT TRIỂN NHÂN LỰC</a:t>
            </a:r>
          </a:p>
        </p:txBody>
      </p:sp>
      <p:sp>
        <p:nvSpPr>
          <p:cNvPr id="3" name="Content Placeholder 2">
            <a:extLst>
              <a:ext uri="{FF2B5EF4-FFF2-40B4-BE49-F238E27FC236}">
                <a16:creationId xmlns:a16="http://schemas.microsoft.com/office/drawing/2014/main" id="{747C6B2C-A0DD-F675-2E3F-6C9632CCF140}"/>
              </a:ext>
            </a:extLst>
          </p:cNvPr>
          <p:cNvSpPr>
            <a:spLocks noGrp="1"/>
          </p:cNvSpPr>
          <p:nvPr>
            <p:ph idx="1"/>
          </p:nvPr>
        </p:nvSpPr>
        <p:spPr>
          <a:xfrm>
            <a:off x="1371600" y="1424781"/>
            <a:ext cx="9829800" cy="3680619"/>
          </a:xfrm>
        </p:spPr>
        <p:txBody>
          <a:bodyPr/>
          <a:lstStyle/>
          <a:p>
            <a:pPr algn="just"/>
            <a:r>
              <a:rPr lang="en-US" altLang="en-US" sz="2000" dirty="0">
                <a:latin typeface="Arial" panose="020B0604020202020204" pitchFamily="34" charset="0"/>
                <a:cs typeface="Arial" panose="020B0604020202020204" pitchFamily="34" charset="0"/>
              </a:rPr>
              <a:t>Con </a:t>
            </a:r>
            <a:r>
              <a:rPr lang="en-US" altLang="en-US" sz="2000" dirty="0" err="1">
                <a:latin typeface="Arial" panose="020B0604020202020204" pitchFamily="34" charset="0"/>
                <a:cs typeface="Arial" panose="020B0604020202020204" pitchFamily="34" charset="0"/>
              </a:rPr>
              <a:t>người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luôn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là</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nhân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tố</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quyết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định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trong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cứ</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doanh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nghiệp</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nào</a:t>
            </a:r>
            <a:r>
              <a:rPr lang="en-US" altLang="en-US" sz="2000" dirty="0">
                <a:latin typeface="Arial" panose="020B0604020202020204" pitchFamily="34" charset="0"/>
                <a:cs typeface="Arial" panose="020B0604020202020204" pitchFamily="34" charset="0"/>
              </a:rPr>
              <a:t>.</a:t>
            </a:r>
          </a:p>
          <a:p>
            <a:pPr algn="just"/>
            <a:r>
              <a:rPr lang="vi-VN" sz="2000" dirty="0">
                <a:latin typeface="Arial" panose="020B0604020202020204" pitchFamily="34" charset="0"/>
                <a:cs typeface="Arial" panose="020B0604020202020204" pitchFamily="34" charset="0"/>
              </a:rPr>
              <a:t>Đầu tư vào đào tạo và phát triển đội ngũ nhân viên chuyên nghiệp, nhiệt tình và hiệu quả.</a:t>
            </a:r>
            <a:endParaRPr lang="en-US" sz="2000" dirty="0">
              <a:latin typeface="Arial" panose="020B0604020202020204" pitchFamily="34" charset="0"/>
              <a:cs typeface="Arial" panose="020B0604020202020204" pitchFamily="34" charset="0"/>
            </a:endParaRPr>
          </a:p>
          <a:p>
            <a:pPr algn="just"/>
            <a:r>
              <a:rPr lang="en-US" sz="2000" dirty="0" err="1">
                <a:latin typeface="Arial" panose="020B0604020202020204" pitchFamily="34" charset="0"/>
                <a:cs typeface="Arial" panose="020B0604020202020204" pitchFamily="34" charset="0"/>
              </a:rPr>
              <a:t>Trong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việc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phát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triển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lực</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luôn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gắn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tầm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nhìn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doanh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vào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mỗi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cá</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chúng</a:t>
            </a:r>
            <a:r>
              <a:rPr lang="en-US" sz="2000" dirty="0">
                <a:latin typeface="Arial" panose="020B0604020202020204" pitchFamily="34" charset="0"/>
                <a:cs typeface="Arial" panose="020B0604020202020204" pitchFamily="34" charset="0"/>
              </a:rPr>
              <a:t> ta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thể</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tiến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nếu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mỗi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người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về</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một</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hướng</a:t>
            </a:r>
            <a:r>
              <a:rPr lang="en-US" sz="2000" dirty="0">
                <a:latin typeface="Arial" panose="020B0604020202020204" pitchFamily="34" charset="0"/>
                <a:cs typeface="Arial" panose="020B0604020202020204" pitchFamily="34" charset="0"/>
              </a:rPr>
              <a:t>.</a:t>
            </a:r>
          </a:p>
          <a:p>
            <a:pPr algn="just"/>
            <a:r>
              <a:rPr lang="en-US" sz="2000" dirty="0" err="1">
                <a:latin typeface="Arial" panose="020B0604020202020204" pitchFamily="34" charset="0"/>
                <a:cs typeface="Arial" panose="020B0604020202020204" pitchFamily="34" charset="0"/>
              </a:rPr>
              <a:t>Nhân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viên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phải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chịu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mà</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vì</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tầm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nhìn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sứ</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mạng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doanh</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nghiệp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rỏ</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ràng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điều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này</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dẫn</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tới</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họ</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đủ</a:t>
            </a:r>
            <a:r>
              <a:rPr lang="en-US" sz="2000" dirty="0">
                <a:latin typeface="Arial" panose="020B0604020202020204" pitchFamily="34" charset="0"/>
                <a:cs typeface="Arial" panose="020B0604020202020204" pitchFamily="34" charset="0"/>
              </a:rPr>
              <a:t> can </a:t>
            </a:r>
            <a:r>
              <a:rPr lang="en-US" sz="2000" dirty="0" err="1">
                <a:latin typeface="Arial" panose="020B0604020202020204" pitchFamily="34" charset="0"/>
                <a:cs typeface="Arial" panose="020B0604020202020204" pitchFamily="34" charset="0"/>
              </a:rPr>
              <a:t>đảm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làm</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chứ</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không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thiếu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năng</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lực</a:t>
            </a:r>
            <a:r>
              <a:rPr lang="en-US" sz="2000" dirty="0">
                <a:latin typeface="Arial" panose="020B0604020202020204" pitchFamily="34" charset="0"/>
                <a:cs typeface="Arial" panose="020B0604020202020204" pitchFamily="34" charset="0"/>
              </a:rPr>
              <a:t>.</a:t>
            </a:r>
          </a:p>
          <a:p>
            <a:pPr algn="just"/>
            <a:r>
              <a:rPr lang="en-US" altLang="en-US" sz="2000" dirty="0" err="1">
                <a:latin typeface="Arial" panose="020B0604020202020204" pitchFamily="34" charset="0"/>
                <a:cs typeface="Arial" panose="020B0604020202020204" pitchFamily="34" charset="0"/>
              </a:rPr>
              <a:t>Bên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cạnh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đó</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kiểm</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soát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để</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không</a:t>
            </a:r>
            <a:r>
              <a:rPr lang="en-US" altLang="en-US" sz="2000" dirty="0">
                <a:latin typeface="Arial" panose="020B0604020202020204" pitchFamily="34" charset="0"/>
                <a:cs typeface="Arial" panose="020B0604020202020204" pitchFamily="34" charset="0"/>
              </a:rPr>
              <a:t> bao </a:t>
            </a:r>
            <a:r>
              <a:rPr lang="en-US" altLang="en-US" sz="2000" dirty="0" err="1">
                <a:latin typeface="Arial" panose="020B0604020202020204" pitchFamily="34" charset="0"/>
                <a:cs typeface="Arial" panose="020B0604020202020204" pitchFamily="34" charset="0"/>
              </a:rPr>
              <a:t>giờ</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phải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đánh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nó</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giá</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tổ</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chức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lợi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thế</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cạnh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tranh</a:t>
            </a:r>
            <a:r>
              <a:rPr lang="en-US" altLang="en-US" sz="2000" dirty="0">
                <a:latin typeface="Arial" panose="020B0604020202020204" pitchFamily="34" charset="0"/>
                <a:cs typeface="Arial" panose="020B0604020202020204" pitchFamily="34" charset="0"/>
              </a:rPr>
              <a:t>).</a:t>
            </a:r>
          </a:p>
          <a:p>
            <a:pPr algn="just"/>
            <a:endParaRPr lang="en-US" altLang="en-US" sz="2000" dirty="0">
              <a:latin typeface="Arial" panose="020B0604020202020204" pitchFamily="34" charset="0"/>
              <a:cs typeface="Arial" panose="020B0604020202020204" pitchFamily="34" charset="0"/>
            </a:endParaRPr>
          </a:p>
        </p:txBody>
      </p:sp>
      <p:pic>
        <p:nvPicPr>
          <p:cNvPr id="10246" name="Picture 6" descr="Chiến lược phát triển nguồn nhân lực bền vững cho doanh nghiệp">
            <a:extLst>
              <a:ext uri="{FF2B5EF4-FFF2-40B4-BE49-F238E27FC236}">
                <a16:creationId xmlns:a16="http://schemas.microsoft.com/office/drawing/2014/main" id="{5F697464-28F1-0A0B-F8AD-F44C4E8E84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0" y="4572000"/>
            <a:ext cx="3657600"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6F30A-2F27-C284-DBC2-E70E16A7DBE9}"/>
              </a:ext>
            </a:extLst>
          </p:cNvPr>
          <p:cNvSpPr>
            <a:spLocks noGrp="1"/>
          </p:cNvSpPr>
          <p:nvPr>
            <p:ph type="title"/>
          </p:nvPr>
        </p:nvSpPr>
        <p:spPr>
          <a:xfrm>
            <a:off x="1295400" y="480219"/>
            <a:ext cx="9347200" cy="715962"/>
          </a:xfrm>
        </p:spPr>
        <p:txBody>
          <a:bodyPr/>
          <a:lstStyle/>
          <a:p>
            <a:pPr marL="571500" indent="-571500">
              <a:buFont typeface="Wingdings" panose="05000000000000000000" pitchFamily="2" charset="2"/>
              <a:buChar char="v"/>
            </a:pPr>
            <a:r>
              <a:rPr lang="en-US" dirty="0">
                <a:solidFill>
                  <a:schemeClr val="accent2">
                    <a:lumMod val="75000"/>
                  </a:schemeClr>
                </a:solidFill>
                <a:latin typeface="Bahnschrift SemiCondensed" panose="020B0502040204020203" pitchFamily="34" charset="0"/>
              </a:rPr>
              <a:t>PHÁT TRIỂN NHẬN SỰ GIÚP DOANH NGHIỆP</a:t>
            </a:r>
          </a:p>
        </p:txBody>
      </p:sp>
      <p:sp>
        <p:nvSpPr>
          <p:cNvPr id="4" name="Content Placeholder 2">
            <a:extLst>
              <a:ext uri="{FF2B5EF4-FFF2-40B4-BE49-F238E27FC236}">
                <a16:creationId xmlns:a16="http://schemas.microsoft.com/office/drawing/2014/main" id="{270BDD94-FEAC-DABA-6243-2C4A3B3546A4}"/>
              </a:ext>
            </a:extLst>
          </p:cNvPr>
          <p:cNvSpPr txBox="1">
            <a:spLocks/>
          </p:cNvSpPr>
          <p:nvPr/>
        </p:nvSpPr>
        <p:spPr>
          <a:xfrm>
            <a:off x="1905000" y="1600200"/>
            <a:ext cx="5359400" cy="4076700"/>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anose="05000000000000000000" pitchFamily="2" charset="2"/>
              <a:buChar char="ü"/>
            </a:pPr>
            <a:r>
              <a:rPr lang="en-US" sz="2800" b="1" dirty="0" err="1">
                <a:solidFill>
                  <a:srgbClr val="002060"/>
                </a:solidFill>
              </a:rPr>
              <a:t>Ổn</a:t>
            </a:r>
            <a:r>
              <a:rPr lang="en-US" sz="2800" b="1" dirty="0">
                <a:solidFill>
                  <a:srgbClr val="002060"/>
                </a:solidFill>
              </a:rPr>
              <a:t> </a:t>
            </a:r>
            <a:r>
              <a:rPr lang="en-US" sz="2800" b="1" dirty="0" err="1">
                <a:solidFill>
                  <a:srgbClr val="002060"/>
                </a:solidFill>
              </a:rPr>
              <a:t>đinh</a:t>
            </a:r>
            <a:r>
              <a:rPr lang="en-US" sz="2800" b="1" dirty="0">
                <a:solidFill>
                  <a:srgbClr val="002060"/>
                </a:solidFill>
              </a:rPr>
              <a:t> </a:t>
            </a:r>
            <a:r>
              <a:rPr lang="en-US" sz="2800" b="1" dirty="0" err="1">
                <a:solidFill>
                  <a:srgbClr val="002060"/>
                </a:solidFill>
              </a:rPr>
              <a:t>nhân</a:t>
            </a:r>
            <a:r>
              <a:rPr lang="en-US" sz="2800" b="1" dirty="0">
                <a:solidFill>
                  <a:srgbClr val="002060"/>
                </a:solidFill>
              </a:rPr>
              <a:t> </a:t>
            </a:r>
            <a:r>
              <a:rPr lang="en-US" sz="2800" b="1" dirty="0" err="1">
                <a:solidFill>
                  <a:srgbClr val="002060"/>
                </a:solidFill>
              </a:rPr>
              <a:t>sự</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Giữ</a:t>
            </a:r>
            <a:r>
              <a:rPr lang="en-US" sz="2800" b="1" dirty="0">
                <a:solidFill>
                  <a:srgbClr val="002060"/>
                </a:solidFill>
              </a:rPr>
              <a:t> </a:t>
            </a:r>
            <a:r>
              <a:rPr lang="en-US" sz="2800" b="1" dirty="0" err="1">
                <a:solidFill>
                  <a:srgbClr val="002060"/>
                </a:solidFill>
              </a:rPr>
              <a:t>chân</a:t>
            </a:r>
            <a:r>
              <a:rPr lang="en-US" sz="2800" b="1" dirty="0">
                <a:solidFill>
                  <a:srgbClr val="002060"/>
                </a:solidFill>
              </a:rPr>
              <a:t> </a:t>
            </a:r>
            <a:r>
              <a:rPr lang="en-US" sz="2800" b="1" dirty="0" err="1">
                <a:solidFill>
                  <a:srgbClr val="002060"/>
                </a:solidFill>
              </a:rPr>
              <a:t>nhân</a:t>
            </a:r>
            <a:r>
              <a:rPr lang="en-US" sz="2800" b="1" dirty="0">
                <a:solidFill>
                  <a:srgbClr val="002060"/>
                </a:solidFill>
              </a:rPr>
              <a:t> </a:t>
            </a:r>
            <a:r>
              <a:rPr lang="en-US" sz="2800" b="1" dirty="0" err="1">
                <a:solidFill>
                  <a:srgbClr val="002060"/>
                </a:solidFill>
              </a:rPr>
              <a:t>tài</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Lợi</a:t>
            </a:r>
            <a:r>
              <a:rPr lang="en-US" sz="2800" b="1" dirty="0">
                <a:solidFill>
                  <a:srgbClr val="002060"/>
                </a:solidFill>
              </a:rPr>
              <a:t> </a:t>
            </a:r>
            <a:r>
              <a:rPr lang="en-US" sz="2800" b="1" dirty="0" err="1">
                <a:solidFill>
                  <a:srgbClr val="002060"/>
                </a:solidFill>
              </a:rPr>
              <a:t>thế</a:t>
            </a:r>
            <a:r>
              <a:rPr lang="en-US" sz="2800" b="1" dirty="0">
                <a:solidFill>
                  <a:srgbClr val="002060"/>
                </a:solidFill>
              </a:rPr>
              <a:t> </a:t>
            </a:r>
            <a:r>
              <a:rPr lang="en-US" sz="2800" b="1" dirty="0" err="1">
                <a:solidFill>
                  <a:srgbClr val="002060"/>
                </a:solidFill>
              </a:rPr>
              <a:t>cạnh</a:t>
            </a:r>
            <a:r>
              <a:rPr lang="en-US" sz="2800" b="1" dirty="0">
                <a:solidFill>
                  <a:srgbClr val="002060"/>
                </a:solidFill>
              </a:rPr>
              <a:t> </a:t>
            </a:r>
            <a:r>
              <a:rPr lang="en-US" sz="2800" b="1" dirty="0" err="1">
                <a:solidFill>
                  <a:srgbClr val="002060"/>
                </a:solidFill>
              </a:rPr>
              <a:t>tranh</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Tạo</a:t>
            </a:r>
            <a:r>
              <a:rPr lang="en-US" sz="2800" b="1" dirty="0">
                <a:solidFill>
                  <a:srgbClr val="002060"/>
                </a:solidFill>
              </a:rPr>
              <a:t> </a:t>
            </a:r>
            <a:r>
              <a:rPr lang="en-US" sz="2800" b="1" dirty="0" err="1">
                <a:solidFill>
                  <a:srgbClr val="002060"/>
                </a:solidFill>
              </a:rPr>
              <a:t>thêm</a:t>
            </a:r>
            <a:r>
              <a:rPr lang="en-US" sz="2800" b="1" dirty="0">
                <a:solidFill>
                  <a:srgbClr val="002060"/>
                </a:solidFill>
              </a:rPr>
              <a:t> </a:t>
            </a:r>
            <a:r>
              <a:rPr lang="en-US" sz="2800" b="1" dirty="0" err="1">
                <a:solidFill>
                  <a:srgbClr val="002060"/>
                </a:solidFill>
              </a:rPr>
              <a:t>tài</a:t>
            </a:r>
            <a:r>
              <a:rPr lang="en-US" sz="2800" b="1" dirty="0">
                <a:solidFill>
                  <a:srgbClr val="002060"/>
                </a:solidFill>
              </a:rPr>
              <a:t> </a:t>
            </a:r>
            <a:r>
              <a:rPr lang="en-US" sz="2800" b="1" dirty="0" err="1">
                <a:solidFill>
                  <a:srgbClr val="002060"/>
                </a:solidFill>
              </a:rPr>
              <a:t>sản</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Nhân</a:t>
            </a:r>
            <a:r>
              <a:rPr lang="en-US" sz="2800" b="1" dirty="0">
                <a:solidFill>
                  <a:srgbClr val="002060"/>
                </a:solidFill>
              </a:rPr>
              <a:t> </a:t>
            </a:r>
            <a:r>
              <a:rPr lang="en-US" sz="2800" b="1" dirty="0" err="1">
                <a:solidFill>
                  <a:srgbClr val="002060"/>
                </a:solidFill>
              </a:rPr>
              <a:t>viên</a:t>
            </a:r>
            <a:r>
              <a:rPr lang="en-US" sz="2800" b="1" dirty="0">
                <a:solidFill>
                  <a:srgbClr val="002060"/>
                </a:solidFill>
              </a:rPr>
              <a:t> </a:t>
            </a:r>
            <a:r>
              <a:rPr lang="en-US" sz="2800" b="1" dirty="0" err="1">
                <a:solidFill>
                  <a:srgbClr val="002060"/>
                </a:solidFill>
              </a:rPr>
              <a:t>tận</a:t>
            </a:r>
            <a:r>
              <a:rPr lang="en-US" sz="2800" b="1" dirty="0">
                <a:solidFill>
                  <a:srgbClr val="002060"/>
                </a:solidFill>
              </a:rPr>
              <a:t> </a:t>
            </a:r>
            <a:r>
              <a:rPr lang="en-US" sz="2800" b="1" dirty="0" err="1">
                <a:solidFill>
                  <a:srgbClr val="002060"/>
                </a:solidFill>
              </a:rPr>
              <a:t>tâm</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Nâng</a:t>
            </a:r>
            <a:r>
              <a:rPr lang="en-US" sz="2800" b="1" dirty="0">
                <a:solidFill>
                  <a:srgbClr val="002060"/>
                </a:solidFill>
              </a:rPr>
              <a:t> </a:t>
            </a:r>
            <a:r>
              <a:rPr lang="en-US" sz="2800" b="1" dirty="0" err="1">
                <a:solidFill>
                  <a:srgbClr val="002060"/>
                </a:solidFill>
              </a:rPr>
              <a:t>cao</a:t>
            </a:r>
            <a:r>
              <a:rPr lang="en-US" sz="2800" b="1" dirty="0">
                <a:solidFill>
                  <a:srgbClr val="002060"/>
                </a:solidFill>
              </a:rPr>
              <a:t> </a:t>
            </a:r>
            <a:r>
              <a:rPr lang="en-US" sz="2800" b="1" dirty="0" err="1">
                <a:solidFill>
                  <a:srgbClr val="002060"/>
                </a:solidFill>
              </a:rPr>
              <a:t>năng</a:t>
            </a:r>
            <a:r>
              <a:rPr lang="en-US" sz="2800" b="1" dirty="0">
                <a:solidFill>
                  <a:srgbClr val="002060"/>
                </a:solidFill>
              </a:rPr>
              <a:t> </a:t>
            </a:r>
            <a:r>
              <a:rPr lang="en-US" sz="2800" b="1" dirty="0" err="1">
                <a:solidFill>
                  <a:srgbClr val="002060"/>
                </a:solidFill>
              </a:rPr>
              <a:t>suất</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Giảm</a:t>
            </a:r>
            <a:r>
              <a:rPr lang="en-US" sz="2800" b="1" dirty="0">
                <a:solidFill>
                  <a:srgbClr val="002060"/>
                </a:solidFill>
              </a:rPr>
              <a:t> </a:t>
            </a:r>
            <a:r>
              <a:rPr lang="en-US" sz="2800" b="1" dirty="0" err="1">
                <a:solidFill>
                  <a:srgbClr val="002060"/>
                </a:solidFill>
              </a:rPr>
              <a:t>thiểu</a:t>
            </a:r>
            <a:r>
              <a:rPr lang="en-US" sz="2800" b="1" dirty="0">
                <a:solidFill>
                  <a:srgbClr val="002060"/>
                </a:solidFill>
              </a:rPr>
              <a:t> chi </a:t>
            </a:r>
            <a:r>
              <a:rPr lang="en-US" sz="2800" b="1" dirty="0" err="1">
                <a:solidFill>
                  <a:srgbClr val="002060"/>
                </a:solidFill>
              </a:rPr>
              <a:t>phí</a:t>
            </a:r>
            <a:endParaRPr lang="en-US" sz="2800" b="1" dirty="0">
              <a:solidFill>
                <a:srgbClr val="002060"/>
              </a:solidFill>
            </a:endParaRPr>
          </a:p>
          <a:p>
            <a:pPr>
              <a:buFont typeface="Wingdings" panose="05000000000000000000" pitchFamily="2" charset="2"/>
              <a:buChar char="ü"/>
            </a:pPr>
            <a:r>
              <a:rPr lang="en-US" sz="2800" b="1" dirty="0" err="1">
                <a:solidFill>
                  <a:srgbClr val="002060"/>
                </a:solidFill>
              </a:rPr>
              <a:t>Phát</a:t>
            </a:r>
            <a:r>
              <a:rPr lang="en-US" sz="2800" b="1" dirty="0">
                <a:solidFill>
                  <a:srgbClr val="002060"/>
                </a:solidFill>
              </a:rPr>
              <a:t> </a:t>
            </a:r>
            <a:r>
              <a:rPr lang="en-US" sz="2800" b="1" dirty="0" err="1">
                <a:solidFill>
                  <a:srgbClr val="002060"/>
                </a:solidFill>
              </a:rPr>
              <a:t>triển</a:t>
            </a:r>
            <a:r>
              <a:rPr lang="en-US" sz="2800" b="1" dirty="0">
                <a:solidFill>
                  <a:srgbClr val="002060"/>
                </a:solidFill>
              </a:rPr>
              <a:t> </a:t>
            </a:r>
            <a:r>
              <a:rPr lang="en-US" sz="2800" b="1" dirty="0" err="1">
                <a:solidFill>
                  <a:srgbClr val="002060"/>
                </a:solidFill>
              </a:rPr>
              <a:t>bền</a:t>
            </a:r>
            <a:r>
              <a:rPr lang="en-US" sz="2800" b="1" dirty="0">
                <a:solidFill>
                  <a:srgbClr val="002060"/>
                </a:solidFill>
              </a:rPr>
              <a:t> </a:t>
            </a:r>
            <a:r>
              <a:rPr lang="en-US" sz="2800" b="1" dirty="0" err="1">
                <a:solidFill>
                  <a:srgbClr val="002060"/>
                </a:solidFill>
              </a:rPr>
              <a:t>vững</a:t>
            </a:r>
            <a:endParaRPr lang="en-US" sz="2800" b="1" dirty="0">
              <a:solidFill>
                <a:srgbClr val="002060"/>
              </a:solidFill>
            </a:endParaRPr>
          </a:p>
        </p:txBody>
      </p:sp>
      <p:pic>
        <p:nvPicPr>
          <p:cNvPr id="5" name="Picture 6" descr="7 nỗi đau mà chủ doanh nghiệp mới có thể hiểu thấu">
            <a:extLst>
              <a:ext uri="{FF2B5EF4-FFF2-40B4-BE49-F238E27FC236}">
                <a16:creationId xmlns:a16="http://schemas.microsoft.com/office/drawing/2014/main" id="{99CFD095-2392-800F-282F-F4FFB91CB2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667" r="14039" b="-2"/>
          <a:stretch/>
        </p:blipFill>
        <p:spPr bwMode="auto">
          <a:xfrm>
            <a:off x="7391400" y="1636038"/>
            <a:ext cx="4894127" cy="3810000"/>
          </a:xfrm>
          <a:custGeom>
            <a:avLst/>
            <a:gdLst/>
            <a:ahLst/>
            <a:cxnLst/>
            <a:rect l="l" t="t" r="r" b="b"/>
            <a:pathLst>
              <a:path w="4369477" h="3401568">
                <a:moveTo>
                  <a:pt x="781270" y="0"/>
                </a:moveTo>
                <a:lnTo>
                  <a:pt x="4369477" y="0"/>
                </a:lnTo>
                <a:lnTo>
                  <a:pt x="4369477" y="3401568"/>
                </a:lnTo>
                <a:lnTo>
                  <a:pt x="0" y="3401568"/>
                </a:lnTo>
                <a:lnTo>
                  <a:pt x="1963" y="3397912"/>
                </a:lnTo>
                <a:cubicBezTo>
                  <a:pt x="454182" y="2512619"/>
                  <a:pt x="736170" y="1430108"/>
                  <a:pt x="776876" y="254399"/>
                </a:cubicBezTo>
                <a:close/>
              </a:path>
            </a:pathLst>
          </a:cu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ECDFFC1-8943-6CCD-2885-6338C4268AA5}"/>
              </a:ext>
            </a:extLst>
          </p:cNvPr>
          <p:cNvSpPr txBox="1"/>
          <p:nvPr/>
        </p:nvSpPr>
        <p:spPr>
          <a:xfrm>
            <a:off x="2362200" y="5943600"/>
            <a:ext cx="7543800" cy="369332"/>
          </a:xfrm>
          <a:prstGeom prst="rect">
            <a:avLst/>
          </a:prstGeom>
          <a:noFill/>
        </p:spPr>
        <p:txBody>
          <a:bodyPr wrap="square">
            <a:spAutoFit/>
          </a:bodyPr>
          <a:lstStyle/>
          <a:p>
            <a:pPr algn="ctr"/>
            <a:r>
              <a:rPr lang="en-US" sz="1800" b="1" i="1" dirty="0">
                <a:solidFill>
                  <a:srgbClr val="7030A0"/>
                </a:solidFill>
                <a:latin typeface="Bahnschrift SemiCondensed" panose="020B0502040204020203" pitchFamily="34" charset="0"/>
              </a:rPr>
              <a:t>“NHÂN SỰ </a:t>
            </a:r>
            <a:r>
              <a:rPr lang="en-US" sz="1800" b="1" i="1" dirty="0">
                <a:solidFill>
                  <a:schemeClr val="accent6">
                    <a:lumMod val="75000"/>
                  </a:schemeClr>
                </a:solidFill>
                <a:latin typeface="Bahnschrift SemiCondensed" panose="020B0502040204020203" pitchFamily="34" charset="0"/>
              </a:rPr>
              <a:t>PHÙ HỢP </a:t>
            </a:r>
            <a:r>
              <a:rPr lang="en-US" sz="1800" b="1" i="1" dirty="0">
                <a:solidFill>
                  <a:srgbClr val="7030A0"/>
                </a:solidFill>
                <a:latin typeface="Bahnschrift SemiCondensed" panose="020B0502040204020203" pitchFamily="34" charset="0"/>
              </a:rPr>
              <a:t>LÀ TÀI SẢN LỚN NHẤT CỦA DOANH NGHIỆP”</a:t>
            </a:r>
          </a:p>
        </p:txBody>
      </p:sp>
    </p:spTree>
    <p:extLst>
      <p:ext uri="{BB962C8B-B14F-4D97-AF65-F5344CB8AC3E}">
        <p14:creationId xmlns:p14="http://schemas.microsoft.com/office/powerpoint/2010/main" val="2962378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arn(inVertic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arn(inVertic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arn(inVertic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arn(inVertic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arn(inVertical)">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barn(inVertical)">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barn(inVertical)">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8116F-9551-DB55-E8A9-C2FAFBF73CD3}"/>
              </a:ext>
            </a:extLst>
          </p:cNvPr>
          <p:cNvSpPr>
            <a:spLocks noGrp="1"/>
          </p:cNvSpPr>
          <p:nvPr>
            <p:ph type="title"/>
          </p:nvPr>
        </p:nvSpPr>
        <p:spPr>
          <a:xfrm>
            <a:off x="1981200" y="457200"/>
            <a:ext cx="9906000" cy="715962"/>
          </a:xfrm>
        </p:spPr>
        <p:txBody>
          <a:bodyPr/>
          <a:lstStyle/>
          <a:p>
            <a:r>
              <a:rPr lang="en-US" dirty="0">
                <a:solidFill>
                  <a:schemeClr val="accent2">
                    <a:lumMod val="75000"/>
                  </a:schemeClr>
                </a:solidFill>
                <a:latin typeface="Bahnschrift SemiCondensed" panose="020B0502040204020203" pitchFamily="34" charset="0"/>
              </a:rPr>
              <a:t>LÃNH ĐẠO VÀ QUẢN TRỊ LÀ MỘT NGHỀ PHẢI HỌC</a:t>
            </a:r>
          </a:p>
        </p:txBody>
      </p:sp>
      <p:pic>
        <p:nvPicPr>
          <p:cNvPr id="7" name="Picture 6">
            <a:extLst>
              <a:ext uri="{FF2B5EF4-FFF2-40B4-BE49-F238E27FC236}">
                <a16:creationId xmlns:a16="http://schemas.microsoft.com/office/drawing/2014/main" id="{DBE7F829-FD34-05E6-881B-F1604A58C9D3}"/>
              </a:ext>
            </a:extLst>
          </p:cNvPr>
          <p:cNvPicPr>
            <a:picLocks noChangeAspect="1"/>
          </p:cNvPicPr>
          <p:nvPr/>
        </p:nvPicPr>
        <p:blipFill rotWithShape="1">
          <a:blip r:embed="rId2"/>
          <a:srcRect l="20000" t="4800" r="19974"/>
          <a:stretch/>
        </p:blipFill>
        <p:spPr>
          <a:xfrm>
            <a:off x="3810000" y="1447800"/>
            <a:ext cx="5257800" cy="52117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37198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A5311B1-2DF0-7587-94EC-4AEA066DDC70}"/>
              </a:ext>
            </a:extLst>
          </p:cNvPr>
          <p:cNvSpPr>
            <a:spLocks noGrp="1" noChangeArrowheads="1"/>
          </p:cNvSpPr>
          <p:nvPr>
            <p:ph type="title"/>
          </p:nvPr>
        </p:nvSpPr>
        <p:spPr>
          <a:xfrm>
            <a:off x="1143000" y="533400"/>
            <a:ext cx="3733800" cy="609600"/>
          </a:xfrm>
        </p:spPr>
        <p:txBody>
          <a:bodyPr rtlCol="0">
            <a:normAutofit fontScale="90000"/>
          </a:bodyPr>
          <a:lstStyle/>
          <a:p>
            <a:pPr eaLnBrk="1" fontAlgn="auto" hangingPunct="1">
              <a:spcAft>
                <a:spcPts val="0"/>
              </a:spcAft>
              <a:defRPr/>
            </a:pPr>
            <a:r>
              <a:rPr lang="en-US" sz="6600" dirty="0">
                <a:effectLst>
                  <a:outerShdw blurRad="38100" dist="38100" dir="2700000" algn="tl">
                    <a:srgbClr val="C0C0C0"/>
                  </a:outerShdw>
                </a:effectLst>
              </a:rPr>
              <a:t>THANKs!</a:t>
            </a:r>
          </a:p>
        </p:txBody>
      </p:sp>
      <p:pic>
        <p:nvPicPr>
          <p:cNvPr id="15366" name="Picture 6" descr="3 Chiến lược kinh doanh thông minh các doanh nghiệp phải nắm chắc - Thạc sĩ  QTKD Đại học Andrews Hoa Kỳ">
            <a:extLst>
              <a:ext uri="{FF2B5EF4-FFF2-40B4-BE49-F238E27FC236}">
                <a16:creationId xmlns:a16="http://schemas.microsoft.com/office/drawing/2014/main" id="{57E06F63-773B-461D-BD0B-FA0213FACC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95400"/>
            <a:ext cx="10198100" cy="5562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26795</TotalTime>
  <Words>1123</Words>
  <Application>Microsoft Office PowerPoint</Application>
  <PresentationFormat>Widescreen</PresentationFormat>
  <Paragraphs>76</Paragraphs>
  <Slides>14</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Calibri</vt:lpstr>
      <vt:lpstr>Arial</vt:lpstr>
      <vt:lpstr>Office Theme</vt:lpstr>
      <vt:lpstr>NGUYÊN TẮC BẤT BIẾN TRONG KINH DOANH </vt:lpstr>
      <vt:lpstr>ĐẶT VẤN ĐỀ</vt:lpstr>
      <vt:lpstr>Quản trị là gì?</vt:lpstr>
      <vt:lpstr>7 NGUYÊN TẮC KINH DOANH BẤT BIẾN</vt:lpstr>
      <vt:lpstr>1. UY TÍN &amp; CHẤT LƯỢNG</vt:lpstr>
      <vt:lpstr>2. KHÁCH HÀNG LÀ TRỌNG TÂM</vt:lpstr>
      <vt:lpstr>3. SỰ ĐỔI MỚI</vt:lpstr>
      <vt:lpstr>4. MỐI QUAN HỆ</vt:lpstr>
      <vt:lpstr>5. THÔNG LỆ ĐẠO ĐỨC</vt:lpstr>
      <vt:lpstr>6. QUẢN TRỊ TÀI CHÍNH </vt:lpstr>
      <vt:lpstr>PHÁT TRIỂN NHÂN LỰC</vt:lpstr>
      <vt:lpstr>PHÁT TRIỂN NHẬN SỰ GIÚP DOANH NGHIỆP</vt:lpstr>
      <vt:lpstr>LÃNH ĐẠO VÀ QUẢN TRỊ LÀ MỘT NGHỀ PHẢI HỌC</vt:lpstr>
      <vt:lpstr>THANKs!</vt:lpstr>
    </vt:vector>
  </TitlesOfParts>
  <Company>PruOneDesk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PruOneDesk User</dc:creator>
  <cp:lastModifiedBy>Administrator</cp:lastModifiedBy>
  <cp:revision>67</cp:revision>
  <dcterms:created xsi:type="dcterms:W3CDTF">2016-02-25T08:27:22Z</dcterms:created>
  <dcterms:modified xsi:type="dcterms:W3CDTF">2025-01-16T05:04:42Z</dcterms:modified>
</cp:coreProperties>
</file>